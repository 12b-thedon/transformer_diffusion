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39"/>
  </p:notesMasterIdLst>
  <p:handoutMasterIdLst>
    <p:handoutMasterId r:id="rId40"/>
  </p:handoutMasterIdLst>
  <p:sldIdLst>
    <p:sldId id="324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405" r:id="rId12"/>
    <p:sldId id="385" r:id="rId13"/>
    <p:sldId id="386" r:id="rId14"/>
    <p:sldId id="387" r:id="rId15"/>
    <p:sldId id="388" r:id="rId16"/>
    <p:sldId id="389" r:id="rId17"/>
    <p:sldId id="406" r:id="rId18"/>
    <p:sldId id="391" r:id="rId19"/>
    <p:sldId id="392" r:id="rId20"/>
    <p:sldId id="393" r:id="rId21"/>
    <p:sldId id="394" r:id="rId22"/>
    <p:sldId id="395" r:id="rId23"/>
    <p:sldId id="407" r:id="rId24"/>
    <p:sldId id="408" r:id="rId25"/>
    <p:sldId id="409" r:id="rId26"/>
    <p:sldId id="396" r:id="rId27"/>
    <p:sldId id="410" r:id="rId28"/>
    <p:sldId id="411" r:id="rId29"/>
    <p:sldId id="397" r:id="rId30"/>
    <p:sldId id="413" r:id="rId31"/>
    <p:sldId id="414" r:id="rId32"/>
    <p:sldId id="399" r:id="rId33"/>
    <p:sldId id="415" r:id="rId34"/>
    <p:sldId id="416" r:id="rId35"/>
    <p:sldId id="401" r:id="rId36"/>
    <p:sldId id="404" r:id="rId37"/>
    <p:sldId id="362" r:id="rId38"/>
  </p:sldIdLst>
  <p:sldSz cx="12192000" cy="6858000"/>
  <p:notesSz cx="6858000" cy="9144000"/>
  <p:embeddedFontLst>
    <p:embeddedFont>
      <p:font typeface="Amazon Ember" panose="020B0600000101010101" charset="0"/>
      <p:regular r:id="rId41"/>
      <p:bold r:id="rId42"/>
      <p:italic r:id="rId43"/>
      <p:boldItalic r:id="rId44"/>
    </p:embeddedFont>
    <p:embeddedFont>
      <p:font typeface="Cambria Math" panose="02040503050406030204" pitchFamily="18" charset="0"/>
      <p:regular r:id="rId45"/>
    </p:embeddedFont>
    <p:embeddedFont>
      <p:font typeface="Pretendard" panose="02000503000000020004" pitchFamily="2" charset="-127"/>
      <p:regular r:id="rId46"/>
      <p:bold r:id="rId47"/>
    </p:embeddedFont>
    <p:embeddedFont>
      <p:font typeface="Pretendard Medium" panose="02000603000000020004" pitchFamily="2" charset="-127"/>
      <p:regular r:id="rId48"/>
    </p:embeddedFont>
    <p:embeddedFont>
      <p:font typeface="Pretendard SemiBold" panose="02000703000000020004" pitchFamily="50" charset="-127"/>
      <p:regular r:id="rId49"/>
      <p:bold r:id="rId50"/>
    </p:embeddedFont>
    <p:embeddedFont>
      <p:font typeface="Pretendard Variable Black" panose="02000003000000020004" pitchFamily="2" charset="-127"/>
      <p:bold r:id="rId51"/>
    </p:embeddedFont>
    <p:embeddedFont>
      <p:font typeface="Pretendard Variable Medium" panose="02000003000000020004" pitchFamily="2" charset="-127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FA2F373-DADC-4C40-BF5E-7B5D25C153D3}">
          <p14:sldIdLst>
            <p14:sldId id="324"/>
          </p14:sldIdLst>
        </p14:section>
        <p14:section name="제목 없는 구역" id="{17FCF665-CD2B-44E4-996F-496B6D315D16}">
          <p14:sldIdLst>
            <p14:sldId id="378"/>
          </p14:sldIdLst>
        </p14:section>
        <p14:section name="Recap" id="{A40B485B-E797-4D29-9289-69C1575F4BA1}">
          <p14:sldIdLst>
            <p14:sldId id="379"/>
            <p14:sldId id="380"/>
            <p14:sldId id="381"/>
            <p14:sldId id="382"/>
            <p14:sldId id="383"/>
          </p14:sldIdLst>
        </p14:section>
        <p14:section name="DDIM" id="{47117C39-DB2D-4BD0-950C-4332C939DCEA}">
          <p14:sldIdLst>
            <p14:sldId id="384"/>
            <p14:sldId id="405"/>
            <p14:sldId id="385"/>
            <p14:sldId id="386"/>
            <p14:sldId id="387"/>
            <p14:sldId id="388"/>
            <p14:sldId id="389"/>
            <p14:sldId id="406"/>
          </p14:sldIdLst>
        </p14:section>
        <p14:section name="Score-based Modeling" id="{D760C173-43B8-4E3A-856E-A99321379880}">
          <p14:sldIdLst>
            <p14:sldId id="391"/>
            <p14:sldId id="392"/>
            <p14:sldId id="393"/>
            <p14:sldId id="394"/>
            <p14:sldId id="395"/>
            <p14:sldId id="407"/>
            <p14:sldId id="408"/>
            <p14:sldId id="409"/>
            <p14:sldId id="396"/>
            <p14:sldId id="410"/>
            <p14:sldId id="411"/>
            <p14:sldId id="397"/>
            <p14:sldId id="413"/>
            <p14:sldId id="414"/>
            <p14:sldId id="399"/>
            <p14:sldId id="415"/>
            <p14:sldId id="416"/>
          </p14:sldIdLst>
        </p14:section>
        <p14:section name="Solvers" id="{D45F759B-5494-448F-A316-57DB8B692B37}">
          <p14:sldIdLst>
            <p14:sldId id="401"/>
            <p14:sldId id="404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FFAD97"/>
    <a:srgbClr val="9FFCEA"/>
    <a:srgbClr val="7CE8F4"/>
    <a:srgbClr val="FFD7BC"/>
    <a:srgbClr val="FFFFFF"/>
    <a:srgbClr val="191919"/>
    <a:srgbClr val="000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02396-4282-4284-9302-FA9E27C2F0E1}" v="2291" dt="2025-07-22T12:25:23.063"/>
    <p1510:client id="{FDF37458-B840-4E5E-B3AD-909E5C62266E}" v="2453" dt="2025-07-22T23:05:06.435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03" autoAdjust="0"/>
    <p:restoredTop sz="96215" autoAdjust="0"/>
  </p:normalViewPr>
  <p:slideViewPr>
    <p:cSldViewPr snapToGrid="0">
      <p:cViewPr varScale="1">
        <p:scale>
          <a:sx n="101" d="100"/>
          <a:sy n="101" d="100"/>
        </p:scale>
        <p:origin x="13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2" d="100"/>
          <a:sy n="102" d="100"/>
        </p:scale>
        <p:origin x="385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font" Target="fonts/font11.fntdata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6.fntdata"/><Relationship Id="rId20" Type="http://schemas.openxmlformats.org/officeDocument/2006/relationships/slide" Target="slides/slide17.xml"/><Relationship Id="rId41" Type="http://schemas.openxmlformats.org/officeDocument/2006/relationships/font" Target="fonts/font1.fntdata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9.fntdata"/><Relationship Id="rId57" Type="http://schemas.microsoft.com/office/2016/11/relationships/changesInfo" Target="changesInfos/changesInfo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4.fntdata"/><Relationship Id="rId52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진 김" userId="9d5916cb77183fd7" providerId="LiveId" clId="{F9202396-4282-4284-9302-FA9E27C2F0E1}"/>
    <pc:docChg chg="undo custSel addSld modSld sldOrd modMainMaster">
      <pc:chgData name="우진 김" userId="9d5916cb77183fd7" providerId="LiveId" clId="{F9202396-4282-4284-9302-FA9E27C2F0E1}" dt="2025-07-22T12:25:32.077" v="5312" actId="1076"/>
      <pc:docMkLst>
        <pc:docMk/>
      </pc:docMkLst>
      <pc:sldChg chg="addSp delSp modSp mod">
        <pc:chgData name="우진 김" userId="9d5916cb77183fd7" providerId="LiveId" clId="{F9202396-4282-4284-9302-FA9E27C2F0E1}" dt="2025-07-21T04:15:42.069" v="135" actId="20577"/>
        <pc:sldMkLst>
          <pc:docMk/>
          <pc:sldMk cId="2712422305" sldId="324"/>
        </pc:sldMkLst>
        <pc:spChg chg="add del mod">
          <ac:chgData name="우진 김" userId="9d5916cb77183fd7" providerId="LiveId" clId="{F9202396-4282-4284-9302-FA9E27C2F0E1}" dt="2025-07-21T04:15:14.456" v="72" actId="20577"/>
          <ac:spMkLst>
            <pc:docMk/>
            <pc:sldMk cId="2712422305" sldId="324"/>
            <ac:spMk id="2" creationId="{451842AD-51B6-1C23-4E72-00565032CAFC}"/>
          </ac:spMkLst>
        </pc:spChg>
        <pc:spChg chg="add mod">
          <ac:chgData name="우진 김" userId="9d5916cb77183fd7" providerId="LiveId" clId="{F9202396-4282-4284-9302-FA9E27C2F0E1}" dt="2025-07-21T04:13:57.104" v="1"/>
          <ac:spMkLst>
            <pc:docMk/>
            <pc:sldMk cId="2712422305" sldId="324"/>
            <ac:spMk id="3" creationId="{9691489A-EBF5-00EE-601B-2DD7AD2530AB}"/>
          </ac:spMkLst>
        </pc:spChg>
        <pc:spChg chg="add mod">
          <ac:chgData name="우진 김" userId="9d5916cb77183fd7" providerId="LiveId" clId="{F9202396-4282-4284-9302-FA9E27C2F0E1}" dt="2025-07-21T04:14:10.183" v="5" actId="20577"/>
          <ac:spMkLst>
            <pc:docMk/>
            <pc:sldMk cId="2712422305" sldId="324"/>
            <ac:spMk id="4" creationId="{DAF71B29-AAE2-F406-9C3C-7F4D981833D2}"/>
          </ac:spMkLst>
        </pc:spChg>
        <pc:spChg chg="mod">
          <ac:chgData name="우진 김" userId="9d5916cb77183fd7" providerId="LiveId" clId="{F9202396-4282-4284-9302-FA9E27C2F0E1}" dt="2025-07-21T04:15:21.946" v="82" actId="20577"/>
          <ac:spMkLst>
            <pc:docMk/>
            <pc:sldMk cId="2712422305" sldId="324"/>
            <ac:spMk id="5" creationId="{53C8FE73-30E8-5B94-794F-A35BB3E87C7A}"/>
          </ac:spMkLst>
        </pc:spChg>
        <pc:spChg chg="mod">
          <ac:chgData name="우진 김" userId="9d5916cb77183fd7" providerId="LiveId" clId="{F9202396-4282-4284-9302-FA9E27C2F0E1}" dt="2025-07-21T04:15:42.069" v="135" actId="20577"/>
          <ac:spMkLst>
            <pc:docMk/>
            <pc:sldMk cId="2712422305" sldId="324"/>
            <ac:spMk id="6" creationId="{65BDDAA9-2219-0266-AB20-FC2718CDB416}"/>
          </ac:spMkLst>
        </pc:spChg>
      </pc:sldChg>
      <pc:sldChg chg="addSp delSp modSp mod">
        <pc:chgData name="우진 김" userId="9d5916cb77183fd7" providerId="LiveId" clId="{F9202396-4282-4284-9302-FA9E27C2F0E1}" dt="2025-07-21T06:49:28.788" v="1136" actId="1076"/>
        <pc:sldMkLst>
          <pc:docMk/>
          <pc:sldMk cId="2863175468" sldId="378"/>
        </pc:sldMkLst>
        <pc:spChg chg="del">
          <ac:chgData name="우진 김" userId="9d5916cb77183fd7" providerId="LiveId" clId="{F9202396-4282-4284-9302-FA9E27C2F0E1}" dt="2025-07-21T04:35:14.200" v="136" actId="478"/>
          <ac:spMkLst>
            <pc:docMk/>
            <pc:sldMk cId="2863175468" sldId="378"/>
            <ac:spMk id="2" creationId="{5B1036A2-1BB5-7CDA-FA00-6C53333A9604}"/>
          </ac:spMkLst>
        </pc:spChg>
        <pc:spChg chg="del">
          <ac:chgData name="우진 김" userId="9d5916cb77183fd7" providerId="LiveId" clId="{F9202396-4282-4284-9302-FA9E27C2F0E1}" dt="2025-07-21T04:35:14.200" v="136" actId="478"/>
          <ac:spMkLst>
            <pc:docMk/>
            <pc:sldMk cId="2863175468" sldId="378"/>
            <ac:spMk id="3" creationId="{B2F47159-119E-01A6-01A4-818A9B05CB06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4" creationId="{02465187-F215-A8C0-FB47-8517C9008FCA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6" creationId="{E02FC87D-9616-EF6A-A837-A851191A3DAE}"/>
          </ac:spMkLst>
        </pc:spChg>
        <pc:spChg chg="add mod">
          <ac:chgData name="우진 김" userId="9d5916cb77183fd7" providerId="LiveId" clId="{F9202396-4282-4284-9302-FA9E27C2F0E1}" dt="2025-07-21T04:35:44.734" v="163" actId="20577"/>
          <ac:spMkLst>
            <pc:docMk/>
            <pc:sldMk cId="2863175468" sldId="378"/>
            <ac:spMk id="7" creationId="{2655A25F-32D3-F5D3-6DCB-DD7CCC3167C5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8" creationId="{A119BFB0-132C-EC31-3951-BA10AAC6A88B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9" creationId="{C93D8ABD-95E2-9C4C-B82D-CD7A4AEAE960}"/>
          </ac:spMkLst>
        </pc:spChg>
        <pc:spChg chg="add mod">
          <ac:chgData name="우진 김" userId="9d5916cb77183fd7" providerId="LiveId" clId="{F9202396-4282-4284-9302-FA9E27C2F0E1}" dt="2025-07-21T06:49:12.724" v="1131" actId="1076"/>
          <ac:spMkLst>
            <pc:docMk/>
            <pc:sldMk cId="2863175468" sldId="378"/>
            <ac:spMk id="10" creationId="{4F7C254B-29A7-DB4B-5ADB-F319162EC361}"/>
          </ac:spMkLst>
        </pc:spChg>
        <pc:spChg chg="mod">
          <ac:chgData name="우진 김" userId="9d5916cb77183fd7" providerId="LiveId" clId="{F9202396-4282-4284-9302-FA9E27C2F0E1}" dt="2025-07-21T06:49:28.788" v="1136" actId="1076"/>
          <ac:spMkLst>
            <pc:docMk/>
            <pc:sldMk cId="2863175468" sldId="378"/>
            <ac:spMk id="11" creationId="{37098ADA-7E7C-01A0-D824-16F9A71322D2}"/>
          </ac:spMkLst>
        </pc:spChg>
        <pc:spChg chg="add mod">
          <ac:chgData name="우진 김" userId="9d5916cb77183fd7" providerId="LiveId" clId="{F9202396-4282-4284-9302-FA9E27C2F0E1}" dt="2025-07-21T04:35:14.504" v="137"/>
          <ac:spMkLst>
            <pc:docMk/>
            <pc:sldMk cId="2863175468" sldId="378"/>
            <ac:spMk id="12" creationId="{FCFD0DDC-4721-FA5E-70C3-7EB3BDC73454}"/>
          </ac:spMkLst>
        </pc:spChg>
        <pc:spChg chg="add del mod">
          <ac:chgData name="우진 김" userId="9d5916cb77183fd7" providerId="LiveId" clId="{F9202396-4282-4284-9302-FA9E27C2F0E1}" dt="2025-07-21T04:36:41.473" v="251"/>
          <ac:spMkLst>
            <pc:docMk/>
            <pc:sldMk cId="2863175468" sldId="378"/>
            <ac:spMk id="13" creationId="{28FB55A5-4EFB-A167-78FA-05983637E2CE}"/>
          </ac:spMkLst>
        </pc:spChg>
        <pc:spChg chg="add del mod">
          <ac:chgData name="우진 김" userId="9d5916cb77183fd7" providerId="LiveId" clId="{F9202396-4282-4284-9302-FA9E27C2F0E1}" dt="2025-07-21T06:49:19.940" v="1134" actId="478"/>
          <ac:spMkLst>
            <pc:docMk/>
            <pc:sldMk cId="2863175468" sldId="378"/>
            <ac:spMk id="14" creationId="{03C94AA4-9444-3443-74D4-60390BA22FC2}"/>
          </ac:spMkLst>
        </pc:spChg>
        <pc:spChg chg="add del mod">
          <ac:chgData name="우진 김" userId="9d5916cb77183fd7" providerId="LiveId" clId="{F9202396-4282-4284-9302-FA9E27C2F0E1}" dt="2025-07-21T04:36:41.474" v="253"/>
          <ac:spMkLst>
            <pc:docMk/>
            <pc:sldMk cId="2863175468" sldId="378"/>
            <ac:spMk id="15" creationId="{C39E1177-6FFC-D53A-CF64-C31D983DA900}"/>
          </ac:spMkLst>
        </pc:spChg>
        <pc:spChg chg="del">
          <ac:chgData name="우진 김" userId="9d5916cb77183fd7" providerId="LiveId" clId="{F9202396-4282-4284-9302-FA9E27C2F0E1}" dt="2025-07-21T04:36:43.155" v="254" actId="478"/>
          <ac:spMkLst>
            <pc:docMk/>
            <pc:sldMk cId="2863175468" sldId="378"/>
            <ac:spMk id="16" creationId="{C270BDF3-C729-F358-6BA2-5BFC8685E10A}"/>
          </ac:spMkLst>
        </pc:spChg>
        <pc:spChg chg="del">
          <ac:chgData name="우진 김" userId="9d5916cb77183fd7" providerId="LiveId" clId="{F9202396-4282-4284-9302-FA9E27C2F0E1}" dt="2025-07-21T04:36:43.155" v="254" actId="478"/>
          <ac:spMkLst>
            <pc:docMk/>
            <pc:sldMk cId="2863175468" sldId="378"/>
            <ac:spMk id="17" creationId="{94299207-2C18-A693-C417-AEB7DB0FC3AC}"/>
          </ac:spMkLst>
        </pc:spChg>
        <pc:spChg chg="add del mod">
          <ac:chgData name="우진 김" userId="9d5916cb77183fd7" providerId="LiveId" clId="{F9202396-4282-4284-9302-FA9E27C2F0E1}" dt="2025-07-21T06:49:13.774" v="1133"/>
          <ac:spMkLst>
            <pc:docMk/>
            <pc:sldMk cId="2863175468" sldId="378"/>
            <ac:spMk id="18" creationId="{A7C0E946-23BD-F348-6CA2-629C9CE84593}"/>
          </ac:spMkLst>
        </pc:spChg>
        <pc:spChg chg="add mod">
          <ac:chgData name="우진 김" userId="9d5916cb77183fd7" providerId="LiveId" clId="{F9202396-4282-4284-9302-FA9E27C2F0E1}" dt="2025-07-21T06:49:23.172" v="1135" actId="1076"/>
          <ac:spMkLst>
            <pc:docMk/>
            <pc:sldMk cId="2863175468" sldId="378"/>
            <ac:spMk id="19" creationId="{E5123B24-7C42-B05B-FF6A-E8D9EEDBA789}"/>
          </ac:spMkLst>
        </pc:spChg>
      </pc:sldChg>
      <pc:sldChg chg="modSp new mod">
        <pc:chgData name="우진 김" userId="9d5916cb77183fd7" providerId="LiveId" clId="{F9202396-4282-4284-9302-FA9E27C2F0E1}" dt="2025-07-21T05:13:42.428" v="661" actId="404"/>
        <pc:sldMkLst>
          <pc:docMk/>
          <pc:sldMk cId="1822041746" sldId="379"/>
        </pc:sldMkLst>
        <pc:spChg chg="mod">
          <ac:chgData name="우진 김" userId="9d5916cb77183fd7" providerId="LiveId" clId="{F9202396-4282-4284-9302-FA9E27C2F0E1}" dt="2025-07-21T05:13:42.428" v="661" actId="404"/>
          <ac:spMkLst>
            <pc:docMk/>
            <pc:sldMk cId="1822041746" sldId="379"/>
            <ac:spMk id="2" creationId="{A8080E15-B7E4-9F16-A37B-594089A520EB}"/>
          </ac:spMkLst>
        </pc:spChg>
      </pc:sldChg>
      <pc:sldChg chg="addSp delSp modSp add mod ord">
        <pc:chgData name="우진 김" userId="9d5916cb77183fd7" providerId="LiveId" clId="{F9202396-4282-4284-9302-FA9E27C2F0E1}" dt="2025-07-22T08:55:23.074" v="2934" actId="1076"/>
        <pc:sldMkLst>
          <pc:docMk/>
          <pc:sldMk cId="1280036450" sldId="380"/>
        </pc:sldMkLst>
        <pc:spChg chg="add mod">
          <ac:chgData name="우진 김" userId="9d5916cb77183fd7" providerId="LiveId" clId="{F9202396-4282-4284-9302-FA9E27C2F0E1}" dt="2025-07-21T05:14:10.859" v="685" actId="20577"/>
          <ac:spMkLst>
            <pc:docMk/>
            <pc:sldMk cId="1280036450" sldId="380"/>
            <ac:spMk id="2" creationId="{822D46D4-EF78-3973-301D-95D020C3AE4E}"/>
          </ac:spMkLst>
        </pc:spChg>
        <pc:spChg chg="del">
          <ac:chgData name="우진 김" userId="9d5916cb77183fd7" providerId="LiveId" clId="{F9202396-4282-4284-9302-FA9E27C2F0E1}" dt="2025-07-21T05:14:15.273" v="686" actId="478"/>
          <ac:spMkLst>
            <pc:docMk/>
            <pc:sldMk cId="1280036450" sldId="380"/>
            <ac:spMk id="4" creationId="{D64F466B-147E-068B-01CE-1CEFB745D840}"/>
          </ac:spMkLst>
        </pc:spChg>
        <pc:spChg chg="del">
          <ac:chgData name="우진 김" userId="9d5916cb77183fd7" providerId="LiveId" clId="{F9202396-4282-4284-9302-FA9E27C2F0E1}" dt="2025-07-21T05:14:15.273" v="686" actId="478"/>
          <ac:spMkLst>
            <pc:docMk/>
            <pc:sldMk cId="1280036450" sldId="380"/>
            <ac:spMk id="7" creationId="{0809F170-8D3B-D1F9-2A1D-D0DD4C9A2543}"/>
          </ac:spMkLst>
        </pc:spChg>
        <pc:spChg chg="del">
          <ac:chgData name="우진 김" userId="9d5916cb77183fd7" providerId="LiveId" clId="{F9202396-4282-4284-9302-FA9E27C2F0E1}" dt="2025-07-21T05:14:15.273" v="686" actId="478"/>
          <ac:spMkLst>
            <pc:docMk/>
            <pc:sldMk cId="1280036450" sldId="380"/>
            <ac:spMk id="8" creationId="{605578B9-22D8-F964-D2AA-0B35B3576F6C}"/>
          </ac:spMkLst>
        </pc:spChg>
        <pc:spChg chg="del">
          <ac:chgData name="우진 김" userId="9d5916cb77183fd7" providerId="LiveId" clId="{F9202396-4282-4284-9302-FA9E27C2F0E1}" dt="2025-07-21T05:14:15.273" v="686" actId="478"/>
          <ac:spMkLst>
            <pc:docMk/>
            <pc:sldMk cId="1280036450" sldId="380"/>
            <ac:spMk id="9" creationId="{94FE9BEF-2395-C37F-ECD6-7332C9CC7C93}"/>
          </ac:spMkLst>
        </pc:spChg>
        <pc:spChg chg="del">
          <ac:chgData name="우진 김" userId="9d5916cb77183fd7" providerId="LiveId" clId="{F9202396-4282-4284-9302-FA9E27C2F0E1}" dt="2025-07-21T05:14:15.273" v="686" actId="478"/>
          <ac:spMkLst>
            <pc:docMk/>
            <pc:sldMk cId="1280036450" sldId="380"/>
            <ac:spMk id="10" creationId="{3DE788AC-873C-8B00-338A-39D742BB8FC5}"/>
          </ac:spMkLst>
        </pc:spChg>
        <pc:spChg chg="del">
          <ac:chgData name="우진 김" userId="9d5916cb77183fd7" providerId="LiveId" clId="{F9202396-4282-4284-9302-FA9E27C2F0E1}" dt="2025-07-21T05:14:15.273" v="686" actId="478"/>
          <ac:spMkLst>
            <pc:docMk/>
            <pc:sldMk cId="1280036450" sldId="380"/>
            <ac:spMk id="12" creationId="{2945A86B-F958-EC5A-B0A2-AED9A987A987}"/>
          </ac:spMkLst>
        </pc:spChg>
        <pc:spChg chg="add mod">
          <ac:chgData name="우진 김" userId="9d5916cb77183fd7" providerId="LiveId" clId="{F9202396-4282-4284-9302-FA9E27C2F0E1}" dt="2025-07-21T05:15:02.189" v="734" actId="20577"/>
          <ac:spMkLst>
            <pc:docMk/>
            <pc:sldMk cId="1280036450" sldId="380"/>
            <ac:spMk id="13" creationId="{EA9CBA4E-85CF-D9FD-B0C2-A5FCA7462F39}"/>
          </ac:spMkLst>
        </pc:spChg>
        <pc:spChg chg="del">
          <ac:chgData name="우진 김" userId="9d5916cb77183fd7" providerId="LiveId" clId="{F9202396-4282-4284-9302-FA9E27C2F0E1}" dt="2025-07-21T05:14:15.273" v="686" actId="478"/>
          <ac:spMkLst>
            <pc:docMk/>
            <pc:sldMk cId="1280036450" sldId="380"/>
            <ac:spMk id="14" creationId="{8A30D6E2-CD0C-EA49-5E6C-1C9CB5603A36}"/>
          </ac:spMkLst>
        </pc:spChg>
        <pc:spChg chg="add mod">
          <ac:chgData name="우진 김" userId="9d5916cb77183fd7" providerId="LiveId" clId="{F9202396-4282-4284-9302-FA9E27C2F0E1}" dt="2025-07-21T05:22:56.863" v="748" actId="14100"/>
          <ac:spMkLst>
            <pc:docMk/>
            <pc:sldMk cId="1280036450" sldId="380"/>
            <ac:spMk id="15" creationId="{FAB4A8FA-7EF0-5C7C-1133-495FBC76051E}"/>
          </ac:spMkLst>
        </pc:spChg>
        <pc:spChg chg="add del mod">
          <ac:chgData name="우진 김" userId="9d5916cb77183fd7" providerId="LiveId" clId="{F9202396-4282-4284-9302-FA9E27C2F0E1}" dt="2025-07-21T05:56:50.556" v="751" actId="478"/>
          <ac:spMkLst>
            <pc:docMk/>
            <pc:sldMk cId="1280036450" sldId="380"/>
            <ac:spMk id="16" creationId="{5369B1FE-853F-1740-DFF9-7BEA62CE43A8}"/>
          </ac:spMkLst>
        </pc:spChg>
        <pc:spChg chg="del">
          <ac:chgData name="우진 김" userId="9d5916cb77183fd7" providerId="LiveId" clId="{F9202396-4282-4284-9302-FA9E27C2F0E1}" dt="2025-07-21T05:14:15.273" v="686" actId="478"/>
          <ac:spMkLst>
            <pc:docMk/>
            <pc:sldMk cId="1280036450" sldId="380"/>
            <ac:spMk id="18" creationId="{1541BDDB-F551-6D27-0BE3-3154E0D95C76}"/>
          </ac:spMkLst>
        </pc:spChg>
        <pc:spChg chg="del">
          <ac:chgData name="우진 김" userId="9d5916cb77183fd7" providerId="LiveId" clId="{F9202396-4282-4284-9302-FA9E27C2F0E1}" dt="2025-07-21T05:14:15.273" v="686" actId="478"/>
          <ac:spMkLst>
            <pc:docMk/>
            <pc:sldMk cId="1280036450" sldId="380"/>
            <ac:spMk id="19" creationId="{79E2F4C5-2EE9-DC0B-4785-3003C515D966}"/>
          </ac:spMkLst>
        </pc:spChg>
        <pc:grpChg chg="mod">
          <ac:chgData name="우진 김" userId="9d5916cb77183fd7" providerId="LiveId" clId="{F9202396-4282-4284-9302-FA9E27C2F0E1}" dt="2025-07-22T08:55:23.074" v="2934" actId="1076"/>
          <ac:grpSpMkLst>
            <pc:docMk/>
            <pc:sldMk cId="1280036450" sldId="380"/>
            <ac:grpSpMk id="33" creationId="{C34A1A37-DB46-D4F0-BE99-AE8F060032AA}"/>
          </ac:grpSpMkLst>
        </pc:grpChg>
        <pc:grpChg chg="mod">
          <ac:chgData name="우진 김" userId="9d5916cb77183fd7" providerId="LiveId" clId="{F9202396-4282-4284-9302-FA9E27C2F0E1}" dt="2025-07-22T08:55:22.704" v="2933" actId="1076"/>
          <ac:grpSpMkLst>
            <pc:docMk/>
            <pc:sldMk cId="1280036450" sldId="380"/>
            <ac:grpSpMk id="34" creationId="{53863578-BB9D-69AF-10F9-125C1A4B3C08}"/>
          </ac:grpSpMkLst>
        </pc:grpChg>
      </pc:sldChg>
      <pc:sldChg chg="addSp modSp add mod">
        <pc:chgData name="우진 김" userId="9d5916cb77183fd7" providerId="LiveId" clId="{F9202396-4282-4284-9302-FA9E27C2F0E1}" dt="2025-07-21T05:57:22.718" v="801" actId="14100"/>
        <pc:sldMkLst>
          <pc:docMk/>
          <pc:sldMk cId="2969185520" sldId="381"/>
        </pc:sldMkLst>
        <pc:spChg chg="add mod">
          <ac:chgData name="우진 김" userId="9d5916cb77183fd7" providerId="LiveId" clId="{F9202396-4282-4284-9302-FA9E27C2F0E1}" dt="2025-07-21T05:57:22.718" v="801" actId="14100"/>
          <ac:spMkLst>
            <pc:docMk/>
            <pc:sldMk cId="2969185520" sldId="381"/>
            <ac:spMk id="3" creationId="{9AD5665B-DC1D-1C08-78BC-B10C9A491C1A}"/>
          </ac:spMkLst>
        </pc:spChg>
        <pc:spChg chg="mod">
          <ac:chgData name="우진 김" userId="9d5916cb77183fd7" providerId="LiveId" clId="{F9202396-4282-4284-9302-FA9E27C2F0E1}" dt="2025-07-21T05:57:09.134" v="788" actId="14100"/>
          <ac:spMkLst>
            <pc:docMk/>
            <pc:sldMk cId="2969185520" sldId="381"/>
            <ac:spMk id="15" creationId="{7C3A9829-5C48-E50D-C796-8C8D16F7D4F4}"/>
          </ac:spMkLst>
        </pc:spChg>
      </pc:sldChg>
      <pc:sldChg chg="modSp add mod">
        <pc:chgData name="우진 김" userId="9d5916cb77183fd7" providerId="LiveId" clId="{F9202396-4282-4284-9302-FA9E27C2F0E1}" dt="2025-07-21T05:57:45.024" v="841" actId="20577"/>
        <pc:sldMkLst>
          <pc:docMk/>
          <pc:sldMk cId="2972959314" sldId="382"/>
        </pc:sldMkLst>
        <pc:spChg chg="mod">
          <ac:chgData name="우진 김" userId="9d5916cb77183fd7" providerId="LiveId" clId="{F9202396-4282-4284-9302-FA9E27C2F0E1}" dt="2025-07-21T05:57:45.024" v="841" actId="20577"/>
          <ac:spMkLst>
            <pc:docMk/>
            <pc:sldMk cId="2972959314" sldId="382"/>
            <ac:spMk id="3" creationId="{42BC9E40-19D8-647B-4522-9A1300F36F2E}"/>
          </ac:spMkLst>
        </pc:spChg>
        <pc:spChg chg="mod">
          <ac:chgData name="우진 김" userId="9d5916cb77183fd7" providerId="LiveId" clId="{F9202396-4282-4284-9302-FA9E27C2F0E1}" dt="2025-07-21T05:57:40.044" v="833" actId="20577"/>
          <ac:spMkLst>
            <pc:docMk/>
            <pc:sldMk cId="2972959314" sldId="382"/>
            <ac:spMk id="15" creationId="{4E987BA2-749E-983C-5ABE-85DA11176E65}"/>
          </ac:spMkLst>
        </pc:spChg>
      </pc:sldChg>
      <pc:sldChg chg="delSp modSp add mod">
        <pc:chgData name="우진 김" userId="9d5916cb77183fd7" providerId="LiveId" clId="{F9202396-4282-4284-9302-FA9E27C2F0E1}" dt="2025-07-21T05:58:13.622" v="861" actId="20577"/>
        <pc:sldMkLst>
          <pc:docMk/>
          <pc:sldMk cId="3125816518" sldId="383"/>
        </pc:sldMkLst>
        <pc:spChg chg="del">
          <ac:chgData name="우진 김" userId="9d5916cb77183fd7" providerId="LiveId" clId="{F9202396-4282-4284-9302-FA9E27C2F0E1}" dt="2025-07-21T05:57:50.469" v="843" actId="478"/>
          <ac:spMkLst>
            <pc:docMk/>
            <pc:sldMk cId="3125816518" sldId="383"/>
            <ac:spMk id="3" creationId="{6884D999-9DF7-CB8B-3F76-03960A36F081}"/>
          </ac:spMkLst>
        </pc:spChg>
        <pc:spChg chg="mod">
          <ac:chgData name="우진 김" userId="9d5916cb77183fd7" providerId="LiveId" clId="{F9202396-4282-4284-9302-FA9E27C2F0E1}" dt="2025-07-21T05:58:13.622" v="861" actId="20577"/>
          <ac:spMkLst>
            <pc:docMk/>
            <pc:sldMk cId="3125816518" sldId="383"/>
            <ac:spMk id="15" creationId="{7F919A4A-10B6-D5D8-9D2B-E3C00A0EDECA}"/>
          </ac:spMkLst>
        </pc:spChg>
      </pc:sldChg>
      <pc:sldChg chg="modSp add mod ord">
        <pc:chgData name="우진 김" userId="9d5916cb77183fd7" providerId="LiveId" clId="{F9202396-4282-4284-9302-FA9E27C2F0E1}" dt="2025-07-21T05:58:43.807" v="869"/>
        <pc:sldMkLst>
          <pc:docMk/>
          <pc:sldMk cId="1163096262" sldId="384"/>
        </pc:sldMkLst>
        <pc:spChg chg="mod">
          <ac:chgData name="우진 김" userId="9d5916cb77183fd7" providerId="LiveId" clId="{F9202396-4282-4284-9302-FA9E27C2F0E1}" dt="2025-07-21T05:58:43.807" v="869"/>
          <ac:spMkLst>
            <pc:docMk/>
            <pc:sldMk cId="1163096262" sldId="384"/>
            <ac:spMk id="2" creationId="{5641E9B2-D4A0-D3AB-93A0-5A397C2D9968}"/>
          </ac:spMkLst>
        </pc:spChg>
      </pc:sldChg>
      <pc:sldChg chg="addSp delSp modSp add mod ord">
        <pc:chgData name="우진 김" userId="9d5916cb77183fd7" providerId="LiveId" clId="{F9202396-4282-4284-9302-FA9E27C2F0E1}" dt="2025-07-22T02:17:40.336" v="1875" actId="478"/>
        <pc:sldMkLst>
          <pc:docMk/>
          <pc:sldMk cId="3014498565" sldId="385"/>
        </pc:sldMkLst>
        <pc:spChg chg="mod">
          <ac:chgData name="우진 김" userId="9d5916cb77183fd7" providerId="LiveId" clId="{F9202396-4282-4284-9302-FA9E27C2F0E1}" dt="2025-07-21T05:58:56.789" v="878" actId="20577"/>
          <ac:spMkLst>
            <pc:docMk/>
            <pc:sldMk cId="3014498565" sldId="385"/>
            <ac:spMk id="2" creationId="{EDA13D4B-B5C5-6628-0E0D-BDFD2C34D36D}"/>
          </ac:spMkLst>
        </pc:spChg>
        <pc:spChg chg="add mod">
          <ac:chgData name="우진 김" userId="9d5916cb77183fd7" providerId="LiveId" clId="{F9202396-4282-4284-9302-FA9E27C2F0E1}" dt="2025-07-22T02:16:26.564" v="1855" actId="14100"/>
          <ac:spMkLst>
            <pc:docMk/>
            <pc:sldMk cId="3014498565" sldId="385"/>
            <ac:spMk id="7" creationId="{A8E978E5-75C0-EE8A-ED19-9FC66D6DA040}"/>
          </ac:spMkLst>
        </pc:spChg>
        <pc:spChg chg="mod">
          <ac:chgData name="우진 김" userId="9d5916cb77183fd7" providerId="LiveId" clId="{F9202396-4282-4284-9302-FA9E27C2F0E1}" dt="2025-07-21T06:00:38.155" v="946" actId="20577"/>
          <ac:spMkLst>
            <pc:docMk/>
            <pc:sldMk cId="3014498565" sldId="385"/>
            <ac:spMk id="13" creationId="{0BC0E073-7C49-3BF6-543F-63C8DFDCA8BE}"/>
          </ac:spMkLst>
        </pc:spChg>
        <pc:spChg chg="del">
          <ac:chgData name="우진 김" userId="9d5916cb77183fd7" providerId="LiveId" clId="{F9202396-4282-4284-9302-FA9E27C2F0E1}" dt="2025-07-21T05:59:00.977" v="879" actId="478"/>
          <ac:spMkLst>
            <pc:docMk/>
            <pc:sldMk cId="3014498565" sldId="385"/>
            <ac:spMk id="15" creationId="{7B5AD338-42C9-3ED2-90B7-F202183088B4}"/>
          </ac:spMkLst>
        </pc:spChg>
        <pc:picChg chg="add del mod">
          <ac:chgData name="우진 김" userId="9d5916cb77183fd7" providerId="LiveId" clId="{F9202396-4282-4284-9302-FA9E27C2F0E1}" dt="2025-07-22T02:17:40.336" v="1875" actId="478"/>
          <ac:picMkLst>
            <pc:docMk/>
            <pc:sldMk cId="3014498565" sldId="385"/>
            <ac:picMk id="4" creationId="{289FC506-DC62-8E3E-2CDF-943A08104B45}"/>
          </ac:picMkLst>
        </pc:picChg>
      </pc:sldChg>
      <pc:sldChg chg="addSp modSp add mod modAnim">
        <pc:chgData name="우진 김" userId="9d5916cb77183fd7" providerId="LiveId" clId="{F9202396-4282-4284-9302-FA9E27C2F0E1}" dt="2025-07-22T04:49:32.368" v="2138" actId="1038"/>
        <pc:sldMkLst>
          <pc:docMk/>
          <pc:sldMk cId="736076436" sldId="386"/>
        </pc:sldMkLst>
        <pc:spChg chg="mod">
          <ac:chgData name="우진 김" userId="9d5916cb77183fd7" providerId="LiveId" clId="{F9202396-4282-4284-9302-FA9E27C2F0E1}" dt="2025-07-22T04:48:03.881" v="2126" actId="207"/>
          <ac:spMkLst>
            <pc:docMk/>
            <pc:sldMk cId="736076436" sldId="386"/>
            <ac:spMk id="8" creationId="{7AA9F429-8E6B-4302-91EF-30E3B6F57577}"/>
          </ac:spMkLst>
        </pc:spChg>
        <pc:spChg chg="mod">
          <ac:chgData name="우진 김" userId="9d5916cb77183fd7" providerId="LiveId" clId="{F9202396-4282-4284-9302-FA9E27C2F0E1}" dt="2025-07-22T04:48:09.822" v="2127" actId="1076"/>
          <ac:spMkLst>
            <pc:docMk/>
            <pc:sldMk cId="736076436" sldId="386"/>
            <ac:spMk id="9" creationId="{9420B292-3345-C0AE-E5E6-AECC90D9FA05}"/>
          </ac:spMkLst>
        </pc:spChg>
        <pc:spChg chg="mod">
          <ac:chgData name="우진 김" userId="9d5916cb77183fd7" providerId="LiveId" clId="{F9202396-4282-4284-9302-FA9E27C2F0E1}" dt="2025-07-22T04:49:02.422" v="2132" actId="164"/>
          <ac:spMkLst>
            <pc:docMk/>
            <pc:sldMk cId="736076436" sldId="386"/>
            <ac:spMk id="10" creationId="{1AF69A74-733E-3CD2-2B8B-EBC603E740C2}"/>
          </ac:spMkLst>
        </pc:spChg>
        <pc:spChg chg="mod">
          <ac:chgData name="우진 김" userId="9d5916cb77183fd7" providerId="LiveId" clId="{F9202396-4282-4284-9302-FA9E27C2F0E1}" dt="2025-07-22T04:49:32.368" v="2138" actId="1038"/>
          <ac:spMkLst>
            <pc:docMk/>
            <pc:sldMk cId="736076436" sldId="386"/>
            <ac:spMk id="11" creationId="{C46EF0B8-B971-5964-D999-3F2E71735FBC}"/>
          </ac:spMkLst>
        </pc:spChg>
        <pc:spChg chg="mod">
          <ac:chgData name="우진 김" userId="9d5916cb77183fd7" providerId="LiveId" clId="{F9202396-4282-4284-9302-FA9E27C2F0E1}" dt="2025-07-22T04:49:25.556" v="2135" actId="1076"/>
          <ac:spMkLst>
            <pc:docMk/>
            <pc:sldMk cId="736076436" sldId="386"/>
            <ac:spMk id="12" creationId="{F5ECEA87-385E-36A9-A3C5-4E08909CD72D}"/>
          </ac:spMkLst>
        </pc:spChg>
        <pc:spChg chg="mod">
          <ac:chgData name="우진 김" userId="9d5916cb77183fd7" providerId="LiveId" clId="{F9202396-4282-4284-9302-FA9E27C2F0E1}" dt="2025-07-21T06:32:26.532" v="976" actId="20577"/>
          <ac:spMkLst>
            <pc:docMk/>
            <pc:sldMk cId="736076436" sldId="386"/>
            <ac:spMk id="13" creationId="{D793A211-E803-211C-CB5B-671D746DDDD3}"/>
          </ac:spMkLst>
        </pc:spChg>
        <pc:spChg chg="mod">
          <ac:chgData name="우진 김" userId="9d5916cb77183fd7" providerId="LiveId" clId="{F9202396-4282-4284-9302-FA9E27C2F0E1}" dt="2025-07-22T04:49:02.422" v="2132" actId="164"/>
          <ac:spMkLst>
            <pc:docMk/>
            <pc:sldMk cId="736076436" sldId="386"/>
            <ac:spMk id="16" creationId="{6FC45FB1-B86D-8035-7378-7DCC7330D060}"/>
          </ac:spMkLst>
        </pc:spChg>
        <pc:grpChg chg="add mod">
          <ac:chgData name="우진 김" userId="9d5916cb77183fd7" providerId="LiveId" clId="{F9202396-4282-4284-9302-FA9E27C2F0E1}" dt="2025-07-22T04:49:02.422" v="2132" actId="164"/>
          <ac:grpSpMkLst>
            <pc:docMk/>
            <pc:sldMk cId="736076436" sldId="386"/>
            <ac:grpSpMk id="6" creationId="{C0C53577-B78F-4303-BD55-69B76AA0CCB1}"/>
          </ac:grpSpMkLst>
        </pc:grpChg>
        <pc:grpChg chg="mod">
          <ac:chgData name="우진 김" userId="9d5916cb77183fd7" providerId="LiveId" clId="{F9202396-4282-4284-9302-FA9E27C2F0E1}" dt="2025-07-22T04:49:02.422" v="2132" actId="164"/>
          <ac:grpSpMkLst>
            <pc:docMk/>
            <pc:sldMk cId="736076436" sldId="386"/>
            <ac:grpSpMk id="75" creationId="{478D9820-C3E0-F7DC-2BA6-483AE9B4B75A}"/>
          </ac:grpSpMkLst>
        </pc:grpChg>
        <pc:cxnChg chg="mod">
          <ac:chgData name="우진 김" userId="9d5916cb77183fd7" providerId="LiveId" clId="{F9202396-4282-4284-9302-FA9E27C2F0E1}" dt="2025-07-22T04:49:02.422" v="2132" actId="164"/>
          <ac:cxnSpMkLst>
            <pc:docMk/>
            <pc:sldMk cId="736076436" sldId="386"/>
            <ac:cxnSpMk id="15" creationId="{ED7D786C-DA02-4D2F-6153-56A79CF7AE60}"/>
          </ac:cxnSpMkLst>
        </pc:cxnChg>
      </pc:sldChg>
      <pc:sldChg chg="addSp delSp modSp add mod modAnim">
        <pc:chgData name="우진 김" userId="9d5916cb77183fd7" providerId="LiveId" clId="{F9202396-4282-4284-9302-FA9E27C2F0E1}" dt="2025-07-22T12:02:38.966" v="4981" actId="6549"/>
        <pc:sldMkLst>
          <pc:docMk/>
          <pc:sldMk cId="954211891" sldId="387"/>
        </pc:sldMkLst>
        <pc:spChg chg="add mod">
          <ac:chgData name="우진 김" userId="9d5916cb77183fd7" providerId="LiveId" clId="{F9202396-4282-4284-9302-FA9E27C2F0E1}" dt="2025-07-22T07:51:37.481" v="2531" actId="1076"/>
          <ac:spMkLst>
            <pc:docMk/>
            <pc:sldMk cId="954211891" sldId="387"/>
            <ac:spMk id="3" creationId="{5637CD3D-FE99-6F04-B6E8-A85B9034ABAB}"/>
          </ac:spMkLst>
        </pc:spChg>
        <pc:spChg chg="add mod">
          <ac:chgData name="우진 김" userId="9d5916cb77183fd7" providerId="LiveId" clId="{F9202396-4282-4284-9302-FA9E27C2F0E1}" dt="2025-07-22T07:41:50.267" v="2426" actId="1076"/>
          <ac:spMkLst>
            <pc:docMk/>
            <pc:sldMk cId="954211891" sldId="387"/>
            <ac:spMk id="4" creationId="{075A94CC-F8BD-4B2E-B826-FC1CF77E3FD9}"/>
          </ac:spMkLst>
        </pc:spChg>
        <pc:spChg chg="add del mod">
          <ac:chgData name="우진 김" userId="9d5916cb77183fd7" providerId="LiveId" clId="{F9202396-4282-4284-9302-FA9E27C2F0E1}" dt="2025-07-22T07:30:01.055" v="2166" actId="478"/>
          <ac:spMkLst>
            <pc:docMk/>
            <pc:sldMk cId="954211891" sldId="387"/>
            <ac:spMk id="6" creationId="{A3AF7F29-574C-5FB0-CAD3-2F0D62C133D1}"/>
          </ac:spMkLst>
        </pc:spChg>
        <pc:spChg chg="add del mod">
          <ac:chgData name="우진 김" userId="9d5916cb77183fd7" providerId="LiveId" clId="{F9202396-4282-4284-9302-FA9E27C2F0E1}" dt="2025-07-22T07:28:44.837" v="2149" actId="478"/>
          <ac:spMkLst>
            <pc:docMk/>
            <pc:sldMk cId="954211891" sldId="387"/>
            <ac:spMk id="7" creationId="{D87488A0-6B29-8EC6-FAE0-8A5A529CF56D}"/>
          </ac:spMkLst>
        </pc:spChg>
        <pc:spChg chg="add mod">
          <ac:chgData name="우진 김" userId="9d5916cb77183fd7" providerId="LiveId" clId="{F9202396-4282-4284-9302-FA9E27C2F0E1}" dt="2025-07-22T07:52:19.050" v="2569" actId="20577"/>
          <ac:spMkLst>
            <pc:docMk/>
            <pc:sldMk cId="954211891" sldId="387"/>
            <ac:spMk id="8" creationId="{3A33B0BA-639B-6993-B9EE-192F7E650C04}"/>
          </ac:spMkLst>
        </pc:spChg>
        <pc:spChg chg="add mod">
          <ac:chgData name="우진 김" userId="9d5916cb77183fd7" providerId="LiveId" clId="{F9202396-4282-4284-9302-FA9E27C2F0E1}" dt="2025-07-22T12:02:38.966" v="4981" actId="6549"/>
          <ac:spMkLst>
            <pc:docMk/>
            <pc:sldMk cId="954211891" sldId="387"/>
            <ac:spMk id="9" creationId="{B4E3D2AA-0A11-DB3E-B623-FE2C8A96E484}"/>
          </ac:spMkLst>
        </pc:spChg>
        <pc:spChg chg="add mod">
          <ac:chgData name="우진 김" userId="9d5916cb77183fd7" providerId="LiveId" clId="{F9202396-4282-4284-9302-FA9E27C2F0E1}" dt="2025-07-22T07:38:44.074" v="2368"/>
          <ac:spMkLst>
            <pc:docMk/>
            <pc:sldMk cId="954211891" sldId="387"/>
            <ac:spMk id="10" creationId="{541F2FD5-92BB-43D9-32C7-5B77D89DDB6E}"/>
          </ac:spMkLst>
        </pc:spChg>
        <pc:spChg chg="add mod">
          <ac:chgData name="우진 김" userId="9d5916cb77183fd7" providerId="LiveId" clId="{F9202396-4282-4284-9302-FA9E27C2F0E1}" dt="2025-07-22T07:52:13.177" v="2560" actId="14100"/>
          <ac:spMkLst>
            <pc:docMk/>
            <pc:sldMk cId="954211891" sldId="387"/>
            <ac:spMk id="11" creationId="{9A775BCC-6221-BA3B-6434-7DC72A0844E2}"/>
          </ac:spMkLst>
        </pc:spChg>
        <pc:spChg chg="add mod">
          <ac:chgData name="우진 김" userId="9d5916cb77183fd7" providerId="LiveId" clId="{F9202396-4282-4284-9302-FA9E27C2F0E1}" dt="2025-07-22T07:58:36.099" v="2857" actId="20577"/>
          <ac:spMkLst>
            <pc:docMk/>
            <pc:sldMk cId="954211891" sldId="387"/>
            <ac:spMk id="12" creationId="{DED52E7D-FCAA-9890-CCF6-77EEB44C97FE}"/>
          </ac:spMkLst>
        </pc:spChg>
        <pc:spChg chg="mod">
          <ac:chgData name="우진 김" userId="9d5916cb77183fd7" providerId="LiveId" clId="{F9202396-4282-4284-9302-FA9E27C2F0E1}" dt="2025-07-22T08:03:20.132" v="2889" actId="1076"/>
          <ac:spMkLst>
            <pc:docMk/>
            <pc:sldMk cId="954211891" sldId="387"/>
            <ac:spMk id="13" creationId="{DBD56975-D82C-48A7-7DF9-08DD87AB3E9C}"/>
          </ac:spMkLst>
        </pc:spChg>
        <pc:spChg chg="add mod">
          <ac:chgData name="우진 김" userId="9d5916cb77183fd7" providerId="LiveId" clId="{F9202396-4282-4284-9302-FA9E27C2F0E1}" dt="2025-07-22T07:49:45.832" v="2527" actId="20577"/>
          <ac:spMkLst>
            <pc:docMk/>
            <pc:sldMk cId="954211891" sldId="387"/>
            <ac:spMk id="16" creationId="{87B044A6-02DF-F7A0-3F52-DCD59ED58654}"/>
          </ac:spMkLst>
        </pc:spChg>
        <pc:spChg chg="add mod">
          <ac:chgData name="우진 김" userId="9d5916cb77183fd7" providerId="LiveId" clId="{F9202396-4282-4284-9302-FA9E27C2F0E1}" dt="2025-07-22T07:51:32.499" v="2528"/>
          <ac:spMkLst>
            <pc:docMk/>
            <pc:sldMk cId="954211891" sldId="387"/>
            <ac:spMk id="17" creationId="{0D3839B9-9BD3-D6AC-806C-253C9A6793AA}"/>
          </ac:spMkLst>
        </pc:spChg>
        <pc:spChg chg="add del mod">
          <ac:chgData name="우진 김" userId="9d5916cb77183fd7" providerId="LiveId" clId="{F9202396-4282-4284-9302-FA9E27C2F0E1}" dt="2025-07-22T07:53:20.863" v="2609" actId="478"/>
          <ac:spMkLst>
            <pc:docMk/>
            <pc:sldMk cId="954211891" sldId="387"/>
            <ac:spMk id="18" creationId="{E03EBE56-39CF-AA85-4C8C-A8AEBF6FF4AD}"/>
          </ac:spMkLst>
        </pc:spChg>
        <pc:spChg chg="add mod">
          <ac:chgData name="우진 김" userId="9d5916cb77183fd7" providerId="LiveId" clId="{F9202396-4282-4284-9302-FA9E27C2F0E1}" dt="2025-07-22T07:55:53.061" v="2728" actId="1076"/>
          <ac:spMkLst>
            <pc:docMk/>
            <pc:sldMk cId="954211891" sldId="387"/>
            <ac:spMk id="19" creationId="{8C22C6B8-F551-29CE-8CEE-2C182DFA26FC}"/>
          </ac:spMkLst>
        </pc:spChg>
        <pc:spChg chg="add mod">
          <ac:chgData name="우진 김" userId="9d5916cb77183fd7" providerId="LiveId" clId="{F9202396-4282-4284-9302-FA9E27C2F0E1}" dt="2025-07-22T07:57:58.310" v="2844" actId="1076"/>
          <ac:spMkLst>
            <pc:docMk/>
            <pc:sldMk cId="954211891" sldId="387"/>
            <ac:spMk id="20" creationId="{F90E3B90-2247-70C1-2F53-F78EAD2CFC9E}"/>
          </ac:spMkLst>
        </pc:spChg>
        <pc:spChg chg="add mod">
          <ac:chgData name="우진 김" userId="9d5916cb77183fd7" providerId="LiveId" clId="{F9202396-4282-4284-9302-FA9E27C2F0E1}" dt="2025-07-22T08:03:12.377" v="2887" actId="164"/>
          <ac:spMkLst>
            <pc:docMk/>
            <pc:sldMk cId="954211891" sldId="387"/>
            <ac:spMk id="21" creationId="{7CE1F076-CCDA-6215-D355-DABE17F886CF}"/>
          </ac:spMkLst>
        </pc:spChg>
        <pc:spChg chg="add mod">
          <ac:chgData name="우진 김" userId="9d5916cb77183fd7" providerId="LiveId" clId="{F9202396-4282-4284-9302-FA9E27C2F0E1}" dt="2025-07-22T08:03:12.377" v="2887" actId="164"/>
          <ac:spMkLst>
            <pc:docMk/>
            <pc:sldMk cId="954211891" sldId="387"/>
            <ac:spMk id="22" creationId="{649EA821-F3F0-FB09-A74D-5F4A963EC3E4}"/>
          </ac:spMkLst>
        </pc:spChg>
        <pc:spChg chg="add mod">
          <ac:chgData name="우진 김" userId="9d5916cb77183fd7" providerId="LiveId" clId="{F9202396-4282-4284-9302-FA9E27C2F0E1}" dt="2025-07-22T08:23:13.543" v="2930" actId="20577"/>
          <ac:spMkLst>
            <pc:docMk/>
            <pc:sldMk cId="954211891" sldId="387"/>
            <ac:spMk id="24" creationId="{C3139B0D-3DAC-D564-85E2-B0387EAE3D50}"/>
          </ac:spMkLst>
        </pc:spChg>
        <pc:spChg chg="add mod">
          <ac:chgData name="우진 김" userId="9d5916cb77183fd7" providerId="LiveId" clId="{F9202396-4282-4284-9302-FA9E27C2F0E1}" dt="2025-07-22T10:54:31.290" v="4558" actId="1076"/>
          <ac:spMkLst>
            <pc:docMk/>
            <pc:sldMk cId="954211891" sldId="387"/>
            <ac:spMk id="25" creationId="{C7B59912-CA06-87C6-7F77-1011C8E9B72C}"/>
          </ac:spMkLst>
        </pc:spChg>
        <pc:spChg chg="add mod">
          <ac:chgData name="우진 김" userId="9d5916cb77183fd7" providerId="LiveId" clId="{F9202396-4282-4284-9302-FA9E27C2F0E1}" dt="2025-07-22T10:56:12.375" v="4624" actId="14100"/>
          <ac:spMkLst>
            <pc:docMk/>
            <pc:sldMk cId="954211891" sldId="387"/>
            <ac:spMk id="26" creationId="{AA4432C1-A5A8-B6D2-5D5D-B64D197198CB}"/>
          </ac:spMkLst>
        </pc:spChg>
        <pc:spChg chg="add mod">
          <ac:chgData name="우진 김" userId="9d5916cb77183fd7" providerId="LiveId" clId="{F9202396-4282-4284-9302-FA9E27C2F0E1}" dt="2025-07-22T10:54:52.743" v="4573" actId="1076"/>
          <ac:spMkLst>
            <pc:docMk/>
            <pc:sldMk cId="954211891" sldId="387"/>
            <ac:spMk id="27" creationId="{5E2F7127-9E1A-52A7-268C-281124C69F39}"/>
          </ac:spMkLst>
        </pc:spChg>
        <pc:spChg chg="add mod">
          <ac:chgData name="우진 김" userId="9d5916cb77183fd7" providerId="LiveId" clId="{F9202396-4282-4284-9302-FA9E27C2F0E1}" dt="2025-07-22T10:56:09.197" v="4623" actId="1076"/>
          <ac:spMkLst>
            <pc:docMk/>
            <pc:sldMk cId="954211891" sldId="387"/>
            <ac:spMk id="28" creationId="{FDE0CB11-C48F-2D91-7979-E262B6E07F27}"/>
          </ac:spMkLst>
        </pc:spChg>
        <pc:grpChg chg="add mod">
          <ac:chgData name="우진 김" userId="9d5916cb77183fd7" providerId="LiveId" clId="{F9202396-4282-4284-9302-FA9E27C2F0E1}" dt="2025-07-22T10:54:31.290" v="4558" actId="1076"/>
          <ac:grpSpMkLst>
            <pc:docMk/>
            <pc:sldMk cId="954211891" sldId="387"/>
            <ac:grpSpMk id="23" creationId="{8EA76BF8-A05C-51C0-B764-4B660E9098AB}"/>
          </ac:grpSpMkLst>
        </pc:grpChg>
        <pc:cxnChg chg="add mod">
          <ac:chgData name="우진 김" userId="9d5916cb77183fd7" providerId="LiveId" clId="{F9202396-4282-4284-9302-FA9E27C2F0E1}" dt="2025-07-22T07:43:55.825" v="2503" actId="1036"/>
          <ac:cxnSpMkLst>
            <pc:docMk/>
            <pc:sldMk cId="954211891" sldId="387"/>
            <ac:cxnSpMk id="15" creationId="{E84D0AB8-68FD-1477-2BDE-5B1670C7D1A8}"/>
          </ac:cxnSpMkLst>
        </pc:cxnChg>
      </pc:sldChg>
      <pc:sldChg chg="addSp delSp modSp add mod">
        <pc:chgData name="우진 김" userId="9d5916cb77183fd7" providerId="LiveId" clId="{F9202396-4282-4284-9302-FA9E27C2F0E1}" dt="2025-07-22T09:31:41.913" v="3835" actId="1076"/>
        <pc:sldMkLst>
          <pc:docMk/>
          <pc:sldMk cId="796638153" sldId="388"/>
        </pc:sldMkLst>
        <pc:spChg chg="add mod">
          <ac:chgData name="우진 김" userId="9d5916cb77183fd7" providerId="LiveId" clId="{F9202396-4282-4284-9302-FA9E27C2F0E1}" dt="2025-07-22T09:30:54.031" v="3703" actId="1076"/>
          <ac:spMkLst>
            <pc:docMk/>
            <pc:sldMk cId="796638153" sldId="388"/>
            <ac:spMk id="3" creationId="{96904B30-FFA3-2167-F28F-7B98A8A6F551}"/>
          </ac:spMkLst>
        </pc:spChg>
        <pc:spChg chg="add mod">
          <ac:chgData name="우진 김" userId="9d5916cb77183fd7" providerId="LiveId" clId="{F9202396-4282-4284-9302-FA9E27C2F0E1}" dt="2025-07-22T09:07:05.190" v="3021" actId="1076"/>
          <ac:spMkLst>
            <pc:docMk/>
            <pc:sldMk cId="796638153" sldId="388"/>
            <ac:spMk id="4" creationId="{B173FCE0-1B67-5D29-1876-335BFE581611}"/>
          </ac:spMkLst>
        </pc:spChg>
        <pc:spChg chg="add mod">
          <ac:chgData name="우진 김" userId="9d5916cb77183fd7" providerId="LiveId" clId="{F9202396-4282-4284-9302-FA9E27C2F0E1}" dt="2025-07-22T09:07:08.971" v="3022" actId="1076"/>
          <ac:spMkLst>
            <pc:docMk/>
            <pc:sldMk cId="796638153" sldId="388"/>
            <ac:spMk id="6" creationId="{56A6B0E6-A836-9DFC-7073-92D1B481E1F7}"/>
          </ac:spMkLst>
        </pc:spChg>
        <pc:spChg chg="add mod">
          <ac:chgData name="우진 김" userId="9d5916cb77183fd7" providerId="LiveId" clId="{F9202396-4282-4284-9302-FA9E27C2F0E1}" dt="2025-07-22T09:16:58.493" v="3290" actId="1076"/>
          <ac:spMkLst>
            <pc:docMk/>
            <pc:sldMk cId="796638153" sldId="388"/>
            <ac:spMk id="7" creationId="{38769F3F-8DF4-57C6-0A51-C5CFC5C8D148}"/>
          </ac:spMkLst>
        </pc:spChg>
        <pc:spChg chg="add mod">
          <ac:chgData name="우진 김" userId="9d5916cb77183fd7" providerId="LiveId" clId="{F9202396-4282-4284-9302-FA9E27C2F0E1}" dt="2025-07-22T09:11:02.223" v="3191" actId="1076"/>
          <ac:spMkLst>
            <pc:docMk/>
            <pc:sldMk cId="796638153" sldId="388"/>
            <ac:spMk id="8" creationId="{8141D374-89EA-F494-1796-9F63790BB541}"/>
          </ac:spMkLst>
        </pc:spChg>
        <pc:spChg chg="add del mod">
          <ac:chgData name="우진 김" userId="9d5916cb77183fd7" providerId="LiveId" clId="{F9202396-4282-4284-9302-FA9E27C2F0E1}" dt="2025-07-22T09:15:41.621" v="3264" actId="478"/>
          <ac:spMkLst>
            <pc:docMk/>
            <pc:sldMk cId="796638153" sldId="388"/>
            <ac:spMk id="9" creationId="{8E21C65A-DF5D-E98A-C9A2-B08A62C0231B}"/>
          </ac:spMkLst>
        </pc:spChg>
        <pc:spChg chg="add mod">
          <ac:chgData name="우진 김" userId="9d5916cb77183fd7" providerId="LiveId" clId="{F9202396-4282-4284-9302-FA9E27C2F0E1}" dt="2025-07-22T09:16:50.108" v="3287" actId="1076"/>
          <ac:spMkLst>
            <pc:docMk/>
            <pc:sldMk cId="796638153" sldId="388"/>
            <ac:spMk id="10" creationId="{BEEE033E-E53F-4349-95B5-5F3243558079}"/>
          </ac:spMkLst>
        </pc:spChg>
        <pc:spChg chg="add mod">
          <ac:chgData name="우진 김" userId="9d5916cb77183fd7" providerId="LiveId" clId="{F9202396-4282-4284-9302-FA9E27C2F0E1}" dt="2025-07-22T09:16:50.108" v="3287" actId="1076"/>
          <ac:spMkLst>
            <pc:docMk/>
            <pc:sldMk cId="796638153" sldId="388"/>
            <ac:spMk id="11" creationId="{8D82FA74-8446-D0EA-D21E-9C4622F6D99C}"/>
          </ac:spMkLst>
        </pc:spChg>
        <pc:spChg chg="add mod">
          <ac:chgData name="우진 김" userId="9d5916cb77183fd7" providerId="LiveId" clId="{F9202396-4282-4284-9302-FA9E27C2F0E1}" dt="2025-07-22T09:16:50.108" v="3287" actId="1076"/>
          <ac:spMkLst>
            <pc:docMk/>
            <pc:sldMk cId="796638153" sldId="388"/>
            <ac:spMk id="12" creationId="{A0D02E8F-9844-5B32-909B-F073BDBBCF5A}"/>
          </ac:spMkLst>
        </pc:spChg>
        <pc:spChg chg="mod">
          <ac:chgData name="우진 김" userId="9d5916cb77183fd7" providerId="LiveId" clId="{F9202396-4282-4284-9302-FA9E27C2F0E1}" dt="2025-07-22T09:31:41.913" v="3835" actId="1076"/>
          <ac:spMkLst>
            <pc:docMk/>
            <pc:sldMk cId="796638153" sldId="388"/>
            <ac:spMk id="13" creationId="{8CF7CDBF-6BDB-A3F4-EE4A-CA1637651CF6}"/>
          </ac:spMkLst>
        </pc:spChg>
        <pc:spChg chg="add mod">
          <ac:chgData name="우진 김" userId="9d5916cb77183fd7" providerId="LiveId" clId="{F9202396-4282-4284-9302-FA9E27C2F0E1}" dt="2025-07-22T09:21:55.647" v="3482" actId="1076"/>
          <ac:spMkLst>
            <pc:docMk/>
            <pc:sldMk cId="796638153" sldId="388"/>
            <ac:spMk id="14" creationId="{076088C8-10BB-42D7-8A3E-7398684B6FC5}"/>
          </ac:spMkLst>
        </pc:spChg>
        <pc:spChg chg="add mod">
          <ac:chgData name="우진 김" userId="9d5916cb77183fd7" providerId="LiveId" clId="{F9202396-4282-4284-9302-FA9E27C2F0E1}" dt="2025-07-22T09:21:55.647" v="3482" actId="1076"/>
          <ac:spMkLst>
            <pc:docMk/>
            <pc:sldMk cId="796638153" sldId="388"/>
            <ac:spMk id="16" creationId="{376F3500-E2E8-013F-48FA-9F07D0421175}"/>
          </ac:spMkLst>
        </pc:spChg>
        <pc:spChg chg="add mod">
          <ac:chgData name="우진 김" userId="9d5916cb77183fd7" providerId="LiveId" clId="{F9202396-4282-4284-9302-FA9E27C2F0E1}" dt="2025-07-22T09:30:36.961" v="3700" actId="14100"/>
          <ac:spMkLst>
            <pc:docMk/>
            <pc:sldMk cId="796638153" sldId="388"/>
            <ac:spMk id="17" creationId="{DDEFA54F-5F1A-926B-B119-DD70A365DD04}"/>
          </ac:spMkLst>
        </pc:spChg>
        <pc:spChg chg="add mod">
          <ac:chgData name="우진 김" userId="9d5916cb77183fd7" providerId="LiveId" clId="{F9202396-4282-4284-9302-FA9E27C2F0E1}" dt="2025-07-22T09:31:35.411" v="3832" actId="1076"/>
          <ac:spMkLst>
            <pc:docMk/>
            <pc:sldMk cId="796638153" sldId="388"/>
            <ac:spMk id="18" creationId="{9F5B7303-D981-EDF1-7DD6-ED57AB4AEADC}"/>
          </ac:spMkLst>
        </pc:spChg>
        <pc:spChg chg="add mod">
          <ac:chgData name="우진 김" userId="9d5916cb77183fd7" providerId="LiveId" clId="{F9202396-4282-4284-9302-FA9E27C2F0E1}" dt="2025-07-22T09:31:39.509" v="3833"/>
          <ac:spMkLst>
            <pc:docMk/>
            <pc:sldMk cId="796638153" sldId="388"/>
            <ac:spMk id="19" creationId="{B2614FD8-41E7-CF07-1B91-235822E562F0}"/>
          </ac:spMkLst>
        </pc:spChg>
      </pc:sldChg>
      <pc:sldChg chg="addSp delSp modSp add mod">
        <pc:chgData name="우진 김" userId="9d5916cb77183fd7" providerId="LiveId" clId="{F9202396-4282-4284-9302-FA9E27C2F0E1}" dt="2025-07-22T11:06:39.854" v="4627" actId="20577"/>
        <pc:sldMkLst>
          <pc:docMk/>
          <pc:sldMk cId="967856410" sldId="389"/>
        </pc:sldMkLst>
        <pc:spChg chg="add mod">
          <ac:chgData name="우진 김" userId="9d5916cb77183fd7" providerId="LiveId" clId="{F9202396-4282-4284-9302-FA9E27C2F0E1}" dt="2025-07-22T10:11:50.608" v="4212" actId="207"/>
          <ac:spMkLst>
            <pc:docMk/>
            <pc:sldMk cId="967856410" sldId="389"/>
            <ac:spMk id="3" creationId="{29340783-263F-500F-95FE-C6B24D4B3455}"/>
          </ac:spMkLst>
        </pc:spChg>
        <pc:spChg chg="add mod">
          <ac:chgData name="우진 김" userId="9d5916cb77183fd7" providerId="LiveId" clId="{F9202396-4282-4284-9302-FA9E27C2F0E1}" dt="2025-07-22T09:37:21.943" v="4046" actId="1076"/>
          <ac:spMkLst>
            <pc:docMk/>
            <pc:sldMk cId="967856410" sldId="389"/>
            <ac:spMk id="4" creationId="{BFBF5D40-9977-8AE3-9785-FEA443B91518}"/>
          </ac:spMkLst>
        </pc:spChg>
        <pc:spChg chg="add mod">
          <ac:chgData name="우진 김" userId="9d5916cb77183fd7" providerId="LiveId" clId="{F9202396-4282-4284-9302-FA9E27C2F0E1}" dt="2025-07-22T09:37:21.943" v="4046" actId="1076"/>
          <ac:spMkLst>
            <pc:docMk/>
            <pc:sldMk cId="967856410" sldId="389"/>
            <ac:spMk id="6" creationId="{50F330AF-310E-30CA-3A96-476047644635}"/>
          </ac:spMkLst>
        </pc:spChg>
        <pc:spChg chg="add mod">
          <ac:chgData name="우진 김" userId="9d5916cb77183fd7" providerId="LiveId" clId="{F9202396-4282-4284-9302-FA9E27C2F0E1}" dt="2025-07-22T11:06:39.854" v="4627" actId="20577"/>
          <ac:spMkLst>
            <pc:docMk/>
            <pc:sldMk cId="967856410" sldId="389"/>
            <ac:spMk id="7" creationId="{0B4114EA-ADF6-B0E1-B320-35F26E23BE53}"/>
          </ac:spMkLst>
        </pc:spChg>
        <pc:spChg chg="add mod">
          <ac:chgData name="우진 김" userId="9d5916cb77183fd7" providerId="LiveId" clId="{F9202396-4282-4284-9302-FA9E27C2F0E1}" dt="2025-07-22T09:52:37.989" v="4186" actId="164"/>
          <ac:spMkLst>
            <pc:docMk/>
            <pc:sldMk cId="967856410" sldId="389"/>
            <ac:spMk id="8" creationId="{2166A111-CE8F-3381-3428-8051207CA8D3}"/>
          </ac:spMkLst>
        </pc:spChg>
        <pc:spChg chg="add mod">
          <ac:chgData name="우진 김" userId="9d5916cb77183fd7" providerId="LiveId" clId="{F9202396-4282-4284-9302-FA9E27C2F0E1}" dt="2025-07-22T09:58:50.829" v="4194" actId="20577"/>
          <ac:spMkLst>
            <pc:docMk/>
            <pc:sldMk cId="967856410" sldId="389"/>
            <ac:spMk id="9" creationId="{2BBE86A1-3D6E-0DB1-0616-EA43C25A99D8}"/>
          </ac:spMkLst>
        </pc:spChg>
        <pc:spChg chg="add del mod">
          <ac:chgData name="우진 김" userId="9d5916cb77183fd7" providerId="LiveId" clId="{F9202396-4282-4284-9302-FA9E27C2F0E1}" dt="2025-07-22T09:51:14.056" v="4182" actId="478"/>
          <ac:spMkLst>
            <pc:docMk/>
            <pc:sldMk cId="967856410" sldId="389"/>
            <ac:spMk id="10" creationId="{BFA185C2-400E-3459-65F9-3CF280104BED}"/>
          </ac:spMkLst>
        </pc:spChg>
        <pc:spChg chg="mod">
          <ac:chgData name="우진 김" userId="9d5916cb77183fd7" providerId="LiveId" clId="{F9202396-4282-4284-9302-FA9E27C2F0E1}" dt="2025-07-21T06:35:17.190" v="1077" actId="20577"/>
          <ac:spMkLst>
            <pc:docMk/>
            <pc:sldMk cId="967856410" sldId="389"/>
            <ac:spMk id="13" creationId="{CEFE7205-B19D-BE20-03E9-5B8549FF8766}"/>
          </ac:spMkLst>
        </pc:spChg>
        <pc:spChg chg="add mod">
          <ac:chgData name="우진 김" userId="9d5916cb77183fd7" providerId="LiveId" clId="{F9202396-4282-4284-9302-FA9E27C2F0E1}" dt="2025-07-22T09:52:59" v="4192"/>
          <ac:spMkLst>
            <pc:docMk/>
            <pc:sldMk cId="967856410" sldId="389"/>
            <ac:spMk id="16" creationId="{222FA226-03CF-3D27-1754-545E9B4527F4}"/>
          </ac:spMkLst>
        </pc:spChg>
        <pc:spChg chg="add mod">
          <ac:chgData name="우진 김" userId="9d5916cb77183fd7" providerId="LiveId" clId="{F9202396-4282-4284-9302-FA9E27C2F0E1}" dt="2025-07-22T10:12:39.376" v="4233" actId="1076"/>
          <ac:spMkLst>
            <pc:docMk/>
            <pc:sldMk cId="967856410" sldId="389"/>
            <ac:spMk id="21" creationId="{A09BCC57-93A7-5A92-E1D7-A24AAAFEBF4E}"/>
          </ac:spMkLst>
        </pc:spChg>
        <pc:spChg chg="add mod">
          <ac:chgData name="우진 김" userId="9d5916cb77183fd7" providerId="LiveId" clId="{F9202396-4282-4284-9302-FA9E27C2F0E1}" dt="2025-07-22T10:27:49.119" v="4326" actId="20577"/>
          <ac:spMkLst>
            <pc:docMk/>
            <pc:sldMk cId="967856410" sldId="389"/>
            <ac:spMk id="22" creationId="{26D86EE5-8B99-5E7C-7E13-55CC5668375D}"/>
          </ac:spMkLst>
        </pc:spChg>
        <pc:spChg chg="add del mod">
          <ac:chgData name="우진 김" userId="9d5916cb77183fd7" providerId="LiveId" clId="{F9202396-4282-4284-9302-FA9E27C2F0E1}" dt="2025-07-22T10:25:58.585" v="4282" actId="478"/>
          <ac:spMkLst>
            <pc:docMk/>
            <pc:sldMk cId="967856410" sldId="389"/>
            <ac:spMk id="23" creationId="{32A4598D-AEE8-4578-8906-55905EED77A5}"/>
          </ac:spMkLst>
        </pc:spChg>
        <pc:spChg chg="add del mod">
          <ac:chgData name="우진 김" userId="9d5916cb77183fd7" providerId="LiveId" clId="{F9202396-4282-4284-9302-FA9E27C2F0E1}" dt="2025-07-22T10:26:13.454" v="4302" actId="478"/>
          <ac:spMkLst>
            <pc:docMk/>
            <pc:sldMk cId="967856410" sldId="389"/>
            <ac:spMk id="24" creationId="{BA4CE6AB-6A94-CFA9-C833-6D0EE1214DB6}"/>
          </ac:spMkLst>
        </pc:spChg>
        <pc:spChg chg="add mod">
          <ac:chgData name="우진 김" userId="9d5916cb77183fd7" providerId="LiveId" clId="{F9202396-4282-4284-9302-FA9E27C2F0E1}" dt="2025-07-22T10:28:56.567" v="4384" actId="1076"/>
          <ac:spMkLst>
            <pc:docMk/>
            <pc:sldMk cId="967856410" sldId="389"/>
            <ac:spMk id="25" creationId="{58B2405A-DF00-0BD9-3754-2F4926639473}"/>
          </ac:spMkLst>
        </pc:spChg>
        <pc:grpChg chg="add mod">
          <ac:chgData name="우진 김" userId="9d5916cb77183fd7" providerId="LiveId" clId="{F9202396-4282-4284-9302-FA9E27C2F0E1}" dt="2025-07-22T09:52:40.953" v="4187" actId="1076"/>
          <ac:grpSpMkLst>
            <pc:docMk/>
            <pc:sldMk cId="967856410" sldId="389"/>
            <ac:grpSpMk id="14" creationId="{521A3350-2A3D-D53A-CC65-B47AB0026F0D}"/>
          </ac:grpSpMkLst>
        </pc:grpChg>
        <pc:grpChg chg="add mod">
          <ac:chgData name="우진 김" userId="9d5916cb77183fd7" providerId="LiveId" clId="{F9202396-4282-4284-9302-FA9E27C2F0E1}" dt="2025-07-22T09:58:50.829" v="4194" actId="20577"/>
          <ac:grpSpMkLst>
            <pc:docMk/>
            <pc:sldMk cId="967856410" sldId="389"/>
            <ac:grpSpMk id="15" creationId="{E6CB9FA1-BE76-ED1D-9B95-AFD8F08279A8}"/>
          </ac:grpSpMkLst>
        </pc:grpChg>
        <pc:picChg chg="add del mod">
          <ac:chgData name="우진 김" userId="9d5916cb77183fd7" providerId="LiveId" clId="{F9202396-4282-4284-9302-FA9E27C2F0E1}" dt="2025-07-22T10:09:05.248" v="4197" actId="21"/>
          <ac:picMkLst>
            <pc:docMk/>
            <pc:sldMk cId="967856410" sldId="389"/>
            <ac:picMk id="12" creationId="{0FDDCB21-29B5-3F1A-EFBB-616D30B080B2}"/>
          </ac:picMkLst>
        </pc:picChg>
        <pc:cxnChg chg="add mod">
          <ac:chgData name="우진 김" userId="9d5916cb77183fd7" providerId="LiveId" clId="{F9202396-4282-4284-9302-FA9E27C2F0E1}" dt="2025-07-22T10:11:42.647" v="4211" actId="208"/>
          <ac:cxnSpMkLst>
            <pc:docMk/>
            <pc:sldMk cId="967856410" sldId="389"/>
            <ac:cxnSpMk id="18" creationId="{5F1257D0-3891-91C4-850F-F6A2C356E365}"/>
          </ac:cxnSpMkLst>
        </pc:cxnChg>
        <pc:cxnChg chg="add mod">
          <ac:chgData name="우진 김" userId="9d5916cb77183fd7" providerId="LiveId" clId="{F9202396-4282-4284-9302-FA9E27C2F0E1}" dt="2025-07-22T10:12:07.950" v="4216" actId="208"/>
          <ac:cxnSpMkLst>
            <pc:docMk/>
            <pc:sldMk cId="967856410" sldId="389"/>
            <ac:cxnSpMk id="20" creationId="{A7AF553F-F333-9B66-ABE6-179952387E77}"/>
          </ac:cxnSpMkLst>
        </pc:cxnChg>
      </pc:sldChg>
      <pc:sldChg chg="addSp modSp add mod">
        <pc:chgData name="우진 김" userId="9d5916cb77183fd7" providerId="LiveId" clId="{F9202396-4282-4284-9302-FA9E27C2F0E1}" dt="2025-07-22T11:23:45.288" v="4905" actId="20577"/>
        <pc:sldMkLst>
          <pc:docMk/>
          <pc:sldMk cId="2119384900" sldId="390"/>
        </pc:sldMkLst>
        <pc:spChg chg="add mod">
          <ac:chgData name="우진 김" userId="9d5916cb77183fd7" providerId="LiveId" clId="{F9202396-4282-4284-9302-FA9E27C2F0E1}" dt="2025-07-22T11:18:56.339" v="4740" actId="20577"/>
          <ac:spMkLst>
            <pc:docMk/>
            <pc:sldMk cId="2119384900" sldId="390"/>
            <ac:spMk id="4" creationId="{0EBB6F98-628E-7C89-BAEA-FFD029A618E0}"/>
          </ac:spMkLst>
        </pc:spChg>
        <pc:spChg chg="add mod">
          <ac:chgData name="우진 김" userId="9d5916cb77183fd7" providerId="LiveId" clId="{F9202396-4282-4284-9302-FA9E27C2F0E1}" dt="2025-07-22T11:23:45.288" v="4905" actId="20577"/>
          <ac:spMkLst>
            <pc:docMk/>
            <pc:sldMk cId="2119384900" sldId="390"/>
            <ac:spMk id="6" creationId="{411C02A2-6C7C-C1EF-9B1F-6E7EF5401EEA}"/>
          </ac:spMkLst>
        </pc:spChg>
        <pc:spChg chg="mod">
          <ac:chgData name="우진 김" userId="9d5916cb77183fd7" providerId="LiveId" clId="{F9202396-4282-4284-9302-FA9E27C2F0E1}" dt="2025-07-21T06:43:52.336" v="1100" actId="20577"/>
          <ac:spMkLst>
            <pc:docMk/>
            <pc:sldMk cId="2119384900" sldId="390"/>
            <ac:spMk id="13" creationId="{F80346C5-F151-0F62-0BE8-388B9BEACE3D}"/>
          </ac:spMkLst>
        </pc:spChg>
        <pc:picChg chg="add mod">
          <ac:chgData name="우진 김" userId="9d5916cb77183fd7" providerId="LiveId" clId="{F9202396-4282-4284-9302-FA9E27C2F0E1}" dt="2025-07-22T11:18:37.414" v="4728" actId="1076"/>
          <ac:picMkLst>
            <pc:docMk/>
            <pc:sldMk cId="2119384900" sldId="390"/>
            <ac:picMk id="3" creationId="{BF93B3AE-8EF4-B1C3-0A29-4FFA6D18FA04}"/>
          </ac:picMkLst>
        </pc:picChg>
        <pc:cxnChg chg="add mod">
          <ac:chgData name="우진 김" userId="9d5916cb77183fd7" providerId="LiveId" clId="{F9202396-4282-4284-9302-FA9E27C2F0E1}" dt="2025-07-22T11:18:48.740" v="4730" actId="693"/>
          <ac:cxnSpMkLst>
            <pc:docMk/>
            <pc:sldMk cId="2119384900" sldId="390"/>
            <ac:cxnSpMk id="8" creationId="{5982A213-3E2D-50EE-C114-5730EADFE93D}"/>
          </ac:cxnSpMkLst>
        </pc:cxnChg>
      </pc:sldChg>
      <pc:sldChg chg="modSp add mod ord">
        <pc:chgData name="우진 김" userId="9d5916cb77183fd7" providerId="LiveId" clId="{F9202396-4282-4284-9302-FA9E27C2F0E1}" dt="2025-07-21T06:49:58.613" v="1137"/>
        <pc:sldMkLst>
          <pc:docMk/>
          <pc:sldMk cId="1196701872" sldId="391"/>
        </pc:sldMkLst>
        <pc:spChg chg="mod">
          <ac:chgData name="우진 김" userId="9d5916cb77183fd7" providerId="LiveId" clId="{F9202396-4282-4284-9302-FA9E27C2F0E1}" dt="2025-07-21T06:49:58.613" v="1137"/>
          <ac:spMkLst>
            <pc:docMk/>
            <pc:sldMk cId="1196701872" sldId="391"/>
            <ac:spMk id="2" creationId="{47724E3E-FE92-5786-10A5-E63359E3F586}"/>
          </ac:spMkLst>
        </pc:spChg>
      </pc:sldChg>
      <pc:sldChg chg="addSp delSp modSp add mod ord">
        <pc:chgData name="우진 김" userId="9d5916cb77183fd7" providerId="LiveId" clId="{F9202396-4282-4284-9302-FA9E27C2F0E1}" dt="2025-07-22T12:25:32.077" v="5312" actId="1076"/>
        <pc:sldMkLst>
          <pc:docMk/>
          <pc:sldMk cId="2198328896" sldId="392"/>
        </pc:sldMkLst>
        <pc:spChg chg="mod">
          <ac:chgData name="우진 김" userId="9d5916cb77183fd7" providerId="LiveId" clId="{F9202396-4282-4284-9302-FA9E27C2F0E1}" dt="2025-07-21T07:44:35.435" v="1300"/>
          <ac:spMkLst>
            <pc:docMk/>
            <pc:sldMk cId="2198328896" sldId="392"/>
            <ac:spMk id="2" creationId="{9C7B2A51-B22A-55B2-7E62-E38FF08E178C}"/>
          </ac:spMkLst>
        </pc:spChg>
        <pc:spChg chg="add del">
          <ac:chgData name="우진 김" userId="9d5916cb77183fd7" providerId="LiveId" clId="{F9202396-4282-4284-9302-FA9E27C2F0E1}" dt="2025-07-21T07:04:12.130" v="1165" actId="22"/>
          <ac:spMkLst>
            <pc:docMk/>
            <pc:sldMk cId="2198328896" sldId="392"/>
            <ac:spMk id="4" creationId="{2D404E5E-E4D4-D12C-E9A4-6152487EC1B2}"/>
          </ac:spMkLst>
        </pc:spChg>
        <pc:spChg chg="add mod">
          <ac:chgData name="우진 김" userId="9d5916cb77183fd7" providerId="LiveId" clId="{F9202396-4282-4284-9302-FA9E27C2F0E1}" dt="2025-07-22T12:05:49.578" v="5024" actId="1076"/>
          <ac:spMkLst>
            <pc:docMk/>
            <pc:sldMk cId="2198328896" sldId="392"/>
            <ac:spMk id="6" creationId="{CD162ACF-E2B6-E0A9-B65B-2A33DD75987F}"/>
          </ac:spMkLst>
        </pc:spChg>
        <pc:spChg chg="add mod">
          <ac:chgData name="우진 김" userId="9d5916cb77183fd7" providerId="LiveId" clId="{F9202396-4282-4284-9302-FA9E27C2F0E1}" dt="2025-07-22T12:07:14.347" v="5045" actId="1076"/>
          <ac:spMkLst>
            <pc:docMk/>
            <pc:sldMk cId="2198328896" sldId="392"/>
            <ac:spMk id="7" creationId="{47CCD9EA-B4F9-0943-EC2F-D250D9EAC533}"/>
          </ac:spMkLst>
        </pc:spChg>
        <pc:spChg chg="add mod">
          <ac:chgData name="우진 김" userId="9d5916cb77183fd7" providerId="LiveId" clId="{F9202396-4282-4284-9302-FA9E27C2F0E1}" dt="2025-07-22T12:20:52.265" v="5216" actId="1076"/>
          <ac:spMkLst>
            <pc:docMk/>
            <pc:sldMk cId="2198328896" sldId="392"/>
            <ac:spMk id="8" creationId="{C739077B-97CE-77B4-7184-5F587DD0CF94}"/>
          </ac:spMkLst>
        </pc:spChg>
        <pc:spChg chg="add mod">
          <ac:chgData name="우진 김" userId="9d5916cb77183fd7" providerId="LiveId" clId="{F9202396-4282-4284-9302-FA9E27C2F0E1}" dt="2025-07-22T12:20:45.552" v="5214" actId="1076"/>
          <ac:spMkLst>
            <pc:docMk/>
            <pc:sldMk cId="2198328896" sldId="392"/>
            <ac:spMk id="9" creationId="{E8493244-8ED1-9752-598B-BA283597115D}"/>
          </ac:spMkLst>
        </pc:spChg>
        <pc:spChg chg="mod">
          <ac:chgData name="우진 김" userId="9d5916cb77183fd7" providerId="LiveId" clId="{F9202396-4282-4284-9302-FA9E27C2F0E1}" dt="2025-07-21T06:50:25.109" v="1163" actId="20577"/>
          <ac:spMkLst>
            <pc:docMk/>
            <pc:sldMk cId="2198328896" sldId="392"/>
            <ac:spMk id="13" creationId="{39F12D8A-34D8-2478-CF23-AF99C9299B5C}"/>
          </ac:spMkLst>
        </pc:spChg>
        <pc:spChg chg="add mod">
          <ac:chgData name="우진 김" userId="9d5916cb77183fd7" providerId="LiveId" clId="{F9202396-4282-4284-9302-FA9E27C2F0E1}" dt="2025-07-22T12:20:45.552" v="5214" actId="1076"/>
          <ac:spMkLst>
            <pc:docMk/>
            <pc:sldMk cId="2198328896" sldId="392"/>
            <ac:spMk id="15" creationId="{A9417E70-FF68-A3D6-8262-BAC117235637}"/>
          </ac:spMkLst>
        </pc:spChg>
        <pc:spChg chg="add del mod">
          <ac:chgData name="우진 김" userId="9d5916cb77183fd7" providerId="LiveId" clId="{F9202396-4282-4284-9302-FA9E27C2F0E1}" dt="2025-07-22T12:15:32.017" v="5157" actId="478"/>
          <ac:spMkLst>
            <pc:docMk/>
            <pc:sldMk cId="2198328896" sldId="392"/>
            <ac:spMk id="16" creationId="{EEBDC5A7-95FB-EA62-BA59-E726FA17B229}"/>
          </ac:spMkLst>
        </pc:spChg>
        <pc:spChg chg="add mod">
          <ac:chgData name="우진 김" userId="9d5916cb77183fd7" providerId="LiveId" clId="{F9202396-4282-4284-9302-FA9E27C2F0E1}" dt="2025-07-22T12:20:45.552" v="5214" actId="1076"/>
          <ac:spMkLst>
            <pc:docMk/>
            <pc:sldMk cId="2198328896" sldId="392"/>
            <ac:spMk id="17" creationId="{418DF50B-D1F1-D9B4-4871-5578EBD52B04}"/>
          </ac:spMkLst>
        </pc:spChg>
        <pc:spChg chg="add mod">
          <ac:chgData name="우진 김" userId="9d5916cb77183fd7" providerId="LiveId" clId="{F9202396-4282-4284-9302-FA9E27C2F0E1}" dt="2025-07-22T12:20:45.552" v="5214" actId="1076"/>
          <ac:spMkLst>
            <pc:docMk/>
            <pc:sldMk cId="2198328896" sldId="392"/>
            <ac:spMk id="18" creationId="{D02799E3-C1A3-25CA-3322-D03E7862AC70}"/>
          </ac:spMkLst>
        </pc:spChg>
        <pc:spChg chg="add del mod">
          <ac:chgData name="우진 김" userId="9d5916cb77183fd7" providerId="LiveId" clId="{F9202396-4282-4284-9302-FA9E27C2F0E1}" dt="2025-07-22T12:21:39.510" v="5223" actId="478"/>
          <ac:spMkLst>
            <pc:docMk/>
            <pc:sldMk cId="2198328896" sldId="392"/>
            <ac:spMk id="25" creationId="{054BA3E3-21A6-D12F-B140-6163105A5935}"/>
          </ac:spMkLst>
        </pc:spChg>
        <pc:spChg chg="add mod">
          <ac:chgData name="우진 김" userId="9d5916cb77183fd7" providerId="LiveId" clId="{F9202396-4282-4284-9302-FA9E27C2F0E1}" dt="2025-07-22T12:21:39.718" v="5224"/>
          <ac:spMkLst>
            <pc:docMk/>
            <pc:sldMk cId="2198328896" sldId="392"/>
            <ac:spMk id="26" creationId="{C5AB6783-8E91-25F5-4747-EB80D90CF17A}"/>
          </ac:spMkLst>
        </pc:spChg>
        <pc:spChg chg="add mod">
          <ac:chgData name="우진 김" userId="9d5916cb77183fd7" providerId="LiveId" clId="{F9202396-4282-4284-9302-FA9E27C2F0E1}" dt="2025-07-22T12:23:52.839" v="5273" actId="1076"/>
          <ac:spMkLst>
            <pc:docMk/>
            <pc:sldMk cId="2198328896" sldId="392"/>
            <ac:spMk id="27" creationId="{90DA9B0A-25F0-A49D-F79E-97BC506CB7B4}"/>
          </ac:spMkLst>
        </pc:spChg>
        <pc:spChg chg="add mod">
          <ac:chgData name="우진 김" userId="9d5916cb77183fd7" providerId="LiveId" clId="{F9202396-4282-4284-9302-FA9E27C2F0E1}" dt="2025-07-22T12:25:32.077" v="5312" actId="1076"/>
          <ac:spMkLst>
            <pc:docMk/>
            <pc:sldMk cId="2198328896" sldId="392"/>
            <ac:spMk id="28" creationId="{4A18322F-0C48-1F63-E189-AB0BAE757D52}"/>
          </ac:spMkLst>
        </pc:spChg>
        <pc:picChg chg="add mod">
          <ac:chgData name="우진 김" userId="9d5916cb77183fd7" providerId="LiveId" clId="{F9202396-4282-4284-9302-FA9E27C2F0E1}" dt="2025-07-22T12:21:01.871" v="5219" actId="14100"/>
          <ac:picMkLst>
            <pc:docMk/>
            <pc:sldMk cId="2198328896" sldId="392"/>
            <ac:picMk id="22" creationId="{F64F649F-FA15-182A-1783-9BE2056F1A8D}"/>
          </ac:picMkLst>
        </pc:picChg>
        <pc:picChg chg="add mod">
          <ac:chgData name="우진 김" userId="9d5916cb77183fd7" providerId="LiveId" clId="{F9202396-4282-4284-9302-FA9E27C2F0E1}" dt="2025-07-22T12:21:04.034" v="5220" actId="14100"/>
          <ac:picMkLst>
            <pc:docMk/>
            <pc:sldMk cId="2198328896" sldId="392"/>
            <ac:picMk id="24" creationId="{A5232DB3-0E59-AC76-EB0B-CC60CDD89A39}"/>
          </ac:picMkLst>
        </pc:picChg>
        <pc:cxnChg chg="add mod">
          <ac:chgData name="우진 김" userId="9d5916cb77183fd7" providerId="LiveId" clId="{F9202396-4282-4284-9302-FA9E27C2F0E1}" dt="2025-07-22T12:06:07.732" v="5044" actId="1076"/>
          <ac:cxnSpMkLst>
            <pc:docMk/>
            <pc:sldMk cId="2198328896" sldId="392"/>
            <ac:cxnSpMk id="4" creationId="{07913A5C-1864-B4C0-D531-48073CE7570A}"/>
          </ac:cxnSpMkLst>
        </pc:cxnChg>
        <pc:cxnChg chg="add mod">
          <ac:chgData name="우진 김" userId="9d5916cb77183fd7" providerId="LiveId" clId="{F9202396-4282-4284-9302-FA9E27C2F0E1}" dt="2025-07-22T12:20:45.552" v="5214" actId="1076"/>
          <ac:cxnSpMkLst>
            <pc:docMk/>
            <pc:sldMk cId="2198328896" sldId="392"/>
            <ac:cxnSpMk id="11" creationId="{F9B6BA1A-B165-B522-3268-73BCC3B123A8}"/>
          </ac:cxnSpMkLst>
        </pc:cxnChg>
        <pc:cxnChg chg="add mod">
          <ac:chgData name="우진 김" userId="9d5916cb77183fd7" providerId="LiveId" clId="{F9202396-4282-4284-9302-FA9E27C2F0E1}" dt="2025-07-22T12:20:45.552" v="5214" actId="1076"/>
          <ac:cxnSpMkLst>
            <pc:docMk/>
            <pc:sldMk cId="2198328896" sldId="392"/>
            <ac:cxnSpMk id="12" creationId="{5A3641AF-F62E-3F2B-FF09-DF206E1B3E89}"/>
          </ac:cxnSpMkLst>
        </pc:cxnChg>
        <pc:cxnChg chg="add mod">
          <ac:chgData name="우진 김" userId="9d5916cb77183fd7" providerId="LiveId" clId="{F9202396-4282-4284-9302-FA9E27C2F0E1}" dt="2025-07-22T12:20:45.552" v="5214" actId="1076"/>
          <ac:cxnSpMkLst>
            <pc:docMk/>
            <pc:sldMk cId="2198328896" sldId="392"/>
            <ac:cxnSpMk id="19" creationId="{4ECF6EC1-6EE6-17F3-DAC8-370D1A2A71A8}"/>
          </ac:cxnSpMkLst>
        </pc:cxnChg>
      </pc:sldChg>
      <pc:sldChg chg="addSp delSp modSp add mod">
        <pc:chgData name="우진 김" userId="9d5916cb77183fd7" providerId="LiveId" clId="{F9202396-4282-4284-9302-FA9E27C2F0E1}" dt="2025-07-21T07:44:39.421" v="1302"/>
        <pc:sldMkLst>
          <pc:docMk/>
          <pc:sldMk cId="2802374561" sldId="393"/>
        </pc:sldMkLst>
        <pc:spChg chg="del">
          <ac:chgData name="우진 김" userId="9d5916cb77183fd7" providerId="LiveId" clId="{F9202396-4282-4284-9302-FA9E27C2F0E1}" dt="2025-07-21T07:44:39.189" v="1301" actId="478"/>
          <ac:spMkLst>
            <pc:docMk/>
            <pc:sldMk cId="2802374561" sldId="393"/>
            <ac:spMk id="2" creationId="{A6462A70-1E14-C552-D6A4-C720A58E8E70}"/>
          </ac:spMkLst>
        </pc:spChg>
        <pc:spChg chg="add mod">
          <ac:chgData name="우진 김" userId="9d5916cb77183fd7" providerId="LiveId" clId="{F9202396-4282-4284-9302-FA9E27C2F0E1}" dt="2025-07-21T07:44:39.421" v="1302"/>
          <ac:spMkLst>
            <pc:docMk/>
            <pc:sldMk cId="2802374561" sldId="393"/>
            <ac:spMk id="3" creationId="{B931FB35-D1F2-759D-410C-3776CC9B6201}"/>
          </ac:spMkLst>
        </pc:spChg>
        <pc:spChg chg="mod">
          <ac:chgData name="우진 김" userId="9d5916cb77183fd7" providerId="LiveId" clId="{F9202396-4282-4284-9302-FA9E27C2F0E1}" dt="2025-07-21T07:04:52.085" v="1182" actId="20577"/>
          <ac:spMkLst>
            <pc:docMk/>
            <pc:sldMk cId="2802374561" sldId="393"/>
            <ac:spMk id="13" creationId="{AF8B952D-C598-908C-0533-FE7B81F7513B}"/>
          </ac:spMkLst>
        </pc:spChg>
      </pc:sldChg>
      <pc:sldChg chg="addSp delSp modSp add mod">
        <pc:chgData name="우진 김" userId="9d5916cb77183fd7" providerId="LiveId" clId="{F9202396-4282-4284-9302-FA9E27C2F0E1}" dt="2025-07-21T07:44:43.929" v="1304"/>
        <pc:sldMkLst>
          <pc:docMk/>
          <pc:sldMk cId="2518397829" sldId="394"/>
        </pc:sldMkLst>
        <pc:spChg chg="del">
          <ac:chgData name="우진 김" userId="9d5916cb77183fd7" providerId="LiveId" clId="{F9202396-4282-4284-9302-FA9E27C2F0E1}" dt="2025-07-21T07:44:43.712" v="1303" actId="478"/>
          <ac:spMkLst>
            <pc:docMk/>
            <pc:sldMk cId="2518397829" sldId="394"/>
            <ac:spMk id="2" creationId="{9D133E15-1FCE-70C8-ED0B-648B5FBACC93}"/>
          </ac:spMkLst>
        </pc:spChg>
        <pc:spChg chg="add mod">
          <ac:chgData name="우진 김" userId="9d5916cb77183fd7" providerId="LiveId" clId="{F9202396-4282-4284-9302-FA9E27C2F0E1}" dt="2025-07-21T07:44:43.929" v="1304"/>
          <ac:spMkLst>
            <pc:docMk/>
            <pc:sldMk cId="2518397829" sldId="394"/>
            <ac:spMk id="3" creationId="{B9BB38B3-20ED-B59A-0C8E-7886DA685DF7}"/>
          </ac:spMkLst>
        </pc:spChg>
        <pc:spChg chg="mod">
          <ac:chgData name="우진 김" userId="9d5916cb77183fd7" providerId="LiveId" clId="{F9202396-4282-4284-9302-FA9E27C2F0E1}" dt="2025-07-21T07:05:19.697" v="1201" actId="20577"/>
          <ac:spMkLst>
            <pc:docMk/>
            <pc:sldMk cId="2518397829" sldId="394"/>
            <ac:spMk id="13" creationId="{61293BB3-6757-F37C-448D-F023B787B01E}"/>
          </ac:spMkLst>
        </pc:spChg>
      </pc:sldChg>
      <pc:sldChg chg="addSp delSp modSp add mod">
        <pc:chgData name="우진 김" userId="9d5916cb77183fd7" providerId="LiveId" clId="{F9202396-4282-4284-9302-FA9E27C2F0E1}" dt="2025-07-21T07:44:46.924" v="1306"/>
        <pc:sldMkLst>
          <pc:docMk/>
          <pc:sldMk cId="148147053" sldId="395"/>
        </pc:sldMkLst>
        <pc:spChg chg="del">
          <ac:chgData name="우진 김" userId="9d5916cb77183fd7" providerId="LiveId" clId="{F9202396-4282-4284-9302-FA9E27C2F0E1}" dt="2025-07-21T07:44:46.682" v="1305" actId="478"/>
          <ac:spMkLst>
            <pc:docMk/>
            <pc:sldMk cId="148147053" sldId="395"/>
            <ac:spMk id="2" creationId="{453F13A8-C9DA-7087-3B7A-AB526B16D213}"/>
          </ac:spMkLst>
        </pc:spChg>
        <pc:spChg chg="add mod">
          <ac:chgData name="우진 김" userId="9d5916cb77183fd7" providerId="LiveId" clId="{F9202396-4282-4284-9302-FA9E27C2F0E1}" dt="2025-07-21T07:44:46.924" v="1306"/>
          <ac:spMkLst>
            <pc:docMk/>
            <pc:sldMk cId="148147053" sldId="395"/>
            <ac:spMk id="3" creationId="{CB9E6151-FA1C-1B42-7E1C-92BB8E5B8303}"/>
          </ac:spMkLst>
        </pc:spChg>
        <pc:spChg chg="mod">
          <ac:chgData name="우진 김" userId="9d5916cb77183fd7" providerId="LiveId" clId="{F9202396-4282-4284-9302-FA9E27C2F0E1}" dt="2025-07-21T07:07:56.152" v="1231" actId="20577"/>
          <ac:spMkLst>
            <pc:docMk/>
            <pc:sldMk cId="148147053" sldId="395"/>
            <ac:spMk id="13" creationId="{4A0473F4-ABFE-ADD4-807D-48391542029E}"/>
          </ac:spMkLst>
        </pc:spChg>
      </pc:sldChg>
      <pc:sldChg chg="addSp delSp modSp add mod">
        <pc:chgData name="우진 김" userId="9d5916cb77183fd7" providerId="LiveId" clId="{F9202396-4282-4284-9302-FA9E27C2F0E1}" dt="2025-07-21T07:44:51.730" v="1308"/>
        <pc:sldMkLst>
          <pc:docMk/>
          <pc:sldMk cId="2594974166" sldId="396"/>
        </pc:sldMkLst>
        <pc:spChg chg="del">
          <ac:chgData name="우진 김" userId="9d5916cb77183fd7" providerId="LiveId" clId="{F9202396-4282-4284-9302-FA9E27C2F0E1}" dt="2025-07-21T07:44:51.468" v="1307" actId="478"/>
          <ac:spMkLst>
            <pc:docMk/>
            <pc:sldMk cId="2594974166" sldId="396"/>
            <ac:spMk id="2" creationId="{3EA44FBF-3595-543A-BEFF-F40B7C66E286}"/>
          </ac:spMkLst>
        </pc:spChg>
        <pc:spChg chg="add mod">
          <ac:chgData name="우진 김" userId="9d5916cb77183fd7" providerId="LiveId" clId="{F9202396-4282-4284-9302-FA9E27C2F0E1}" dt="2025-07-21T07:44:51.730" v="1308"/>
          <ac:spMkLst>
            <pc:docMk/>
            <pc:sldMk cId="2594974166" sldId="396"/>
            <ac:spMk id="3" creationId="{22BA0F2C-0235-6E38-3676-145422A725CA}"/>
          </ac:spMkLst>
        </pc:spChg>
        <pc:spChg chg="mod">
          <ac:chgData name="우진 김" userId="9d5916cb77183fd7" providerId="LiveId" clId="{F9202396-4282-4284-9302-FA9E27C2F0E1}" dt="2025-07-21T07:38:24.739" v="1277" actId="20577"/>
          <ac:spMkLst>
            <pc:docMk/>
            <pc:sldMk cId="2594974166" sldId="396"/>
            <ac:spMk id="13" creationId="{53ED92F5-0A35-5127-699F-673A721869B9}"/>
          </ac:spMkLst>
        </pc:spChg>
      </pc:sldChg>
      <pc:sldChg chg="addSp delSp modSp add mod">
        <pc:chgData name="우진 김" userId="9d5916cb77183fd7" providerId="LiveId" clId="{F9202396-4282-4284-9302-FA9E27C2F0E1}" dt="2025-07-21T07:44:54.867" v="1310"/>
        <pc:sldMkLst>
          <pc:docMk/>
          <pc:sldMk cId="1886081644" sldId="397"/>
        </pc:sldMkLst>
        <pc:spChg chg="del">
          <ac:chgData name="우진 김" userId="9d5916cb77183fd7" providerId="LiveId" clId="{F9202396-4282-4284-9302-FA9E27C2F0E1}" dt="2025-07-21T07:44:54.532" v="1309" actId="478"/>
          <ac:spMkLst>
            <pc:docMk/>
            <pc:sldMk cId="1886081644" sldId="397"/>
            <ac:spMk id="2" creationId="{31734A56-ECCB-98AE-AF20-AE1D4877B3DA}"/>
          </ac:spMkLst>
        </pc:spChg>
        <pc:spChg chg="add mod">
          <ac:chgData name="우진 김" userId="9d5916cb77183fd7" providerId="LiveId" clId="{F9202396-4282-4284-9302-FA9E27C2F0E1}" dt="2025-07-21T07:44:54.867" v="1310"/>
          <ac:spMkLst>
            <pc:docMk/>
            <pc:sldMk cId="1886081644" sldId="397"/>
            <ac:spMk id="3" creationId="{89F8C92B-8F1D-D3DE-4C77-C345F58E7BE4}"/>
          </ac:spMkLst>
        </pc:spChg>
        <pc:spChg chg="mod">
          <ac:chgData name="우진 김" userId="9d5916cb77183fd7" providerId="LiveId" clId="{F9202396-4282-4284-9302-FA9E27C2F0E1}" dt="2025-07-21T07:39:16.828" v="1296" actId="20577"/>
          <ac:spMkLst>
            <pc:docMk/>
            <pc:sldMk cId="1886081644" sldId="397"/>
            <ac:spMk id="13" creationId="{47DF2B3E-9553-7080-E213-E9FCB56F2F55}"/>
          </ac:spMkLst>
        </pc:spChg>
      </pc:sldChg>
      <pc:sldChg chg="addSp delSp modSp add mod">
        <pc:chgData name="우진 김" userId="9d5916cb77183fd7" providerId="LiveId" clId="{F9202396-4282-4284-9302-FA9E27C2F0E1}" dt="2025-07-21T07:45:11.795" v="1343" actId="20577"/>
        <pc:sldMkLst>
          <pc:docMk/>
          <pc:sldMk cId="2271484296" sldId="398"/>
        </pc:sldMkLst>
        <pc:spChg chg="del">
          <ac:chgData name="우진 김" userId="9d5916cb77183fd7" providerId="LiveId" clId="{F9202396-4282-4284-9302-FA9E27C2F0E1}" dt="2025-07-21T07:44:57.907" v="1311" actId="478"/>
          <ac:spMkLst>
            <pc:docMk/>
            <pc:sldMk cId="2271484296" sldId="398"/>
            <ac:spMk id="2" creationId="{6F09318A-AC07-8505-7C8D-9ABAE2C5417A}"/>
          </ac:spMkLst>
        </pc:spChg>
        <pc:spChg chg="add mod">
          <ac:chgData name="우진 김" userId="9d5916cb77183fd7" providerId="LiveId" clId="{F9202396-4282-4284-9302-FA9E27C2F0E1}" dt="2025-07-21T07:44:58.137" v="1312"/>
          <ac:spMkLst>
            <pc:docMk/>
            <pc:sldMk cId="2271484296" sldId="398"/>
            <ac:spMk id="3" creationId="{69B79715-E21D-F497-D217-5610E32B5DED}"/>
          </ac:spMkLst>
        </pc:spChg>
        <pc:spChg chg="mod">
          <ac:chgData name="우진 김" userId="9d5916cb77183fd7" providerId="LiveId" clId="{F9202396-4282-4284-9302-FA9E27C2F0E1}" dt="2025-07-21T07:45:11.795" v="1343" actId="20577"/>
          <ac:spMkLst>
            <pc:docMk/>
            <pc:sldMk cId="2271484296" sldId="398"/>
            <ac:spMk id="13" creationId="{71A85057-7638-31C7-25C7-FA1AE6414F9D}"/>
          </ac:spMkLst>
        </pc:spChg>
      </pc:sldChg>
      <pc:sldChg chg="modSp add mod">
        <pc:chgData name="우진 김" userId="9d5916cb77183fd7" providerId="LiveId" clId="{F9202396-4282-4284-9302-FA9E27C2F0E1}" dt="2025-07-21T07:45:19.122" v="1348" actId="20577"/>
        <pc:sldMkLst>
          <pc:docMk/>
          <pc:sldMk cId="1260540756" sldId="399"/>
        </pc:sldMkLst>
        <pc:spChg chg="mod">
          <ac:chgData name="우진 김" userId="9d5916cb77183fd7" providerId="LiveId" clId="{F9202396-4282-4284-9302-FA9E27C2F0E1}" dt="2025-07-21T07:45:19.122" v="1348" actId="20577"/>
          <ac:spMkLst>
            <pc:docMk/>
            <pc:sldMk cId="1260540756" sldId="399"/>
            <ac:spMk id="13" creationId="{8390C82D-FB4F-2997-DB12-02E17E30A69D}"/>
          </ac:spMkLst>
        </pc:spChg>
      </pc:sldChg>
      <pc:sldChg chg="modSp add mod ord">
        <pc:chgData name="우진 김" userId="9d5916cb77183fd7" providerId="LiveId" clId="{F9202396-4282-4284-9302-FA9E27C2F0E1}" dt="2025-07-21T07:47:35.176" v="1368" actId="20577"/>
        <pc:sldMkLst>
          <pc:docMk/>
          <pc:sldMk cId="2991457619" sldId="400"/>
        </pc:sldMkLst>
        <pc:spChg chg="mod">
          <ac:chgData name="우진 김" userId="9d5916cb77183fd7" providerId="LiveId" clId="{F9202396-4282-4284-9302-FA9E27C2F0E1}" dt="2025-07-21T07:47:35.176" v="1368" actId="20577"/>
          <ac:spMkLst>
            <pc:docMk/>
            <pc:sldMk cId="2991457619" sldId="400"/>
            <ac:spMk id="2" creationId="{92299CCC-66A1-89DF-8F00-B57FD9BF4D7F}"/>
          </ac:spMkLst>
        </pc:spChg>
      </pc:sldChg>
      <pc:sldChg chg="modSp add mod ord">
        <pc:chgData name="우진 김" userId="9d5916cb77183fd7" providerId="LiveId" clId="{F9202396-4282-4284-9302-FA9E27C2F0E1}" dt="2025-07-21T07:52:55.612" v="1455" actId="20577"/>
        <pc:sldMkLst>
          <pc:docMk/>
          <pc:sldMk cId="1734530735" sldId="401"/>
        </pc:sldMkLst>
        <pc:spChg chg="mod">
          <ac:chgData name="우진 김" userId="9d5916cb77183fd7" providerId="LiveId" clId="{F9202396-4282-4284-9302-FA9E27C2F0E1}" dt="2025-07-21T07:47:54.347" v="1412" actId="20577"/>
          <ac:spMkLst>
            <pc:docMk/>
            <pc:sldMk cId="1734530735" sldId="401"/>
            <ac:spMk id="3" creationId="{C0C6BD0B-1FC1-29D9-8C52-C4369A1C3B05}"/>
          </ac:spMkLst>
        </pc:spChg>
        <pc:spChg chg="mod">
          <ac:chgData name="우진 김" userId="9d5916cb77183fd7" providerId="LiveId" clId="{F9202396-4282-4284-9302-FA9E27C2F0E1}" dt="2025-07-21T07:52:55.612" v="1455" actId="20577"/>
          <ac:spMkLst>
            <pc:docMk/>
            <pc:sldMk cId="1734530735" sldId="401"/>
            <ac:spMk id="13" creationId="{45779FCE-9044-35DB-3E91-CEC2B3A9CE2D}"/>
          </ac:spMkLst>
        </pc:spChg>
      </pc:sldChg>
      <pc:sldChg chg="modSp add mod">
        <pc:chgData name="우진 김" userId="9d5916cb77183fd7" providerId="LiveId" clId="{F9202396-4282-4284-9302-FA9E27C2F0E1}" dt="2025-07-21T07:53:19.688" v="1480" actId="20577"/>
        <pc:sldMkLst>
          <pc:docMk/>
          <pc:sldMk cId="1044491356" sldId="402"/>
        </pc:sldMkLst>
        <pc:spChg chg="mod">
          <ac:chgData name="우진 김" userId="9d5916cb77183fd7" providerId="LiveId" clId="{F9202396-4282-4284-9302-FA9E27C2F0E1}" dt="2025-07-21T07:53:19.688" v="1480" actId="20577"/>
          <ac:spMkLst>
            <pc:docMk/>
            <pc:sldMk cId="1044491356" sldId="402"/>
            <ac:spMk id="13" creationId="{BFC93EBA-BB22-8F42-3158-300B9B05FB1A}"/>
          </ac:spMkLst>
        </pc:spChg>
      </pc:sldChg>
      <pc:sldChg chg="modSp add mod">
        <pc:chgData name="우진 김" userId="9d5916cb77183fd7" providerId="LiveId" clId="{F9202396-4282-4284-9302-FA9E27C2F0E1}" dt="2025-07-21T07:53:25.783" v="1491" actId="20577"/>
        <pc:sldMkLst>
          <pc:docMk/>
          <pc:sldMk cId="57628316" sldId="403"/>
        </pc:sldMkLst>
        <pc:spChg chg="mod">
          <ac:chgData name="우진 김" userId="9d5916cb77183fd7" providerId="LiveId" clId="{F9202396-4282-4284-9302-FA9E27C2F0E1}" dt="2025-07-21T07:53:25.783" v="1491" actId="20577"/>
          <ac:spMkLst>
            <pc:docMk/>
            <pc:sldMk cId="57628316" sldId="403"/>
            <ac:spMk id="13" creationId="{8AE7C77B-735C-0840-91FC-50EDD4DAB90A}"/>
          </ac:spMkLst>
        </pc:spChg>
      </pc:sldChg>
      <pc:sldChg chg="addSp delSp modSp add mod delAnim modAnim">
        <pc:chgData name="우진 김" userId="9d5916cb77183fd7" providerId="LiveId" clId="{F9202396-4282-4284-9302-FA9E27C2F0E1}" dt="2025-07-21T07:59:00.468" v="1709" actId="1076"/>
        <pc:sldMkLst>
          <pc:docMk/>
          <pc:sldMk cId="3089082808" sldId="404"/>
        </pc:sldMkLst>
        <pc:spChg chg="add mod">
          <ac:chgData name="우진 김" userId="9d5916cb77183fd7" providerId="LiveId" clId="{F9202396-4282-4284-9302-FA9E27C2F0E1}" dt="2025-07-21T07:55:23.071" v="1508" actId="207"/>
          <ac:spMkLst>
            <pc:docMk/>
            <pc:sldMk cId="3089082808" sldId="404"/>
            <ac:spMk id="2" creationId="{E8D12064-3423-169E-661C-0C7EB821C20A}"/>
          </ac:spMkLst>
        </pc:spChg>
        <pc:spChg chg="del">
          <ac:chgData name="우진 김" userId="9d5916cb77183fd7" providerId="LiveId" clId="{F9202396-4282-4284-9302-FA9E27C2F0E1}" dt="2025-07-21T07:53:59.703" v="1493" actId="478"/>
          <ac:spMkLst>
            <pc:docMk/>
            <pc:sldMk cId="3089082808" sldId="404"/>
            <ac:spMk id="3" creationId="{77218439-B0AF-DF7F-0572-C51523DEC4F7}"/>
          </ac:spMkLst>
        </pc:spChg>
        <pc:spChg chg="add mod">
          <ac:chgData name="우진 김" userId="9d5916cb77183fd7" providerId="LiveId" clId="{F9202396-4282-4284-9302-FA9E27C2F0E1}" dt="2025-07-21T07:55:29.484" v="1510" actId="2085"/>
          <ac:spMkLst>
            <pc:docMk/>
            <pc:sldMk cId="3089082808" sldId="404"/>
            <ac:spMk id="4" creationId="{D45B3019-B381-F46E-8EE4-06BE675588DA}"/>
          </ac:spMkLst>
        </pc:spChg>
        <pc:spChg chg="add mod">
          <ac:chgData name="우진 김" userId="9d5916cb77183fd7" providerId="LiveId" clId="{F9202396-4282-4284-9302-FA9E27C2F0E1}" dt="2025-07-21T07:56:59.486" v="1577" actId="1076"/>
          <ac:spMkLst>
            <pc:docMk/>
            <pc:sldMk cId="3089082808" sldId="404"/>
            <ac:spMk id="6" creationId="{2DB2D058-975E-4DEC-E1E6-5B7B0D955BC0}"/>
          </ac:spMkLst>
        </pc:spChg>
        <pc:spChg chg="add del mod">
          <ac:chgData name="우진 김" userId="9d5916cb77183fd7" providerId="LiveId" clId="{F9202396-4282-4284-9302-FA9E27C2F0E1}" dt="2025-07-21T07:56:55.749" v="1576" actId="478"/>
          <ac:spMkLst>
            <pc:docMk/>
            <pc:sldMk cId="3089082808" sldId="404"/>
            <ac:spMk id="7" creationId="{B5B6A5DD-F327-D10F-5B0C-59E02EF83187}"/>
          </ac:spMkLst>
        </pc:spChg>
        <pc:spChg chg="add mod">
          <ac:chgData name="우진 김" userId="9d5916cb77183fd7" providerId="LiveId" clId="{F9202396-4282-4284-9302-FA9E27C2F0E1}" dt="2025-07-21T07:58:51.941" v="1708" actId="1076"/>
          <ac:spMkLst>
            <pc:docMk/>
            <pc:sldMk cId="3089082808" sldId="404"/>
            <ac:spMk id="8" creationId="{5C6E7626-9DE5-EF14-C0A7-C563B961B722}"/>
          </ac:spMkLst>
        </pc:spChg>
        <pc:spChg chg="mod">
          <ac:chgData name="우진 김" userId="9d5916cb77183fd7" providerId="LiveId" clId="{F9202396-4282-4284-9302-FA9E27C2F0E1}" dt="2025-07-21T07:59:00.468" v="1709" actId="1076"/>
          <ac:spMkLst>
            <pc:docMk/>
            <pc:sldMk cId="3089082808" sldId="404"/>
            <ac:spMk id="13" creationId="{1DA0808E-0400-92E1-E730-AC9B1A17D616}"/>
          </ac:spMkLst>
        </pc:spChg>
      </pc:sldChg>
      <pc:sldChg chg="delSp modSp add mod ord delAnim">
        <pc:chgData name="우진 김" userId="9d5916cb77183fd7" providerId="LiveId" clId="{F9202396-4282-4284-9302-FA9E27C2F0E1}" dt="2025-07-22T08:56:38.460" v="2936" actId="1076"/>
        <pc:sldMkLst>
          <pc:docMk/>
          <pc:sldMk cId="1210876351" sldId="405"/>
        </pc:sldMkLst>
        <pc:spChg chg="del">
          <ac:chgData name="우진 김" userId="9d5916cb77183fd7" providerId="LiveId" clId="{F9202396-4282-4284-9302-FA9E27C2F0E1}" dt="2025-07-22T08:56:36.334" v="2935" actId="478"/>
          <ac:spMkLst>
            <pc:docMk/>
            <pc:sldMk cId="1210876351" sldId="405"/>
            <ac:spMk id="6" creationId="{874C66B4-9727-3A9D-17B4-9385347D168D}"/>
          </ac:spMkLst>
        </pc:spChg>
        <pc:spChg chg="mod">
          <ac:chgData name="우진 김" userId="9d5916cb77183fd7" providerId="LiveId" clId="{F9202396-4282-4284-9302-FA9E27C2F0E1}" dt="2025-07-22T08:56:38.460" v="2936" actId="1076"/>
          <ac:spMkLst>
            <pc:docMk/>
            <pc:sldMk cId="1210876351" sldId="405"/>
            <ac:spMk id="7" creationId="{3A5C4BFE-46A7-EB7C-4119-69F52CC63708}"/>
          </ac:spMkLst>
        </pc:spChg>
        <pc:spChg chg="del">
          <ac:chgData name="우진 김" userId="9d5916cb77183fd7" providerId="LiveId" clId="{F9202396-4282-4284-9302-FA9E27C2F0E1}" dt="2025-07-22T02:17:02.579" v="1863" actId="478"/>
          <ac:spMkLst>
            <pc:docMk/>
            <pc:sldMk cId="1210876351" sldId="405"/>
            <ac:spMk id="9" creationId="{921D6C5D-A30C-8D4C-3EDA-EEFCEF2158D5}"/>
          </ac:spMkLst>
        </pc:spChg>
        <pc:spChg chg="del">
          <ac:chgData name="우진 김" userId="9d5916cb77183fd7" providerId="LiveId" clId="{F9202396-4282-4284-9302-FA9E27C2F0E1}" dt="2025-07-22T02:17:02.579" v="1863" actId="478"/>
          <ac:spMkLst>
            <pc:docMk/>
            <pc:sldMk cId="1210876351" sldId="405"/>
            <ac:spMk id="10" creationId="{ECE69D7E-A7ED-97DB-9FE1-CF12D77CCA43}"/>
          </ac:spMkLst>
        </pc:spChg>
        <pc:spChg chg="del">
          <ac:chgData name="우진 김" userId="9d5916cb77183fd7" providerId="LiveId" clId="{F9202396-4282-4284-9302-FA9E27C2F0E1}" dt="2025-07-22T02:17:02.579" v="1863" actId="478"/>
          <ac:spMkLst>
            <pc:docMk/>
            <pc:sldMk cId="1210876351" sldId="405"/>
            <ac:spMk id="11" creationId="{63FDBF77-3020-1816-C78C-71D17BB0B2E4}"/>
          </ac:spMkLst>
        </pc:spChg>
        <pc:spChg chg="del">
          <ac:chgData name="우진 김" userId="9d5916cb77183fd7" providerId="LiveId" clId="{F9202396-4282-4284-9302-FA9E27C2F0E1}" dt="2025-07-22T02:17:02.579" v="1863" actId="478"/>
          <ac:spMkLst>
            <pc:docMk/>
            <pc:sldMk cId="1210876351" sldId="405"/>
            <ac:spMk id="12" creationId="{EFB4D9EC-D502-263A-A7EB-13B5C6161B0B}"/>
          </ac:spMkLst>
        </pc:spChg>
        <pc:spChg chg="mod">
          <ac:chgData name="우진 김" userId="9d5916cb77183fd7" providerId="LiveId" clId="{F9202396-4282-4284-9302-FA9E27C2F0E1}" dt="2025-07-22T02:17:28.363" v="1871" actId="20577"/>
          <ac:spMkLst>
            <pc:docMk/>
            <pc:sldMk cId="1210876351" sldId="405"/>
            <ac:spMk id="13" creationId="{9345E084-E990-1EB9-8378-9C31FFDEE9DD}"/>
          </ac:spMkLst>
        </pc:spChg>
        <pc:spChg chg="del">
          <ac:chgData name="우진 김" userId="9d5916cb77183fd7" providerId="LiveId" clId="{F9202396-4282-4284-9302-FA9E27C2F0E1}" dt="2025-07-22T02:17:02.579" v="1863" actId="478"/>
          <ac:spMkLst>
            <pc:docMk/>
            <pc:sldMk cId="1210876351" sldId="405"/>
            <ac:spMk id="14" creationId="{24680BDA-5724-1A76-89B3-F3CAA0EA212E}"/>
          </ac:spMkLst>
        </pc:spChg>
        <pc:spChg chg="del">
          <ac:chgData name="우진 김" userId="9d5916cb77183fd7" providerId="LiveId" clId="{F9202396-4282-4284-9302-FA9E27C2F0E1}" dt="2025-07-22T02:17:02.579" v="1863" actId="478"/>
          <ac:spMkLst>
            <pc:docMk/>
            <pc:sldMk cId="1210876351" sldId="405"/>
            <ac:spMk id="15" creationId="{56B4680E-8479-F1F9-AA53-48275DCD0B58}"/>
          </ac:spMkLst>
        </pc:spChg>
        <pc:spChg chg="del">
          <ac:chgData name="우진 김" userId="9d5916cb77183fd7" providerId="LiveId" clId="{F9202396-4282-4284-9302-FA9E27C2F0E1}" dt="2025-07-22T02:17:02.579" v="1863" actId="478"/>
          <ac:spMkLst>
            <pc:docMk/>
            <pc:sldMk cId="1210876351" sldId="405"/>
            <ac:spMk id="16" creationId="{DF2B976C-0A01-89FA-10CB-0B972F055F2B}"/>
          </ac:spMkLst>
        </pc:spChg>
        <pc:spChg chg="del">
          <ac:chgData name="우진 김" userId="9d5916cb77183fd7" providerId="LiveId" clId="{F9202396-4282-4284-9302-FA9E27C2F0E1}" dt="2025-07-22T02:17:02.579" v="1863" actId="478"/>
          <ac:spMkLst>
            <pc:docMk/>
            <pc:sldMk cId="1210876351" sldId="405"/>
            <ac:spMk id="18" creationId="{88AB3998-0346-1800-3F09-6200EBEB867A}"/>
          </ac:spMkLst>
        </pc:spChg>
        <pc:grpChg chg="del">
          <ac:chgData name="우진 김" userId="9d5916cb77183fd7" providerId="LiveId" clId="{F9202396-4282-4284-9302-FA9E27C2F0E1}" dt="2025-07-22T02:17:02.579" v="1863" actId="478"/>
          <ac:grpSpMkLst>
            <pc:docMk/>
            <pc:sldMk cId="1210876351" sldId="405"/>
            <ac:grpSpMk id="23" creationId="{8698FC41-D5A9-D50A-8BA8-155847B54517}"/>
          </ac:grpSpMkLst>
        </pc:grpChg>
        <pc:picChg chg="mod">
          <ac:chgData name="우진 김" userId="9d5916cb77183fd7" providerId="LiveId" clId="{F9202396-4282-4284-9302-FA9E27C2F0E1}" dt="2025-07-22T02:17:34.967" v="1874" actId="1076"/>
          <ac:picMkLst>
            <pc:docMk/>
            <pc:sldMk cId="1210876351" sldId="405"/>
            <ac:picMk id="4" creationId="{4C84BF74-BE94-80BF-4A8E-DE26C8CD7D1B}"/>
          </ac:picMkLst>
        </pc:picChg>
        <pc:picChg chg="del">
          <ac:chgData name="우진 김" userId="9d5916cb77183fd7" providerId="LiveId" clId="{F9202396-4282-4284-9302-FA9E27C2F0E1}" dt="2025-07-22T02:17:02.579" v="1863" actId="478"/>
          <ac:picMkLst>
            <pc:docMk/>
            <pc:sldMk cId="1210876351" sldId="405"/>
            <ac:picMk id="8" creationId="{C935AF4B-9A55-C07F-1CC8-C3FC06B6C5FF}"/>
          </ac:picMkLst>
        </pc:picChg>
      </pc:sldChg>
      <pc:sldChg chg="addSp delSp modSp add mod modAnim">
        <pc:chgData name="우진 김" userId="9d5916cb77183fd7" providerId="LiveId" clId="{F9202396-4282-4284-9302-FA9E27C2F0E1}" dt="2025-07-22T11:55:56.869" v="4972" actId="478"/>
        <pc:sldMkLst>
          <pc:docMk/>
          <pc:sldMk cId="1357024136" sldId="406"/>
        </pc:sldMkLst>
        <pc:spChg chg="mod">
          <ac:chgData name="우진 김" userId="9d5916cb77183fd7" providerId="LiveId" clId="{F9202396-4282-4284-9302-FA9E27C2F0E1}" dt="2025-07-22T11:00:06.082" v="4626" actId="1076"/>
          <ac:spMkLst>
            <pc:docMk/>
            <pc:sldMk cId="1357024136" sldId="406"/>
            <ac:spMk id="3" creationId="{3D55656E-C5F4-E5E6-5273-75EFBA0B2C0A}"/>
          </ac:spMkLst>
        </pc:spChg>
        <pc:spChg chg="del">
          <ac:chgData name="우진 김" userId="9d5916cb77183fd7" providerId="LiveId" clId="{F9202396-4282-4284-9302-FA9E27C2F0E1}" dt="2025-07-22T09:51:11.192" v="4181" actId="478"/>
          <ac:spMkLst>
            <pc:docMk/>
            <pc:sldMk cId="1357024136" sldId="406"/>
            <ac:spMk id="4" creationId="{26A0BC1C-77A3-F3AB-73E8-59219F470132}"/>
          </ac:spMkLst>
        </pc:spChg>
        <pc:spChg chg="del">
          <ac:chgData name="우진 김" userId="9d5916cb77183fd7" providerId="LiveId" clId="{F9202396-4282-4284-9302-FA9E27C2F0E1}" dt="2025-07-22T09:51:10.423" v="4180" actId="478"/>
          <ac:spMkLst>
            <pc:docMk/>
            <pc:sldMk cId="1357024136" sldId="406"/>
            <ac:spMk id="6" creationId="{0D0A89C4-7406-F7BC-A4A6-C19FB1C5CFDE}"/>
          </ac:spMkLst>
        </pc:spChg>
        <pc:spChg chg="del">
          <ac:chgData name="우진 김" userId="9d5916cb77183fd7" providerId="LiveId" clId="{F9202396-4282-4284-9302-FA9E27C2F0E1}" dt="2025-07-22T09:51:10.423" v="4180" actId="478"/>
          <ac:spMkLst>
            <pc:docMk/>
            <pc:sldMk cId="1357024136" sldId="406"/>
            <ac:spMk id="7" creationId="{D35451EF-B533-275A-5724-84D771CF4944}"/>
          </ac:spMkLst>
        </pc:spChg>
        <pc:spChg chg="del">
          <ac:chgData name="우진 김" userId="9d5916cb77183fd7" providerId="LiveId" clId="{F9202396-4282-4284-9302-FA9E27C2F0E1}" dt="2025-07-22T09:51:10.423" v="4180" actId="478"/>
          <ac:spMkLst>
            <pc:docMk/>
            <pc:sldMk cId="1357024136" sldId="406"/>
            <ac:spMk id="8" creationId="{9B73BA11-8B3D-8327-CD05-F4DA0EBBF5B3}"/>
          </ac:spMkLst>
        </pc:spChg>
        <pc:spChg chg="mod">
          <ac:chgData name="우진 김" userId="9d5916cb77183fd7" providerId="LiveId" clId="{F9202396-4282-4284-9302-FA9E27C2F0E1}" dt="2025-07-22T11:00:06.082" v="4626" actId="1076"/>
          <ac:spMkLst>
            <pc:docMk/>
            <pc:sldMk cId="1357024136" sldId="406"/>
            <ac:spMk id="9" creationId="{064B82C9-F604-B6B3-08CA-888994641730}"/>
          </ac:spMkLst>
        </pc:spChg>
        <pc:spChg chg="mod">
          <ac:chgData name="우진 김" userId="9d5916cb77183fd7" providerId="LiveId" clId="{F9202396-4282-4284-9302-FA9E27C2F0E1}" dt="2025-07-22T11:27:41.847" v="4968" actId="164"/>
          <ac:spMkLst>
            <pc:docMk/>
            <pc:sldMk cId="1357024136" sldId="406"/>
            <ac:spMk id="10" creationId="{0CE40A72-A083-ACCF-E0AF-47191675CCBB}"/>
          </ac:spMkLst>
        </pc:spChg>
        <pc:spChg chg="add mod">
          <ac:chgData name="우진 김" userId="9d5916cb77183fd7" providerId="LiveId" clId="{F9202396-4282-4284-9302-FA9E27C2F0E1}" dt="2025-07-22T09:52:57.224" v="4191"/>
          <ac:spMkLst>
            <pc:docMk/>
            <pc:sldMk cId="1357024136" sldId="406"/>
            <ac:spMk id="11" creationId="{81626258-78CA-1235-99EC-BAF5714F5026}"/>
          </ac:spMkLst>
        </pc:spChg>
        <pc:spChg chg="mod">
          <ac:chgData name="우진 김" userId="9d5916cb77183fd7" providerId="LiveId" clId="{F9202396-4282-4284-9302-FA9E27C2F0E1}" dt="2025-07-22T09:51:05.092" v="4179" actId="20577"/>
          <ac:spMkLst>
            <pc:docMk/>
            <pc:sldMk cId="1357024136" sldId="406"/>
            <ac:spMk id="13" creationId="{3EA7A05E-4FFD-EC78-85DA-F4313DC80F2C}"/>
          </ac:spMkLst>
        </pc:spChg>
        <pc:spChg chg="add mod">
          <ac:chgData name="우진 김" userId="9d5916cb77183fd7" providerId="LiveId" clId="{F9202396-4282-4284-9302-FA9E27C2F0E1}" dt="2025-07-22T11:27:41.847" v="4968" actId="164"/>
          <ac:spMkLst>
            <pc:docMk/>
            <pc:sldMk cId="1357024136" sldId="406"/>
            <ac:spMk id="14" creationId="{BEE20DD2-326C-BD00-F567-91521F385AF2}"/>
          </ac:spMkLst>
        </pc:spChg>
        <pc:spChg chg="add mod topLvl">
          <ac:chgData name="우진 김" userId="9d5916cb77183fd7" providerId="LiveId" clId="{F9202396-4282-4284-9302-FA9E27C2F0E1}" dt="2025-07-22T11:51:22.491" v="4970" actId="165"/>
          <ac:spMkLst>
            <pc:docMk/>
            <pc:sldMk cId="1357024136" sldId="406"/>
            <ac:spMk id="15" creationId="{CD4491D9-D701-E93C-64C1-99D062F8C8AE}"/>
          </ac:spMkLst>
        </pc:spChg>
        <pc:spChg chg="add del mod topLvl">
          <ac:chgData name="우진 김" userId="9d5916cb77183fd7" providerId="LiveId" clId="{F9202396-4282-4284-9302-FA9E27C2F0E1}" dt="2025-07-22T11:55:53.924" v="4971" actId="478"/>
          <ac:spMkLst>
            <pc:docMk/>
            <pc:sldMk cId="1357024136" sldId="406"/>
            <ac:spMk id="16" creationId="{46C81EFE-D2AD-120F-9818-F13256762878}"/>
          </ac:spMkLst>
        </pc:spChg>
        <pc:spChg chg="add del mod topLvl">
          <ac:chgData name="우진 김" userId="9d5916cb77183fd7" providerId="LiveId" clId="{F9202396-4282-4284-9302-FA9E27C2F0E1}" dt="2025-07-22T11:55:56.869" v="4972" actId="478"/>
          <ac:spMkLst>
            <pc:docMk/>
            <pc:sldMk cId="1357024136" sldId="406"/>
            <ac:spMk id="17" creationId="{65EFB8C8-3528-D087-F20B-F84752B9054E}"/>
          </ac:spMkLst>
        </pc:spChg>
        <pc:grpChg chg="add mod">
          <ac:chgData name="우진 김" userId="9d5916cb77183fd7" providerId="LiveId" clId="{F9202396-4282-4284-9302-FA9E27C2F0E1}" dt="2025-07-22T11:27:41.847" v="4968" actId="164"/>
          <ac:grpSpMkLst>
            <pc:docMk/>
            <pc:sldMk cId="1357024136" sldId="406"/>
            <ac:grpSpMk id="18" creationId="{314BCF54-4FFD-A8D5-6AD9-F189BD2D9AF3}"/>
          </ac:grpSpMkLst>
        </pc:grpChg>
        <pc:grpChg chg="add del mod">
          <ac:chgData name="우진 김" userId="9d5916cb77183fd7" providerId="LiveId" clId="{F9202396-4282-4284-9302-FA9E27C2F0E1}" dt="2025-07-22T11:51:22.491" v="4970" actId="165"/>
          <ac:grpSpMkLst>
            <pc:docMk/>
            <pc:sldMk cId="1357024136" sldId="406"/>
            <ac:grpSpMk id="19" creationId="{D4BCDE4D-99D1-37AB-7FF7-402425B392F7}"/>
          </ac:grpSpMkLst>
        </pc:grpChg>
        <pc:picChg chg="add mod">
          <ac:chgData name="우진 김" userId="9d5916cb77183fd7" providerId="LiveId" clId="{F9202396-4282-4284-9302-FA9E27C2F0E1}" dt="2025-07-22T10:29:40.465" v="4389" actId="1076"/>
          <ac:picMkLst>
            <pc:docMk/>
            <pc:sldMk cId="1357024136" sldId="406"/>
            <ac:picMk id="12" creationId="{0FDDCB21-29B5-3F1A-EFBB-616D30B080B2}"/>
          </ac:picMkLst>
        </pc:picChg>
      </pc:sldChg>
      <pc:sldMasterChg chg="modSldLayout">
        <pc:chgData name="우진 김" userId="9d5916cb77183fd7" providerId="LiveId" clId="{F9202396-4282-4284-9302-FA9E27C2F0E1}" dt="2025-07-21T04:35:26.579" v="139" actId="478"/>
        <pc:sldMasterMkLst>
          <pc:docMk/>
          <pc:sldMasterMk cId="471148940" sldId="2147483648"/>
        </pc:sldMasterMkLst>
        <pc:sldLayoutChg chg="delSp mod">
          <pc:chgData name="우진 김" userId="9d5916cb77183fd7" providerId="LiveId" clId="{F9202396-4282-4284-9302-FA9E27C2F0E1}" dt="2025-07-21T04:35:26.579" v="139" actId="478"/>
          <pc:sldLayoutMkLst>
            <pc:docMk/>
            <pc:sldMasterMk cId="471148940" sldId="2147483648"/>
            <pc:sldLayoutMk cId="3174197712" sldId="2147483664"/>
          </pc:sldLayoutMkLst>
          <pc:spChg chg="del">
            <ac:chgData name="우진 김" userId="9d5916cb77183fd7" providerId="LiveId" clId="{F9202396-4282-4284-9302-FA9E27C2F0E1}" dt="2025-07-21T04:35:26.579" v="139" actId="478"/>
            <ac:spMkLst>
              <pc:docMk/>
              <pc:sldMasterMk cId="471148940" sldId="2147483648"/>
              <pc:sldLayoutMk cId="3174197712" sldId="2147483664"/>
              <ac:spMk id="4" creationId="{6DCD0EE9-3FC9-4507-13F5-D8ADD607D486}"/>
            </ac:spMkLst>
          </pc:spChg>
        </pc:sldLayoutChg>
      </pc:sldMasterChg>
    </pc:docChg>
  </pc:docChgLst>
  <pc:docChgLst>
    <pc:chgData name="우진 김" userId="9d5916cb77183fd7" providerId="LiveId" clId="{FDF37458-B840-4E5E-B3AD-909E5C62266E}"/>
    <pc:docChg chg="undo custSel addSld delSld modSld sldOrd modMainMaster addSection modSection">
      <pc:chgData name="우진 김" userId="9d5916cb77183fd7" providerId="LiveId" clId="{FDF37458-B840-4E5E-B3AD-909E5C62266E}" dt="2025-07-22T23:05:06.435" v="5853"/>
      <pc:docMkLst>
        <pc:docMk/>
      </pc:docMkLst>
      <pc:sldChg chg="addSp delSp modSp mod">
        <pc:chgData name="우진 김" userId="9d5916cb77183fd7" providerId="LiveId" clId="{FDF37458-B840-4E5E-B3AD-909E5C62266E}" dt="2025-07-22T22:19:04.693" v="5223" actId="478"/>
        <pc:sldMkLst>
          <pc:docMk/>
          <pc:sldMk cId="2863175468" sldId="378"/>
        </pc:sldMkLst>
        <pc:spChg chg="add mod">
          <ac:chgData name="우진 김" userId="9d5916cb77183fd7" providerId="LiveId" clId="{FDF37458-B840-4E5E-B3AD-909E5C62266E}" dt="2025-07-21T17:05:17.647" v="15" actId="207"/>
          <ac:spMkLst>
            <pc:docMk/>
            <pc:sldMk cId="2863175468" sldId="378"/>
            <ac:spMk id="2" creationId="{546777D8-5616-DA3E-6B4E-8E7F8C42E990}"/>
          </ac:spMkLst>
        </pc:spChg>
        <pc:spChg chg="del">
          <ac:chgData name="우진 김" userId="9d5916cb77183fd7" providerId="LiveId" clId="{FDF37458-B840-4E5E-B3AD-909E5C62266E}" dt="2025-07-22T22:19:04.693" v="5223" actId="478"/>
          <ac:spMkLst>
            <pc:docMk/>
            <pc:sldMk cId="2863175468" sldId="378"/>
            <ac:spMk id="12" creationId="{FCFD0DDC-4721-FA5E-70C3-7EB3BDC73454}"/>
          </ac:spMkLst>
        </pc:spChg>
        <pc:spChg chg="del">
          <ac:chgData name="우진 김" userId="9d5916cb77183fd7" providerId="LiveId" clId="{FDF37458-B840-4E5E-B3AD-909E5C62266E}" dt="2025-07-22T22:19:04.693" v="5223" actId="478"/>
          <ac:spMkLst>
            <pc:docMk/>
            <pc:sldMk cId="2863175468" sldId="378"/>
            <ac:spMk id="19" creationId="{E5123B24-7C42-B05B-FF6A-E8D9EEDBA789}"/>
          </ac:spMkLst>
        </pc:spChg>
      </pc:sldChg>
      <pc:sldChg chg="addSp delSp modSp mod">
        <pc:chgData name="우진 김" userId="9d5916cb77183fd7" providerId="LiveId" clId="{FDF37458-B840-4E5E-B3AD-909E5C62266E}" dt="2025-07-21T17:45:34.884" v="209" actId="1076"/>
        <pc:sldMkLst>
          <pc:docMk/>
          <pc:sldMk cId="1280036450" sldId="380"/>
        </pc:sldMkLst>
        <pc:spChg chg="add del">
          <ac:chgData name="우진 김" userId="9d5916cb77183fd7" providerId="LiveId" clId="{FDF37458-B840-4E5E-B3AD-909E5C62266E}" dt="2025-07-21T17:06:55.506" v="17" actId="22"/>
          <ac:spMkLst>
            <pc:docMk/>
            <pc:sldMk cId="1280036450" sldId="380"/>
            <ac:spMk id="4" creationId="{DD59E0AB-DB4F-5008-A149-7FBEBC29FB8B}"/>
          </ac:spMkLst>
        </pc:spChg>
        <pc:spChg chg="add mod">
          <ac:chgData name="우진 김" userId="9d5916cb77183fd7" providerId="LiveId" clId="{FDF37458-B840-4E5E-B3AD-909E5C62266E}" dt="2025-07-21T17:07:55.574" v="22" actId="1076"/>
          <ac:spMkLst>
            <pc:docMk/>
            <pc:sldMk cId="1280036450" sldId="380"/>
            <ac:spMk id="7" creationId="{D76A2539-83FC-A788-EE6B-67FB40DDDC8D}"/>
          </ac:spMkLst>
        </pc:spChg>
        <pc:spChg chg="add del mod">
          <ac:chgData name="우진 김" userId="9d5916cb77183fd7" providerId="LiveId" clId="{FDF37458-B840-4E5E-B3AD-909E5C62266E}" dt="2025-07-21T17:23:57.157" v="35" actId="478"/>
          <ac:spMkLst>
            <pc:docMk/>
            <pc:sldMk cId="1280036450" sldId="380"/>
            <ac:spMk id="9" creationId="{14BD5E50-F906-99F0-8FD2-C5B614B31498}"/>
          </ac:spMkLst>
        </pc:spChg>
        <pc:spChg chg="add mod">
          <ac:chgData name="우진 김" userId="9d5916cb77183fd7" providerId="LiveId" clId="{FDF37458-B840-4E5E-B3AD-909E5C62266E}" dt="2025-07-21T17:34:23.013" v="97" actId="164"/>
          <ac:spMkLst>
            <pc:docMk/>
            <pc:sldMk cId="1280036450" sldId="380"/>
            <ac:spMk id="10" creationId="{4BDA16D6-549F-25E6-8BEA-F4A1D3CC085F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11" creationId="{7881539E-B588-47C2-6BC7-5289A0DCFF21}"/>
          </ac:spMkLst>
        </pc:spChg>
        <pc:spChg chg="add mod">
          <ac:chgData name="우진 김" userId="9d5916cb77183fd7" providerId="LiveId" clId="{FDF37458-B840-4E5E-B3AD-909E5C62266E}" dt="2025-07-21T17:34:25.886" v="98" actId="164"/>
          <ac:spMkLst>
            <pc:docMk/>
            <pc:sldMk cId="1280036450" sldId="380"/>
            <ac:spMk id="12" creationId="{54BF1B5E-6C0E-5466-132B-43970D2BCAC0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14" creationId="{155544FD-7ADD-B558-6710-F5138A1251CB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16" creationId="{8A0B85B8-F249-343E-A2B4-B5C9BB6B7AB8}"/>
          </ac:spMkLst>
        </pc:spChg>
        <pc:spChg chg="add mod">
          <ac:chgData name="우진 김" userId="9d5916cb77183fd7" providerId="LiveId" clId="{FDF37458-B840-4E5E-B3AD-909E5C62266E}" dt="2025-07-21T17:34:19.631" v="96" actId="164"/>
          <ac:spMkLst>
            <pc:docMk/>
            <pc:sldMk cId="1280036450" sldId="380"/>
            <ac:spMk id="17" creationId="{8B4507AD-C606-9D71-6B15-589FB140C9D9}"/>
          </ac:spMkLst>
        </pc:spChg>
        <pc:spChg chg="add del mod">
          <ac:chgData name="우진 김" userId="9d5916cb77183fd7" providerId="LiveId" clId="{FDF37458-B840-4E5E-B3AD-909E5C62266E}" dt="2025-07-21T17:26:49.114" v="62" actId="478"/>
          <ac:spMkLst>
            <pc:docMk/>
            <pc:sldMk cId="1280036450" sldId="380"/>
            <ac:spMk id="18" creationId="{491E0243-64B1-3E53-1FB7-05F7B15B2760}"/>
          </ac:spMkLst>
        </pc:spChg>
        <pc:spChg chg="add del">
          <ac:chgData name="우진 김" userId="9d5916cb77183fd7" providerId="LiveId" clId="{FDF37458-B840-4E5E-B3AD-909E5C62266E}" dt="2025-07-21T17:28:33.234" v="64" actId="478"/>
          <ac:spMkLst>
            <pc:docMk/>
            <pc:sldMk cId="1280036450" sldId="380"/>
            <ac:spMk id="19" creationId="{7AC12641-B333-0371-9E1A-B1A83B63F332}"/>
          </ac:spMkLst>
        </pc:spChg>
        <pc:spChg chg="add del mod">
          <ac:chgData name="우진 김" userId="9d5916cb77183fd7" providerId="LiveId" clId="{FDF37458-B840-4E5E-B3AD-909E5C62266E}" dt="2025-07-21T17:31:45.849" v="84" actId="478"/>
          <ac:spMkLst>
            <pc:docMk/>
            <pc:sldMk cId="1280036450" sldId="380"/>
            <ac:spMk id="20" creationId="{B39992A5-9249-1A19-E4B8-00ADFDD21C18}"/>
          </ac:spMkLst>
        </pc:spChg>
        <pc:spChg chg="add mod">
          <ac:chgData name="우진 김" userId="9d5916cb77183fd7" providerId="LiveId" clId="{FDF37458-B840-4E5E-B3AD-909E5C62266E}" dt="2025-07-21T17:34:23.013" v="97" actId="164"/>
          <ac:spMkLst>
            <pc:docMk/>
            <pc:sldMk cId="1280036450" sldId="380"/>
            <ac:spMk id="23" creationId="{EC34E81A-BEEE-2882-6D63-F72B525BD310}"/>
          </ac:spMkLst>
        </pc:spChg>
        <pc:spChg chg="add del">
          <ac:chgData name="우진 김" userId="9d5916cb77183fd7" providerId="LiveId" clId="{FDF37458-B840-4E5E-B3AD-909E5C62266E}" dt="2025-07-21T17:30:55.981" v="78" actId="478"/>
          <ac:spMkLst>
            <pc:docMk/>
            <pc:sldMk cId="1280036450" sldId="380"/>
            <ac:spMk id="24" creationId="{404C9BF9-4867-622B-B1AE-DF73756968A1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25" creationId="{55080556-4910-34E3-DB88-453B62B64E4C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26" creationId="{48116B8F-A749-630A-1AC2-52C186750D1B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27" creationId="{1B7C701C-8DFC-6392-4D64-FE158904071B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28" creationId="{835E92B4-FCE4-8F05-52C7-D26FADA28C54}"/>
          </ac:spMkLst>
        </pc:spChg>
        <pc:spChg chg="add mod">
          <ac:chgData name="우진 김" userId="9d5916cb77183fd7" providerId="LiveId" clId="{FDF37458-B840-4E5E-B3AD-909E5C62266E}" dt="2025-07-21T17:34:19.631" v="96" actId="164"/>
          <ac:spMkLst>
            <pc:docMk/>
            <pc:sldMk cId="1280036450" sldId="380"/>
            <ac:spMk id="29" creationId="{C3F84D59-DDC5-A674-E4B7-7CED55AE16F7}"/>
          </ac:spMkLst>
        </pc:spChg>
        <pc:spChg chg="add mod">
          <ac:chgData name="우진 김" userId="9d5916cb77183fd7" providerId="LiveId" clId="{FDF37458-B840-4E5E-B3AD-909E5C62266E}" dt="2025-07-21T17:40:57.322" v="119" actId="1076"/>
          <ac:spMkLst>
            <pc:docMk/>
            <pc:sldMk cId="1280036450" sldId="380"/>
            <ac:spMk id="36" creationId="{65CDCD3E-2C1D-8928-7971-ADF87A95B39F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37" creationId="{34AD9416-8CAD-5E56-3E7C-3F042EE54B35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38" creationId="{BA03FECB-E4D9-B348-26FE-57CA7FCAD47F}"/>
          </ac:spMkLst>
        </pc:spChg>
        <pc:spChg chg="add mod">
          <ac:chgData name="우진 김" userId="9d5916cb77183fd7" providerId="LiveId" clId="{FDF37458-B840-4E5E-B3AD-909E5C62266E}" dt="2025-07-21T17:41:16.011" v="130" actId="1076"/>
          <ac:spMkLst>
            <pc:docMk/>
            <pc:sldMk cId="1280036450" sldId="380"/>
            <ac:spMk id="39" creationId="{6CBF134B-A7AC-2F12-2E78-0A764BF405C4}"/>
          </ac:spMkLst>
        </pc:spChg>
        <pc:spChg chg="add mod">
          <ac:chgData name="우진 김" userId="9d5916cb77183fd7" providerId="LiveId" clId="{FDF37458-B840-4E5E-B3AD-909E5C62266E}" dt="2025-07-21T17:41:28.153" v="137" actId="1076"/>
          <ac:spMkLst>
            <pc:docMk/>
            <pc:sldMk cId="1280036450" sldId="380"/>
            <ac:spMk id="40" creationId="{2713956F-91FC-2771-C05D-1BE87F360D13}"/>
          </ac:spMkLst>
        </pc:spChg>
        <pc:spChg chg="add mod">
          <ac:chgData name="우진 김" userId="9d5916cb77183fd7" providerId="LiveId" clId="{FDF37458-B840-4E5E-B3AD-909E5C62266E}" dt="2025-07-21T17:45:34.884" v="209" actId="1076"/>
          <ac:spMkLst>
            <pc:docMk/>
            <pc:sldMk cId="1280036450" sldId="380"/>
            <ac:spMk id="41" creationId="{B305B751-D913-7529-ACDB-33DA7AFC8B52}"/>
          </ac:spMkLst>
        </pc:spChg>
        <pc:spChg chg="add">
          <ac:chgData name="우진 김" userId="9d5916cb77183fd7" providerId="LiveId" clId="{FDF37458-B840-4E5E-B3AD-909E5C62266E}" dt="2025-07-21T17:41:50.572" v="145"/>
          <ac:spMkLst>
            <pc:docMk/>
            <pc:sldMk cId="1280036450" sldId="380"/>
            <ac:spMk id="42" creationId="{D090C7D4-7ED5-E820-554D-C6F0052A62A2}"/>
          </ac:spMkLst>
        </pc:spChg>
        <pc:spChg chg="add mod">
          <ac:chgData name="우진 김" userId="9d5916cb77183fd7" providerId="LiveId" clId="{FDF37458-B840-4E5E-B3AD-909E5C62266E}" dt="2025-07-21T17:44:37.221" v="201" actId="1076"/>
          <ac:spMkLst>
            <pc:docMk/>
            <pc:sldMk cId="1280036450" sldId="380"/>
            <ac:spMk id="47" creationId="{C44EF4D9-498A-41C8-2D70-FE46C2CB6FE8}"/>
          </ac:spMkLst>
        </pc:spChg>
        <pc:grpChg chg="add mod">
          <ac:chgData name="우진 김" userId="9d5916cb77183fd7" providerId="LiveId" clId="{FDF37458-B840-4E5E-B3AD-909E5C62266E}" dt="2025-07-21T17:40:57.322" v="119" actId="1076"/>
          <ac:grpSpMkLst>
            <pc:docMk/>
            <pc:sldMk cId="1280036450" sldId="380"/>
            <ac:grpSpMk id="30" creationId="{F03F411A-1C38-4340-0E4D-504AC04CA262}"/>
          </ac:grpSpMkLst>
        </pc:grpChg>
        <pc:grpChg chg="add mod">
          <ac:chgData name="우진 김" userId="9d5916cb77183fd7" providerId="LiveId" clId="{FDF37458-B840-4E5E-B3AD-909E5C62266E}" dt="2025-07-21T17:40:57.322" v="119" actId="1076"/>
          <ac:grpSpMkLst>
            <pc:docMk/>
            <pc:sldMk cId="1280036450" sldId="380"/>
            <ac:grpSpMk id="31" creationId="{6CF377E0-A8CA-ABEF-0AE5-742A32326D5B}"/>
          </ac:grpSpMkLst>
        </pc:grpChg>
        <pc:grpChg chg="add mod">
          <ac:chgData name="우진 김" userId="9d5916cb77183fd7" providerId="LiveId" clId="{FDF37458-B840-4E5E-B3AD-909E5C62266E}" dt="2025-07-21T17:40:57.322" v="119" actId="1076"/>
          <ac:grpSpMkLst>
            <pc:docMk/>
            <pc:sldMk cId="1280036450" sldId="380"/>
            <ac:grpSpMk id="32" creationId="{1A8D442D-F3BB-73C9-8C45-E25E116944CA}"/>
          </ac:grpSpMkLst>
        </pc:grpChg>
        <pc:grpChg chg="add mod">
          <ac:chgData name="우진 김" userId="9d5916cb77183fd7" providerId="LiveId" clId="{FDF37458-B840-4E5E-B3AD-909E5C62266E}" dt="2025-07-21T17:40:57.322" v="119" actId="1076"/>
          <ac:grpSpMkLst>
            <pc:docMk/>
            <pc:sldMk cId="1280036450" sldId="380"/>
            <ac:grpSpMk id="33" creationId="{C34A1A37-DB46-D4F0-BE99-AE8F060032AA}"/>
          </ac:grpSpMkLst>
        </pc:grpChg>
        <pc:grpChg chg="add mod">
          <ac:chgData name="우진 김" userId="9d5916cb77183fd7" providerId="LiveId" clId="{FDF37458-B840-4E5E-B3AD-909E5C62266E}" dt="2025-07-21T17:40:57.322" v="119" actId="1076"/>
          <ac:grpSpMkLst>
            <pc:docMk/>
            <pc:sldMk cId="1280036450" sldId="380"/>
            <ac:grpSpMk id="34" creationId="{53863578-BB9D-69AF-10F9-125C1A4B3C08}"/>
          </ac:grpSpMkLst>
        </pc:grpChg>
        <pc:grpChg chg="add mod">
          <ac:chgData name="우진 김" userId="9d5916cb77183fd7" providerId="LiveId" clId="{FDF37458-B840-4E5E-B3AD-909E5C62266E}" dt="2025-07-21T17:40:57.322" v="119" actId="1076"/>
          <ac:grpSpMkLst>
            <pc:docMk/>
            <pc:sldMk cId="1280036450" sldId="380"/>
            <ac:grpSpMk id="35" creationId="{8FBFFF92-9408-616F-E263-A3D28D5E4BA5}"/>
          </ac:grpSpMkLst>
        </pc:grpChg>
        <pc:picChg chg="add mod">
          <ac:chgData name="우진 김" userId="9d5916cb77183fd7" providerId="LiveId" clId="{FDF37458-B840-4E5E-B3AD-909E5C62266E}" dt="2025-07-21T17:41:56.069" v="148" actId="1076"/>
          <ac:picMkLst>
            <pc:docMk/>
            <pc:sldMk cId="1280036450" sldId="380"/>
            <ac:picMk id="43" creationId="{FD38B7E4-03BC-AFE8-9F5B-FE8D9977DE27}"/>
          </ac:picMkLst>
        </pc:picChg>
        <pc:picChg chg="add mod">
          <ac:chgData name="우진 김" userId="9d5916cb77183fd7" providerId="LiveId" clId="{FDF37458-B840-4E5E-B3AD-909E5C62266E}" dt="2025-07-21T17:42:42.180" v="160" actId="1076"/>
          <ac:picMkLst>
            <pc:docMk/>
            <pc:sldMk cId="1280036450" sldId="380"/>
            <ac:picMk id="1028" creationId="{B0A971A5-B776-076D-4968-20ECC5DF8265}"/>
          </ac:picMkLst>
        </pc:picChg>
        <pc:cxnChg chg="add del">
          <ac:chgData name="우진 김" userId="9d5916cb77183fd7" providerId="LiveId" clId="{FDF37458-B840-4E5E-B3AD-909E5C62266E}" dt="2025-07-21T17:29:34.530" v="69" actId="11529"/>
          <ac:cxnSpMkLst>
            <pc:docMk/>
            <pc:sldMk cId="1280036450" sldId="380"/>
            <ac:cxnSpMk id="22" creationId="{B2DC0536-3503-4FAD-FD16-2559A7804E70}"/>
          </ac:cxnSpMkLst>
        </pc:cxnChg>
        <pc:cxnChg chg="add del">
          <ac:chgData name="우진 김" userId="9d5916cb77183fd7" providerId="LiveId" clId="{FDF37458-B840-4E5E-B3AD-909E5C62266E}" dt="2025-07-21T17:45:13.024" v="204" actId="478"/>
          <ac:cxnSpMkLst>
            <pc:docMk/>
            <pc:sldMk cId="1280036450" sldId="380"/>
            <ac:cxnSpMk id="45" creationId="{242EA964-3260-3B29-7509-784385A1A884}"/>
          </ac:cxnSpMkLst>
        </pc:cxnChg>
        <pc:cxnChg chg="add del mod">
          <ac:chgData name="우진 김" userId="9d5916cb77183fd7" providerId="LiveId" clId="{FDF37458-B840-4E5E-B3AD-909E5C62266E}" dt="2025-07-21T17:45:13.992" v="205" actId="478"/>
          <ac:cxnSpMkLst>
            <pc:docMk/>
            <pc:sldMk cId="1280036450" sldId="380"/>
            <ac:cxnSpMk id="46" creationId="{B9F015D6-6045-0221-F699-E0E7456B5481}"/>
          </ac:cxnSpMkLst>
        </pc:cxnChg>
        <pc:cxnChg chg="add del">
          <ac:chgData name="우진 김" userId="9d5916cb77183fd7" providerId="LiveId" clId="{FDF37458-B840-4E5E-B3AD-909E5C62266E}" dt="2025-07-21T17:45:07.872" v="203" actId="478"/>
          <ac:cxnSpMkLst>
            <pc:docMk/>
            <pc:sldMk cId="1280036450" sldId="380"/>
            <ac:cxnSpMk id="49" creationId="{A071C65B-C44E-A44E-8AEB-A64A6DD6D5C1}"/>
          </ac:cxnSpMkLst>
        </pc:cxnChg>
        <pc:cxnChg chg="add">
          <ac:chgData name="우진 김" userId="9d5916cb77183fd7" providerId="LiveId" clId="{FDF37458-B840-4E5E-B3AD-909E5C62266E}" dt="2025-07-21T17:45:24.495" v="206" actId="11529"/>
          <ac:cxnSpMkLst>
            <pc:docMk/>
            <pc:sldMk cId="1280036450" sldId="380"/>
            <ac:cxnSpMk id="51" creationId="{0F52E49E-E900-DA74-B4DF-80506C4784B5}"/>
          </ac:cxnSpMkLst>
        </pc:cxnChg>
        <pc:cxnChg chg="add mod">
          <ac:chgData name="우진 김" userId="9d5916cb77183fd7" providerId="LiveId" clId="{FDF37458-B840-4E5E-B3AD-909E5C62266E}" dt="2025-07-21T17:45:29.098" v="208" actId="1076"/>
          <ac:cxnSpMkLst>
            <pc:docMk/>
            <pc:sldMk cId="1280036450" sldId="380"/>
            <ac:cxnSpMk id="52" creationId="{8ED6B29B-8BB7-2DF5-B5A0-F6746DBA655F}"/>
          </ac:cxnSpMkLst>
        </pc:cxnChg>
      </pc:sldChg>
      <pc:sldChg chg="addSp delSp modSp mod modAnim">
        <pc:chgData name="우진 김" userId="9d5916cb77183fd7" providerId="LiveId" clId="{FDF37458-B840-4E5E-B3AD-909E5C62266E}" dt="2025-07-21T18:29:36.511" v="665"/>
        <pc:sldMkLst>
          <pc:docMk/>
          <pc:sldMk cId="2969185520" sldId="381"/>
        </pc:sldMkLst>
        <pc:spChg chg="mod">
          <ac:chgData name="우진 김" userId="9d5916cb77183fd7" providerId="LiveId" clId="{FDF37458-B840-4E5E-B3AD-909E5C62266E}" dt="2025-07-21T18:28:27.583" v="652" actId="164"/>
          <ac:spMkLst>
            <pc:docMk/>
            <pc:sldMk cId="2969185520" sldId="381"/>
            <ac:spMk id="3" creationId="{9AD5665B-DC1D-1C08-78BC-B10C9A491C1A}"/>
          </ac:spMkLst>
        </pc:spChg>
        <pc:spChg chg="add mod">
          <ac:chgData name="우진 김" userId="9d5916cb77183fd7" providerId="LiveId" clId="{FDF37458-B840-4E5E-B3AD-909E5C62266E}" dt="2025-07-21T17:57:02.656" v="252" actId="20577"/>
          <ac:spMkLst>
            <pc:docMk/>
            <pc:sldMk cId="2969185520" sldId="381"/>
            <ac:spMk id="9" creationId="{A168971C-DDF2-6EE0-1BF7-6106E9FB26AC}"/>
          </ac:spMkLst>
        </pc:spChg>
        <pc:spChg chg="add">
          <ac:chgData name="우진 김" userId="9d5916cb77183fd7" providerId="LiveId" clId="{FDF37458-B840-4E5E-B3AD-909E5C62266E}" dt="2025-07-21T17:56:29.402" v="224"/>
          <ac:spMkLst>
            <pc:docMk/>
            <pc:sldMk cId="2969185520" sldId="381"/>
            <ac:spMk id="10" creationId="{38D2F087-C1C1-DA8A-9DF9-0DE13B11A2A0}"/>
          </ac:spMkLst>
        </pc:spChg>
        <pc:spChg chg="add">
          <ac:chgData name="우진 김" userId="9d5916cb77183fd7" providerId="LiveId" clId="{FDF37458-B840-4E5E-B3AD-909E5C62266E}" dt="2025-07-21T17:56:32.556" v="225"/>
          <ac:spMkLst>
            <pc:docMk/>
            <pc:sldMk cId="2969185520" sldId="381"/>
            <ac:spMk id="11" creationId="{6D7CE1DE-7D05-40F0-9BAB-62BE562B4C97}"/>
          </ac:spMkLst>
        </pc:spChg>
        <pc:spChg chg="add mod">
          <ac:chgData name="우진 김" userId="9d5916cb77183fd7" providerId="LiveId" clId="{FDF37458-B840-4E5E-B3AD-909E5C62266E}" dt="2025-07-21T18:28:32.350" v="653" actId="164"/>
          <ac:spMkLst>
            <pc:docMk/>
            <pc:sldMk cId="2969185520" sldId="381"/>
            <ac:spMk id="12" creationId="{B1D1DA9B-2894-B69B-E46D-A3C0AB438F20}"/>
          </ac:spMkLst>
        </pc:spChg>
        <pc:spChg chg="add mod">
          <ac:chgData name="우진 김" userId="9d5916cb77183fd7" providerId="LiveId" clId="{FDF37458-B840-4E5E-B3AD-909E5C62266E}" dt="2025-07-21T18:28:32.350" v="653" actId="164"/>
          <ac:spMkLst>
            <pc:docMk/>
            <pc:sldMk cId="2969185520" sldId="381"/>
            <ac:spMk id="14" creationId="{474EAA7A-2288-8326-EB58-69BC8F0D44BF}"/>
          </ac:spMkLst>
        </pc:spChg>
        <pc:spChg chg="mod">
          <ac:chgData name="우진 김" userId="9d5916cb77183fd7" providerId="LiveId" clId="{FDF37458-B840-4E5E-B3AD-909E5C62266E}" dt="2025-07-21T18:28:32.350" v="653" actId="164"/>
          <ac:spMkLst>
            <pc:docMk/>
            <pc:sldMk cId="2969185520" sldId="381"/>
            <ac:spMk id="15" creationId="{7C3A9829-5C48-E50D-C796-8C8D16F7D4F4}"/>
          </ac:spMkLst>
        </pc:spChg>
        <pc:spChg chg="add mod">
          <ac:chgData name="우진 김" userId="9d5916cb77183fd7" providerId="LiveId" clId="{FDF37458-B840-4E5E-B3AD-909E5C62266E}" dt="2025-07-21T18:28:27.583" v="652" actId="164"/>
          <ac:spMkLst>
            <pc:docMk/>
            <pc:sldMk cId="2969185520" sldId="381"/>
            <ac:spMk id="20" creationId="{10B964DD-2992-3F8D-BE73-04253FD4D1ED}"/>
          </ac:spMkLst>
        </pc:spChg>
        <pc:spChg chg="add mod">
          <ac:chgData name="우진 김" userId="9d5916cb77183fd7" providerId="LiveId" clId="{FDF37458-B840-4E5E-B3AD-909E5C62266E}" dt="2025-07-21T18:28:27.583" v="652" actId="164"/>
          <ac:spMkLst>
            <pc:docMk/>
            <pc:sldMk cId="2969185520" sldId="381"/>
            <ac:spMk id="21" creationId="{CD48CDB0-11FF-7821-35D7-4126FC8EB926}"/>
          </ac:spMkLst>
        </pc:spChg>
        <pc:spChg chg="add mod">
          <ac:chgData name="우진 김" userId="9d5916cb77183fd7" providerId="LiveId" clId="{FDF37458-B840-4E5E-B3AD-909E5C62266E}" dt="2025-07-21T18:28:27.583" v="652" actId="164"/>
          <ac:spMkLst>
            <pc:docMk/>
            <pc:sldMk cId="2969185520" sldId="381"/>
            <ac:spMk id="22" creationId="{BC94CAAA-A210-BF5D-B4B1-98D9F3BDDB70}"/>
          </ac:spMkLst>
        </pc:spChg>
        <pc:grpChg chg="add mod">
          <ac:chgData name="우진 김" userId="9d5916cb77183fd7" providerId="LiveId" clId="{FDF37458-B840-4E5E-B3AD-909E5C62266E}" dt="2025-07-21T18:28:27.583" v="652" actId="164"/>
          <ac:grpSpMkLst>
            <pc:docMk/>
            <pc:sldMk cId="2969185520" sldId="381"/>
            <ac:grpSpMk id="26" creationId="{8CE87BDB-52E5-DDC1-71DD-63786CA6835C}"/>
          </ac:grpSpMkLst>
        </pc:grpChg>
        <pc:grpChg chg="add mod">
          <ac:chgData name="우진 김" userId="9d5916cb77183fd7" providerId="LiveId" clId="{FDF37458-B840-4E5E-B3AD-909E5C62266E}" dt="2025-07-21T18:28:32.350" v="653" actId="164"/>
          <ac:grpSpMkLst>
            <pc:docMk/>
            <pc:sldMk cId="2969185520" sldId="381"/>
            <ac:grpSpMk id="27" creationId="{6CC64874-F783-E589-106E-8902C60A1544}"/>
          </ac:grpSpMkLst>
        </pc:grpChg>
        <pc:picChg chg="add mod">
          <ac:chgData name="우진 김" userId="9d5916cb77183fd7" providerId="LiveId" clId="{FDF37458-B840-4E5E-B3AD-909E5C62266E}" dt="2025-07-21T18:28:32.350" v="653" actId="164"/>
          <ac:picMkLst>
            <pc:docMk/>
            <pc:sldMk cId="2969185520" sldId="381"/>
            <ac:picMk id="6" creationId="{91FC04DD-8B5B-E8FC-8F82-286249777F78}"/>
          </ac:picMkLst>
        </pc:picChg>
        <pc:picChg chg="add mod">
          <ac:chgData name="우진 김" userId="9d5916cb77183fd7" providerId="LiveId" clId="{FDF37458-B840-4E5E-B3AD-909E5C62266E}" dt="2025-07-21T18:28:27.583" v="652" actId="164"/>
          <ac:picMkLst>
            <pc:docMk/>
            <pc:sldMk cId="2969185520" sldId="381"/>
            <ac:picMk id="8" creationId="{03A47671-BF5E-0526-9C77-46D6183893CE}"/>
          </ac:picMkLst>
        </pc:picChg>
        <pc:cxnChg chg="add mod">
          <ac:chgData name="우진 김" userId="9d5916cb77183fd7" providerId="LiveId" clId="{FDF37458-B840-4E5E-B3AD-909E5C62266E}" dt="2025-07-21T18:28:32.350" v="653" actId="164"/>
          <ac:cxnSpMkLst>
            <pc:docMk/>
            <pc:sldMk cId="2969185520" sldId="381"/>
            <ac:cxnSpMk id="17" creationId="{4B47F0D3-9D71-0DCF-58B6-7B39E3373720}"/>
          </ac:cxnSpMkLst>
        </pc:cxnChg>
        <pc:cxnChg chg="add del mod">
          <ac:chgData name="우진 김" userId="9d5916cb77183fd7" providerId="LiveId" clId="{FDF37458-B840-4E5E-B3AD-909E5C62266E}" dt="2025-07-21T18:04:04.930" v="326" actId="478"/>
          <ac:cxnSpMkLst>
            <pc:docMk/>
            <pc:sldMk cId="2969185520" sldId="381"/>
            <ac:cxnSpMk id="19" creationId="{F051932E-3E78-E95B-0520-1B22C307C228}"/>
          </ac:cxnSpMkLst>
        </pc:cxnChg>
        <pc:cxnChg chg="add mod">
          <ac:chgData name="우진 김" userId="9d5916cb77183fd7" providerId="LiveId" clId="{FDF37458-B840-4E5E-B3AD-909E5C62266E}" dt="2025-07-21T18:28:27.583" v="652" actId="164"/>
          <ac:cxnSpMkLst>
            <pc:docMk/>
            <pc:sldMk cId="2969185520" sldId="381"/>
            <ac:cxnSpMk id="23" creationId="{9900CFCF-3CEA-2303-A02F-5AF1CF41335F}"/>
          </ac:cxnSpMkLst>
        </pc:cxnChg>
        <pc:cxnChg chg="add mod">
          <ac:chgData name="우진 김" userId="9d5916cb77183fd7" providerId="LiveId" clId="{FDF37458-B840-4E5E-B3AD-909E5C62266E}" dt="2025-07-21T18:28:27.583" v="652" actId="164"/>
          <ac:cxnSpMkLst>
            <pc:docMk/>
            <pc:sldMk cId="2969185520" sldId="381"/>
            <ac:cxnSpMk id="24" creationId="{85DA90F5-BC9A-0182-1848-02D9B91ACB8C}"/>
          </ac:cxnSpMkLst>
        </pc:cxnChg>
      </pc:sldChg>
      <pc:sldChg chg="addSp delSp modSp mod modAnim">
        <pc:chgData name="우진 김" userId="9d5916cb77183fd7" providerId="LiveId" clId="{FDF37458-B840-4E5E-B3AD-909E5C62266E}" dt="2025-07-21T18:29:47.144" v="667"/>
        <pc:sldMkLst>
          <pc:docMk/>
          <pc:sldMk cId="2972959314" sldId="382"/>
        </pc:sldMkLst>
        <pc:spChg chg="mod">
          <ac:chgData name="우진 김" userId="9d5916cb77183fd7" providerId="LiveId" clId="{FDF37458-B840-4E5E-B3AD-909E5C62266E}" dt="2025-07-21T18:28:46.185" v="654" actId="164"/>
          <ac:spMkLst>
            <pc:docMk/>
            <pc:sldMk cId="2972959314" sldId="382"/>
            <ac:spMk id="3" creationId="{42BC9E40-19D8-647B-4522-9A1300F36F2E}"/>
          </ac:spMkLst>
        </pc:spChg>
        <pc:spChg chg="add mod">
          <ac:chgData name="우진 김" userId="9d5916cb77183fd7" providerId="LiveId" clId="{FDF37458-B840-4E5E-B3AD-909E5C62266E}" dt="2025-07-21T18:28:55.889" v="655" actId="164"/>
          <ac:spMkLst>
            <pc:docMk/>
            <pc:sldMk cId="2972959314" sldId="382"/>
            <ac:spMk id="4" creationId="{2F5F8A64-E288-B490-4ACE-CF2EB9AD118B}"/>
          </ac:spMkLst>
        </pc:spChg>
        <pc:spChg chg="add mod">
          <ac:chgData name="우진 김" userId="9d5916cb77183fd7" providerId="LiveId" clId="{FDF37458-B840-4E5E-B3AD-909E5C62266E}" dt="2025-07-21T18:28:55.889" v="655" actId="164"/>
          <ac:spMkLst>
            <pc:docMk/>
            <pc:sldMk cId="2972959314" sldId="382"/>
            <ac:spMk id="6" creationId="{7000551F-FC0F-05D1-E751-21240DCD62EB}"/>
          </ac:spMkLst>
        </pc:spChg>
        <pc:spChg chg="add mod">
          <ac:chgData name="우진 김" userId="9d5916cb77183fd7" providerId="LiveId" clId="{FDF37458-B840-4E5E-B3AD-909E5C62266E}" dt="2025-07-21T18:29:02.322" v="656" actId="164"/>
          <ac:spMkLst>
            <pc:docMk/>
            <pc:sldMk cId="2972959314" sldId="382"/>
            <ac:spMk id="7" creationId="{98006EF3-5A29-6C14-B262-8FCB9C1EDB04}"/>
          </ac:spMkLst>
        </pc:spChg>
        <pc:spChg chg="add mod">
          <ac:chgData name="우진 김" userId="9d5916cb77183fd7" providerId="LiveId" clId="{FDF37458-B840-4E5E-B3AD-909E5C62266E}" dt="2025-07-21T18:29:02.322" v="656" actId="164"/>
          <ac:spMkLst>
            <pc:docMk/>
            <pc:sldMk cId="2972959314" sldId="382"/>
            <ac:spMk id="8" creationId="{E9026811-7F77-DA70-CEF5-285B05180149}"/>
          </ac:spMkLst>
        </pc:spChg>
        <pc:spChg chg="add mod">
          <ac:chgData name="우진 김" userId="9d5916cb77183fd7" providerId="LiveId" clId="{FDF37458-B840-4E5E-B3AD-909E5C62266E}" dt="2025-07-21T18:29:02.322" v="656" actId="164"/>
          <ac:spMkLst>
            <pc:docMk/>
            <pc:sldMk cId="2972959314" sldId="382"/>
            <ac:spMk id="11" creationId="{128096D1-57BB-0379-11B2-7075D16F5AAD}"/>
          </ac:spMkLst>
        </pc:spChg>
        <pc:spChg chg="add mod">
          <ac:chgData name="우진 김" userId="9d5916cb77183fd7" providerId="LiveId" clId="{FDF37458-B840-4E5E-B3AD-909E5C62266E}" dt="2025-07-21T18:29:02.322" v="656" actId="164"/>
          <ac:spMkLst>
            <pc:docMk/>
            <pc:sldMk cId="2972959314" sldId="382"/>
            <ac:spMk id="12" creationId="{081BB1A2-CFE3-FA86-C2C8-64ADF1B3F139}"/>
          </ac:spMkLst>
        </pc:spChg>
        <pc:spChg chg="add mod">
          <ac:chgData name="우진 김" userId="9d5916cb77183fd7" providerId="LiveId" clId="{FDF37458-B840-4E5E-B3AD-909E5C62266E}" dt="2025-07-21T18:18:07.107" v="476" actId="20577"/>
          <ac:spMkLst>
            <pc:docMk/>
            <pc:sldMk cId="2972959314" sldId="382"/>
            <ac:spMk id="16" creationId="{43F5C3D1-55FC-368D-216B-68895318E761}"/>
          </ac:spMkLst>
        </pc:spChg>
        <pc:grpChg chg="add mod">
          <ac:chgData name="우진 김" userId="9d5916cb77183fd7" providerId="LiveId" clId="{FDF37458-B840-4E5E-B3AD-909E5C62266E}" dt="2025-07-21T18:28:46.185" v="654" actId="164"/>
          <ac:grpSpMkLst>
            <pc:docMk/>
            <pc:sldMk cId="2972959314" sldId="382"/>
            <ac:grpSpMk id="17" creationId="{F24A7BA3-4D64-C879-8393-EB85FA688457}"/>
          </ac:grpSpMkLst>
        </pc:grpChg>
        <pc:grpChg chg="add mod">
          <ac:chgData name="우진 김" userId="9d5916cb77183fd7" providerId="LiveId" clId="{FDF37458-B840-4E5E-B3AD-909E5C62266E}" dt="2025-07-21T18:28:55.889" v="655" actId="164"/>
          <ac:grpSpMkLst>
            <pc:docMk/>
            <pc:sldMk cId="2972959314" sldId="382"/>
            <ac:grpSpMk id="18" creationId="{9D9F0C02-2949-E028-023A-A1E4784E6683}"/>
          </ac:grpSpMkLst>
        </pc:grpChg>
        <pc:grpChg chg="add mod">
          <ac:chgData name="우진 김" userId="9d5916cb77183fd7" providerId="LiveId" clId="{FDF37458-B840-4E5E-B3AD-909E5C62266E}" dt="2025-07-21T18:29:02.322" v="656" actId="164"/>
          <ac:grpSpMkLst>
            <pc:docMk/>
            <pc:sldMk cId="2972959314" sldId="382"/>
            <ac:grpSpMk id="19" creationId="{16706659-BDB5-8850-A978-E3279BBE235A}"/>
          </ac:grpSpMkLst>
        </pc:grpChg>
        <pc:picChg chg="add mod">
          <ac:chgData name="우진 김" userId="9d5916cb77183fd7" providerId="LiveId" clId="{FDF37458-B840-4E5E-B3AD-909E5C62266E}" dt="2025-07-21T18:28:46.185" v="654" actId="164"/>
          <ac:picMkLst>
            <pc:docMk/>
            <pc:sldMk cId="2972959314" sldId="382"/>
            <ac:picMk id="14" creationId="{D12D852E-3E4E-0A13-691D-D6916001778E}"/>
          </ac:picMkLst>
        </pc:picChg>
        <pc:cxnChg chg="add del">
          <ac:chgData name="우진 김" userId="9d5916cb77183fd7" providerId="LiveId" clId="{FDF37458-B840-4E5E-B3AD-909E5C62266E}" dt="2025-07-21T18:14:22.024" v="402" actId="478"/>
          <ac:cxnSpMkLst>
            <pc:docMk/>
            <pc:sldMk cId="2972959314" sldId="382"/>
            <ac:cxnSpMk id="10" creationId="{3F7D511F-D16E-D397-7AB2-7569923EA8B4}"/>
          </ac:cxnSpMkLst>
        </pc:cxnChg>
      </pc:sldChg>
      <pc:sldChg chg="addSp modSp mod modAnim">
        <pc:chgData name="우진 김" userId="9d5916cb77183fd7" providerId="LiveId" clId="{FDF37458-B840-4E5E-B3AD-909E5C62266E}" dt="2025-07-21T18:29:31.261" v="663"/>
        <pc:sldMkLst>
          <pc:docMk/>
          <pc:sldMk cId="3125816518" sldId="383"/>
        </pc:sldMkLst>
        <pc:spChg chg="add mod">
          <ac:chgData name="우진 김" userId="9d5916cb77183fd7" providerId="LiveId" clId="{FDF37458-B840-4E5E-B3AD-909E5C62266E}" dt="2025-07-21T18:29:14.437" v="658" actId="164"/>
          <ac:spMkLst>
            <pc:docMk/>
            <pc:sldMk cId="3125816518" sldId="383"/>
            <ac:spMk id="3" creationId="{D12DE6B2-B028-5166-37A7-77D80E75130E}"/>
          </ac:spMkLst>
        </pc:spChg>
        <pc:spChg chg="add mod">
          <ac:chgData name="우진 김" userId="9d5916cb77183fd7" providerId="LiveId" clId="{FDF37458-B840-4E5E-B3AD-909E5C62266E}" dt="2025-07-21T18:29:09.797" v="657" actId="164"/>
          <ac:spMkLst>
            <pc:docMk/>
            <pc:sldMk cId="3125816518" sldId="383"/>
            <ac:spMk id="4" creationId="{FA3C4DD1-FBD3-C4C0-94F8-F5C3C143DA49}"/>
          </ac:spMkLst>
        </pc:spChg>
        <pc:spChg chg="add mod">
          <ac:chgData name="우진 김" userId="9d5916cb77183fd7" providerId="LiveId" clId="{FDF37458-B840-4E5E-B3AD-909E5C62266E}" dt="2025-07-21T18:29:19.201" v="659" actId="164"/>
          <ac:spMkLst>
            <pc:docMk/>
            <pc:sldMk cId="3125816518" sldId="383"/>
            <ac:spMk id="6" creationId="{BCD3D6A3-712B-FBB1-BE5F-2226ED04A450}"/>
          </ac:spMkLst>
        </pc:spChg>
        <pc:spChg chg="add mod">
          <ac:chgData name="우진 김" userId="9d5916cb77183fd7" providerId="LiveId" clId="{FDF37458-B840-4E5E-B3AD-909E5C62266E}" dt="2025-07-21T18:29:19.201" v="659" actId="164"/>
          <ac:spMkLst>
            <pc:docMk/>
            <pc:sldMk cId="3125816518" sldId="383"/>
            <ac:spMk id="7" creationId="{BFC8768D-61BC-6BDD-DF65-E2AF7B586DEF}"/>
          </ac:spMkLst>
        </pc:spChg>
        <pc:spChg chg="add mod">
          <ac:chgData name="우진 김" userId="9d5916cb77183fd7" providerId="LiveId" clId="{FDF37458-B840-4E5E-B3AD-909E5C62266E}" dt="2025-07-21T18:29:19.201" v="659" actId="164"/>
          <ac:spMkLst>
            <pc:docMk/>
            <pc:sldMk cId="3125816518" sldId="383"/>
            <ac:spMk id="10" creationId="{15282FD4-5F74-6D0E-A26D-277D87F9E89E}"/>
          </ac:spMkLst>
        </pc:spChg>
        <pc:spChg chg="add mod">
          <ac:chgData name="우진 김" userId="9d5916cb77183fd7" providerId="LiveId" clId="{FDF37458-B840-4E5E-B3AD-909E5C62266E}" dt="2025-07-21T18:29:14.437" v="658" actId="164"/>
          <ac:spMkLst>
            <pc:docMk/>
            <pc:sldMk cId="3125816518" sldId="383"/>
            <ac:spMk id="11" creationId="{FBDF732A-65D0-9079-73E1-3314DB03490A}"/>
          </ac:spMkLst>
        </pc:spChg>
        <pc:spChg chg="add mod">
          <ac:chgData name="우진 김" userId="9d5916cb77183fd7" providerId="LiveId" clId="{FDF37458-B840-4E5E-B3AD-909E5C62266E}" dt="2025-07-21T18:29:14.437" v="658" actId="164"/>
          <ac:spMkLst>
            <pc:docMk/>
            <pc:sldMk cId="3125816518" sldId="383"/>
            <ac:spMk id="12" creationId="{F8E536B0-7C7A-74C9-E3BB-1B2133C96FA4}"/>
          </ac:spMkLst>
        </pc:spChg>
        <pc:spChg chg="add mod">
          <ac:chgData name="우진 김" userId="9d5916cb77183fd7" providerId="LiveId" clId="{FDF37458-B840-4E5E-B3AD-909E5C62266E}" dt="2025-07-21T18:29:09.797" v="657" actId="164"/>
          <ac:spMkLst>
            <pc:docMk/>
            <pc:sldMk cId="3125816518" sldId="383"/>
            <ac:spMk id="16" creationId="{22078835-A1F2-F67A-A4F4-3C1D81A5EBF8}"/>
          </ac:spMkLst>
        </pc:spChg>
        <pc:spChg chg="add mod">
          <ac:chgData name="우진 김" userId="9d5916cb77183fd7" providerId="LiveId" clId="{FDF37458-B840-4E5E-B3AD-909E5C62266E}" dt="2025-07-21T18:29:09.797" v="657" actId="164"/>
          <ac:spMkLst>
            <pc:docMk/>
            <pc:sldMk cId="3125816518" sldId="383"/>
            <ac:spMk id="17" creationId="{D2BC9A38-86FE-DE45-FB16-652544135947}"/>
          </ac:spMkLst>
        </pc:spChg>
        <pc:grpChg chg="add mod">
          <ac:chgData name="우진 김" userId="9d5916cb77183fd7" providerId="LiveId" clId="{FDF37458-B840-4E5E-B3AD-909E5C62266E}" dt="2025-07-21T18:29:09.797" v="657" actId="164"/>
          <ac:grpSpMkLst>
            <pc:docMk/>
            <pc:sldMk cId="3125816518" sldId="383"/>
            <ac:grpSpMk id="18" creationId="{88355120-2E77-545A-52E0-41D9F837D7AA}"/>
          </ac:grpSpMkLst>
        </pc:grpChg>
        <pc:grpChg chg="add mod">
          <ac:chgData name="우진 김" userId="9d5916cb77183fd7" providerId="LiveId" clId="{FDF37458-B840-4E5E-B3AD-909E5C62266E}" dt="2025-07-21T18:29:14.437" v="658" actId="164"/>
          <ac:grpSpMkLst>
            <pc:docMk/>
            <pc:sldMk cId="3125816518" sldId="383"/>
            <ac:grpSpMk id="19" creationId="{46B263D8-D773-F58D-A469-D500B2B6F158}"/>
          </ac:grpSpMkLst>
        </pc:grpChg>
        <pc:grpChg chg="add mod">
          <ac:chgData name="우진 김" userId="9d5916cb77183fd7" providerId="LiveId" clId="{FDF37458-B840-4E5E-B3AD-909E5C62266E}" dt="2025-07-21T18:29:19.201" v="659" actId="164"/>
          <ac:grpSpMkLst>
            <pc:docMk/>
            <pc:sldMk cId="3125816518" sldId="383"/>
            <ac:grpSpMk id="20" creationId="{A029BA52-1752-CCFE-7A30-2F98C20DF029}"/>
          </ac:grpSpMkLst>
        </pc:grpChg>
        <pc:cxnChg chg="add mod">
          <ac:chgData name="우진 김" userId="9d5916cb77183fd7" providerId="LiveId" clId="{FDF37458-B840-4E5E-B3AD-909E5C62266E}" dt="2025-07-21T18:29:19.201" v="659" actId="164"/>
          <ac:cxnSpMkLst>
            <pc:docMk/>
            <pc:sldMk cId="3125816518" sldId="383"/>
            <ac:cxnSpMk id="9" creationId="{30835D11-C1FD-DDA1-4F3D-03BE80598D35}"/>
          </ac:cxnSpMkLst>
        </pc:cxnChg>
        <pc:cxnChg chg="add mod">
          <ac:chgData name="우진 김" userId="9d5916cb77183fd7" providerId="LiveId" clId="{FDF37458-B840-4E5E-B3AD-909E5C62266E}" dt="2025-07-21T18:29:14.437" v="658" actId="164"/>
          <ac:cxnSpMkLst>
            <pc:docMk/>
            <pc:sldMk cId="3125816518" sldId="383"/>
            <ac:cxnSpMk id="14" creationId="{968DCCDB-83E2-C838-04E8-97B9CDD57772}"/>
          </ac:cxnSpMkLst>
        </pc:cxnChg>
      </pc:sldChg>
      <pc:sldChg chg="addSp delSp modSp mod modAnim">
        <pc:chgData name="우진 김" userId="9d5916cb77183fd7" providerId="LiveId" clId="{FDF37458-B840-4E5E-B3AD-909E5C62266E}" dt="2025-07-21T20:10:44.044" v="903"/>
        <pc:sldMkLst>
          <pc:docMk/>
          <pc:sldMk cId="3014498565" sldId="385"/>
        </pc:sldMkLst>
        <pc:spChg chg="add mod">
          <ac:chgData name="우진 김" userId="9d5916cb77183fd7" providerId="LiveId" clId="{FDF37458-B840-4E5E-B3AD-909E5C62266E}" dt="2025-07-21T19:48:50.581" v="672"/>
          <ac:spMkLst>
            <pc:docMk/>
            <pc:sldMk cId="3014498565" sldId="385"/>
            <ac:spMk id="6" creationId="{6BA3A1A9-B58E-0FC4-63C7-38FFB052790F}"/>
          </ac:spMkLst>
        </pc:spChg>
        <pc:spChg chg="add mod">
          <ac:chgData name="우진 김" userId="9d5916cb77183fd7" providerId="LiveId" clId="{FDF37458-B840-4E5E-B3AD-909E5C62266E}" dt="2025-07-21T19:52:47.150" v="716" actId="207"/>
          <ac:spMkLst>
            <pc:docMk/>
            <pc:sldMk cId="3014498565" sldId="385"/>
            <ac:spMk id="9" creationId="{59831512-97D1-3CA8-0322-99FA9178D9B3}"/>
          </ac:spMkLst>
        </pc:spChg>
        <pc:spChg chg="add mod">
          <ac:chgData name="우진 김" userId="9d5916cb77183fd7" providerId="LiveId" clId="{FDF37458-B840-4E5E-B3AD-909E5C62266E}" dt="2025-07-21T19:52:59.822" v="719" actId="1076"/>
          <ac:spMkLst>
            <pc:docMk/>
            <pc:sldMk cId="3014498565" sldId="385"/>
            <ac:spMk id="10" creationId="{64E5494A-FF30-FD31-258D-0D9C828A55AD}"/>
          </ac:spMkLst>
        </pc:spChg>
        <pc:spChg chg="add mod">
          <ac:chgData name="우진 김" userId="9d5916cb77183fd7" providerId="LiveId" clId="{FDF37458-B840-4E5E-B3AD-909E5C62266E}" dt="2025-07-21T19:52:56.256" v="718" actId="1076"/>
          <ac:spMkLst>
            <pc:docMk/>
            <pc:sldMk cId="3014498565" sldId="385"/>
            <ac:spMk id="11" creationId="{C83D2048-F765-9D1B-18D5-3B4959E66CF4}"/>
          </ac:spMkLst>
        </pc:spChg>
        <pc:spChg chg="add mod">
          <ac:chgData name="우진 김" userId="9d5916cb77183fd7" providerId="LiveId" clId="{FDF37458-B840-4E5E-B3AD-909E5C62266E}" dt="2025-07-21T20:01:22.177" v="808" actId="404"/>
          <ac:spMkLst>
            <pc:docMk/>
            <pc:sldMk cId="3014498565" sldId="385"/>
            <ac:spMk id="12" creationId="{A6F938B0-A74F-7B68-191F-637C49EBDBDD}"/>
          </ac:spMkLst>
        </pc:spChg>
        <pc:spChg chg="mod">
          <ac:chgData name="우진 김" userId="9d5916cb77183fd7" providerId="LiveId" clId="{FDF37458-B840-4E5E-B3AD-909E5C62266E}" dt="2025-07-21T19:52:07.789" v="711" actId="20577"/>
          <ac:spMkLst>
            <pc:docMk/>
            <pc:sldMk cId="3014498565" sldId="385"/>
            <ac:spMk id="13" creationId="{0BC0E073-7C49-3BF6-543F-63C8DFDCA8BE}"/>
          </ac:spMkLst>
        </pc:spChg>
        <pc:spChg chg="add mod">
          <ac:chgData name="우진 김" userId="9d5916cb77183fd7" providerId="LiveId" clId="{FDF37458-B840-4E5E-B3AD-909E5C62266E}" dt="2025-07-21T20:01:24.392" v="809" actId="404"/>
          <ac:spMkLst>
            <pc:docMk/>
            <pc:sldMk cId="3014498565" sldId="385"/>
            <ac:spMk id="14" creationId="{021FDFD9-D83C-9614-A6FB-858171135D1B}"/>
          </ac:spMkLst>
        </pc:spChg>
        <pc:spChg chg="add mod">
          <ac:chgData name="우진 김" userId="9d5916cb77183fd7" providerId="LiveId" clId="{FDF37458-B840-4E5E-B3AD-909E5C62266E}" dt="2025-07-21T20:02:19.688" v="839" actId="14100"/>
          <ac:spMkLst>
            <pc:docMk/>
            <pc:sldMk cId="3014498565" sldId="385"/>
            <ac:spMk id="15" creationId="{D9A120C2-8ABA-44FD-AC80-A71429779549}"/>
          </ac:spMkLst>
        </pc:spChg>
        <pc:spChg chg="add mod">
          <ac:chgData name="우진 김" userId="9d5916cb77183fd7" providerId="LiveId" clId="{FDF37458-B840-4E5E-B3AD-909E5C62266E}" dt="2025-07-21T20:01:55.538" v="831" actId="1076"/>
          <ac:spMkLst>
            <pc:docMk/>
            <pc:sldMk cId="3014498565" sldId="385"/>
            <ac:spMk id="16" creationId="{6B20F809-4371-1953-30DB-F55752570158}"/>
          </ac:spMkLst>
        </pc:spChg>
        <pc:spChg chg="add mod">
          <ac:chgData name="우진 김" userId="9d5916cb77183fd7" providerId="LiveId" clId="{FDF37458-B840-4E5E-B3AD-909E5C62266E}" dt="2025-07-21T20:02:27.214" v="842" actId="1038"/>
          <ac:spMkLst>
            <pc:docMk/>
            <pc:sldMk cId="3014498565" sldId="385"/>
            <ac:spMk id="18" creationId="{612E4E44-8A42-AC85-6DC9-D7EDF69311B0}"/>
          </ac:spMkLst>
        </pc:spChg>
        <pc:spChg chg="add del mod">
          <ac:chgData name="우진 김" userId="9d5916cb77183fd7" providerId="LiveId" clId="{FDF37458-B840-4E5E-B3AD-909E5C62266E}" dt="2025-07-21T20:06:52.539" v="845" actId="478"/>
          <ac:spMkLst>
            <pc:docMk/>
            <pc:sldMk cId="3014498565" sldId="385"/>
            <ac:spMk id="19" creationId="{FED73DC5-E89B-0184-0E47-5860149FF38B}"/>
          </ac:spMkLst>
        </pc:spChg>
        <pc:spChg chg="add mod">
          <ac:chgData name="우진 김" userId="9d5916cb77183fd7" providerId="LiveId" clId="{FDF37458-B840-4E5E-B3AD-909E5C62266E}" dt="2025-07-21T20:10:42.340" v="902" actId="164"/>
          <ac:spMkLst>
            <pc:docMk/>
            <pc:sldMk cId="3014498565" sldId="385"/>
            <ac:spMk id="22" creationId="{B1E1CAC6-CB55-9F64-4F43-0C9730FA01B9}"/>
          </ac:spMkLst>
        </pc:spChg>
        <pc:grpChg chg="add mod">
          <ac:chgData name="우진 김" userId="9d5916cb77183fd7" providerId="LiveId" clId="{FDF37458-B840-4E5E-B3AD-909E5C62266E}" dt="2025-07-21T20:10:42.340" v="902" actId="164"/>
          <ac:grpSpMkLst>
            <pc:docMk/>
            <pc:sldMk cId="3014498565" sldId="385"/>
            <ac:grpSpMk id="23" creationId="{64058222-D474-7DAA-5DF2-F33B2A8BBC5F}"/>
          </ac:grpSpMkLst>
        </pc:grpChg>
        <pc:picChg chg="add del mod">
          <ac:chgData name="우진 김" userId="9d5916cb77183fd7" providerId="LiveId" clId="{FDF37458-B840-4E5E-B3AD-909E5C62266E}" dt="2025-07-21T19:49:52.771" v="673" actId="478"/>
          <ac:picMkLst>
            <pc:docMk/>
            <pc:sldMk cId="3014498565" sldId="385"/>
            <ac:picMk id="4" creationId="{CBB53305-67F0-131B-3BE1-EAA70D8E194B}"/>
          </ac:picMkLst>
        </pc:picChg>
        <pc:picChg chg="add mod">
          <ac:chgData name="우진 김" userId="9d5916cb77183fd7" providerId="LiveId" clId="{FDF37458-B840-4E5E-B3AD-909E5C62266E}" dt="2025-07-21T19:50:45.348" v="676" actId="1076"/>
          <ac:picMkLst>
            <pc:docMk/>
            <pc:sldMk cId="3014498565" sldId="385"/>
            <ac:picMk id="8" creationId="{26544A28-54E4-C72B-F263-A4160D3C99B3}"/>
          </ac:picMkLst>
        </pc:picChg>
        <pc:cxnChg chg="add mod">
          <ac:chgData name="우진 김" userId="9d5916cb77183fd7" providerId="LiveId" clId="{FDF37458-B840-4E5E-B3AD-909E5C62266E}" dt="2025-07-21T20:10:42.340" v="902" actId="164"/>
          <ac:cxnSpMkLst>
            <pc:docMk/>
            <pc:sldMk cId="3014498565" sldId="385"/>
            <ac:cxnSpMk id="21" creationId="{C417D7F6-3EF3-BE22-6DB1-B821F2C7143A}"/>
          </ac:cxnSpMkLst>
        </pc:cxnChg>
      </pc:sldChg>
      <pc:sldChg chg="addSp delSp modSp mod">
        <pc:chgData name="우진 김" userId="9d5916cb77183fd7" providerId="LiveId" clId="{FDF37458-B840-4E5E-B3AD-909E5C62266E}" dt="2025-07-21T20:36:28.760" v="1285" actId="164"/>
        <pc:sldMkLst>
          <pc:docMk/>
          <pc:sldMk cId="736076436" sldId="386"/>
        </pc:sldMkLst>
        <pc:spChg chg="add mod">
          <ac:chgData name="우진 김" userId="9d5916cb77183fd7" providerId="LiveId" clId="{FDF37458-B840-4E5E-B3AD-909E5C62266E}" dt="2025-07-21T20:11:10.560" v="911" actId="20577"/>
          <ac:spMkLst>
            <pc:docMk/>
            <pc:sldMk cId="736076436" sldId="386"/>
            <ac:spMk id="3" creationId="{71B7862C-8699-E352-AA7B-558661BC26FB}"/>
          </ac:spMkLst>
        </pc:spChg>
        <pc:spChg chg="add mod">
          <ac:chgData name="우진 김" userId="9d5916cb77183fd7" providerId="LiveId" clId="{FDF37458-B840-4E5E-B3AD-909E5C62266E}" dt="2025-07-21T20:17:32.288" v="926" actId="207"/>
          <ac:spMkLst>
            <pc:docMk/>
            <pc:sldMk cId="736076436" sldId="386"/>
            <ac:spMk id="4" creationId="{C7419E47-1D01-F85B-3DA2-141193EB3206}"/>
          </ac:spMkLst>
        </pc:spChg>
        <pc:spChg chg="add mod">
          <ac:chgData name="우진 김" userId="9d5916cb77183fd7" providerId="LiveId" clId="{FDF37458-B840-4E5E-B3AD-909E5C62266E}" dt="2025-07-21T20:22:38.484" v="1076" actId="1076"/>
          <ac:spMkLst>
            <pc:docMk/>
            <pc:sldMk cId="736076436" sldId="386"/>
            <ac:spMk id="8" creationId="{7AA9F429-8E6B-4302-91EF-30E3B6F57577}"/>
          </ac:spMkLst>
        </pc:spChg>
        <pc:spChg chg="add mod">
          <ac:chgData name="우진 김" userId="9d5916cb77183fd7" providerId="LiveId" clId="{FDF37458-B840-4E5E-B3AD-909E5C62266E}" dt="2025-07-21T20:19:26.750" v="984" actId="1037"/>
          <ac:spMkLst>
            <pc:docMk/>
            <pc:sldMk cId="736076436" sldId="386"/>
            <ac:spMk id="9" creationId="{9420B292-3345-C0AE-E5E6-AECC90D9FA05}"/>
          </ac:spMkLst>
        </pc:spChg>
        <pc:spChg chg="add mod">
          <ac:chgData name="우진 김" userId="9d5916cb77183fd7" providerId="LiveId" clId="{FDF37458-B840-4E5E-B3AD-909E5C62266E}" dt="2025-07-21T20:22:28.077" v="1073"/>
          <ac:spMkLst>
            <pc:docMk/>
            <pc:sldMk cId="736076436" sldId="386"/>
            <ac:spMk id="10" creationId="{1AF69A74-733E-3CD2-2B8B-EBC603E740C2}"/>
          </ac:spMkLst>
        </pc:spChg>
        <pc:spChg chg="add mod">
          <ac:chgData name="우진 김" userId="9d5916cb77183fd7" providerId="LiveId" clId="{FDF37458-B840-4E5E-B3AD-909E5C62266E}" dt="2025-07-21T20:28:34.633" v="1083" actId="1036"/>
          <ac:spMkLst>
            <pc:docMk/>
            <pc:sldMk cId="736076436" sldId="386"/>
            <ac:spMk id="11" creationId="{C46EF0B8-B971-5964-D999-3F2E71735FBC}"/>
          </ac:spMkLst>
        </pc:spChg>
        <pc:spChg chg="add mod">
          <ac:chgData name="우진 김" userId="9d5916cb77183fd7" providerId="LiveId" clId="{FDF37458-B840-4E5E-B3AD-909E5C62266E}" dt="2025-07-21T20:28:34.633" v="1083" actId="1036"/>
          <ac:spMkLst>
            <pc:docMk/>
            <pc:sldMk cId="736076436" sldId="386"/>
            <ac:spMk id="12" creationId="{F5ECEA87-385E-36A9-A3C5-4E08909CD72D}"/>
          </ac:spMkLst>
        </pc:spChg>
        <pc:spChg chg="add mod">
          <ac:chgData name="우진 김" userId="9d5916cb77183fd7" providerId="LiveId" clId="{FDF37458-B840-4E5E-B3AD-909E5C62266E}" dt="2025-07-21T20:30:42.916" v="1166" actId="1076"/>
          <ac:spMkLst>
            <pc:docMk/>
            <pc:sldMk cId="736076436" sldId="386"/>
            <ac:spMk id="16" creationId="{6FC45FB1-B86D-8035-7378-7DCC7330D060}"/>
          </ac:spMkLst>
        </pc:spChg>
        <pc:spChg chg="add mod">
          <ac:chgData name="우진 김" userId="9d5916cb77183fd7" providerId="LiveId" clId="{FDF37458-B840-4E5E-B3AD-909E5C62266E}" dt="2025-07-21T20:30:45.514" v="1167" actId="1076"/>
          <ac:spMkLst>
            <pc:docMk/>
            <pc:sldMk cId="736076436" sldId="386"/>
            <ac:spMk id="17" creationId="{F81A3720-487B-0A24-885D-B8871C66F8B4}"/>
          </ac:spMkLst>
        </pc:spChg>
        <pc:spChg chg="add mod">
          <ac:chgData name="우진 김" userId="9d5916cb77183fd7" providerId="LiveId" clId="{FDF37458-B840-4E5E-B3AD-909E5C62266E}" dt="2025-07-21T20:36:28.760" v="1285" actId="164"/>
          <ac:spMkLst>
            <pc:docMk/>
            <pc:sldMk cId="736076436" sldId="386"/>
            <ac:spMk id="18" creationId="{EBA1D62B-1C20-BBBE-38EB-D35CBE90A92E}"/>
          </ac:spMkLst>
        </pc:spChg>
        <pc:spChg chg="add mod">
          <ac:chgData name="우진 김" userId="9d5916cb77183fd7" providerId="LiveId" clId="{FDF37458-B840-4E5E-B3AD-909E5C62266E}" dt="2025-07-21T20:36:28.760" v="1285" actId="164"/>
          <ac:spMkLst>
            <pc:docMk/>
            <pc:sldMk cId="736076436" sldId="386"/>
            <ac:spMk id="19" creationId="{3B0BF249-A915-0891-83CF-BF3A0C83DB1F}"/>
          </ac:spMkLst>
        </pc:spChg>
        <pc:spChg chg="add mod">
          <ac:chgData name="우진 김" userId="9d5916cb77183fd7" providerId="LiveId" clId="{FDF37458-B840-4E5E-B3AD-909E5C62266E}" dt="2025-07-21T20:36:28.760" v="1285" actId="164"/>
          <ac:spMkLst>
            <pc:docMk/>
            <pc:sldMk cId="736076436" sldId="386"/>
            <ac:spMk id="20" creationId="{32A60607-9206-1854-E845-F90B7C13C0A6}"/>
          </ac:spMkLst>
        </pc:spChg>
        <pc:spChg chg="add mod">
          <ac:chgData name="우진 김" userId="9d5916cb77183fd7" providerId="LiveId" clId="{FDF37458-B840-4E5E-B3AD-909E5C62266E}" dt="2025-07-21T20:36:28.760" v="1285" actId="164"/>
          <ac:spMkLst>
            <pc:docMk/>
            <pc:sldMk cId="736076436" sldId="386"/>
            <ac:spMk id="21" creationId="{D65EA6C3-3D30-683D-2224-67AA5872CB59}"/>
          </ac:spMkLst>
        </pc:spChg>
        <pc:spChg chg="add mod">
          <ac:chgData name="우진 김" userId="9d5916cb77183fd7" providerId="LiveId" clId="{FDF37458-B840-4E5E-B3AD-909E5C62266E}" dt="2025-07-21T20:36:28.760" v="1285" actId="164"/>
          <ac:spMkLst>
            <pc:docMk/>
            <pc:sldMk cId="736076436" sldId="386"/>
            <ac:spMk id="22" creationId="{99E6CFCE-DAD1-792A-C598-6E5876DA8778}"/>
          </ac:spMkLst>
        </pc:spChg>
        <pc:grpChg chg="add mod">
          <ac:chgData name="우진 김" userId="9d5916cb77183fd7" providerId="LiveId" clId="{FDF37458-B840-4E5E-B3AD-909E5C62266E}" dt="2025-07-21T20:36:28.760" v="1285" actId="164"/>
          <ac:grpSpMkLst>
            <pc:docMk/>
            <pc:sldMk cId="736076436" sldId="386"/>
            <ac:grpSpMk id="75" creationId="{478D9820-C3E0-F7DC-2BA6-483AE9B4B75A}"/>
          </ac:grpSpMkLst>
        </pc:grpChg>
        <pc:cxnChg chg="add mod">
          <ac:chgData name="우진 김" userId="9d5916cb77183fd7" providerId="LiveId" clId="{FDF37458-B840-4E5E-B3AD-909E5C62266E}" dt="2025-07-21T20:17:48.873" v="928" actId="13822"/>
          <ac:cxnSpMkLst>
            <pc:docMk/>
            <pc:sldMk cId="736076436" sldId="386"/>
            <ac:cxnSpMk id="7" creationId="{89FFE967-F3C0-602A-40BC-2DEF97035D8C}"/>
          </ac:cxnSpMkLst>
        </pc:cxnChg>
        <pc:cxnChg chg="add mod">
          <ac:chgData name="우진 김" userId="9d5916cb77183fd7" providerId="LiveId" clId="{FDF37458-B840-4E5E-B3AD-909E5C62266E}" dt="2025-07-21T20:30:41.418" v="1165" actId="1076"/>
          <ac:cxnSpMkLst>
            <pc:docMk/>
            <pc:sldMk cId="736076436" sldId="386"/>
            <ac:cxnSpMk id="15" creationId="{ED7D786C-DA02-4D2F-6153-56A79CF7AE60}"/>
          </ac:cxnSpMkLst>
        </pc:cxnChg>
        <pc:cxnChg chg="add mod">
          <ac:chgData name="우진 김" userId="9d5916cb77183fd7" providerId="LiveId" clId="{FDF37458-B840-4E5E-B3AD-909E5C62266E}" dt="2025-07-21T20:32:36.935" v="1201" actId="13822"/>
          <ac:cxnSpMkLst>
            <pc:docMk/>
            <pc:sldMk cId="736076436" sldId="386"/>
            <ac:cxnSpMk id="24" creationId="{24CF61C6-8EAA-EB2B-18E1-FDA1670C6265}"/>
          </ac:cxnSpMkLst>
        </pc:cxnChg>
        <pc:cxnChg chg="add mod">
          <ac:chgData name="우진 김" userId="9d5916cb77183fd7" providerId="LiveId" clId="{FDF37458-B840-4E5E-B3AD-909E5C62266E}" dt="2025-07-21T20:32:48.762" v="1204" actId="14100"/>
          <ac:cxnSpMkLst>
            <pc:docMk/>
            <pc:sldMk cId="736076436" sldId="386"/>
            <ac:cxnSpMk id="25" creationId="{C5FE3188-ACDD-31A4-2DA7-A86D84E794AD}"/>
          </ac:cxnSpMkLst>
        </pc:cxnChg>
        <pc:cxnChg chg="add mod">
          <ac:chgData name="우진 김" userId="9d5916cb77183fd7" providerId="LiveId" clId="{FDF37458-B840-4E5E-B3AD-909E5C62266E}" dt="2025-07-21T20:32:52.672" v="1207" actId="14100"/>
          <ac:cxnSpMkLst>
            <pc:docMk/>
            <pc:sldMk cId="736076436" sldId="386"/>
            <ac:cxnSpMk id="27" creationId="{C36A76C5-9B9D-2EA9-C5DF-259C28B02933}"/>
          </ac:cxnSpMkLst>
        </pc:cxnChg>
        <pc:cxnChg chg="add mod">
          <ac:chgData name="우진 김" userId="9d5916cb77183fd7" providerId="LiveId" clId="{FDF37458-B840-4E5E-B3AD-909E5C62266E}" dt="2025-07-21T20:32:56.066" v="1210" actId="14100"/>
          <ac:cxnSpMkLst>
            <pc:docMk/>
            <pc:sldMk cId="736076436" sldId="386"/>
            <ac:cxnSpMk id="29" creationId="{C9BC43F8-AC05-20F8-514F-FB5469E9BDC3}"/>
          </ac:cxnSpMkLst>
        </pc:cxnChg>
        <pc:cxnChg chg="add mod">
          <ac:chgData name="우진 김" userId="9d5916cb77183fd7" providerId="LiveId" clId="{FDF37458-B840-4E5E-B3AD-909E5C62266E}" dt="2025-07-21T20:32:58.571" v="1212" actId="1076"/>
          <ac:cxnSpMkLst>
            <pc:docMk/>
            <pc:sldMk cId="736076436" sldId="386"/>
            <ac:cxnSpMk id="31" creationId="{E63D8C70-4E21-3F19-A65D-267360CD6D8B}"/>
          </ac:cxnSpMkLst>
        </pc:cxnChg>
        <pc:cxnChg chg="add mod">
          <ac:chgData name="우진 김" userId="9d5916cb77183fd7" providerId="LiveId" clId="{FDF37458-B840-4E5E-B3AD-909E5C62266E}" dt="2025-07-21T20:33:00.961" v="1214" actId="1076"/>
          <ac:cxnSpMkLst>
            <pc:docMk/>
            <pc:sldMk cId="736076436" sldId="386"/>
            <ac:cxnSpMk id="32" creationId="{FB1AE63D-F273-79EA-E36F-6A63B0317200}"/>
          </ac:cxnSpMkLst>
        </pc:cxnChg>
        <pc:cxnChg chg="add mod">
          <ac:chgData name="우진 김" userId="9d5916cb77183fd7" providerId="LiveId" clId="{FDF37458-B840-4E5E-B3AD-909E5C62266E}" dt="2025-07-21T20:33:06.738" v="1218" actId="1076"/>
          <ac:cxnSpMkLst>
            <pc:docMk/>
            <pc:sldMk cId="736076436" sldId="386"/>
            <ac:cxnSpMk id="33" creationId="{DD25A9B6-2758-6470-3035-A82560B8BA45}"/>
          </ac:cxnSpMkLst>
        </pc:cxnChg>
        <pc:cxnChg chg="add mod">
          <ac:chgData name="우진 김" userId="9d5916cb77183fd7" providerId="LiveId" clId="{FDF37458-B840-4E5E-B3AD-909E5C62266E}" dt="2025-07-21T20:33:09.336" v="1220" actId="14100"/>
          <ac:cxnSpMkLst>
            <pc:docMk/>
            <pc:sldMk cId="736076436" sldId="386"/>
            <ac:cxnSpMk id="35" creationId="{1885701E-B4C8-6C2D-B526-8D26FF6C2D99}"/>
          </ac:cxnSpMkLst>
        </pc:cxnChg>
        <pc:cxnChg chg="add mod">
          <ac:chgData name="우진 김" userId="9d5916cb77183fd7" providerId="LiveId" clId="{FDF37458-B840-4E5E-B3AD-909E5C62266E}" dt="2025-07-21T20:33:11.607" v="1222" actId="1076"/>
          <ac:cxnSpMkLst>
            <pc:docMk/>
            <pc:sldMk cId="736076436" sldId="386"/>
            <ac:cxnSpMk id="37" creationId="{F243E398-EA48-7E1F-34A7-E719CB1267A0}"/>
          </ac:cxnSpMkLst>
        </pc:cxnChg>
        <pc:cxnChg chg="add mod">
          <ac:chgData name="우진 김" userId="9d5916cb77183fd7" providerId="LiveId" clId="{FDF37458-B840-4E5E-B3AD-909E5C62266E}" dt="2025-07-21T20:36:28.760" v="1285" actId="164"/>
          <ac:cxnSpMkLst>
            <pc:docMk/>
            <pc:sldMk cId="736076436" sldId="386"/>
            <ac:cxnSpMk id="38" creationId="{0BA5DCC2-B2B9-9493-2E16-AE05902F6C6F}"/>
          </ac:cxnSpMkLst>
        </pc:cxnChg>
        <pc:cxnChg chg="add mod">
          <ac:chgData name="우진 김" userId="9d5916cb77183fd7" providerId="LiveId" clId="{FDF37458-B840-4E5E-B3AD-909E5C62266E}" dt="2025-07-21T20:33:18.280" v="1228" actId="14100"/>
          <ac:cxnSpMkLst>
            <pc:docMk/>
            <pc:sldMk cId="736076436" sldId="386"/>
            <ac:cxnSpMk id="40" creationId="{00486BA2-8B43-DF91-EFD1-38ABFF1CADDC}"/>
          </ac:cxnSpMkLst>
        </pc:cxnChg>
        <pc:cxnChg chg="add mod">
          <ac:chgData name="우진 김" userId="9d5916cb77183fd7" providerId="LiveId" clId="{FDF37458-B840-4E5E-B3AD-909E5C62266E}" dt="2025-07-21T20:33:21.294" v="1231" actId="14100"/>
          <ac:cxnSpMkLst>
            <pc:docMk/>
            <pc:sldMk cId="736076436" sldId="386"/>
            <ac:cxnSpMk id="42" creationId="{ACA6CD2F-933B-F48F-38AC-D422A0D3B658}"/>
          </ac:cxnSpMkLst>
        </pc:cxnChg>
        <pc:cxnChg chg="add mod">
          <ac:chgData name="우진 김" userId="9d5916cb77183fd7" providerId="LiveId" clId="{FDF37458-B840-4E5E-B3AD-909E5C62266E}" dt="2025-07-21T20:33:24.204" v="1234" actId="14100"/>
          <ac:cxnSpMkLst>
            <pc:docMk/>
            <pc:sldMk cId="736076436" sldId="386"/>
            <ac:cxnSpMk id="44" creationId="{D215B199-068D-87B1-47BB-134BE5CBD6E3}"/>
          </ac:cxnSpMkLst>
        </pc:cxnChg>
        <pc:cxnChg chg="add mod">
          <ac:chgData name="우진 김" userId="9d5916cb77183fd7" providerId="LiveId" clId="{FDF37458-B840-4E5E-B3AD-909E5C62266E}" dt="2025-07-21T20:36:28.760" v="1285" actId="164"/>
          <ac:cxnSpMkLst>
            <pc:docMk/>
            <pc:sldMk cId="736076436" sldId="386"/>
            <ac:cxnSpMk id="46" creationId="{C382533B-16CA-5806-B35E-A58B8F0BF9A7}"/>
          </ac:cxnSpMkLst>
        </pc:cxnChg>
        <pc:cxnChg chg="add mod">
          <ac:chgData name="우진 김" userId="9d5916cb77183fd7" providerId="LiveId" clId="{FDF37458-B840-4E5E-B3AD-909E5C62266E}" dt="2025-07-21T20:33:28.469" v="1239" actId="1076"/>
          <ac:cxnSpMkLst>
            <pc:docMk/>
            <pc:sldMk cId="736076436" sldId="386"/>
            <ac:cxnSpMk id="48" creationId="{B362232A-42A3-A175-D982-0A595C020335}"/>
          </ac:cxnSpMkLst>
        </pc:cxnChg>
        <pc:cxnChg chg="add mod">
          <ac:chgData name="우진 김" userId="9d5916cb77183fd7" providerId="LiveId" clId="{FDF37458-B840-4E5E-B3AD-909E5C62266E}" dt="2025-07-21T20:33:32.449" v="1241" actId="1076"/>
          <ac:cxnSpMkLst>
            <pc:docMk/>
            <pc:sldMk cId="736076436" sldId="386"/>
            <ac:cxnSpMk id="49" creationId="{4C337397-9AB9-023F-752A-DF15A6F0D799}"/>
          </ac:cxnSpMkLst>
        </pc:cxnChg>
        <pc:cxnChg chg="add mod">
          <ac:chgData name="우진 김" userId="9d5916cb77183fd7" providerId="LiveId" clId="{FDF37458-B840-4E5E-B3AD-909E5C62266E}" dt="2025-07-21T20:33:47.523" v="1245" actId="1076"/>
          <ac:cxnSpMkLst>
            <pc:docMk/>
            <pc:sldMk cId="736076436" sldId="386"/>
            <ac:cxnSpMk id="50" creationId="{E7E379CC-4E5A-9348-6F03-30B975D7773E}"/>
          </ac:cxnSpMkLst>
        </pc:cxnChg>
        <pc:cxnChg chg="add mod">
          <ac:chgData name="우진 김" userId="9d5916cb77183fd7" providerId="LiveId" clId="{FDF37458-B840-4E5E-B3AD-909E5C62266E}" dt="2025-07-21T20:33:50.925" v="1248" actId="14100"/>
          <ac:cxnSpMkLst>
            <pc:docMk/>
            <pc:sldMk cId="736076436" sldId="386"/>
            <ac:cxnSpMk id="52" creationId="{02A7FAAA-E7F3-CAC2-08D4-3F7D41CE846D}"/>
          </ac:cxnSpMkLst>
        </pc:cxnChg>
        <pc:cxnChg chg="add mod">
          <ac:chgData name="우진 김" userId="9d5916cb77183fd7" providerId="LiveId" clId="{FDF37458-B840-4E5E-B3AD-909E5C62266E}" dt="2025-07-21T20:33:55.351" v="1251" actId="14100"/>
          <ac:cxnSpMkLst>
            <pc:docMk/>
            <pc:sldMk cId="736076436" sldId="386"/>
            <ac:cxnSpMk id="54" creationId="{30AAB553-A5ED-27AF-D627-483BA81B3A1B}"/>
          </ac:cxnSpMkLst>
        </pc:cxnChg>
        <pc:cxnChg chg="add mod">
          <ac:chgData name="우진 김" userId="9d5916cb77183fd7" providerId="LiveId" clId="{FDF37458-B840-4E5E-B3AD-909E5C62266E}" dt="2025-07-21T20:33:59.636" v="1254" actId="14100"/>
          <ac:cxnSpMkLst>
            <pc:docMk/>
            <pc:sldMk cId="736076436" sldId="386"/>
            <ac:cxnSpMk id="56" creationId="{AB66ACC6-44E4-622E-2320-9434523FE573}"/>
          </ac:cxnSpMkLst>
        </pc:cxnChg>
        <pc:cxnChg chg="add mod">
          <ac:chgData name="우진 김" userId="9d5916cb77183fd7" providerId="LiveId" clId="{FDF37458-B840-4E5E-B3AD-909E5C62266E}" dt="2025-07-21T20:36:28.760" v="1285" actId="164"/>
          <ac:cxnSpMkLst>
            <pc:docMk/>
            <pc:sldMk cId="736076436" sldId="386"/>
            <ac:cxnSpMk id="58" creationId="{8DC09249-091B-255F-DFDC-50290B9AD8EA}"/>
          </ac:cxnSpMkLst>
        </pc:cxnChg>
        <pc:cxnChg chg="add del mod">
          <ac:chgData name="우진 김" userId="9d5916cb77183fd7" providerId="LiveId" clId="{FDF37458-B840-4E5E-B3AD-909E5C62266E}" dt="2025-07-21T20:34:27.580" v="1261" actId="478"/>
          <ac:cxnSpMkLst>
            <pc:docMk/>
            <pc:sldMk cId="736076436" sldId="386"/>
            <ac:cxnSpMk id="61" creationId="{0AB7EDF5-EE22-F945-0A68-AB920BC165FD}"/>
          </ac:cxnSpMkLst>
        </pc:cxnChg>
        <pc:cxnChg chg="add del mod">
          <ac:chgData name="우진 김" userId="9d5916cb77183fd7" providerId="LiveId" clId="{FDF37458-B840-4E5E-B3AD-909E5C62266E}" dt="2025-07-21T20:35:24.329" v="1275" actId="478"/>
          <ac:cxnSpMkLst>
            <pc:docMk/>
            <pc:sldMk cId="736076436" sldId="386"/>
            <ac:cxnSpMk id="65" creationId="{F68DB7AB-E2D8-8BC3-6DD9-74CEFC7FC742}"/>
          </ac:cxnSpMkLst>
        </pc:cxnChg>
        <pc:cxnChg chg="add mod">
          <ac:chgData name="우진 김" userId="9d5916cb77183fd7" providerId="LiveId" clId="{FDF37458-B840-4E5E-B3AD-909E5C62266E}" dt="2025-07-21T20:36:02.163" v="1282" actId="13822"/>
          <ac:cxnSpMkLst>
            <pc:docMk/>
            <pc:sldMk cId="736076436" sldId="386"/>
            <ac:cxnSpMk id="71" creationId="{205D8B69-468F-DB3A-84E2-7D8A973CC77B}"/>
          </ac:cxnSpMkLst>
        </pc:cxnChg>
        <pc:cxnChg chg="add mod">
          <ac:chgData name="우진 김" userId="9d5916cb77183fd7" providerId="LiveId" clId="{FDF37458-B840-4E5E-B3AD-909E5C62266E}" dt="2025-07-21T20:36:28.760" v="1285" actId="164"/>
          <ac:cxnSpMkLst>
            <pc:docMk/>
            <pc:sldMk cId="736076436" sldId="386"/>
            <ac:cxnSpMk id="74" creationId="{9205B25A-FEB2-4679-956B-0DEFA28A0995}"/>
          </ac:cxnSpMkLst>
        </pc:cxnChg>
      </pc:sldChg>
      <pc:sldChg chg="addSp modSp modAnim">
        <pc:chgData name="우진 김" userId="9d5916cb77183fd7" providerId="LiveId" clId="{FDF37458-B840-4E5E-B3AD-909E5C62266E}" dt="2025-07-22T15:00:06.960" v="1293"/>
        <pc:sldMkLst>
          <pc:docMk/>
          <pc:sldMk cId="954211891" sldId="387"/>
        </pc:sldMkLst>
        <pc:spChg chg="mod">
          <ac:chgData name="우진 김" userId="9d5916cb77183fd7" providerId="LiveId" clId="{FDF37458-B840-4E5E-B3AD-909E5C62266E}" dt="2025-07-22T14:59:33.556" v="1287" actId="164"/>
          <ac:spMkLst>
            <pc:docMk/>
            <pc:sldMk cId="954211891" sldId="387"/>
            <ac:spMk id="3" creationId="{5637CD3D-FE99-6F04-B6E8-A85B9034ABAB}"/>
          </ac:spMkLst>
        </pc:spChg>
        <pc:spChg chg="mod">
          <ac:chgData name="우진 김" userId="9d5916cb77183fd7" providerId="LiveId" clId="{FDF37458-B840-4E5E-B3AD-909E5C62266E}" dt="2025-07-22T14:59:28.325" v="1286" actId="164"/>
          <ac:spMkLst>
            <pc:docMk/>
            <pc:sldMk cId="954211891" sldId="387"/>
            <ac:spMk id="4" creationId="{075A94CC-F8BD-4B2E-B826-FC1CF77E3FD9}"/>
          </ac:spMkLst>
        </pc:spChg>
        <pc:spChg chg="mod">
          <ac:chgData name="우진 김" userId="9d5916cb77183fd7" providerId="LiveId" clId="{FDF37458-B840-4E5E-B3AD-909E5C62266E}" dt="2025-07-22T14:59:45.055" v="1288" actId="164"/>
          <ac:spMkLst>
            <pc:docMk/>
            <pc:sldMk cId="954211891" sldId="387"/>
            <ac:spMk id="8" creationId="{3A33B0BA-639B-6993-B9EE-192F7E650C04}"/>
          </ac:spMkLst>
        </pc:spChg>
        <pc:spChg chg="mod">
          <ac:chgData name="우진 김" userId="9d5916cb77183fd7" providerId="LiveId" clId="{FDF37458-B840-4E5E-B3AD-909E5C62266E}" dt="2025-07-22T14:59:33.556" v="1287" actId="164"/>
          <ac:spMkLst>
            <pc:docMk/>
            <pc:sldMk cId="954211891" sldId="387"/>
            <ac:spMk id="9" creationId="{B4E3D2AA-0A11-DB3E-B623-FE2C8A96E484}"/>
          </ac:spMkLst>
        </pc:spChg>
        <pc:spChg chg="mod">
          <ac:chgData name="우진 김" userId="9d5916cb77183fd7" providerId="LiveId" clId="{FDF37458-B840-4E5E-B3AD-909E5C62266E}" dt="2025-07-22T14:59:28.325" v="1286" actId="164"/>
          <ac:spMkLst>
            <pc:docMk/>
            <pc:sldMk cId="954211891" sldId="387"/>
            <ac:spMk id="10" creationId="{541F2FD5-92BB-43D9-32C7-5B77D89DDB6E}"/>
          </ac:spMkLst>
        </pc:spChg>
        <pc:spChg chg="mod">
          <ac:chgData name="우진 김" userId="9d5916cb77183fd7" providerId="LiveId" clId="{FDF37458-B840-4E5E-B3AD-909E5C62266E}" dt="2025-07-22T14:59:45.055" v="1288" actId="164"/>
          <ac:spMkLst>
            <pc:docMk/>
            <pc:sldMk cId="954211891" sldId="387"/>
            <ac:spMk id="11" creationId="{9A775BCC-6221-BA3B-6434-7DC72A0844E2}"/>
          </ac:spMkLst>
        </pc:spChg>
        <pc:spChg chg="mod">
          <ac:chgData name="우진 김" userId="9d5916cb77183fd7" providerId="LiveId" clId="{FDF37458-B840-4E5E-B3AD-909E5C62266E}" dt="2025-07-22T14:59:45.055" v="1288" actId="164"/>
          <ac:spMkLst>
            <pc:docMk/>
            <pc:sldMk cId="954211891" sldId="387"/>
            <ac:spMk id="12" creationId="{DED52E7D-FCAA-9890-CCF6-77EEB44C97FE}"/>
          </ac:spMkLst>
        </pc:spChg>
        <pc:spChg chg="mod">
          <ac:chgData name="우진 김" userId="9d5916cb77183fd7" providerId="LiveId" clId="{FDF37458-B840-4E5E-B3AD-909E5C62266E}" dt="2025-07-22T14:59:51.377" v="1289" actId="164"/>
          <ac:spMkLst>
            <pc:docMk/>
            <pc:sldMk cId="954211891" sldId="387"/>
            <ac:spMk id="16" creationId="{87B044A6-02DF-F7A0-3F52-DCD59ED58654}"/>
          </ac:spMkLst>
        </pc:spChg>
        <pc:spChg chg="mod">
          <ac:chgData name="우진 김" userId="9d5916cb77183fd7" providerId="LiveId" clId="{FDF37458-B840-4E5E-B3AD-909E5C62266E}" dt="2025-07-22T14:59:51.377" v="1289" actId="164"/>
          <ac:spMkLst>
            <pc:docMk/>
            <pc:sldMk cId="954211891" sldId="387"/>
            <ac:spMk id="19" creationId="{8C22C6B8-F551-29CE-8CEE-2C182DFA26FC}"/>
          </ac:spMkLst>
        </pc:spChg>
        <pc:spChg chg="mod">
          <ac:chgData name="우진 김" userId="9d5916cb77183fd7" providerId="LiveId" clId="{FDF37458-B840-4E5E-B3AD-909E5C62266E}" dt="2025-07-22T14:59:51.377" v="1289" actId="164"/>
          <ac:spMkLst>
            <pc:docMk/>
            <pc:sldMk cId="954211891" sldId="387"/>
            <ac:spMk id="20" creationId="{F90E3B90-2247-70C1-2F53-F78EAD2CFC9E}"/>
          </ac:spMkLst>
        </pc:spChg>
        <pc:grpChg chg="add mod">
          <ac:chgData name="우진 김" userId="9d5916cb77183fd7" providerId="LiveId" clId="{FDF37458-B840-4E5E-B3AD-909E5C62266E}" dt="2025-07-22T14:59:28.325" v="1286" actId="164"/>
          <ac:grpSpMkLst>
            <pc:docMk/>
            <pc:sldMk cId="954211891" sldId="387"/>
            <ac:grpSpMk id="6" creationId="{D2468AE7-2390-004C-45AE-8F0DA8040489}"/>
          </ac:grpSpMkLst>
        </pc:grpChg>
        <pc:grpChg chg="add mod">
          <ac:chgData name="우진 김" userId="9d5916cb77183fd7" providerId="LiveId" clId="{FDF37458-B840-4E5E-B3AD-909E5C62266E}" dt="2025-07-22T14:59:33.556" v="1287" actId="164"/>
          <ac:grpSpMkLst>
            <pc:docMk/>
            <pc:sldMk cId="954211891" sldId="387"/>
            <ac:grpSpMk id="7" creationId="{F4DD7F88-6634-88E9-FDEA-0E7D7837C0C7}"/>
          </ac:grpSpMkLst>
        </pc:grpChg>
        <pc:grpChg chg="add mod">
          <ac:chgData name="우진 김" userId="9d5916cb77183fd7" providerId="LiveId" clId="{FDF37458-B840-4E5E-B3AD-909E5C62266E}" dt="2025-07-22T14:59:45.055" v="1288" actId="164"/>
          <ac:grpSpMkLst>
            <pc:docMk/>
            <pc:sldMk cId="954211891" sldId="387"/>
            <ac:grpSpMk id="14" creationId="{52E3D521-3A6F-89F7-D5F9-9159E3A91162}"/>
          </ac:grpSpMkLst>
        </pc:grpChg>
        <pc:grpChg chg="add mod">
          <ac:chgData name="우진 김" userId="9d5916cb77183fd7" providerId="LiveId" clId="{FDF37458-B840-4E5E-B3AD-909E5C62266E}" dt="2025-07-22T14:59:51.377" v="1289" actId="164"/>
          <ac:grpSpMkLst>
            <pc:docMk/>
            <pc:sldMk cId="954211891" sldId="387"/>
            <ac:grpSpMk id="17" creationId="{E37B9A53-CF06-38D5-ABB1-5309FAD61E77}"/>
          </ac:grpSpMkLst>
        </pc:grpChg>
        <pc:cxnChg chg="mod">
          <ac:chgData name="우진 김" userId="9d5916cb77183fd7" providerId="LiveId" clId="{FDF37458-B840-4E5E-B3AD-909E5C62266E}" dt="2025-07-22T14:59:45.055" v="1288" actId="164"/>
          <ac:cxnSpMkLst>
            <pc:docMk/>
            <pc:sldMk cId="954211891" sldId="387"/>
            <ac:cxnSpMk id="15" creationId="{E84D0AB8-68FD-1477-2BDE-5B1670C7D1A8}"/>
          </ac:cxnSpMkLst>
        </pc:cxnChg>
      </pc:sldChg>
      <pc:sldChg chg="addSp modSp mod modAnim">
        <pc:chgData name="우진 김" userId="9d5916cb77183fd7" providerId="LiveId" clId="{FDF37458-B840-4E5E-B3AD-909E5C62266E}" dt="2025-07-22T15:02:03.339" v="1311"/>
        <pc:sldMkLst>
          <pc:docMk/>
          <pc:sldMk cId="796638153" sldId="388"/>
        </pc:sldMkLst>
        <pc:spChg chg="mod">
          <ac:chgData name="우진 김" userId="9d5916cb77183fd7" providerId="LiveId" clId="{FDF37458-B840-4E5E-B3AD-909E5C62266E}" dt="2025-07-22T15:00:30.936" v="1295" actId="164"/>
          <ac:spMkLst>
            <pc:docMk/>
            <pc:sldMk cId="796638153" sldId="388"/>
            <ac:spMk id="4" creationId="{B173FCE0-1B67-5D29-1876-335BFE581611}"/>
          </ac:spMkLst>
        </pc:spChg>
        <pc:spChg chg="mod">
          <ac:chgData name="우진 김" userId="9d5916cb77183fd7" providerId="LiveId" clId="{FDF37458-B840-4E5E-B3AD-909E5C62266E}" dt="2025-07-22T15:00:30.936" v="1295" actId="164"/>
          <ac:spMkLst>
            <pc:docMk/>
            <pc:sldMk cId="796638153" sldId="388"/>
            <ac:spMk id="6" creationId="{56A6B0E6-A836-9DFC-7073-92D1B481E1F7}"/>
          </ac:spMkLst>
        </pc:spChg>
        <pc:spChg chg="mod">
          <ac:chgData name="우진 김" userId="9d5916cb77183fd7" providerId="LiveId" clId="{FDF37458-B840-4E5E-B3AD-909E5C62266E}" dt="2025-07-22T15:01:16.947" v="1302" actId="164"/>
          <ac:spMkLst>
            <pc:docMk/>
            <pc:sldMk cId="796638153" sldId="388"/>
            <ac:spMk id="10" creationId="{BEEE033E-E53F-4349-95B5-5F3243558079}"/>
          </ac:spMkLst>
        </pc:spChg>
        <pc:spChg chg="mod">
          <ac:chgData name="우진 김" userId="9d5916cb77183fd7" providerId="LiveId" clId="{FDF37458-B840-4E5E-B3AD-909E5C62266E}" dt="2025-07-22T15:01:16.947" v="1302" actId="164"/>
          <ac:spMkLst>
            <pc:docMk/>
            <pc:sldMk cId="796638153" sldId="388"/>
            <ac:spMk id="11" creationId="{8D82FA74-8446-D0EA-D21E-9C4622F6D99C}"/>
          </ac:spMkLst>
        </pc:spChg>
        <pc:spChg chg="mod">
          <ac:chgData name="우진 김" userId="9d5916cb77183fd7" providerId="LiveId" clId="{FDF37458-B840-4E5E-B3AD-909E5C62266E}" dt="2025-07-22T15:01:16.947" v="1302" actId="164"/>
          <ac:spMkLst>
            <pc:docMk/>
            <pc:sldMk cId="796638153" sldId="388"/>
            <ac:spMk id="12" creationId="{A0D02E8F-9844-5B32-909B-F073BDBBCF5A}"/>
          </ac:spMkLst>
        </pc:spChg>
        <pc:spChg chg="mod">
          <ac:chgData name="우진 김" userId="9d5916cb77183fd7" providerId="LiveId" clId="{FDF37458-B840-4E5E-B3AD-909E5C62266E}" dt="2025-07-22T15:01:51.238" v="1308" actId="20577"/>
          <ac:spMkLst>
            <pc:docMk/>
            <pc:sldMk cId="796638153" sldId="388"/>
            <ac:spMk id="16" creationId="{376F3500-E2E8-013F-48FA-9F07D0421175}"/>
          </ac:spMkLst>
        </pc:spChg>
        <pc:spChg chg="mod">
          <ac:chgData name="우진 김" userId="9d5916cb77183fd7" providerId="LiveId" clId="{FDF37458-B840-4E5E-B3AD-909E5C62266E}" dt="2025-07-22T15:02:02.164" v="1310" actId="164"/>
          <ac:spMkLst>
            <pc:docMk/>
            <pc:sldMk cId="796638153" sldId="388"/>
            <ac:spMk id="17" creationId="{DDEFA54F-5F1A-926B-B119-DD70A365DD04}"/>
          </ac:spMkLst>
        </pc:spChg>
        <pc:spChg chg="mod">
          <ac:chgData name="우진 김" userId="9d5916cb77183fd7" providerId="LiveId" clId="{FDF37458-B840-4E5E-B3AD-909E5C62266E}" dt="2025-07-22T15:02:02.164" v="1310" actId="164"/>
          <ac:spMkLst>
            <pc:docMk/>
            <pc:sldMk cId="796638153" sldId="388"/>
            <ac:spMk id="18" creationId="{9F5B7303-D981-EDF1-7DD6-ED57AB4AEADC}"/>
          </ac:spMkLst>
        </pc:spChg>
        <pc:grpChg chg="add mod">
          <ac:chgData name="우진 김" userId="9d5916cb77183fd7" providerId="LiveId" clId="{FDF37458-B840-4E5E-B3AD-909E5C62266E}" dt="2025-07-22T15:00:30.936" v="1295" actId="164"/>
          <ac:grpSpMkLst>
            <pc:docMk/>
            <pc:sldMk cId="796638153" sldId="388"/>
            <ac:grpSpMk id="9" creationId="{26D8A824-24BE-C944-130A-61D5E120C448}"/>
          </ac:grpSpMkLst>
        </pc:grpChg>
        <pc:grpChg chg="add mod">
          <ac:chgData name="우진 김" userId="9d5916cb77183fd7" providerId="LiveId" clId="{FDF37458-B840-4E5E-B3AD-909E5C62266E}" dt="2025-07-22T15:01:16.947" v="1302" actId="164"/>
          <ac:grpSpMkLst>
            <pc:docMk/>
            <pc:sldMk cId="796638153" sldId="388"/>
            <ac:grpSpMk id="15" creationId="{90CF2235-3A27-3FA7-5F7C-AD0D1992D3C6}"/>
          </ac:grpSpMkLst>
        </pc:grpChg>
        <pc:grpChg chg="add mod">
          <ac:chgData name="우진 김" userId="9d5916cb77183fd7" providerId="LiveId" clId="{FDF37458-B840-4E5E-B3AD-909E5C62266E}" dt="2025-07-22T15:02:02.164" v="1310" actId="164"/>
          <ac:grpSpMkLst>
            <pc:docMk/>
            <pc:sldMk cId="796638153" sldId="388"/>
            <ac:grpSpMk id="20" creationId="{72A48007-C6B0-8378-4A59-AFB2B8A9282C}"/>
          </ac:grpSpMkLst>
        </pc:grpChg>
      </pc:sldChg>
      <pc:sldChg chg="addSp modSp modAnim">
        <pc:chgData name="우진 김" userId="9d5916cb77183fd7" providerId="LiveId" clId="{FDF37458-B840-4E5E-B3AD-909E5C62266E}" dt="2025-07-22T15:02:45.653" v="1318"/>
        <pc:sldMkLst>
          <pc:docMk/>
          <pc:sldMk cId="967856410" sldId="389"/>
        </pc:sldMkLst>
        <pc:spChg chg="mod">
          <ac:chgData name="우진 김" userId="9d5916cb77183fd7" providerId="LiveId" clId="{FDF37458-B840-4E5E-B3AD-909E5C62266E}" dt="2025-07-22T15:02:14.222" v="1312" actId="164"/>
          <ac:spMkLst>
            <pc:docMk/>
            <pc:sldMk cId="967856410" sldId="389"/>
            <ac:spMk id="4" creationId="{BFBF5D40-9977-8AE3-9785-FEA443B91518}"/>
          </ac:spMkLst>
        </pc:spChg>
        <pc:spChg chg="mod">
          <ac:chgData name="우진 김" userId="9d5916cb77183fd7" providerId="LiveId" clId="{FDF37458-B840-4E5E-B3AD-909E5C62266E}" dt="2025-07-22T15:02:14.222" v="1312" actId="164"/>
          <ac:spMkLst>
            <pc:docMk/>
            <pc:sldMk cId="967856410" sldId="389"/>
            <ac:spMk id="6" creationId="{50F330AF-310E-30CA-3A96-476047644635}"/>
          </ac:spMkLst>
        </pc:spChg>
        <pc:spChg chg="mod">
          <ac:chgData name="우진 김" userId="9d5916cb77183fd7" providerId="LiveId" clId="{FDF37458-B840-4E5E-B3AD-909E5C62266E}" dt="2025-07-22T15:02:33.720" v="1315" actId="164"/>
          <ac:spMkLst>
            <pc:docMk/>
            <pc:sldMk cId="967856410" sldId="389"/>
            <ac:spMk id="21" creationId="{A09BCC57-93A7-5A92-E1D7-A24AAAFEBF4E}"/>
          </ac:spMkLst>
        </pc:spChg>
        <pc:spChg chg="mod">
          <ac:chgData name="우진 김" userId="9d5916cb77183fd7" providerId="LiveId" clId="{FDF37458-B840-4E5E-B3AD-909E5C62266E}" dt="2025-07-22T15:02:44.506" v="1317" actId="164"/>
          <ac:spMkLst>
            <pc:docMk/>
            <pc:sldMk cId="967856410" sldId="389"/>
            <ac:spMk id="22" creationId="{26D86EE5-8B99-5E7C-7E13-55CC5668375D}"/>
          </ac:spMkLst>
        </pc:spChg>
        <pc:spChg chg="mod">
          <ac:chgData name="우진 김" userId="9d5916cb77183fd7" providerId="LiveId" clId="{FDF37458-B840-4E5E-B3AD-909E5C62266E}" dt="2025-07-22T15:02:44.506" v="1317" actId="164"/>
          <ac:spMkLst>
            <pc:docMk/>
            <pc:sldMk cId="967856410" sldId="389"/>
            <ac:spMk id="25" creationId="{58B2405A-DF00-0BD9-3754-2F4926639473}"/>
          </ac:spMkLst>
        </pc:spChg>
        <pc:grpChg chg="add mod">
          <ac:chgData name="우진 김" userId="9d5916cb77183fd7" providerId="LiveId" clId="{FDF37458-B840-4E5E-B3AD-909E5C62266E}" dt="2025-07-22T15:02:14.222" v="1312" actId="164"/>
          <ac:grpSpMkLst>
            <pc:docMk/>
            <pc:sldMk cId="967856410" sldId="389"/>
            <ac:grpSpMk id="10" creationId="{342D73DE-68FC-B280-881F-33C83666F568}"/>
          </ac:grpSpMkLst>
        </pc:grpChg>
        <pc:grpChg chg="add mod">
          <ac:chgData name="우진 김" userId="9d5916cb77183fd7" providerId="LiveId" clId="{FDF37458-B840-4E5E-B3AD-909E5C62266E}" dt="2025-07-22T15:02:33.720" v="1315" actId="164"/>
          <ac:grpSpMkLst>
            <pc:docMk/>
            <pc:sldMk cId="967856410" sldId="389"/>
            <ac:grpSpMk id="11" creationId="{3C2073BF-3087-2C14-0E17-DC123A396B19}"/>
          </ac:grpSpMkLst>
        </pc:grpChg>
        <pc:grpChg chg="add mod">
          <ac:chgData name="우진 김" userId="9d5916cb77183fd7" providerId="LiveId" clId="{FDF37458-B840-4E5E-B3AD-909E5C62266E}" dt="2025-07-22T15:02:44.506" v="1317" actId="164"/>
          <ac:grpSpMkLst>
            <pc:docMk/>
            <pc:sldMk cId="967856410" sldId="389"/>
            <ac:grpSpMk id="12" creationId="{74A86AE4-0542-BB42-8216-A827F5960D74}"/>
          </ac:grpSpMkLst>
        </pc:grpChg>
        <pc:grpChg chg="mod">
          <ac:chgData name="우진 김" userId="9d5916cb77183fd7" providerId="LiveId" clId="{FDF37458-B840-4E5E-B3AD-909E5C62266E}" dt="2025-07-22T15:02:14.222" v="1312" actId="164"/>
          <ac:grpSpMkLst>
            <pc:docMk/>
            <pc:sldMk cId="967856410" sldId="389"/>
            <ac:grpSpMk id="14" creationId="{521A3350-2A3D-D53A-CC65-B47AB0026F0D}"/>
          </ac:grpSpMkLst>
        </pc:grpChg>
        <pc:cxnChg chg="mod">
          <ac:chgData name="우진 김" userId="9d5916cb77183fd7" providerId="LiveId" clId="{FDF37458-B840-4E5E-B3AD-909E5C62266E}" dt="2025-07-22T15:02:33.720" v="1315" actId="164"/>
          <ac:cxnSpMkLst>
            <pc:docMk/>
            <pc:sldMk cId="967856410" sldId="389"/>
            <ac:cxnSpMk id="18" creationId="{5F1257D0-3891-91C4-850F-F6A2C356E365}"/>
          </ac:cxnSpMkLst>
        </pc:cxnChg>
        <pc:cxnChg chg="mod">
          <ac:chgData name="우진 김" userId="9d5916cb77183fd7" providerId="LiveId" clId="{FDF37458-B840-4E5E-B3AD-909E5C62266E}" dt="2025-07-22T15:02:44.506" v="1317" actId="164"/>
          <ac:cxnSpMkLst>
            <pc:docMk/>
            <pc:sldMk cId="967856410" sldId="389"/>
            <ac:cxnSpMk id="20" creationId="{A7AF553F-F333-9B66-ABE6-179952387E77}"/>
          </ac:cxnSpMkLst>
        </pc:cxnChg>
      </pc:sldChg>
      <pc:sldChg chg="del">
        <pc:chgData name="우진 김" userId="9d5916cb77183fd7" providerId="LiveId" clId="{FDF37458-B840-4E5E-B3AD-909E5C62266E}" dt="2025-07-22T22:59:01.555" v="5755" actId="2696"/>
        <pc:sldMkLst>
          <pc:docMk/>
          <pc:sldMk cId="2119384900" sldId="390"/>
        </pc:sldMkLst>
      </pc:sldChg>
      <pc:sldChg chg="addSp delSp modSp mod modAnim">
        <pc:chgData name="우진 김" userId="9d5916cb77183fd7" providerId="LiveId" clId="{FDF37458-B840-4E5E-B3AD-909E5C62266E}" dt="2025-07-22T15:14:36.394" v="1422"/>
        <pc:sldMkLst>
          <pc:docMk/>
          <pc:sldMk cId="2198328896" sldId="392"/>
        </pc:sldMkLst>
        <pc:spChg chg="mod topLvl">
          <ac:chgData name="우진 김" userId="9d5916cb77183fd7" providerId="LiveId" clId="{FDF37458-B840-4E5E-B3AD-909E5C62266E}" dt="2025-07-22T15:13:09.981" v="1407" actId="165"/>
          <ac:spMkLst>
            <pc:docMk/>
            <pc:sldMk cId="2198328896" sldId="392"/>
            <ac:spMk id="6" creationId="{CD162ACF-E2B6-E0A9-B65B-2A33DD75987F}"/>
          </ac:spMkLst>
        </pc:spChg>
        <pc:spChg chg="mod topLvl">
          <ac:chgData name="우진 김" userId="9d5916cb77183fd7" providerId="LiveId" clId="{FDF37458-B840-4E5E-B3AD-909E5C62266E}" dt="2025-07-22T15:13:13.040" v="1408" actId="165"/>
          <ac:spMkLst>
            <pc:docMk/>
            <pc:sldMk cId="2198328896" sldId="392"/>
            <ac:spMk id="7" creationId="{47CCD9EA-B4F9-0943-EC2F-D250D9EAC533}"/>
          </ac:spMkLst>
        </pc:spChg>
        <pc:spChg chg="mod topLvl">
          <ac:chgData name="우진 김" userId="9d5916cb77183fd7" providerId="LiveId" clId="{FDF37458-B840-4E5E-B3AD-909E5C62266E}" dt="2025-07-22T15:13:09.981" v="1407" actId="165"/>
          <ac:spMkLst>
            <pc:docMk/>
            <pc:sldMk cId="2198328896" sldId="392"/>
            <ac:spMk id="8" creationId="{C739077B-97CE-77B4-7184-5F587DD0CF94}"/>
          </ac:spMkLst>
        </pc:spChg>
        <pc:spChg chg="mod topLvl">
          <ac:chgData name="우진 김" userId="9d5916cb77183fd7" providerId="LiveId" clId="{FDF37458-B840-4E5E-B3AD-909E5C62266E}" dt="2025-07-22T15:13:13.040" v="1408" actId="165"/>
          <ac:spMkLst>
            <pc:docMk/>
            <pc:sldMk cId="2198328896" sldId="392"/>
            <ac:spMk id="9" creationId="{E8493244-8ED1-9752-598B-BA283597115D}"/>
          </ac:spMkLst>
        </pc:spChg>
        <pc:spChg chg="mod">
          <ac:chgData name="우진 김" userId="9d5916cb77183fd7" providerId="LiveId" clId="{FDF37458-B840-4E5E-B3AD-909E5C62266E}" dt="2025-07-22T15:13:06.027" v="1406" actId="1076"/>
          <ac:spMkLst>
            <pc:docMk/>
            <pc:sldMk cId="2198328896" sldId="392"/>
            <ac:spMk id="13" creationId="{39F12D8A-34D8-2478-CF23-AF99C9299B5C}"/>
          </ac:spMkLst>
        </pc:spChg>
        <pc:spChg chg="mod topLvl">
          <ac:chgData name="우진 김" userId="9d5916cb77183fd7" providerId="LiveId" clId="{FDF37458-B840-4E5E-B3AD-909E5C62266E}" dt="2025-07-22T15:13:55.227" v="1415" actId="164"/>
          <ac:spMkLst>
            <pc:docMk/>
            <pc:sldMk cId="2198328896" sldId="392"/>
            <ac:spMk id="15" creationId="{A9417E70-FF68-A3D6-8262-BAC117235637}"/>
          </ac:spMkLst>
        </pc:spChg>
        <pc:spChg chg="mod topLvl">
          <ac:chgData name="우진 김" userId="9d5916cb77183fd7" providerId="LiveId" clId="{FDF37458-B840-4E5E-B3AD-909E5C62266E}" dt="2025-07-22T15:14:00.639" v="1416" actId="164"/>
          <ac:spMkLst>
            <pc:docMk/>
            <pc:sldMk cId="2198328896" sldId="392"/>
            <ac:spMk id="17" creationId="{418DF50B-D1F1-D9B4-4871-5578EBD52B04}"/>
          </ac:spMkLst>
        </pc:spChg>
        <pc:spChg chg="mod topLvl">
          <ac:chgData name="우진 김" userId="9d5916cb77183fd7" providerId="LiveId" clId="{FDF37458-B840-4E5E-B3AD-909E5C62266E}" dt="2025-07-22T15:14:06.370" v="1417" actId="164"/>
          <ac:spMkLst>
            <pc:docMk/>
            <pc:sldMk cId="2198328896" sldId="392"/>
            <ac:spMk id="18" creationId="{D02799E3-C1A3-25CA-3322-D03E7862AC70}"/>
          </ac:spMkLst>
        </pc:spChg>
        <pc:spChg chg="mod topLvl">
          <ac:chgData name="우진 김" userId="9d5916cb77183fd7" providerId="LiveId" clId="{FDF37458-B840-4E5E-B3AD-909E5C62266E}" dt="2025-07-22T15:13:09.981" v="1407" actId="165"/>
          <ac:spMkLst>
            <pc:docMk/>
            <pc:sldMk cId="2198328896" sldId="392"/>
            <ac:spMk id="27" creationId="{90DA9B0A-25F0-A49D-F79E-97BC506CB7B4}"/>
          </ac:spMkLst>
        </pc:spChg>
        <pc:spChg chg="mod topLvl">
          <ac:chgData name="우진 김" userId="9d5916cb77183fd7" providerId="LiveId" clId="{FDF37458-B840-4E5E-B3AD-909E5C62266E}" dt="2025-07-22T15:13:13.040" v="1408" actId="165"/>
          <ac:spMkLst>
            <pc:docMk/>
            <pc:sldMk cId="2198328896" sldId="392"/>
            <ac:spMk id="28" creationId="{4A18322F-0C48-1F63-E189-AB0BAE757D52}"/>
          </ac:spMkLst>
        </pc:spChg>
        <pc:grpChg chg="add del mod">
          <ac:chgData name="우진 김" userId="9d5916cb77183fd7" providerId="LiveId" clId="{FDF37458-B840-4E5E-B3AD-909E5C62266E}" dt="2025-07-22T15:13:13.040" v="1408" actId="165"/>
          <ac:grpSpMkLst>
            <pc:docMk/>
            <pc:sldMk cId="2198328896" sldId="392"/>
            <ac:grpSpMk id="3" creationId="{592C2ADC-35A4-A1D0-FB4D-6CA46D56F4E1}"/>
          </ac:grpSpMkLst>
        </pc:grpChg>
        <pc:grpChg chg="add del mod">
          <ac:chgData name="우진 김" userId="9d5916cb77183fd7" providerId="LiveId" clId="{FDF37458-B840-4E5E-B3AD-909E5C62266E}" dt="2025-07-22T15:13:09.981" v="1407" actId="165"/>
          <ac:grpSpMkLst>
            <pc:docMk/>
            <pc:sldMk cId="2198328896" sldId="392"/>
            <ac:grpSpMk id="10" creationId="{09F6CC82-35B2-7D57-AC16-292C5362A4C5}"/>
          </ac:grpSpMkLst>
        </pc:grpChg>
        <pc:grpChg chg="add mod">
          <ac:chgData name="우진 김" userId="9d5916cb77183fd7" providerId="LiveId" clId="{FDF37458-B840-4E5E-B3AD-909E5C62266E}" dt="2025-07-22T15:13:55.227" v="1415" actId="164"/>
          <ac:grpSpMkLst>
            <pc:docMk/>
            <pc:sldMk cId="2198328896" sldId="392"/>
            <ac:grpSpMk id="14" creationId="{B951AB4C-76A8-226A-AB89-FAE171FF19BE}"/>
          </ac:grpSpMkLst>
        </pc:grpChg>
        <pc:grpChg chg="add mod">
          <ac:chgData name="우진 김" userId="9d5916cb77183fd7" providerId="LiveId" clId="{FDF37458-B840-4E5E-B3AD-909E5C62266E}" dt="2025-07-22T15:14:00.639" v="1416" actId="164"/>
          <ac:grpSpMkLst>
            <pc:docMk/>
            <pc:sldMk cId="2198328896" sldId="392"/>
            <ac:grpSpMk id="16" creationId="{FBA6684E-BD38-02CC-D5DE-240E2816F64C}"/>
          </ac:grpSpMkLst>
        </pc:grpChg>
        <pc:grpChg chg="add mod">
          <ac:chgData name="우진 김" userId="9d5916cb77183fd7" providerId="LiveId" clId="{FDF37458-B840-4E5E-B3AD-909E5C62266E}" dt="2025-07-22T15:14:06.370" v="1417" actId="164"/>
          <ac:grpSpMkLst>
            <pc:docMk/>
            <pc:sldMk cId="2198328896" sldId="392"/>
            <ac:grpSpMk id="20" creationId="{5FE1CF9D-0440-B53D-8C0C-CBFABB9FE931}"/>
          </ac:grpSpMkLst>
        </pc:grpChg>
        <pc:picChg chg="mod topLvl">
          <ac:chgData name="우진 김" userId="9d5916cb77183fd7" providerId="LiveId" clId="{FDF37458-B840-4E5E-B3AD-909E5C62266E}" dt="2025-07-22T15:13:09.981" v="1407" actId="165"/>
          <ac:picMkLst>
            <pc:docMk/>
            <pc:sldMk cId="2198328896" sldId="392"/>
            <ac:picMk id="22" creationId="{F64F649F-FA15-182A-1783-9BE2056F1A8D}"/>
          </ac:picMkLst>
        </pc:picChg>
        <pc:picChg chg="mod topLvl">
          <ac:chgData name="우진 김" userId="9d5916cb77183fd7" providerId="LiveId" clId="{FDF37458-B840-4E5E-B3AD-909E5C62266E}" dt="2025-07-22T15:13:13.040" v="1408" actId="165"/>
          <ac:picMkLst>
            <pc:docMk/>
            <pc:sldMk cId="2198328896" sldId="392"/>
            <ac:picMk id="24" creationId="{A5232DB3-0E59-AC76-EB0B-CC60CDD89A39}"/>
          </ac:picMkLst>
        </pc:picChg>
        <pc:cxnChg chg="mod topLvl">
          <ac:chgData name="우진 김" userId="9d5916cb77183fd7" providerId="LiveId" clId="{FDF37458-B840-4E5E-B3AD-909E5C62266E}" dt="2025-07-22T15:13:55.227" v="1415" actId="164"/>
          <ac:cxnSpMkLst>
            <pc:docMk/>
            <pc:sldMk cId="2198328896" sldId="392"/>
            <ac:cxnSpMk id="11" creationId="{F9B6BA1A-B165-B522-3268-73BCC3B123A8}"/>
          </ac:cxnSpMkLst>
        </pc:cxnChg>
        <pc:cxnChg chg="mod">
          <ac:chgData name="우진 김" userId="9d5916cb77183fd7" providerId="LiveId" clId="{FDF37458-B840-4E5E-B3AD-909E5C62266E}" dt="2025-07-22T15:14:00.639" v="1416" actId="164"/>
          <ac:cxnSpMkLst>
            <pc:docMk/>
            <pc:sldMk cId="2198328896" sldId="392"/>
            <ac:cxnSpMk id="12" creationId="{5A3641AF-F62E-3F2B-FF09-DF206E1B3E89}"/>
          </ac:cxnSpMkLst>
        </pc:cxnChg>
        <pc:cxnChg chg="mod topLvl">
          <ac:chgData name="우진 김" userId="9d5916cb77183fd7" providerId="LiveId" clId="{FDF37458-B840-4E5E-B3AD-909E5C62266E}" dt="2025-07-22T15:14:06.370" v="1417" actId="164"/>
          <ac:cxnSpMkLst>
            <pc:docMk/>
            <pc:sldMk cId="2198328896" sldId="392"/>
            <ac:cxnSpMk id="19" creationId="{4ECF6EC1-6EE6-17F3-DAC8-370D1A2A71A8}"/>
          </ac:cxnSpMkLst>
        </pc:cxnChg>
      </pc:sldChg>
      <pc:sldChg chg="addSp delSp modSp mod modAnim">
        <pc:chgData name="우진 김" userId="9d5916cb77183fd7" providerId="LiveId" clId="{FDF37458-B840-4E5E-B3AD-909E5C62266E}" dt="2025-07-22T20:25:58.142" v="3938" actId="1076"/>
        <pc:sldMkLst>
          <pc:docMk/>
          <pc:sldMk cId="2802374561" sldId="393"/>
        </pc:sldMkLst>
        <pc:spChg chg="add mod">
          <ac:chgData name="우진 김" userId="9d5916cb77183fd7" providerId="LiveId" clId="{FDF37458-B840-4E5E-B3AD-909E5C62266E}" dt="2025-07-22T15:49:37.611" v="1948" actId="164"/>
          <ac:spMkLst>
            <pc:docMk/>
            <pc:sldMk cId="2802374561" sldId="393"/>
            <ac:spMk id="2" creationId="{918FAE53-539A-8ED6-2A7C-F0C9473E350B}"/>
          </ac:spMkLst>
        </pc:spChg>
        <pc:spChg chg="add mod">
          <ac:chgData name="우진 김" userId="9d5916cb77183fd7" providerId="LiveId" clId="{FDF37458-B840-4E5E-B3AD-909E5C62266E}" dt="2025-07-22T15:49:37.611" v="1948" actId="164"/>
          <ac:spMkLst>
            <pc:docMk/>
            <pc:sldMk cId="2802374561" sldId="393"/>
            <ac:spMk id="4" creationId="{47FFF906-AB17-BE82-0999-254DFAF69920}"/>
          </ac:spMkLst>
        </pc:spChg>
        <pc:spChg chg="add mod">
          <ac:chgData name="우진 김" userId="9d5916cb77183fd7" providerId="LiveId" clId="{FDF37458-B840-4E5E-B3AD-909E5C62266E}" dt="2025-07-22T15:25:21.659" v="1511" actId="1076"/>
          <ac:spMkLst>
            <pc:docMk/>
            <pc:sldMk cId="2802374561" sldId="393"/>
            <ac:spMk id="6" creationId="{85F22822-A47F-A98E-5012-FA8AA8ACF7CE}"/>
          </ac:spMkLst>
        </pc:spChg>
        <pc:spChg chg="add del mod">
          <ac:chgData name="우진 김" userId="9d5916cb77183fd7" providerId="LiveId" clId="{FDF37458-B840-4E5E-B3AD-909E5C62266E}" dt="2025-07-22T15:26:09.158" v="1549"/>
          <ac:spMkLst>
            <pc:docMk/>
            <pc:sldMk cId="2802374561" sldId="393"/>
            <ac:spMk id="7" creationId="{57CBDDDB-A4F7-B7C0-C481-1A417AFF7E03}"/>
          </ac:spMkLst>
        </pc:spChg>
        <pc:spChg chg="add mod topLvl">
          <ac:chgData name="우진 김" userId="9d5916cb77183fd7" providerId="LiveId" clId="{FDF37458-B840-4E5E-B3AD-909E5C62266E}" dt="2025-07-22T15:52:51.610" v="1969" actId="164"/>
          <ac:spMkLst>
            <pc:docMk/>
            <pc:sldMk cId="2802374561" sldId="393"/>
            <ac:spMk id="8" creationId="{EF696985-27A6-7458-FABF-15DD4FB82C43}"/>
          </ac:spMkLst>
        </pc:spChg>
        <pc:spChg chg="add del">
          <ac:chgData name="우진 김" userId="9d5916cb77183fd7" providerId="LiveId" clId="{FDF37458-B840-4E5E-B3AD-909E5C62266E}" dt="2025-07-22T15:33:17.851" v="1569" actId="478"/>
          <ac:spMkLst>
            <pc:docMk/>
            <pc:sldMk cId="2802374561" sldId="393"/>
            <ac:spMk id="20" creationId="{4113C4F6-B1DD-3B6F-9316-06FFAA4A7B02}"/>
          </ac:spMkLst>
        </pc:spChg>
        <pc:spChg chg="add mod topLvl">
          <ac:chgData name="우진 김" userId="9d5916cb77183fd7" providerId="LiveId" clId="{FDF37458-B840-4E5E-B3AD-909E5C62266E}" dt="2025-07-22T15:51:42.164" v="1966" actId="164"/>
          <ac:spMkLst>
            <pc:docMk/>
            <pc:sldMk cId="2802374561" sldId="393"/>
            <ac:spMk id="21" creationId="{4478719B-DFF9-FD39-54E2-0BB82E590AA6}"/>
          </ac:spMkLst>
        </pc:spChg>
        <pc:spChg chg="add mod topLvl">
          <ac:chgData name="우진 김" userId="9d5916cb77183fd7" providerId="LiveId" clId="{FDF37458-B840-4E5E-B3AD-909E5C62266E}" dt="2025-07-22T15:51:42.164" v="1966" actId="164"/>
          <ac:spMkLst>
            <pc:docMk/>
            <pc:sldMk cId="2802374561" sldId="393"/>
            <ac:spMk id="22" creationId="{BC4B8933-7155-C6F5-F0F9-8D9D4724365E}"/>
          </ac:spMkLst>
        </pc:spChg>
        <pc:spChg chg="add mod topLvl">
          <ac:chgData name="우진 김" userId="9d5916cb77183fd7" providerId="LiveId" clId="{FDF37458-B840-4E5E-B3AD-909E5C62266E}" dt="2025-07-22T15:53:03.138" v="1970" actId="164"/>
          <ac:spMkLst>
            <pc:docMk/>
            <pc:sldMk cId="2802374561" sldId="393"/>
            <ac:spMk id="27" creationId="{4E73FB3F-B276-5D25-53D6-2B312CC91DC7}"/>
          </ac:spMkLst>
        </pc:spChg>
        <pc:spChg chg="add mod topLvl">
          <ac:chgData name="우진 김" userId="9d5916cb77183fd7" providerId="LiveId" clId="{FDF37458-B840-4E5E-B3AD-909E5C62266E}" dt="2025-07-22T18:13:40.786" v="3241" actId="164"/>
          <ac:spMkLst>
            <pc:docMk/>
            <pc:sldMk cId="2802374561" sldId="393"/>
            <ac:spMk id="28" creationId="{EBC4A581-C91B-B99C-F1A3-3038E9742470}"/>
          </ac:spMkLst>
        </pc:spChg>
        <pc:spChg chg="add mod topLvl">
          <ac:chgData name="우진 김" userId="9d5916cb77183fd7" providerId="LiveId" clId="{FDF37458-B840-4E5E-B3AD-909E5C62266E}" dt="2025-07-22T15:50:24.953" v="1952" actId="165"/>
          <ac:spMkLst>
            <pc:docMk/>
            <pc:sldMk cId="2802374561" sldId="393"/>
            <ac:spMk id="29" creationId="{8353F61B-7ACD-EFD8-C2BA-1B811D4CA300}"/>
          </ac:spMkLst>
        </pc:spChg>
        <pc:spChg chg="add del mod">
          <ac:chgData name="우진 김" userId="9d5916cb77183fd7" providerId="LiveId" clId="{FDF37458-B840-4E5E-B3AD-909E5C62266E}" dt="2025-07-22T15:38:44.850" v="1713"/>
          <ac:spMkLst>
            <pc:docMk/>
            <pc:sldMk cId="2802374561" sldId="393"/>
            <ac:spMk id="30" creationId="{FC88EE62-5C93-32AC-87B8-E62ED1AB5F2D}"/>
          </ac:spMkLst>
        </pc:spChg>
        <pc:spChg chg="add mod topLvl">
          <ac:chgData name="우진 김" userId="9d5916cb77183fd7" providerId="LiveId" clId="{FDF37458-B840-4E5E-B3AD-909E5C62266E}" dt="2025-07-22T15:50:24.953" v="1952" actId="165"/>
          <ac:spMkLst>
            <pc:docMk/>
            <pc:sldMk cId="2802374561" sldId="393"/>
            <ac:spMk id="31" creationId="{1D75834B-7CF2-9C96-7C92-BE395AEE1A29}"/>
          </ac:spMkLst>
        </pc:spChg>
        <pc:spChg chg="add mod">
          <ac:chgData name="우진 김" userId="9d5916cb77183fd7" providerId="LiveId" clId="{FDF37458-B840-4E5E-B3AD-909E5C62266E}" dt="2025-07-22T15:49:37.611" v="1948" actId="164"/>
          <ac:spMkLst>
            <pc:docMk/>
            <pc:sldMk cId="2802374561" sldId="393"/>
            <ac:spMk id="32" creationId="{55AFFFAB-3C2A-8B95-101B-A0CBBCD56CF7}"/>
          </ac:spMkLst>
        </pc:spChg>
        <pc:spChg chg="add mod ord topLvl">
          <ac:chgData name="우진 김" userId="9d5916cb77183fd7" providerId="LiveId" clId="{FDF37458-B840-4E5E-B3AD-909E5C62266E}" dt="2025-07-22T18:13:40.786" v="3241" actId="164"/>
          <ac:spMkLst>
            <pc:docMk/>
            <pc:sldMk cId="2802374561" sldId="393"/>
            <ac:spMk id="35" creationId="{8CA52099-3E13-C7D2-57A5-2FB5C13726CB}"/>
          </ac:spMkLst>
        </pc:spChg>
        <pc:spChg chg="add mod topLvl">
          <ac:chgData name="우진 김" userId="9d5916cb77183fd7" providerId="LiveId" clId="{FDF37458-B840-4E5E-B3AD-909E5C62266E}" dt="2025-07-22T18:13:40.786" v="3241" actId="164"/>
          <ac:spMkLst>
            <pc:docMk/>
            <pc:sldMk cId="2802374561" sldId="393"/>
            <ac:spMk id="43" creationId="{33C3ACDB-41C7-28C1-E57C-B32F58D375F3}"/>
          </ac:spMkLst>
        </pc:spChg>
        <pc:spChg chg="add mod topLvl">
          <ac:chgData name="우진 김" userId="9d5916cb77183fd7" providerId="LiveId" clId="{FDF37458-B840-4E5E-B3AD-909E5C62266E}" dt="2025-07-22T15:51:37.484" v="1965" actId="164"/>
          <ac:spMkLst>
            <pc:docMk/>
            <pc:sldMk cId="2802374561" sldId="393"/>
            <ac:spMk id="46" creationId="{4724B42A-CB91-5790-BDAF-CFAF1B0B9B79}"/>
          </ac:spMkLst>
        </pc:spChg>
        <pc:spChg chg="add mod topLvl">
          <ac:chgData name="우진 김" userId="9d5916cb77183fd7" providerId="LiveId" clId="{FDF37458-B840-4E5E-B3AD-909E5C62266E}" dt="2025-07-22T15:51:37.484" v="1965" actId="164"/>
          <ac:spMkLst>
            <pc:docMk/>
            <pc:sldMk cId="2802374561" sldId="393"/>
            <ac:spMk id="47" creationId="{14A90C21-41ED-8D0E-EBCC-EC2FB59482BB}"/>
          </ac:spMkLst>
        </pc:spChg>
        <pc:spChg chg="add mod topLvl">
          <ac:chgData name="우진 김" userId="9d5916cb77183fd7" providerId="LiveId" clId="{FDF37458-B840-4E5E-B3AD-909E5C62266E}" dt="2025-07-22T18:13:40.786" v="3241" actId="164"/>
          <ac:spMkLst>
            <pc:docMk/>
            <pc:sldMk cId="2802374561" sldId="393"/>
            <ac:spMk id="48" creationId="{5D979477-2AE5-5141-419A-AA576F71A68A}"/>
          </ac:spMkLst>
        </pc:spChg>
        <pc:spChg chg="add mod topLvl">
          <ac:chgData name="우진 김" userId="9d5916cb77183fd7" providerId="LiveId" clId="{FDF37458-B840-4E5E-B3AD-909E5C62266E}" dt="2025-07-22T18:13:40.786" v="3241" actId="164"/>
          <ac:spMkLst>
            <pc:docMk/>
            <pc:sldMk cId="2802374561" sldId="393"/>
            <ac:spMk id="49" creationId="{EE4FEB98-894B-2CC4-94BF-60C1662343E4}"/>
          </ac:spMkLst>
        </pc:spChg>
        <pc:spChg chg="add mod topLvl">
          <ac:chgData name="우진 김" userId="9d5916cb77183fd7" providerId="LiveId" clId="{FDF37458-B840-4E5E-B3AD-909E5C62266E}" dt="2025-07-22T18:13:40.786" v="3241" actId="164"/>
          <ac:spMkLst>
            <pc:docMk/>
            <pc:sldMk cId="2802374561" sldId="393"/>
            <ac:spMk id="50" creationId="{7F6ABB16-C892-43E5-EF67-FA4F1073D286}"/>
          </ac:spMkLst>
        </pc:spChg>
        <pc:spChg chg="add mod topLvl">
          <ac:chgData name="우진 김" userId="9d5916cb77183fd7" providerId="LiveId" clId="{FDF37458-B840-4E5E-B3AD-909E5C62266E}" dt="2025-07-22T15:50:44.989" v="1960" actId="20577"/>
          <ac:spMkLst>
            <pc:docMk/>
            <pc:sldMk cId="2802374561" sldId="393"/>
            <ac:spMk id="54" creationId="{CE4D1942-DE9F-04F1-D03D-F8310DEE4E00}"/>
          </ac:spMkLst>
        </pc:spChg>
        <pc:grpChg chg="add mod">
          <ac:chgData name="우진 김" userId="9d5916cb77183fd7" providerId="LiveId" clId="{FDF37458-B840-4E5E-B3AD-909E5C62266E}" dt="2025-07-22T20:25:58.142" v="3938" actId="1076"/>
          <ac:grpSpMkLst>
            <pc:docMk/>
            <pc:sldMk cId="2802374561" sldId="393"/>
            <ac:grpSpMk id="56" creationId="{1F5107BF-D919-EF40-5245-BC93C8F7FA68}"/>
          </ac:grpSpMkLst>
        </pc:grpChg>
        <pc:grpChg chg="add del mod">
          <ac:chgData name="우진 김" userId="9d5916cb77183fd7" providerId="LiveId" clId="{FDF37458-B840-4E5E-B3AD-909E5C62266E}" dt="2025-07-22T15:50:24.953" v="1952" actId="165"/>
          <ac:grpSpMkLst>
            <pc:docMk/>
            <pc:sldMk cId="2802374561" sldId="393"/>
            <ac:grpSpMk id="57" creationId="{5C7D92B6-DD45-00DA-FD35-BEA5CE52B68C}"/>
          </ac:grpSpMkLst>
        </pc:grpChg>
        <pc:grpChg chg="add mod">
          <ac:chgData name="우진 김" userId="9d5916cb77183fd7" providerId="LiveId" clId="{FDF37458-B840-4E5E-B3AD-909E5C62266E}" dt="2025-07-22T18:13:40.786" v="3241" actId="164"/>
          <ac:grpSpMkLst>
            <pc:docMk/>
            <pc:sldMk cId="2802374561" sldId="393"/>
            <ac:grpSpMk id="58" creationId="{23AB5258-D655-B477-CD8B-C6D2719F9BCF}"/>
          </ac:grpSpMkLst>
        </pc:grpChg>
        <pc:grpChg chg="add mod">
          <ac:chgData name="우진 김" userId="9d5916cb77183fd7" providerId="LiveId" clId="{FDF37458-B840-4E5E-B3AD-909E5C62266E}" dt="2025-07-22T15:52:51.610" v="1969" actId="164"/>
          <ac:grpSpMkLst>
            <pc:docMk/>
            <pc:sldMk cId="2802374561" sldId="393"/>
            <ac:grpSpMk id="59" creationId="{EBF7120D-FDD7-6497-9889-74B919A8AE23}"/>
          </ac:grpSpMkLst>
        </pc:grpChg>
        <pc:grpChg chg="add del mod">
          <ac:chgData name="우진 김" userId="9d5916cb77183fd7" providerId="LiveId" clId="{FDF37458-B840-4E5E-B3AD-909E5C62266E}" dt="2025-07-22T15:52:40.041" v="1968" actId="165"/>
          <ac:grpSpMkLst>
            <pc:docMk/>
            <pc:sldMk cId="2802374561" sldId="393"/>
            <ac:grpSpMk id="60" creationId="{2254B831-7BFF-8926-AD42-B2A0FC693C2F}"/>
          </ac:grpSpMkLst>
        </pc:grpChg>
        <pc:grpChg chg="add mod">
          <ac:chgData name="우진 김" userId="9d5916cb77183fd7" providerId="LiveId" clId="{FDF37458-B840-4E5E-B3AD-909E5C62266E}" dt="2025-07-22T18:13:40.786" v="3241" actId="164"/>
          <ac:grpSpMkLst>
            <pc:docMk/>
            <pc:sldMk cId="2802374561" sldId="393"/>
            <ac:grpSpMk id="61" creationId="{3536BABB-BDC1-955D-A599-28CC06B00C89}"/>
          </ac:grpSpMkLst>
        </pc:grpChg>
        <pc:grpChg chg="add mod">
          <ac:chgData name="우진 김" userId="9d5916cb77183fd7" providerId="LiveId" clId="{FDF37458-B840-4E5E-B3AD-909E5C62266E}" dt="2025-07-22T18:13:40.786" v="3241" actId="164"/>
          <ac:grpSpMkLst>
            <pc:docMk/>
            <pc:sldMk cId="2802374561" sldId="393"/>
            <ac:grpSpMk id="62" creationId="{B93923E9-456F-21D7-79C8-9A7CA957A208}"/>
          </ac:grpSpMkLst>
        </pc:grpChg>
        <pc:grpChg chg="add mod">
          <ac:chgData name="우진 김" userId="9d5916cb77183fd7" providerId="LiveId" clId="{FDF37458-B840-4E5E-B3AD-909E5C62266E}" dt="2025-07-22T18:13:40.786" v="3241" actId="164"/>
          <ac:grpSpMkLst>
            <pc:docMk/>
            <pc:sldMk cId="2802374561" sldId="393"/>
            <ac:grpSpMk id="63" creationId="{5A726EB8-DE0F-EDF4-48C6-C3948CE3FB89}"/>
          </ac:grpSpMkLst>
        </pc:grpChg>
        <pc:cxnChg chg="add del mod">
          <ac:chgData name="우진 김" userId="9d5916cb77183fd7" providerId="LiveId" clId="{FDF37458-B840-4E5E-B3AD-909E5C62266E}" dt="2025-07-22T15:32:48.536" v="1562" actId="478"/>
          <ac:cxnSpMkLst>
            <pc:docMk/>
            <pc:sldMk cId="2802374561" sldId="393"/>
            <ac:cxnSpMk id="10" creationId="{C3A7E15B-687F-717C-5EB8-568F1F546E85}"/>
          </ac:cxnSpMkLst>
        </pc:cxnChg>
        <pc:cxnChg chg="add del mod">
          <ac:chgData name="우진 김" userId="9d5916cb77183fd7" providerId="LiveId" clId="{FDF37458-B840-4E5E-B3AD-909E5C62266E}" dt="2025-07-22T15:32:46.519" v="1560" actId="478"/>
          <ac:cxnSpMkLst>
            <pc:docMk/>
            <pc:sldMk cId="2802374561" sldId="393"/>
            <ac:cxnSpMk id="11" creationId="{E08FE3E2-C82D-A579-C0D1-2B3A8E2979C4}"/>
          </ac:cxnSpMkLst>
        </pc:cxnChg>
        <pc:cxnChg chg="add mod topLvl">
          <ac:chgData name="우진 김" userId="9d5916cb77183fd7" providerId="LiveId" clId="{FDF37458-B840-4E5E-B3AD-909E5C62266E}" dt="2025-07-22T15:52:51.610" v="1969" actId="164"/>
          <ac:cxnSpMkLst>
            <pc:docMk/>
            <pc:sldMk cId="2802374561" sldId="393"/>
            <ac:cxnSpMk id="16" creationId="{67EF9732-9B4C-A7A5-21EA-4BA6B810097B}"/>
          </ac:cxnSpMkLst>
        </pc:cxnChg>
        <pc:cxnChg chg="add mod topLvl">
          <ac:chgData name="우진 김" userId="9d5916cb77183fd7" providerId="LiveId" clId="{FDF37458-B840-4E5E-B3AD-909E5C62266E}" dt="2025-07-22T15:52:51.610" v="1969" actId="164"/>
          <ac:cxnSpMkLst>
            <pc:docMk/>
            <pc:sldMk cId="2802374561" sldId="393"/>
            <ac:cxnSpMk id="17" creationId="{337079A6-62AA-E198-D0A3-7A84A1A29D1C}"/>
          </ac:cxnSpMkLst>
        </pc:cxnChg>
        <pc:cxnChg chg="add mod topLvl">
          <ac:chgData name="우진 김" userId="9d5916cb77183fd7" providerId="LiveId" clId="{FDF37458-B840-4E5E-B3AD-909E5C62266E}" dt="2025-07-22T15:53:03.138" v="1970" actId="164"/>
          <ac:cxnSpMkLst>
            <pc:docMk/>
            <pc:sldMk cId="2802374561" sldId="393"/>
            <ac:cxnSpMk id="24" creationId="{6D1AC664-5DD7-051C-E159-F867461F48C8}"/>
          </ac:cxnSpMkLst>
        </pc:cxnChg>
        <pc:cxnChg chg="add mod topLvl">
          <ac:chgData name="우진 김" userId="9d5916cb77183fd7" providerId="LiveId" clId="{FDF37458-B840-4E5E-B3AD-909E5C62266E}" dt="2025-07-22T15:52:40.041" v="1968" actId="165"/>
          <ac:cxnSpMkLst>
            <pc:docMk/>
            <pc:sldMk cId="2802374561" sldId="393"/>
            <ac:cxnSpMk id="25" creationId="{3A46C362-9EC7-C0DE-15A6-099D484DD1C8}"/>
          </ac:cxnSpMkLst>
        </pc:cxnChg>
        <pc:cxnChg chg="add mod">
          <ac:chgData name="우진 김" userId="9d5916cb77183fd7" providerId="LiveId" clId="{FDF37458-B840-4E5E-B3AD-909E5C62266E}" dt="2025-07-22T15:49:37.611" v="1948" actId="164"/>
          <ac:cxnSpMkLst>
            <pc:docMk/>
            <pc:sldMk cId="2802374561" sldId="393"/>
            <ac:cxnSpMk id="34" creationId="{A025A910-4953-A83D-4BC5-3CCC2A03BC5A}"/>
          </ac:cxnSpMkLst>
        </pc:cxnChg>
        <pc:cxnChg chg="add mod">
          <ac:chgData name="우진 김" userId="9d5916cb77183fd7" providerId="LiveId" clId="{FDF37458-B840-4E5E-B3AD-909E5C62266E}" dt="2025-07-22T15:42:34.017" v="1780" actId="14100"/>
          <ac:cxnSpMkLst>
            <pc:docMk/>
            <pc:sldMk cId="2802374561" sldId="393"/>
            <ac:cxnSpMk id="37" creationId="{86895110-13B8-67A6-B9A2-D7F11DDBAD94}"/>
          </ac:cxnSpMkLst>
        </pc:cxnChg>
        <pc:cxnChg chg="add del mod">
          <ac:chgData name="우진 김" userId="9d5916cb77183fd7" providerId="LiveId" clId="{FDF37458-B840-4E5E-B3AD-909E5C62266E}" dt="2025-07-22T15:42:53.168" v="1782" actId="478"/>
          <ac:cxnSpMkLst>
            <pc:docMk/>
            <pc:sldMk cId="2802374561" sldId="393"/>
            <ac:cxnSpMk id="40" creationId="{EC978995-09D1-29A4-4F29-5A4FD074F36C}"/>
          </ac:cxnSpMkLst>
        </pc:cxnChg>
        <pc:cxnChg chg="add mod topLvl">
          <ac:chgData name="우진 김" userId="9d5916cb77183fd7" providerId="LiveId" clId="{FDF37458-B840-4E5E-B3AD-909E5C62266E}" dt="2025-07-22T15:52:40.041" v="1968" actId="165"/>
          <ac:cxnSpMkLst>
            <pc:docMk/>
            <pc:sldMk cId="2802374561" sldId="393"/>
            <ac:cxnSpMk id="42" creationId="{7808C64D-5747-61F1-3D79-CA924BECD1B1}"/>
          </ac:cxnSpMkLst>
        </pc:cxnChg>
        <pc:cxnChg chg="add mod">
          <ac:chgData name="우진 김" userId="9d5916cb77183fd7" providerId="LiveId" clId="{FDF37458-B840-4E5E-B3AD-909E5C62266E}" dt="2025-07-22T15:51:37.484" v="1965" actId="164"/>
          <ac:cxnSpMkLst>
            <pc:docMk/>
            <pc:sldMk cId="2802374561" sldId="393"/>
            <ac:cxnSpMk id="45" creationId="{84AD4CFE-E971-B010-5467-AFF0291AF1E5}"/>
          </ac:cxnSpMkLst>
        </pc:cxnChg>
        <pc:cxnChg chg="add mod">
          <ac:chgData name="우진 김" userId="9d5916cb77183fd7" providerId="LiveId" clId="{FDF37458-B840-4E5E-B3AD-909E5C62266E}" dt="2025-07-22T15:48:41.538" v="1911" actId="693"/>
          <ac:cxnSpMkLst>
            <pc:docMk/>
            <pc:sldMk cId="2802374561" sldId="393"/>
            <ac:cxnSpMk id="52" creationId="{AC74AE9B-2FAF-6E44-E6AA-A94180BF3303}"/>
          </ac:cxnSpMkLst>
        </pc:cxnChg>
      </pc:sldChg>
      <pc:sldChg chg="addSp delSp modSp mod delAnim modAnim">
        <pc:chgData name="우진 김" userId="9d5916cb77183fd7" providerId="LiveId" clId="{FDF37458-B840-4E5E-B3AD-909E5C62266E}" dt="2025-07-22T22:45:09.495" v="5688"/>
        <pc:sldMkLst>
          <pc:docMk/>
          <pc:sldMk cId="2518397829" sldId="394"/>
        </pc:sldMkLst>
        <pc:spChg chg="add del mod">
          <ac:chgData name="우진 김" userId="9d5916cb77183fd7" providerId="LiveId" clId="{FDF37458-B840-4E5E-B3AD-909E5C62266E}" dt="2025-07-22T15:41:02.464" v="1760" actId="21"/>
          <ac:spMkLst>
            <pc:docMk/>
            <pc:sldMk cId="2518397829" sldId="394"/>
            <ac:spMk id="2" creationId="{55AFFFAB-3C2A-8B95-101B-A0CBBCD56CF7}"/>
          </ac:spMkLst>
        </pc:spChg>
        <pc:spChg chg="mod topLvl">
          <ac:chgData name="우진 김" userId="9d5916cb77183fd7" providerId="LiveId" clId="{FDF37458-B840-4E5E-B3AD-909E5C62266E}" dt="2025-07-22T15:55:06.034" v="2052" actId="165"/>
          <ac:spMkLst>
            <pc:docMk/>
            <pc:sldMk cId="2518397829" sldId="394"/>
            <ac:spMk id="6" creationId="{550D8EE3-7F99-DF44-2172-EF260858454F}"/>
          </ac:spMkLst>
        </pc:spChg>
        <pc:spChg chg="del mod topLvl">
          <ac:chgData name="우진 김" userId="9d5916cb77183fd7" providerId="LiveId" clId="{FDF37458-B840-4E5E-B3AD-909E5C62266E}" dt="2025-07-22T15:55:09.011" v="2054" actId="478"/>
          <ac:spMkLst>
            <pc:docMk/>
            <pc:sldMk cId="2518397829" sldId="394"/>
            <ac:spMk id="7" creationId="{638E6B0D-5167-1B7B-ED82-4D0D71936FAA}"/>
          </ac:spMkLst>
        </pc:spChg>
        <pc:spChg chg="del mod topLvl">
          <ac:chgData name="우진 김" userId="9d5916cb77183fd7" providerId="LiveId" clId="{FDF37458-B840-4E5E-B3AD-909E5C62266E}" dt="2025-07-22T15:55:07.419" v="2053" actId="478"/>
          <ac:spMkLst>
            <pc:docMk/>
            <pc:sldMk cId="2518397829" sldId="394"/>
            <ac:spMk id="8" creationId="{E00DF937-05B7-62D9-E9AE-9B16CCBB1AEA}"/>
          </ac:spMkLst>
        </pc:spChg>
        <pc:spChg chg="add mod">
          <ac:chgData name="우진 김" userId="9d5916cb77183fd7" providerId="LiveId" clId="{FDF37458-B840-4E5E-B3AD-909E5C62266E}" dt="2025-07-22T15:55:15.914" v="2056" actId="1076"/>
          <ac:spMkLst>
            <pc:docMk/>
            <pc:sldMk cId="2518397829" sldId="394"/>
            <ac:spMk id="10" creationId="{839AC9E8-1FDC-3B63-91BC-16C5342269DB}"/>
          </ac:spMkLst>
        </pc:spChg>
        <pc:spChg chg="add mod">
          <ac:chgData name="우진 김" userId="9d5916cb77183fd7" providerId="LiveId" clId="{FDF37458-B840-4E5E-B3AD-909E5C62266E}" dt="2025-07-22T15:55:28.155" v="2059" actId="1076"/>
          <ac:spMkLst>
            <pc:docMk/>
            <pc:sldMk cId="2518397829" sldId="394"/>
            <ac:spMk id="11" creationId="{371D6F58-E25F-A0D0-63C1-EEF7A0E116DB}"/>
          </ac:spMkLst>
        </pc:spChg>
        <pc:spChg chg="add mod">
          <ac:chgData name="우진 김" userId="9d5916cb77183fd7" providerId="LiveId" clId="{FDF37458-B840-4E5E-B3AD-909E5C62266E}" dt="2025-07-22T22:44:51.037" v="5685" actId="164"/>
          <ac:spMkLst>
            <pc:docMk/>
            <pc:sldMk cId="2518397829" sldId="394"/>
            <ac:spMk id="12" creationId="{5B119DF7-09D5-BD9E-BAA5-BEB7BA688400}"/>
          </ac:spMkLst>
        </pc:spChg>
        <pc:spChg chg="add mod">
          <ac:chgData name="우진 김" userId="9d5916cb77183fd7" providerId="LiveId" clId="{FDF37458-B840-4E5E-B3AD-909E5C62266E}" dt="2025-07-22T22:44:51.037" v="5685" actId="164"/>
          <ac:spMkLst>
            <pc:docMk/>
            <pc:sldMk cId="2518397829" sldId="394"/>
            <ac:spMk id="14" creationId="{EE21E71B-1FCE-CEA5-FD41-D0BCBDA09985}"/>
          </ac:spMkLst>
        </pc:spChg>
        <pc:spChg chg="add mod">
          <ac:chgData name="우진 김" userId="9d5916cb77183fd7" providerId="LiveId" clId="{FDF37458-B840-4E5E-B3AD-909E5C62266E}" dt="2025-07-22T22:44:51.037" v="5685" actId="164"/>
          <ac:spMkLst>
            <pc:docMk/>
            <pc:sldMk cId="2518397829" sldId="394"/>
            <ac:spMk id="16" creationId="{D471B9C1-0DB7-A6C2-7C23-F278C0A04454}"/>
          </ac:spMkLst>
        </pc:spChg>
        <pc:spChg chg="add mod">
          <ac:chgData name="우진 김" userId="9d5916cb77183fd7" providerId="LiveId" clId="{FDF37458-B840-4E5E-B3AD-909E5C62266E}" dt="2025-07-22T22:45:07.652" v="5687" actId="164"/>
          <ac:spMkLst>
            <pc:docMk/>
            <pc:sldMk cId="2518397829" sldId="394"/>
            <ac:spMk id="17" creationId="{4588E40A-5A9F-A5AE-574F-D4389A6F5EDB}"/>
          </ac:spMkLst>
        </pc:spChg>
        <pc:spChg chg="add mod">
          <ac:chgData name="우진 김" userId="9d5916cb77183fd7" providerId="LiveId" clId="{FDF37458-B840-4E5E-B3AD-909E5C62266E}" dt="2025-07-22T22:45:07.652" v="5687" actId="164"/>
          <ac:spMkLst>
            <pc:docMk/>
            <pc:sldMk cId="2518397829" sldId="394"/>
            <ac:spMk id="19" creationId="{0AC55062-5B81-6DAF-BAF1-8E8EA8583C2E}"/>
          </ac:spMkLst>
        </pc:spChg>
        <pc:spChg chg="add mod">
          <ac:chgData name="우진 김" userId="9d5916cb77183fd7" providerId="LiveId" clId="{FDF37458-B840-4E5E-B3AD-909E5C62266E}" dt="2025-07-22T22:45:07.652" v="5687" actId="164"/>
          <ac:spMkLst>
            <pc:docMk/>
            <pc:sldMk cId="2518397829" sldId="394"/>
            <ac:spMk id="20" creationId="{FDF533D7-E8DA-5620-0A30-891EE76B0484}"/>
          </ac:spMkLst>
        </pc:spChg>
        <pc:spChg chg="add mod">
          <ac:chgData name="우진 김" userId="9d5916cb77183fd7" providerId="LiveId" clId="{FDF37458-B840-4E5E-B3AD-909E5C62266E}" dt="2025-07-22T22:45:07.652" v="5687" actId="164"/>
          <ac:spMkLst>
            <pc:docMk/>
            <pc:sldMk cId="2518397829" sldId="394"/>
            <ac:spMk id="21" creationId="{7C99306D-33D6-E237-4235-17B48AA291E8}"/>
          </ac:spMkLst>
        </pc:spChg>
        <pc:spChg chg="add mod">
          <ac:chgData name="우진 김" userId="9d5916cb77183fd7" providerId="LiveId" clId="{FDF37458-B840-4E5E-B3AD-909E5C62266E}" dt="2025-07-22T22:45:07.652" v="5687" actId="164"/>
          <ac:spMkLst>
            <pc:docMk/>
            <pc:sldMk cId="2518397829" sldId="394"/>
            <ac:spMk id="22" creationId="{BB905535-EF6D-6BC9-A4D1-9258BD004586}"/>
          </ac:spMkLst>
        </pc:spChg>
        <pc:spChg chg="add mod">
          <ac:chgData name="우진 김" userId="9d5916cb77183fd7" providerId="LiveId" clId="{FDF37458-B840-4E5E-B3AD-909E5C62266E}" dt="2025-07-22T22:45:07.652" v="5687" actId="164"/>
          <ac:spMkLst>
            <pc:docMk/>
            <pc:sldMk cId="2518397829" sldId="394"/>
            <ac:spMk id="23" creationId="{FE535FE6-A0F6-AAC1-0FD6-F026220410CD}"/>
          </ac:spMkLst>
        </pc:spChg>
        <pc:grpChg chg="add del mod">
          <ac:chgData name="우진 김" userId="9d5916cb77183fd7" providerId="LiveId" clId="{FDF37458-B840-4E5E-B3AD-909E5C62266E}" dt="2025-07-22T15:55:06.034" v="2052" actId="165"/>
          <ac:grpSpMkLst>
            <pc:docMk/>
            <pc:sldMk cId="2518397829" sldId="394"/>
            <ac:grpSpMk id="4" creationId="{B6052AB3-59FE-6A92-E568-431D7652A8DD}"/>
          </ac:grpSpMkLst>
        </pc:grpChg>
        <pc:grpChg chg="add mod">
          <ac:chgData name="우진 김" userId="9d5916cb77183fd7" providerId="LiveId" clId="{FDF37458-B840-4E5E-B3AD-909E5C62266E}" dt="2025-07-22T22:44:51.037" v="5685" actId="164"/>
          <ac:grpSpMkLst>
            <pc:docMk/>
            <pc:sldMk cId="2518397829" sldId="394"/>
            <ac:grpSpMk id="24" creationId="{2D937CC5-5992-937F-91D3-2BD7A1BAE9C3}"/>
          </ac:grpSpMkLst>
        </pc:grpChg>
        <pc:grpChg chg="add mod">
          <ac:chgData name="우진 김" userId="9d5916cb77183fd7" providerId="LiveId" clId="{FDF37458-B840-4E5E-B3AD-909E5C62266E}" dt="2025-07-22T22:45:07.652" v="5687" actId="164"/>
          <ac:grpSpMkLst>
            <pc:docMk/>
            <pc:sldMk cId="2518397829" sldId="394"/>
            <ac:grpSpMk id="25" creationId="{8DA0AB11-776C-6A8B-51B0-431445E0E0AA}"/>
          </ac:grpSpMkLst>
        </pc:grpChg>
        <pc:cxnChg chg="mod topLvl">
          <ac:chgData name="우진 김" userId="9d5916cb77183fd7" providerId="LiveId" clId="{FDF37458-B840-4E5E-B3AD-909E5C62266E}" dt="2025-07-22T15:55:19.707" v="2057" actId="1076"/>
          <ac:cxnSpMkLst>
            <pc:docMk/>
            <pc:sldMk cId="2518397829" sldId="394"/>
            <ac:cxnSpMk id="9" creationId="{CB3F4CB1-6196-568B-5F52-1ADB85C93CF6}"/>
          </ac:cxnSpMkLst>
        </pc:cxnChg>
      </pc:sldChg>
      <pc:sldChg chg="addSp modSp mod modAnim">
        <pc:chgData name="우진 김" userId="9d5916cb77183fd7" providerId="LiveId" clId="{FDF37458-B840-4E5E-B3AD-909E5C62266E}" dt="2025-07-22T22:45:27.435" v="5691"/>
        <pc:sldMkLst>
          <pc:docMk/>
          <pc:sldMk cId="148147053" sldId="395"/>
        </pc:sldMkLst>
        <pc:spChg chg="add mod">
          <ac:chgData name="우진 김" userId="9d5916cb77183fd7" providerId="LiveId" clId="{FDF37458-B840-4E5E-B3AD-909E5C62266E}" dt="2025-07-22T16:55:19.777" v="2434" actId="1076"/>
          <ac:spMkLst>
            <pc:docMk/>
            <pc:sldMk cId="148147053" sldId="395"/>
            <ac:spMk id="2" creationId="{FD0ECA17-D463-FA7A-1F86-B74219F59722}"/>
          </ac:spMkLst>
        </pc:spChg>
        <pc:spChg chg="add mod">
          <ac:chgData name="우진 김" userId="9d5916cb77183fd7" providerId="LiveId" clId="{FDF37458-B840-4E5E-B3AD-909E5C62266E}" dt="2025-07-22T17:14:00.951" v="2699" actId="1076"/>
          <ac:spMkLst>
            <pc:docMk/>
            <pc:sldMk cId="148147053" sldId="395"/>
            <ac:spMk id="4" creationId="{1B614B2F-4265-5527-0A81-FDF53326F212}"/>
          </ac:spMkLst>
        </pc:spChg>
        <pc:spChg chg="add mod">
          <ac:chgData name="우진 김" userId="9d5916cb77183fd7" providerId="LiveId" clId="{FDF37458-B840-4E5E-B3AD-909E5C62266E}" dt="2025-07-22T17:14:25.998" v="2730" actId="1076"/>
          <ac:spMkLst>
            <pc:docMk/>
            <pc:sldMk cId="148147053" sldId="395"/>
            <ac:spMk id="7" creationId="{8942378A-43A6-8E20-1526-C4DD140CEB4E}"/>
          </ac:spMkLst>
        </pc:spChg>
        <pc:spChg chg="add mod">
          <ac:chgData name="우진 김" userId="9d5916cb77183fd7" providerId="LiveId" clId="{FDF37458-B840-4E5E-B3AD-909E5C62266E}" dt="2025-07-22T16:59:28.541" v="2577" actId="20577"/>
          <ac:spMkLst>
            <pc:docMk/>
            <pc:sldMk cId="148147053" sldId="395"/>
            <ac:spMk id="8" creationId="{3A251414-2FE0-EFBE-E2B9-406C5501B3C9}"/>
          </ac:spMkLst>
        </pc:spChg>
        <pc:spChg chg="add mod">
          <ac:chgData name="우진 김" userId="9d5916cb77183fd7" providerId="LiveId" clId="{FDF37458-B840-4E5E-B3AD-909E5C62266E}" dt="2025-07-22T17:00:01.182" v="2584" actId="1076"/>
          <ac:spMkLst>
            <pc:docMk/>
            <pc:sldMk cId="148147053" sldId="395"/>
            <ac:spMk id="9" creationId="{AC66D20A-484A-E176-E6D3-16150392ADBD}"/>
          </ac:spMkLst>
        </pc:spChg>
        <pc:spChg chg="add mod">
          <ac:chgData name="우진 김" userId="9d5916cb77183fd7" providerId="LiveId" clId="{FDF37458-B840-4E5E-B3AD-909E5C62266E}" dt="2025-07-22T17:09:17.310" v="2642" actId="1076"/>
          <ac:spMkLst>
            <pc:docMk/>
            <pc:sldMk cId="148147053" sldId="395"/>
            <ac:spMk id="10" creationId="{0E07CC62-05F2-C4BA-6B8D-AF610D10F765}"/>
          </ac:spMkLst>
        </pc:spChg>
        <pc:spChg chg="mod">
          <ac:chgData name="우진 김" userId="9d5916cb77183fd7" providerId="LiveId" clId="{FDF37458-B840-4E5E-B3AD-909E5C62266E}" dt="2025-07-22T17:32:21.665" v="2731" actId="20577"/>
          <ac:spMkLst>
            <pc:docMk/>
            <pc:sldMk cId="148147053" sldId="395"/>
            <ac:spMk id="13" creationId="{4A0473F4-ABFE-ADD4-807D-48391542029E}"/>
          </ac:spMkLst>
        </pc:spChg>
      </pc:sldChg>
      <pc:sldChg chg="addSp delSp modSp mod modAnim">
        <pc:chgData name="우진 김" userId="9d5916cb77183fd7" providerId="LiveId" clId="{FDF37458-B840-4E5E-B3AD-909E5C62266E}" dt="2025-07-22T22:46:27.648" v="5701"/>
        <pc:sldMkLst>
          <pc:docMk/>
          <pc:sldMk cId="2594974166" sldId="396"/>
        </pc:sldMkLst>
        <pc:spChg chg="add mod">
          <ac:chgData name="우진 김" userId="9d5916cb77183fd7" providerId="LiveId" clId="{FDF37458-B840-4E5E-B3AD-909E5C62266E}" dt="2025-07-22T20:24:19.102" v="3933" actId="1076"/>
          <ac:spMkLst>
            <pc:docMk/>
            <pc:sldMk cId="2594974166" sldId="396"/>
            <ac:spMk id="2" creationId="{ED15F7F4-6A2C-90F7-C6D6-BEC7D18169BD}"/>
          </ac:spMkLst>
        </pc:spChg>
        <pc:spChg chg="add mod">
          <ac:chgData name="우진 김" userId="9d5916cb77183fd7" providerId="LiveId" clId="{FDF37458-B840-4E5E-B3AD-909E5C62266E}" dt="2025-07-22T19:56:59.111" v="3493" actId="1076"/>
          <ac:spMkLst>
            <pc:docMk/>
            <pc:sldMk cId="2594974166" sldId="396"/>
            <ac:spMk id="4" creationId="{FDEB139E-D64A-3DB3-66A1-89A919A65AB7}"/>
          </ac:spMkLst>
        </pc:spChg>
        <pc:spChg chg="add mod">
          <ac:chgData name="우진 김" userId="9d5916cb77183fd7" providerId="LiveId" clId="{FDF37458-B840-4E5E-B3AD-909E5C62266E}" dt="2025-07-22T20:24:22.578" v="3934" actId="1076"/>
          <ac:spMkLst>
            <pc:docMk/>
            <pc:sldMk cId="2594974166" sldId="396"/>
            <ac:spMk id="8" creationId="{6FDA9C72-E5FA-4684-09FC-867E4B69CCC9}"/>
          </ac:spMkLst>
        </pc:spChg>
        <pc:spChg chg="add mod">
          <ac:chgData name="우진 김" userId="9d5916cb77183fd7" providerId="LiveId" clId="{FDF37458-B840-4E5E-B3AD-909E5C62266E}" dt="2025-07-22T20:12:47.111" v="3789" actId="1076"/>
          <ac:spMkLst>
            <pc:docMk/>
            <pc:sldMk cId="2594974166" sldId="396"/>
            <ac:spMk id="9" creationId="{1E295B12-9E33-1E49-D302-40B112AF8F93}"/>
          </ac:spMkLst>
        </pc:spChg>
        <pc:spChg chg="add mod">
          <ac:chgData name="우진 김" userId="9d5916cb77183fd7" providerId="LiveId" clId="{FDF37458-B840-4E5E-B3AD-909E5C62266E}" dt="2025-07-22T20:24:29.295" v="3936" actId="1076"/>
          <ac:spMkLst>
            <pc:docMk/>
            <pc:sldMk cId="2594974166" sldId="396"/>
            <ac:spMk id="10" creationId="{63B28FBF-4C23-E263-ADBB-561D301F3D33}"/>
          </ac:spMkLst>
        </pc:spChg>
        <pc:spChg chg="add mod">
          <ac:chgData name="우진 김" userId="9d5916cb77183fd7" providerId="LiveId" clId="{FDF37458-B840-4E5E-B3AD-909E5C62266E}" dt="2025-07-22T20:24:29.295" v="3936" actId="1076"/>
          <ac:spMkLst>
            <pc:docMk/>
            <pc:sldMk cId="2594974166" sldId="396"/>
            <ac:spMk id="14" creationId="{936FE456-0F83-62D3-8C02-EE250A62D98F}"/>
          </ac:spMkLst>
        </pc:spChg>
        <pc:spChg chg="add mod">
          <ac:chgData name="우진 김" userId="9d5916cb77183fd7" providerId="LiveId" clId="{FDF37458-B840-4E5E-B3AD-909E5C62266E}" dt="2025-07-22T20:24:29.295" v="3936" actId="1076"/>
          <ac:spMkLst>
            <pc:docMk/>
            <pc:sldMk cId="2594974166" sldId="396"/>
            <ac:spMk id="15" creationId="{2F2FE3B9-FF32-33F7-EAC9-EED58E13134A}"/>
          </ac:spMkLst>
        </pc:spChg>
        <pc:spChg chg="add mod">
          <ac:chgData name="우진 김" userId="9d5916cb77183fd7" providerId="LiveId" clId="{FDF37458-B840-4E5E-B3AD-909E5C62266E}" dt="2025-07-22T20:24:29.295" v="3936" actId="1076"/>
          <ac:spMkLst>
            <pc:docMk/>
            <pc:sldMk cId="2594974166" sldId="396"/>
            <ac:spMk id="18" creationId="{1022D893-5D84-4134-F5F6-922B6C8E8A86}"/>
          </ac:spMkLst>
        </pc:spChg>
        <pc:spChg chg="add mod">
          <ac:chgData name="우진 김" userId="9d5916cb77183fd7" providerId="LiveId" clId="{FDF37458-B840-4E5E-B3AD-909E5C62266E}" dt="2025-07-22T20:52:02.773" v="4142"/>
          <ac:spMkLst>
            <pc:docMk/>
            <pc:sldMk cId="2594974166" sldId="396"/>
            <ac:spMk id="21" creationId="{E58CC519-49C6-D7C2-9B98-C47F61DF4C07}"/>
          </ac:spMkLst>
        </pc:spChg>
        <pc:picChg chg="add mod">
          <ac:chgData name="우진 김" userId="9d5916cb77183fd7" providerId="LiveId" clId="{FDF37458-B840-4E5E-B3AD-909E5C62266E}" dt="2025-07-22T20:24:25.264" v="3935" actId="1076"/>
          <ac:picMkLst>
            <pc:docMk/>
            <pc:sldMk cId="2594974166" sldId="396"/>
            <ac:picMk id="20" creationId="{523A5DE0-9EFD-2671-FD41-1649CFF0847C}"/>
          </ac:picMkLst>
        </pc:picChg>
        <pc:cxnChg chg="add mod">
          <ac:chgData name="우진 김" userId="9d5916cb77183fd7" providerId="LiveId" clId="{FDF37458-B840-4E5E-B3AD-909E5C62266E}" dt="2025-07-22T20:24:22.578" v="3934" actId="1076"/>
          <ac:cxnSpMkLst>
            <pc:docMk/>
            <pc:sldMk cId="2594974166" sldId="396"/>
            <ac:cxnSpMk id="7" creationId="{F47B06C0-6EF0-D8FD-5934-0C1A3BC51FE9}"/>
          </ac:cxnSpMkLst>
        </pc:cxnChg>
        <pc:cxnChg chg="add mod">
          <ac:chgData name="우진 김" userId="9d5916cb77183fd7" providerId="LiveId" clId="{FDF37458-B840-4E5E-B3AD-909E5C62266E}" dt="2025-07-22T20:24:29.295" v="3936" actId="1076"/>
          <ac:cxnSpMkLst>
            <pc:docMk/>
            <pc:sldMk cId="2594974166" sldId="396"/>
            <ac:cxnSpMk id="11" creationId="{72B917AF-945A-E3CA-6330-47ACCF6ECE45}"/>
          </ac:cxnSpMkLst>
        </pc:cxnChg>
        <pc:cxnChg chg="add mod">
          <ac:chgData name="우진 김" userId="9d5916cb77183fd7" providerId="LiveId" clId="{FDF37458-B840-4E5E-B3AD-909E5C62266E}" dt="2025-07-22T20:24:29.295" v="3936" actId="1076"/>
          <ac:cxnSpMkLst>
            <pc:docMk/>
            <pc:sldMk cId="2594974166" sldId="396"/>
            <ac:cxnSpMk id="12" creationId="{9A284564-F051-DDB4-2047-AED24233A1CE}"/>
          </ac:cxnSpMkLst>
        </pc:cxnChg>
        <pc:cxnChg chg="add del mod">
          <ac:chgData name="우진 김" userId="9d5916cb77183fd7" providerId="LiveId" clId="{FDF37458-B840-4E5E-B3AD-909E5C62266E}" dt="2025-07-22T20:11:22.790" v="3770" actId="478"/>
          <ac:cxnSpMkLst>
            <pc:docMk/>
            <pc:sldMk cId="2594974166" sldId="396"/>
            <ac:cxnSpMk id="16" creationId="{0E6F5B38-CFB9-6FFA-D647-42F0E2A50579}"/>
          </ac:cxnSpMkLst>
        </pc:cxnChg>
        <pc:cxnChg chg="add mod">
          <ac:chgData name="우진 김" userId="9d5916cb77183fd7" providerId="LiveId" clId="{FDF37458-B840-4E5E-B3AD-909E5C62266E}" dt="2025-07-22T20:24:29.295" v="3936" actId="1076"/>
          <ac:cxnSpMkLst>
            <pc:docMk/>
            <pc:sldMk cId="2594974166" sldId="396"/>
            <ac:cxnSpMk id="17" creationId="{A8DDD6FE-72AA-53F7-13CD-812A585B41A7}"/>
          </ac:cxnSpMkLst>
        </pc:cxnChg>
      </pc:sldChg>
      <pc:sldChg chg="addSp modSp mod">
        <pc:chgData name="우진 김" userId="9d5916cb77183fd7" providerId="LiveId" clId="{FDF37458-B840-4E5E-B3AD-909E5C62266E}" dt="2025-07-22T21:06:01.412" v="4292" actId="1076"/>
        <pc:sldMkLst>
          <pc:docMk/>
          <pc:sldMk cId="1886081644" sldId="397"/>
        </pc:sldMkLst>
        <pc:spChg chg="add mod">
          <ac:chgData name="우진 김" userId="9d5916cb77183fd7" providerId="LiveId" clId="{FDF37458-B840-4E5E-B3AD-909E5C62266E}" dt="2025-07-22T20:54:30.634" v="4191" actId="1036"/>
          <ac:spMkLst>
            <pc:docMk/>
            <pc:sldMk cId="1886081644" sldId="397"/>
            <ac:spMk id="2" creationId="{6347FB59-8328-C3ED-AF69-8761CE9494C4}"/>
          </ac:spMkLst>
        </pc:spChg>
        <pc:spChg chg="add mod">
          <ac:chgData name="우진 김" userId="9d5916cb77183fd7" providerId="LiveId" clId="{FDF37458-B840-4E5E-B3AD-909E5C62266E}" dt="2025-07-22T20:56:41.040" v="4194" actId="207"/>
          <ac:spMkLst>
            <pc:docMk/>
            <pc:sldMk cId="1886081644" sldId="397"/>
            <ac:spMk id="6" creationId="{433B1E22-AB95-07EC-7829-6E44A0A2EB8F}"/>
          </ac:spMkLst>
        </pc:spChg>
        <pc:spChg chg="add mod">
          <ac:chgData name="우진 김" userId="9d5916cb77183fd7" providerId="LiveId" clId="{FDF37458-B840-4E5E-B3AD-909E5C62266E}" dt="2025-07-22T20:59:53.641" v="4239" actId="1076"/>
          <ac:spMkLst>
            <pc:docMk/>
            <pc:sldMk cId="1886081644" sldId="397"/>
            <ac:spMk id="9" creationId="{5B47F2C9-7396-1980-D2E6-EC736942EE5D}"/>
          </ac:spMkLst>
        </pc:spChg>
        <pc:spChg chg="add mod">
          <ac:chgData name="우진 김" userId="9d5916cb77183fd7" providerId="LiveId" clId="{FDF37458-B840-4E5E-B3AD-909E5C62266E}" dt="2025-07-22T21:01:03.678" v="4278" actId="2711"/>
          <ac:spMkLst>
            <pc:docMk/>
            <pc:sldMk cId="1886081644" sldId="397"/>
            <ac:spMk id="10" creationId="{BD68088B-CB1A-A969-5FAA-EC12BC4FF090}"/>
          </ac:spMkLst>
        </pc:spChg>
        <pc:spChg chg="add mod">
          <ac:chgData name="우진 김" userId="9d5916cb77183fd7" providerId="LiveId" clId="{FDF37458-B840-4E5E-B3AD-909E5C62266E}" dt="2025-07-22T21:04:57.604" v="4290" actId="20577"/>
          <ac:spMkLst>
            <pc:docMk/>
            <pc:sldMk cId="1886081644" sldId="397"/>
            <ac:spMk id="16" creationId="{19CEB05A-CE74-90B1-21E6-891E69C700BA}"/>
          </ac:spMkLst>
        </pc:spChg>
        <pc:picChg chg="add mod">
          <ac:chgData name="우진 김" userId="9d5916cb77183fd7" providerId="LiveId" clId="{FDF37458-B840-4E5E-B3AD-909E5C62266E}" dt="2025-07-22T21:06:01.412" v="4292" actId="1076"/>
          <ac:picMkLst>
            <pc:docMk/>
            <pc:sldMk cId="1886081644" sldId="397"/>
            <ac:picMk id="12" creationId="{12F7EC50-E850-7B42-B71F-F4963C9BCBB3}"/>
          </ac:picMkLst>
        </pc:picChg>
        <pc:cxnChg chg="add mod">
          <ac:chgData name="우진 김" userId="9d5916cb77183fd7" providerId="LiveId" clId="{FDF37458-B840-4E5E-B3AD-909E5C62266E}" dt="2025-07-22T20:59:45.766" v="4236" actId="208"/>
          <ac:cxnSpMkLst>
            <pc:docMk/>
            <pc:sldMk cId="1886081644" sldId="397"/>
            <ac:cxnSpMk id="8" creationId="{EB33DDF0-4664-B41D-DECF-E922A5767C73}"/>
          </ac:cxnSpMkLst>
        </pc:cxnChg>
        <pc:cxnChg chg="add mod">
          <ac:chgData name="우진 김" userId="9d5916cb77183fd7" providerId="LiveId" clId="{FDF37458-B840-4E5E-B3AD-909E5C62266E}" dt="2025-07-22T21:05:59.262" v="4291" actId="1076"/>
          <ac:cxnSpMkLst>
            <pc:docMk/>
            <pc:sldMk cId="1886081644" sldId="397"/>
            <ac:cxnSpMk id="15" creationId="{A68BEC38-3926-8480-9A92-1CA3F536D073}"/>
          </ac:cxnSpMkLst>
        </pc:cxnChg>
      </pc:sldChg>
      <pc:sldChg chg="addSp delSp modSp del mod">
        <pc:chgData name="우진 김" userId="9d5916cb77183fd7" providerId="LiveId" clId="{FDF37458-B840-4E5E-B3AD-909E5C62266E}" dt="2025-07-22T22:15:03.610" v="5101" actId="2696"/>
        <pc:sldMkLst>
          <pc:docMk/>
          <pc:sldMk cId="2271484296" sldId="398"/>
        </pc:sldMkLst>
        <pc:spChg chg="add mod">
          <ac:chgData name="우진 김" userId="9d5916cb77183fd7" providerId="LiveId" clId="{FDF37458-B840-4E5E-B3AD-909E5C62266E}" dt="2025-07-22T21:25:28.903" v="4614" actId="20577"/>
          <ac:spMkLst>
            <pc:docMk/>
            <pc:sldMk cId="2271484296" sldId="398"/>
            <ac:spMk id="2" creationId="{E2392948-567F-478D-DBB7-6B4A1F26BADB}"/>
          </ac:spMkLst>
        </pc:spChg>
        <pc:spChg chg="add del mod">
          <ac:chgData name="우진 김" userId="9d5916cb77183fd7" providerId="LiveId" clId="{FDF37458-B840-4E5E-B3AD-909E5C62266E}" dt="2025-07-22T21:23:20.764" v="4560" actId="478"/>
          <ac:spMkLst>
            <pc:docMk/>
            <pc:sldMk cId="2271484296" sldId="398"/>
            <ac:spMk id="4" creationId="{D38669E6-F219-9E19-1E03-D84424E0B706}"/>
          </ac:spMkLst>
        </pc:spChg>
        <pc:spChg chg="add del mod">
          <ac:chgData name="우진 김" userId="9d5916cb77183fd7" providerId="LiveId" clId="{FDF37458-B840-4E5E-B3AD-909E5C62266E}" dt="2025-07-22T21:23:22.781" v="4561" actId="478"/>
          <ac:spMkLst>
            <pc:docMk/>
            <pc:sldMk cId="2271484296" sldId="398"/>
            <ac:spMk id="6" creationId="{DC661F94-2AFA-197A-2545-475CD73F8294}"/>
          </ac:spMkLst>
        </pc:spChg>
        <pc:spChg chg="add del mod">
          <ac:chgData name="우진 김" userId="9d5916cb77183fd7" providerId="LiveId" clId="{FDF37458-B840-4E5E-B3AD-909E5C62266E}" dt="2025-07-22T21:23:20.764" v="4560" actId="478"/>
          <ac:spMkLst>
            <pc:docMk/>
            <pc:sldMk cId="2271484296" sldId="398"/>
            <ac:spMk id="7" creationId="{892AE66C-51EE-1448-E583-257418DD9934}"/>
          </ac:spMkLst>
        </pc:spChg>
        <pc:spChg chg="add del mod">
          <ac:chgData name="우진 김" userId="9d5916cb77183fd7" providerId="LiveId" clId="{FDF37458-B840-4E5E-B3AD-909E5C62266E}" dt="2025-07-22T21:23:23.485" v="4562" actId="478"/>
          <ac:spMkLst>
            <pc:docMk/>
            <pc:sldMk cId="2271484296" sldId="398"/>
            <ac:spMk id="8" creationId="{8C86F575-6C59-AB40-7762-95F2883BD84C}"/>
          </ac:spMkLst>
        </pc:spChg>
        <pc:spChg chg="add del mod">
          <ac:chgData name="우진 김" userId="9d5916cb77183fd7" providerId="LiveId" clId="{FDF37458-B840-4E5E-B3AD-909E5C62266E}" dt="2025-07-22T21:23:20.764" v="4560" actId="478"/>
          <ac:spMkLst>
            <pc:docMk/>
            <pc:sldMk cId="2271484296" sldId="398"/>
            <ac:spMk id="10" creationId="{67B49D1E-02C7-7363-A0FE-D4D69D76EABC}"/>
          </ac:spMkLst>
        </pc:spChg>
        <pc:spChg chg="add del mod">
          <ac:chgData name="우진 김" userId="9d5916cb77183fd7" providerId="LiveId" clId="{FDF37458-B840-4E5E-B3AD-909E5C62266E}" dt="2025-07-22T21:23:20.764" v="4560" actId="478"/>
          <ac:spMkLst>
            <pc:docMk/>
            <pc:sldMk cId="2271484296" sldId="398"/>
            <ac:spMk id="11" creationId="{18DF9B7E-2E4C-CDBB-E73C-E0BF2996E0FA}"/>
          </ac:spMkLst>
        </pc:spChg>
        <pc:spChg chg="add mod">
          <ac:chgData name="우진 김" userId="9d5916cb77183fd7" providerId="LiveId" clId="{FDF37458-B840-4E5E-B3AD-909E5C62266E}" dt="2025-07-22T21:50:19.352" v="4865" actId="20577"/>
          <ac:spMkLst>
            <pc:docMk/>
            <pc:sldMk cId="2271484296" sldId="398"/>
            <ac:spMk id="12" creationId="{7B9B72B4-50BD-751A-B3CE-D2550BD1CFC4}"/>
          </ac:spMkLst>
        </pc:spChg>
        <pc:spChg chg="add mod">
          <ac:chgData name="우진 김" userId="9d5916cb77183fd7" providerId="LiveId" clId="{FDF37458-B840-4E5E-B3AD-909E5C62266E}" dt="2025-07-22T21:50:25.236" v="4867" actId="20577"/>
          <ac:spMkLst>
            <pc:docMk/>
            <pc:sldMk cId="2271484296" sldId="398"/>
            <ac:spMk id="14" creationId="{F0B3F758-96C3-BDF6-2642-DDED7C50AFF3}"/>
          </ac:spMkLst>
        </pc:spChg>
        <pc:spChg chg="add mod">
          <ac:chgData name="우진 김" userId="9d5916cb77183fd7" providerId="LiveId" clId="{FDF37458-B840-4E5E-B3AD-909E5C62266E}" dt="2025-07-22T21:28:34.388" v="4739" actId="1076"/>
          <ac:spMkLst>
            <pc:docMk/>
            <pc:sldMk cId="2271484296" sldId="398"/>
            <ac:spMk id="15" creationId="{F69A4FE9-031B-4862-C146-210C395B38F3}"/>
          </ac:spMkLst>
        </pc:spChg>
        <pc:spChg chg="add mod">
          <ac:chgData name="우진 김" userId="9d5916cb77183fd7" providerId="LiveId" clId="{FDF37458-B840-4E5E-B3AD-909E5C62266E}" dt="2025-07-22T21:50:35.147" v="4873" actId="20577"/>
          <ac:spMkLst>
            <pc:docMk/>
            <pc:sldMk cId="2271484296" sldId="398"/>
            <ac:spMk id="16" creationId="{ABC3A9DA-1788-8740-8121-10E6688F578A}"/>
          </ac:spMkLst>
        </pc:spChg>
        <pc:spChg chg="add mod">
          <ac:chgData name="우진 김" userId="9d5916cb77183fd7" providerId="LiveId" clId="{FDF37458-B840-4E5E-B3AD-909E5C62266E}" dt="2025-07-22T21:31:32.219" v="4783" actId="20577"/>
          <ac:spMkLst>
            <pc:docMk/>
            <pc:sldMk cId="2271484296" sldId="398"/>
            <ac:spMk id="17" creationId="{73E7A581-9C5B-FB4F-9657-E04878498021}"/>
          </ac:spMkLst>
        </pc:spChg>
        <pc:spChg chg="add mod">
          <ac:chgData name="우진 김" userId="9d5916cb77183fd7" providerId="LiveId" clId="{FDF37458-B840-4E5E-B3AD-909E5C62266E}" dt="2025-07-22T21:35:17.650" v="4831" actId="20577"/>
          <ac:spMkLst>
            <pc:docMk/>
            <pc:sldMk cId="2271484296" sldId="398"/>
            <ac:spMk id="18" creationId="{5FA7E9A2-C423-D75D-46C7-F741BA339EB6}"/>
          </ac:spMkLst>
        </pc:spChg>
        <pc:spChg chg="add mod">
          <ac:chgData name="우진 김" userId="9d5916cb77183fd7" providerId="LiveId" clId="{FDF37458-B840-4E5E-B3AD-909E5C62266E}" dt="2025-07-22T21:32:55.104" v="4804"/>
          <ac:spMkLst>
            <pc:docMk/>
            <pc:sldMk cId="2271484296" sldId="398"/>
            <ac:spMk id="21" creationId="{FFDEFBD8-A7E6-26D7-7A5F-51A4C667C25F}"/>
          </ac:spMkLst>
        </pc:spChg>
        <pc:spChg chg="add mod">
          <ac:chgData name="우진 김" userId="9d5916cb77183fd7" providerId="LiveId" clId="{FDF37458-B840-4E5E-B3AD-909E5C62266E}" dt="2025-07-22T21:53:26.454" v="4875" actId="20577"/>
          <ac:spMkLst>
            <pc:docMk/>
            <pc:sldMk cId="2271484296" sldId="398"/>
            <ac:spMk id="23" creationId="{38A6552A-BA17-76E9-D2D0-391777A7D680}"/>
          </ac:spMkLst>
        </pc:spChg>
        <pc:spChg chg="add mod">
          <ac:chgData name="우진 김" userId="9d5916cb77183fd7" providerId="LiveId" clId="{FDF37458-B840-4E5E-B3AD-909E5C62266E}" dt="2025-07-22T22:09:18.190" v="4985"/>
          <ac:spMkLst>
            <pc:docMk/>
            <pc:sldMk cId="2271484296" sldId="398"/>
            <ac:spMk id="24" creationId="{1042F204-56AE-A93A-E1CD-DB2DF3BEF216}"/>
          </ac:spMkLst>
        </pc:spChg>
        <pc:spChg chg="add mod">
          <ac:chgData name="우진 김" userId="9d5916cb77183fd7" providerId="LiveId" clId="{FDF37458-B840-4E5E-B3AD-909E5C62266E}" dt="2025-07-22T22:09:24.614" v="4986"/>
          <ac:spMkLst>
            <pc:docMk/>
            <pc:sldMk cId="2271484296" sldId="398"/>
            <ac:spMk id="25" creationId="{E9E7B3E8-DE79-8342-DDC4-A89E4A9C0CE7}"/>
          </ac:spMkLst>
        </pc:spChg>
        <pc:spChg chg="add del">
          <ac:chgData name="우진 김" userId="9d5916cb77183fd7" providerId="LiveId" clId="{FDF37458-B840-4E5E-B3AD-909E5C62266E}" dt="2025-07-22T22:09:32.996" v="4988" actId="22"/>
          <ac:spMkLst>
            <pc:docMk/>
            <pc:sldMk cId="2271484296" sldId="398"/>
            <ac:spMk id="27" creationId="{48C9D2D1-AA2C-EFCB-0A42-784E305AF04A}"/>
          </ac:spMkLst>
        </pc:spChg>
        <pc:cxnChg chg="add">
          <ac:chgData name="우진 김" userId="9d5916cb77183fd7" providerId="LiveId" clId="{FDF37458-B840-4E5E-B3AD-909E5C62266E}" dt="2025-07-22T21:32:48.602" v="4803" actId="11529"/>
          <ac:cxnSpMkLst>
            <pc:docMk/>
            <pc:sldMk cId="2271484296" sldId="398"/>
            <ac:cxnSpMk id="20" creationId="{76B56A14-7CF2-56D3-F846-2556B36D9EE3}"/>
          </ac:cxnSpMkLst>
        </pc:cxnChg>
      </pc:sldChg>
      <pc:sldChg chg="addSp modSp mod">
        <pc:chgData name="우진 김" userId="9d5916cb77183fd7" providerId="LiveId" clId="{FDF37458-B840-4E5E-B3AD-909E5C62266E}" dt="2025-07-22T22:30:13.679" v="5537"/>
        <pc:sldMkLst>
          <pc:docMk/>
          <pc:sldMk cId="1260540756" sldId="399"/>
        </pc:sldMkLst>
        <pc:spChg chg="add mod">
          <ac:chgData name="우진 김" userId="9d5916cb77183fd7" providerId="LiveId" clId="{FDF37458-B840-4E5E-B3AD-909E5C62266E}" dt="2025-07-22T22:27:12.048" v="5489" actId="1076"/>
          <ac:spMkLst>
            <pc:docMk/>
            <pc:sldMk cId="1260540756" sldId="399"/>
            <ac:spMk id="2" creationId="{40926514-FBC7-89D7-4993-98820213ADD0}"/>
          </ac:spMkLst>
        </pc:spChg>
        <pc:spChg chg="add mod">
          <ac:chgData name="우진 김" userId="9d5916cb77183fd7" providerId="LiveId" clId="{FDF37458-B840-4E5E-B3AD-909E5C62266E}" dt="2025-07-22T22:26:15.215" v="5480" actId="20577"/>
          <ac:spMkLst>
            <pc:docMk/>
            <pc:sldMk cId="1260540756" sldId="399"/>
            <ac:spMk id="4" creationId="{83866A0A-4B5F-1FCF-5813-5BDEFD0E4C05}"/>
          </ac:spMkLst>
        </pc:spChg>
        <pc:spChg chg="add mod">
          <ac:chgData name="우진 김" userId="9d5916cb77183fd7" providerId="LiveId" clId="{FDF37458-B840-4E5E-B3AD-909E5C62266E}" dt="2025-07-22T22:26:58.610" v="5483"/>
          <ac:spMkLst>
            <pc:docMk/>
            <pc:sldMk cId="1260540756" sldId="399"/>
            <ac:spMk id="6" creationId="{FC487364-3061-DACF-9A91-7C295D41E89F}"/>
          </ac:spMkLst>
        </pc:spChg>
        <pc:spChg chg="add mod">
          <ac:chgData name="우진 김" userId="9d5916cb77183fd7" providerId="LiveId" clId="{FDF37458-B840-4E5E-B3AD-909E5C62266E}" dt="2025-07-22T22:26:58.610" v="5483"/>
          <ac:spMkLst>
            <pc:docMk/>
            <pc:sldMk cId="1260540756" sldId="399"/>
            <ac:spMk id="7" creationId="{13F7F043-B55D-9E2C-4B10-5D1E0A19AA97}"/>
          </ac:spMkLst>
        </pc:spChg>
        <pc:spChg chg="add mod">
          <ac:chgData name="우진 김" userId="9d5916cb77183fd7" providerId="LiveId" clId="{FDF37458-B840-4E5E-B3AD-909E5C62266E}" dt="2025-07-22T22:28:02.995" v="5526" actId="1076"/>
          <ac:spMkLst>
            <pc:docMk/>
            <pc:sldMk cId="1260540756" sldId="399"/>
            <ac:spMk id="10" creationId="{710C7925-17E8-7320-F454-5691D0FAA881}"/>
          </ac:spMkLst>
        </pc:spChg>
        <pc:spChg chg="add mod">
          <ac:chgData name="우진 김" userId="9d5916cb77183fd7" providerId="LiveId" clId="{FDF37458-B840-4E5E-B3AD-909E5C62266E}" dt="2025-07-22T22:30:13.679" v="5537"/>
          <ac:spMkLst>
            <pc:docMk/>
            <pc:sldMk cId="1260540756" sldId="399"/>
            <ac:spMk id="16" creationId="{9E666433-1FC8-79C9-217D-DCA4E916A6E7}"/>
          </ac:spMkLst>
        </pc:spChg>
        <pc:picChg chg="add mod">
          <ac:chgData name="우진 김" userId="9d5916cb77183fd7" providerId="LiveId" clId="{FDF37458-B840-4E5E-B3AD-909E5C62266E}" dt="2025-07-22T22:30:05.200" v="5535" actId="1076"/>
          <ac:picMkLst>
            <pc:docMk/>
            <pc:sldMk cId="1260540756" sldId="399"/>
            <ac:picMk id="12" creationId="{43A1C853-1C5B-E870-3583-80ABBC88616B}"/>
          </ac:picMkLst>
        </pc:picChg>
        <pc:picChg chg="add mod">
          <ac:chgData name="우진 김" userId="9d5916cb77183fd7" providerId="LiveId" clId="{FDF37458-B840-4E5E-B3AD-909E5C62266E}" dt="2025-07-22T22:30:06.189" v="5536" actId="1076"/>
          <ac:picMkLst>
            <pc:docMk/>
            <pc:sldMk cId="1260540756" sldId="399"/>
            <ac:picMk id="15" creationId="{251811DC-DFAF-FFE9-6722-55985B2C8150}"/>
          </ac:picMkLst>
        </pc:picChg>
        <pc:cxnChg chg="add">
          <ac:chgData name="우진 김" userId="9d5916cb77183fd7" providerId="LiveId" clId="{FDF37458-B840-4E5E-B3AD-909E5C62266E}" dt="2025-07-22T22:27:24.219" v="5490" actId="11529"/>
          <ac:cxnSpMkLst>
            <pc:docMk/>
            <pc:sldMk cId="1260540756" sldId="399"/>
            <ac:cxnSpMk id="9" creationId="{86618FCE-1ABC-E0BE-826C-F5F6BACB9D30}"/>
          </ac:cxnSpMkLst>
        </pc:cxnChg>
      </pc:sldChg>
      <pc:sldChg chg="del">
        <pc:chgData name="우진 김" userId="9d5916cb77183fd7" providerId="LiveId" clId="{FDF37458-B840-4E5E-B3AD-909E5C62266E}" dt="2025-07-22T22:19:15.780" v="5224" actId="47"/>
        <pc:sldMkLst>
          <pc:docMk/>
          <pc:sldMk cId="2991457619" sldId="400"/>
        </pc:sldMkLst>
      </pc:sldChg>
      <pc:sldChg chg="addSp delSp modSp mod modAnim">
        <pc:chgData name="우진 김" userId="9d5916cb77183fd7" providerId="LiveId" clId="{FDF37458-B840-4E5E-B3AD-909E5C62266E}" dt="2025-07-22T22:25:26.372" v="5460" actId="2711"/>
        <pc:sldMkLst>
          <pc:docMk/>
          <pc:sldMk cId="1734530735" sldId="401"/>
        </pc:sldMkLst>
        <pc:spChg chg="add del mod">
          <ac:chgData name="우진 김" userId="9d5916cb77183fd7" providerId="LiveId" clId="{FDF37458-B840-4E5E-B3AD-909E5C62266E}" dt="2025-07-22T22:19:27.415" v="5227" actId="478"/>
          <ac:spMkLst>
            <pc:docMk/>
            <pc:sldMk cId="1734530735" sldId="401"/>
            <ac:spMk id="2" creationId="{1017C7B0-15E5-DEA4-7C27-3A70EE95DAEC}"/>
          </ac:spMkLst>
        </pc:spChg>
        <pc:spChg chg="del mod">
          <ac:chgData name="우진 김" userId="9d5916cb77183fd7" providerId="LiveId" clId="{FDF37458-B840-4E5E-B3AD-909E5C62266E}" dt="2025-07-22T22:19:34.745" v="5230" actId="478"/>
          <ac:spMkLst>
            <pc:docMk/>
            <pc:sldMk cId="1734530735" sldId="401"/>
            <ac:spMk id="3" creationId="{C0C6BD0B-1FC1-29D9-8C52-C4369A1C3B05}"/>
          </ac:spMkLst>
        </pc:spChg>
        <pc:spChg chg="add del mod">
          <ac:chgData name="우진 김" userId="9d5916cb77183fd7" providerId="LiveId" clId="{FDF37458-B840-4E5E-B3AD-909E5C62266E}" dt="2025-07-22T22:19:27.415" v="5227" actId="478"/>
          <ac:spMkLst>
            <pc:docMk/>
            <pc:sldMk cId="1734530735" sldId="401"/>
            <ac:spMk id="4" creationId="{5ECE6DAE-6671-A405-CED9-EC94BA868C96}"/>
          </ac:spMkLst>
        </pc:spChg>
        <pc:spChg chg="add del">
          <ac:chgData name="우진 김" userId="9d5916cb77183fd7" providerId="LiveId" clId="{FDF37458-B840-4E5E-B3AD-909E5C62266E}" dt="2025-07-22T20:26:20.258" v="3943" actId="22"/>
          <ac:spMkLst>
            <pc:docMk/>
            <pc:sldMk cId="1734530735" sldId="401"/>
            <ac:spMk id="8" creationId="{75827B00-976D-5536-26DC-F9E76D726A96}"/>
          </ac:spMkLst>
        </pc:spChg>
        <pc:spChg chg="add del mod">
          <ac:chgData name="우진 김" userId="9d5916cb77183fd7" providerId="LiveId" clId="{FDF37458-B840-4E5E-B3AD-909E5C62266E}" dt="2025-07-22T22:19:27.415" v="5227" actId="478"/>
          <ac:spMkLst>
            <pc:docMk/>
            <pc:sldMk cId="1734530735" sldId="401"/>
            <ac:spMk id="10" creationId="{CA50CF69-B3E1-ABBB-A3A5-28BD26AD481B}"/>
          </ac:spMkLst>
        </pc:spChg>
        <pc:spChg chg="add del mod">
          <ac:chgData name="우진 김" userId="9d5916cb77183fd7" providerId="LiveId" clId="{FDF37458-B840-4E5E-B3AD-909E5C62266E}" dt="2025-07-22T22:19:27.415" v="5227" actId="478"/>
          <ac:spMkLst>
            <pc:docMk/>
            <pc:sldMk cId="1734530735" sldId="401"/>
            <ac:spMk id="11" creationId="{300DF9ED-A5CC-7DFE-7E28-53AB5051452C}"/>
          </ac:spMkLst>
        </pc:spChg>
        <pc:spChg chg="add del mod">
          <ac:chgData name="우진 김" userId="9d5916cb77183fd7" providerId="LiveId" clId="{FDF37458-B840-4E5E-B3AD-909E5C62266E}" dt="2025-07-22T22:19:27.415" v="5227" actId="478"/>
          <ac:spMkLst>
            <pc:docMk/>
            <pc:sldMk cId="1734530735" sldId="401"/>
            <ac:spMk id="12" creationId="{F6CCC5B0-CE4D-9D66-F4AA-37A336D919E7}"/>
          </ac:spMkLst>
        </pc:spChg>
        <pc:spChg chg="mod">
          <ac:chgData name="우진 김" userId="9d5916cb77183fd7" providerId="LiveId" clId="{FDF37458-B840-4E5E-B3AD-909E5C62266E}" dt="2025-07-22T22:19:56.418" v="5273" actId="1076"/>
          <ac:spMkLst>
            <pc:docMk/>
            <pc:sldMk cId="1734530735" sldId="401"/>
            <ac:spMk id="13" creationId="{45779FCE-9044-35DB-3E91-CEC2B3A9CE2D}"/>
          </ac:spMkLst>
        </pc:spChg>
        <pc:spChg chg="add del mod">
          <ac:chgData name="우진 김" userId="9d5916cb77183fd7" providerId="LiveId" clId="{FDF37458-B840-4E5E-B3AD-909E5C62266E}" dt="2025-07-22T22:19:27.415" v="5227" actId="478"/>
          <ac:spMkLst>
            <pc:docMk/>
            <pc:sldMk cId="1734530735" sldId="401"/>
            <ac:spMk id="15" creationId="{60572468-EFCF-2EA5-7A93-7DF0315BA263}"/>
          </ac:spMkLst>
        </pc:spChg>
        <pc:spChg chg="add del mod">
          <ac:chgData name="우진 김" userId="9d5916cb77183fd7" providerId="LiveId" clId="{FDF37458-B840-4E5E-B3AD-909E5C62266E}" dt="2025-07-22T22:19:27.415" v="5227" actId="478"/>
          <ac:spMkLst>
            <pc:docMk/>
            <pc:sldMk cId="1734530735" sldId="401"/>
            <ac:spMk id="16" creationId="{A21580A8-5560-3F50-1AC2-8FD4785B197D}"/>
          </ac:spMkLst>
        </pc:spChg>
        <pc:spChg chg="add del mod">
          <ac:chgData name="우진 김" userId="9d5916cb77183fd7" providerId="LiveId" clId="{FDF37458-B840-4E5E-B3AD-909E5C62266E}" dt="2025-07-22T22:19:27.415" v="5227" actId="478"/>
          <ac:spMkLst>
            <pc:docMk/>
            <pc:sldMk cId="1734530735" sldId="401"/>
            <ac:spMk id="17" creationId="{7A6F410B-6E09-C11E-D349-B4F8BA61DC8A}"/>
          </ac:spMkLst>
        </pc:spChg>
        <pc:spChg chg="add mod">
          <ac:chgData name="우진 김" userId="9d5916cb77183fd7" providerId="LiveId" clId="{FDF37458-B840-4E5E-B3AD-909E5C62266E}" dt="2025-07-22T22:19:36.318" v="5231" actId="1076"/>
          <ac:spMkLst>
            <pc:docMk/>
            <pc:sldMk cId="1734530735" sldId="401"/>
            <ac:spMk id="22" creationId="{C4645E06-46C8-C332-3FED-70CC66447B53}"/>
          </ac:spMkLst>
        </pc:spChg>
        <pc:spChg chg="add mod">
          <ac:chgData name="우진 김" userId="9d5916cb77183fd7" providerId="LiveId" clId="{FDF37458-B840-4E5E-B3AD-909E5C62266E}" dt="2025-07-22T22:23:34.015" v="5414" actId="1076"/>
          <ac:spMkLst>
            <pc:docMk/>
            <pc:sldMk cId="1734530735" sldId="401"/>
            <ac:spMk id="23" creationId="{B6659FF5-0887-EF3B-089A-D782D6DF25D9}"/>
          </ac:spMkLst>
        </pc:spChg>
        <pc:spChg chg="add mod">
          <ac:chgData name="우진 김" userId="9d5916cb77183fd7" providerId="LiveId" clId="{FDF37458-B840-4E5E-B3AD-909E5C62266E}" dt="2025-07-22T22:24:34.949" v="5448" actId="1076"/>
          <ac:spMkLst>
            <pc:docMk/>
            <pc:sldMk cId="1734530735" sldId="401"/>
            <ac:spMk id="30" creationId="{6335DE84-8A85-52E0-8D30-99F4FC74E0C2}"/>
          </ac:spMkLst>
        </pc:spChg>
        <pc:spChg chg="add mod">
          <ac:chgData name="우진 김" userId="9d5916cb77183fd7" providerId="LiveId" clId="{FDF37458-B840-4E5E-B3AD-909E5C62266E}" dt="2025-07-22T22:25:26.372" v="5460" actId="2711"/>
          <ac:spMkLst>
            <pc:docMk/>
            <pc:sldMk cId="1734530735" sldId="401"/>
            <ac:spMk id="31" creationId="{1E4A690F-08E0-C42D-60EE-21587B8DD178}"/>
          </ac:spMkLst>
        </pc:spChg>
        <pc:picChg chg="add mod modCrop">
          <ac:chgData name="우진 김" userId="9d5916cb77183fd7" providerId="LiveId" clId="{FDF37458-B840-4E5E-B3AD-909E5C62266E}" dt="2025-07-22T22:24:37.106" v="5449" actId="1076"/>
          <ac:picMkLst>
            <pc:docMk/>
            <pc:sldMk cId="1734530735" sldId="401"/>
            <ac:picMk id="27" creationId="{84558B04-DC7A-EB67-EFF5-F47B6E0CBB6D}"/>
          </ac:picMkLst>
        </pc:picChg>
        <pc:picChg chg="add mod">
          <ac:chgData name="우진 김" userId="9d5916cb77183fd7" providerId="LiveId" clId="{FDF37458-B840-4E5E-B3AD-909E5C62266E}" dt="2025-07-22T22:24:07.261" v="5422" actId="1076"/>
          <ac:picMkLst>
            <pc:docMk/>
            <pc:sldMk cId="1734530735" sldId="401"/>
            <ac:picMk id="29" creationId="{FDCE80F6-49E8-7226-C9EE-9DFD44FBD977}"/>
          </ac:picMkLst>
        </pc:picChg>
        <pc:cxnChg chg="add mod">
          <ac:chgData name="우진 김" userId="9d5916cb77183fd7" providerId="LiveId" clId="{FDF37458-B840-4E5E-B3AD-909E5C62266E}" dt="2025-07-22T20:28:15.979" v="3991" actId="1076"/>
          <ac:cxnSpMkLst>
            <pc:docMk/>
            <pc:sldMk cId="1734530735" sldId="401"/>
            <ac:cxnSpMk id="6" creationId="{A142B1C9-46E0-F653-8201-F8D3FF26188D}"/>
          </ac:cxnSpMkLst>
        </pc:cxnChg>
        <pc:cxnChg chg="add del mod">
          <ac:chgData name="우진 김" userId="9d5916cb77183fd7" providerId="LiveId" clId="{FDF37458-B840-4E5E-B3AD-909E5C62266E}" dt="2025-07-22T22:19:27.415" v="5227" actId="478"/>
          <ac:cxnSpMkLst>
            <pc:docMk/>
            <pc:sldMk cId="1734530735" sldId="401"/>
            <ac:cxnSpMk id="14" creationId="{82AC8E09-8898-4C19-9870-06C7391CA5B2}"/>
          </ac:cxnSpMkLst>
        </pc:cxnChg>
        <pc:cxnChg chg="add del mod">
          <ac:chgData name="우진 김" userId="9d5916cb77183fd7" providerId="LiveId" clId="{FDF37458-B840-4E5E-B3AD-909E5C62266E}" dt="2025-07-22T22:19:27.415" v="5227" actId="478"/>
          <ac:cxnSpMkLst>
            <pc:docMk/>
            <pc:sldMk cId="1734530735" sldId="401"/>
            <ac:cxnSpMk id="19" creationId="{CAE8EBE1-4AB2-E556-FDE3-2BE37D881A93}"/>
          </ac:cxnSpMkLst>
        </pc:cxnChg>
        <pc:cxnChg chg="add mod">
          <ac:chgData name="우진 김" userId="9d5916cb77183fd7" providerId="LiveId" clId="{FDF37458-B840-4E5E-B3AD-909E5C62266E}" dt="2025-07-22T20:28:59.423" v="4010" actId="693"/>
          <ac:cxnSpMkLst>
            <pc:docMk/>
            <pc:sldMk cId="1734530735" sldId="401"/>
            <ac:cxnSpMk id="21" creationId="{FC31B90E-0066-6DF9-C4AA-31237F4C8A49}"/>
          </ac:cxnSpMkLst>
        </pc:cxnChg>
        <pc:cxnChg chg="add mod">
          <ac:chgData name="우진 김" userId="9d5916cb77183fd7" providerId="LiveId" clId="{FDF37458-B840-4E5E-B3AD-909E5C62266E}" dt="2025-07-22T22:23:35.161" v="5415" actId="1076"/>
          <ac:cxnSpMkLst>
            <pc:docMk/>
            <pc:sldMk cId="1734530735" sldId="401"/>
            <ac:cxnSpMk id="25" creationId="{8525A17D-D4D8-1BFA-4DBB-AE71DD414E17}"/>
          </ac:cxnSpMkLst>
        </pc:cxnChg>
      </pc:sldChg>
      <pc:sldChg chg="del">
        <pc:chgData name="우진 김" userId="9d5916cb77183fd7" providerId="LiveId" clId="{FDF37458-B840-4E5E-B3AD-909E5C62266E}" dt="2025-07-22T22:22:29.462" v="5404" actId="2696"/>
        <pc:sldMkLst>
          <pc:docMk/>
          <pc:sldMk cId="1044491356" sldId="402"/>
        </pc:sldMkLst>
      </pc:sldChg>
      <pc:sldChg chg="del">
        <pc:chgData name="우진 김" userId="9d5916cb77183fd7" providerId="LiveId" clId="{FDF37458-B840-4E5E-B3AD-909E5C62266E}" dt="2025-07-22T22:22:32.038" v="5405" actId="2696"/>
        <pc:sldMkLst>
          <pc:docMk/>
          <pc:sldMk cId="57628316" sldId="403"/>
        </pc:sldMkLst>
      </pc:sldChg>
      <pc:sldChg chg="addSp delSp modSp mod modAnim">
        <pc:chgData name="우진 김" userId="9d5916cb77183fd7" providerId="LiveId" clId="{FDF37458-B840-4E5E-B3AD-909E5C62266E}" dt="2025-07-22T15:11:36.829" v="1402"/>
        <pc:sldMkLst>
          <pc:docMk/>
          <pc:sldMk cId="1357024136" sldId="406"/>
        </pc:sldMkLst>
        <pc:spChg chg="mod">
          <ac:chgData name="우진 김" userId="9d5916cb77183fd7" providerId="LiveId" clId="{FDF37458-B840-4E5E-B3AD-909E5C62266E}" dt="2025-07-22T15:03:23.667" v="1319" actId="164"/>
          <ac:spMkLst>
            <pc:docMk/>
            <pc:sldMk cId="1357024136" sldId="406"/>
            <ac:spMk id="3" creationId="{3D55656E-C5F4-E5E6-5273-75EFBA0B2C0A}"/>
          </ac:spMkLst>
        </pc:spChg>
        <pc:spChg chg="add del mod">
          <ac:chgData name="우진 김" userId="9d5916cb77183fd7" providerId="LiveId" clId="{FDF37458-B840-4E5E-B3AD-909E5C62266E}" dt="2025-07-22T15:08:37.661" v="1340" actId="478"/>
          <ac:spMkLst>
            <pc:docMk/>
            <pc:sldMk cId="1357024136" sldId="406"/>
            <ac:spMk id="6" creationId="{568D56CB-C0E4-8E11-8DC7-B591AE8EE1A1}"/>
          </ac:spMkLst>
        </pc:spChg>
        <pc:spChg chg="add del mod">
          <ac:chgData name="우진 김" userId="9d5916cb77183fd7" providerId="LiveId" clId="{FDF37458-B840-4E5E-B3AD-909E5C62266E}" dt="2025-07-22T15:08:37.661" v="1340" actId="478"/>
          <ac:spMkLst>
            <pc:docMk/>
            <pc:sldMk cId="1357024136" sldId="406"/>
            <ac:spMk id="7" creationId="{83C08216-26F2-3289-BFA1-B937E34D2B7B}"/>
          </ac:spMkLst>
        </pc:spChg>
        <pc:spChg chg="add del mod">
          <ac:chgData name="우진 김" userId="9d5916cb77183fd7" providerId="LiveId" clId="{FDF37458-B840-4E5E-B3AD-909E5C62266E}" dt="2025-07-22T15:08:37.661" v="1340" actId="478"/>
          <ac:spMkLst>
            <pc:docMk/>
            <pc:sldMk cId="1357024136" sldId="406"/>
            <ac:spMk id="8" creationId="{0A72FEFE-69BA-CAD1-5241-D9034FAE6FCF}"/>
          </ac:spMkLst>
        </pc:spChg>
        <pc:spChg chg="mod">
          <ac:chgData name="우진 김" userId="9d5916cb77183fd7" providerId="LiveId" clId="{FDF37458-B840-4E5E-B3AD-909E5C62266E}" dt="2025-07-22T15:03:23.667" v="1319" actId="164"/>
          <ac:spMkLst>
            <pc:docMk/>
            <pc:sldMk cId="1357024136" sldId="406"/>
            <ac:spMk id="9" creationId="{064B82C9-F604-B6B3-08CA-888994641730}"/>
          </ac:spMkLst>
        </pc:spChg>
        <pc:spChg chg="add mod">
          <ac:chgData name="우진 김" userId="9d5916cb77183fd7" providerId="LiveId" clId="{FDF37458-B840-4E5E-B3AD-909E5C62266E}" dt="2025-07-22T15:10:38.947" v="1398" actId="164"/>
          <ac:spMkLst>
            <pc:docMk/>
            <pc:sldMk cId="1357024136" sldId="406"/>
            <ac:spMk id="17" creationId="{C1E38727-BA1B-F9C4-4280-B13EA9DF7F81}"/>
          </ac:spMkLst>
        </pc:spChg>
        <pc:spChg chg="add mod">
          <ac:chgData name="우진 김" userId="9d5916cb77183fd7" providerId="LiveId" clId="{FDF37458-B840-4E5E-B3AD-909E5C62266E}" dt="2025-07-22T15:10:38.947" v="1398" actId="164"/>
          <ac:spMkLst>
            <pc:docMk/>
            <pc:sldMk cId="1357024136" sldId="406"/>
            <ac:spMk id="19" creationId="{C5583E51-32E0-C7F2-7DB6-A775C7E03564}"/>
          </ac:spMkLst>
        </pc:spChg>
        <pc:spChg chg="add mod">
          <ac:chgData name="우진 김" userId="9d5916cb77183fd7" providerId="LiveId" clId="{FDF37458-B840-4E5E-B3AD-909E5C62266E}" dt="2025-07-22T15:10:38.947" v="1398" actId="164"/>
          <ac:spMkLst>
            <pc:docMk/>
            <pc:sldMk cId="1357024136" sldId="406"/>
            <ac:spMk id="20" creationId="{C8AE3C1A-22C4-99E4-B6C7-A1657E88BEB3}"/>
          </ac:spMkLst>
        </pc:spChg>
        <pc:grpChg chg="add mod">
          <ac:chgData name="우진 김" userId="9d5916cb77183fd7" providerId="LiveId" clId="{FDF37458-B840-4E5E-B3AD-909E5C62266E}" dt="2025-07-22T15:03:23.667" v="1319" actId="164"/>
          <ac:grpSpMkLst>
            <pc:docMk/>
            <pc:sldMk cId="1357024136" sldId="406"/>
            <ac:grpSpMk id="4" creationId="{EC648D80-E865-291A-97B6-5935F7D70FEA}"/>
          </ac:grpSpMkLst>
        </pc:grpChg>
        <pc:grpChg chg="add mod">
          <ac:chgData name="우진 김" userId="9d5916cb77183fd7" providerId="LiveId" clId="{FDF37458-B840-4E5E-B3AD-909E5C62266E}" dt="2025-07-22T15:11:29.470" v="1400" actId="1076"/>
          <ac:grpSpMkLst>
            <pc:docMk/>
            <pc:sldMk cId="1357024136" sldId="406"/>
            <ac:grpSpMk id="21" creationId="{4DF2FA57-9BCD-BA86-7B48-D3F99BC29097}"/>
          </ac:grpSpMkLst>
        </pc:grpChg>
        <pc:picChg chg="add mod">
          <ac:chgData name="우진 김" userId="9d5916cb77183fd7" providerId="LiveId" clId="{FDF37458-B840-4E5E-B3AD-909E5C62266E}" dt="2025-07-22T15:10:38.947" v="1398" actId="164"/>
          <ac:picMkLst>
            <pc:docMk/>
            <pc:sldMk cId="1357024136" sldId="406"/>
            <ac:picMk id="16" creationId="{CD2ED63F-E8F1-8AEA-F1AC-58C7731FE89B}"/>
          </ac:picMkLst>
        </pc:picChg>
      </pc:sldChg>
      <pc:sldChg chg="addSp delSp modSp add mod modAnim">
        <pc:chgData name="우진 김" userId="9d5916cb77183fd7" providerId="LiveId" clId="{FDF37458-B840-4E5E-B3AD-909E5C62266E}" dt="2025-07-22T22:45:40.960" v="5694"/>
        <pc:sldMkLst>
          <pc:docMk/>
          <pc:sldMk cId="168993211" sldId="407"/>
        </pc:sldMkLst>
        <pc:spChg chg="mod">
          <ac:chgData name="우진 김" userId="9d5916cb77183fd7" providerId="LiveId" clId="{FDF37458-B840-4E5E-B3AD-909E5C62266E}" dt="2025-07-22T18:11:23.414" v="3232" actId="20577"/>
          <ac:spMkLst>
            <pc:docMk/>
            <pc:sldMk cId="168993211" sldId="407"/>
            <ac:spMk id="2" creationId="{CF8507FF-4114-28B5-5C13-85757CDA75C9}"/>
          </ac:spMkLst>
        </pc:spChg>
        <pc:spChg chg="del">
          <ac:chgData name="우진 김" userId="9d5916cb77183fd7" providerId="LiveId" clId="{FDF37458-B840-4E5E-B3AD-909E5C62266E}" dt="2025-07-22T17:11:07.643" v="2665" actId="478"/>
          <ac:spMkLst>
            <pc:docMk/>
            <pc:sldMk cId="168993211" sldId="407"/>
            <ac:spMk id="4" creationId="{C303ECCB-7F80-0D9B-A2AE-B88044392A27}"/>
          </ac:spMkLst>
        </pc:spChg>
        <pc:spChg chg="add mod">
          <ac:chgData name="우진 김" userId="9d5916cb77183fd7" providerId="LiveId" clId="{FDF37458-B840-4E5E-B3AD-909E5C62266E}" dt="2025-07-22T18:15:34.873" v="3252" actId="1076"/>
          <ac:spMkLst>
            <pc:docMk/>
            <pc:sldMk cId="168993211" sldId="407"/>
            <ac:spMk id="6" creationId="{BDA53636-E587-ED16-6BA8-C28A23949AAB}"/>
          </ac:spMkLst>
        </pc:spChg>
        <pc:spChg chg="del">
          <ac:chgData name="우진 김" userId="9d5916cb77183fd7" providerId="LiveId" clId="{FDF37458-B840-4E5E-B3AD-909E5C62266E}" dt="2025-07-22T17:11:07.643" v="2665" actId="478"/>
          <ac:spMkLst>
            <pc:docMk/>
            <pc:sldMk cId="168993211" sldId="407"/>
            <ac:spMk id="7" creationId="{F2010AE3-14FC-0881-4E91-64F04546C728}"/>
          </ac:spMkLst>
        </pc:spChg>
        <pc:spChg chg="mod">
          <ac:chgData name="우진 김" userId="9d5916cb77183fd7" providerId="LiveId" clId="{FDF37458-B840-4E5E-B3AD-909E5C62266E}" dt="2025-07-22T18:11:27.321" v="3233" actId="1076"/>
          <ac:spMkLst>
            <pc:docMk/>
            <pc:sldMk cId="168993211" sldId="407"/>
            <ac:spMk id="8" creationId="{1C8D69AA-9C5F-51CB-3DDF-0D506672EC8B}"/>
          </ac:spMkLst>
        </pc:spChg>
        <pc:spChg chg="del">
          <ac:chgData name="우진 김" userId="9d5916cb77183fd7" providerId="LiveId" clId="{FDF37458-B840-4E5E-B3AD-909E5C62266E}" dt="2025-07-22T17:11:09.804" v="2666" actId="478"/>
          <ac:spMkLst>
            <pc:docMk/>
            <pc:sldMk cId="168993211" sldId="407"/>
            <ac:spMk id="9" creationId="{0EBCDDDA-AC11-B3B4-75CD-7FC9BBE1B20E}"/>
          </ac:spMkLst>
        </pc:spChg>
        <pc:spChg chg="del">
          <ac:chgData name="우진 김" userId="9d5916cb77183fd7" providerId="LiveId" clId="{FDF37458-B840-4E5E-B3AD-909E5C62266E}" dt="2025-07-22T17:11:09.804" v="2666" actId="478"/>
          <ac:spMkLst>
            <pc:docMk/>
            <pc:sldMk cId="168993211" sldId="407"/>
            <ac:spMk id="10" creationId="{AD593ED4-6525-CE83-C356-4EDB8BE432D7}"/>
          </ac:spMkLst>
        </pc:spChg>
        <pc:spChg chg="add mod">
          <ac:chgData name="우진 김" userId="9d5916cb77183fd7" providerId="LiveId" clId="{FDF37458-B840-4E5E-B3AD-909E5C62266E}" dt="2025-07-22T18:15:37.893" v="3253" actId="1076"/>
          <ac:spMkLst>
            <pc:docMk/>
            <pc:sldMk cId="168993211" sldId="407"/>
            <ac:spMk id="11" creationId="{AD5B3CEC-3BC7-E602-17D3-BCCBBD358D0D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12" creationId="{2C02F420-C022-47A1-4452-EC82FC74A1DC}"/>
          </ac:spMkLst>
        </pc:spChg>
        <pc:spChg chg="mod">
          <ac:chgData name="우진 김" userId="9d5916cb77183fd7" providerId="LiveId" clId="{FDF37458-B840-4E5E-B3AD-909E5C62266E}" dt="2025-07-22T17:09:28.205" v="2660" actId="20577"/>
          <ac:spMkLst>
            <pc:docMk/>
            <pc:sldMk cId="168993211" sldId="407"/>
            <ac:spMk id="13" creationId="{07DA52A9-1BB7-78E6-2F0F-4B7CDB1DDBCB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14" creationId="{578F8618-5E48-7F3A-CB5D-E655BE7D3DA4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15" creationId="{6879F692-2094-8C07-397D-197F450F9B10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16" creationId="{86EED17F-2577-3A2E-A6AD-6EB01A66FC46}"/>
          </ac:spMkLst>
        </pc:spChg>
        <pc:spChg chg="add del mod">
          <ac:chgData name="우진 김" userId="9d5916cb77183fd7" providerId="LiveId" clId="{FDF37458-B840-4E5E-B3AD-909E5C62266E}" dt="2025-07-22T17:58:51.724" v="2894"/>
          <ac:spMkLst>
            <pc:docMk/>
            <pc:sldMk cId="168993211" sldId="407"/>
            <ac:spMk id="19" creationId="{283373DF-D47E-989C-16AA-418F5E02C173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21" creationId="{9D380310-7541-EBD6-169E-2CB4AF3DA7EC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22" creationId="{4C639EA3-B179-F328-3F4F-97D4213B10DC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24" creationId="{D24E6136-3434-F9CC-DD3E-89D3495DD85A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27" creationId="{F1A41FBF-F8CE-7089-4CB1-0099B7A4A209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30" creationId="{5386B1A2-344E-437D-DD7E-2A51E71E3BEA}"/>
          </ac:spMkLst>
        </pc:spChg>
        <pc:spChg chg="add del mod">
          <ac:chgData name="우진 김" userId="9d5916cb77183fd7" providerId="LiveId" clId="{FDF37458-B840-4E5E-B3AD-909E5C62266E}" dt="2025-07-22T18:15:22.565" v="3247" actId="478"/>
          <ac:spMkLst>
            <pc:docMk/>
            <pc:sldMk cId="168993211" sldId="407"/>
            <ac:spMk id="31" creationId="{4EA0EB15-D596-E364-9FC1-60F19B0640BD}"/>
          </ac:spMkLst>
        </pc:spChg>
        <pc:spChg chg="add mod">
          <ac:chgData name="우진 김" userId="9d5916cb77183fd7" providerId="LiveId" clId="{FDF37458-B840-4E5E-B3AD-909E5C62266E}" dt="2025-07-22T18:16:10.297" v="3258" actId="1076"/>
          <ac:spMkLst>
            <pc:docMk/>
            <pc:sldMk cId="168993211" sldId="407"/>
            <ac:spMk id="32" creationId="{254CA920-97C1-511B-2892-04C1315F3B66}"/>
          </ac:spMkLst>
        </pc:spChg>
        <pc:spChg chg="add mod">
          <ac:chgData name="우진 김" userId="9d5916cb77183fd7" providerId="LiveId" clId="{FDF37458-B840-4E5E-B3AD-909E5C62266E}" dt="2025-07-22T18:16:05.106" v="3255" actId="1076"/>
          <ac:spMkLst>
            <pc:docMk/>
            <pc:sldMk cId="168993211" sldId="407"/>
            <ac:spMk id="33" creationId="{0999B9BB-E2C5-DB0B-DA03-BC3F9C3906D8}"/>
          </ac:spMkLst>
        </pc:spChg>
        <pc:cxnChg chg="add mod">
          <ac:chgData name="우진 김" userId="9d5916cb77183fd7" providerId="LiveId" clId="{FDF37458-B840-4E5E-B3AD-909E5C62266E}" dt="2025-07-22T17:58:28.407" v="2885" actId="1076"/>
          <ac:cxnSpMkLst>
            <pc:docMk/>
            <pc:sldMk cId="168993211" sldId="407"/>
            <ac:cxnSpMk id="18" creationId="{D533B0C1-65F5-F6D2-D6F8-E9A02BDE2123}"/>
          </ac:cxnSpMkLst>
        </pc:cxnChg>
        <pc:cxnChg chg="add mod">
          <ac:chgData name="우진 김" userId="9d5916cb77183fd7" providerId="LiveId" clId="{FDF37458-B840-4E5E-B3AD-909E5C62266E}" dt="2025-07-22T18:11:37.670" v="3236" actId="1076"/>
          <ac:cxnSpMkLst>
            <pc:docMk/>
            <pc:sldMk cId="168993211" sldId="407"/>
            <ac:cxnSpMk id="23" creationId="{C1EB6B27-5D2F-53D1-26C0-7E87EC482E3F}"/>
          </ac:cxnSpMkLst>
        </pc:cxnChg>
        <pc:cxnChg chg="add mod">
          <ac:chgData name="우진 김" userId="9d5916cb77183fd7" providerId="LiveId" clId="{FDF37458-B840-4E5E-B3AD-909E5C62266E}" dt="2025-07-22T18:11:37.670" v="3236" actId="1076"/>
          <ac:cxnSpMkLst>
            <pc:docMk/>
            <pc:sldMk cId="168993211" sldId="407"/>
            <ac:cxnSpMk id="26" creationId="{57C86386-1B14-F4A9-EB76-588F6AD011A4}"/>
          </ac:cxnSpMkLst>
        </pc:cxnChg>
        <pc:cxnChg chg="add mod">
          <ac:chgData name="우진 김" userId="9d5916cb77183fd7" providerId="LiveId" clId="{FDF37458-B840-4E5E-B3AD-909E5C62266E}" dt="2025-07-22T18:11:49.875" v="3238" actId="1076"/>
          <ac:cxnSpMkLst>
            <pc:docMk/>
            <pc:sldMk cId="168993211" sldId="407"/>
            <ac:cxnSpMk id="29" creationId="{9EBC5F78-4C77-C9D8-1263-0EF45A72F65F}"/>
          </ac:cxnSpMkLst>
        </pc:cxnChg>
      </pc:sldChg>
      <pc:sldChg chg="addSp delSp modSp add mod modAnim">
        <pc:chgData name="우진 김" userId="9d5916cb77183fd7" providerId="LiveId" clId="{FDF37458-B840-4E5E-B3AD-909E5C62266E}" dt="2025-07-22T22:45:53.233" v="5696"/>
        <pc:sldMkLst>
          <pc:docMk/>
          <pc:sldMk cId="30979262" sldId="408"/>
        </pc:sldMkLst>
        <pc:spChg chg="del">
          <ac:chgData name="우진 김" userId="9d5916cb77183fd7" providerId="LiveId" clId="{FDF37458-B840-4E5E-B3AD-909E5C62266E}" dt="2025-07-22T18:14:33.170" v="3245" actId="478"/>
          <ac:spMkLst>
            <pc:docMk/>
            <pc:sldMk cId="30979262" sldId="408"/>
            <ac:spMk id="2" creationId="{34F5B117-7EE4-AA2B-B6A6-0F139CFF3EB8}"/>
          </ac:spMkLst>
        </pc:spChg>
        <pc:spChg chg="add mod">
          <ac:chgData name="우진 김" userId="9d5916cb77183fd7" providerId="LiveId" clId="{FDF37458-B840-4E5E-B3AD-909E5C62266E}" dt="2025-07-22T18:17:41.785" v="3271" actId="403"/>
          <ac:spMkLst>
            <pc:docMk/>
            <pc:sldMk cId="30979262" sldId="408"/>
            <ac:spMk id="4" creationId="{07C7BA82-8ABF-CB45-F257-A75E1997C9B2}"/>
          </ac:spMkLst>
        </pc:spChg>
        <pc:spChg chg="mod">
          <ac:chgData name="우진 김" userId="9d5916cb77183fd7" providerId="LiveId" clId="{FDF37458-B840-4E5E-B3AD-909E5C62266E}" dt="2025-07-22T18:14:38.470" v="3246" actId="1076"/>
          <ac:spMkLst>
            <pc:docMk/>
            <pc:sldMk cId="30979262" sldId="408"/>
            <ac:spMk id="6" creationId="{A7DBD82A-6606-859C-34B5-36963FBFA2C7}"/>
          </ac:spMkLst>
        </pc:spChg>
        <pc:spChg chg="add mod">
          <ac:chgData name="우진 김" userId="9d5916cb77183fd7" providerId="LiveId" clId="{FDF37458-B840-4E5E-B3AD-909E5C62266E}" dt="2025-07-22T18:18:00.076" v="3275" actId="1076"/>
          <ac:spMkLst>
            <pc:docMk/>
            <pc:sldMk cId="30979262" sldId="408"/>
            <ac:spMk id="7" creationId="{70103CA3-6FBD-2AF5-14C5-C364D84C49FD}"/>
          </ac:spMkLst>
        </pc:spChg>
        <pc:spChg chg="del">
          <ac:chgData name="우진 김" userId="9d5916cb77183fd7" providerId="LiveId" clId="{FDF37458-B840-4E5E-B3AD-909E5C62266E}" dt="2025-07-22T18:14:33.170" v="3245" actId="478"/>
          <ac:spMkLst>
            <pc:docMk/>
            <pc:sldMk cId="30979262" sldId="408"/>
            <ac:spMk id="8" creationId="{ED5F124D-95D2-CE36-3CDC-1C44A1CD972E}"/>
          </ac:spMkLst>
        </pc:spChg>
        <pc:spChg chg="mod">
          <ac:chgData name="우진 김" userId="9d5916cb77183fd7" providerId="LiveId" clId="{FDF37458-B840-4E5E-B3AD-909E5C62266E}" dt="2025-07-22T18:14:38.470" v="3246" actId="1076"/>
          <ac:spMkLst>
            <pc:docMk/>
            <pc:sldMk cId="30979262" sldId="408"/>
            <ac:spMk id="11" creationId="{FBCA4D16-C898-AB87-FB7F-FC35DAF024AF}"/>
          </ac:spMkLst>
        </pc:spChg>
        <pc:spChg chg="mod">
          <ac:chgData name="우진 김" userId="9d5916cb77183fd7" providerId="LiveId" clId="{FDF37458-B840-4E5E-B3AD-909E5C62266E}" dt="2025-07-22T18:14:38.470" v="3246" actId="1076"/>
          <ac:spMkLst>
            <pc:docMk/>
            <pc:sldMk cId="30979262" sldId="408"/>
            <ac:spMk id="12" creationId="{CE38FD90-9B2B-2305-CBE6-D61A131811D7}"/>
          </ac:spMkLst>
        </pc:spChg>
        <pc:spChg chg="mod">
          <ac:chgData name="우진 김" userId="9d5916cb77183fd7" providerId="LiveId" clId="{FDF37458-B840-4E5E-B3AD-909E5C62266E}" dt="2025-07-22T18:14:38.470" v="3246" actId="1076"/>
          <ac:spMkLst>
            <pc:docMk/>
            <pc:sldMk cId="30979262" sldId="408"/>
            <ac:spMk id="14" creationId="{795B7638-B952-83ED-AC9A-377E24CBC345}"/>
          </ac:spMkLst>
        </pc:spChg>
        <pc:spChg chg="mod">
          <ac:chgData name="우진 김" userId="9d5916cb77183fd7" providerId="LiveId" clId="{FDF37458-B840-4E5E-B3AD-909E5C62266E}" dt="2025-07-22T18:17:02.502" v="3265" actId="1076"/>
          <ac:spMkLst>
            <pc:docMk/>
            <pc:sldMk cId="30979262" sldId="408"/>
            <ac:spMk id="15" creationId="{DF5D5FB6-B37C-CADC-44F4-B67E747FB362}"/>
          </ac:spMkLst>
        </pc:spChg>
        <pc:spChg chg="mod">
          <ac:chgData name="우진 김" userId="9d5916cb77183fd7" providerId="LiveId" clId="{FDF37458-B840-4E5E-B3AD-909E5C62266E}" dt="2025-07-22T18:17:21.319" v="3268" actId="1076"/>
          <ac:spMkLst>
            <pc:docMk/>
            <pc:sldMk cId="30979262" sldId="408"/>
            <ac:spMk id="16" creationId="{02364D46-50F9-5156-72FF-7CE792987F4A}"/>
          </ac:spMkLst>
        </pc:spChg>
        <pc:spChg chg="add mod">
          <ac:chgData name="우진 김" userId="9d5916cb77183fd7" providerId="LiveId" clId="{FDF37458-B840-4E5E-B3AD-909E5C62266E}" dt="2025-07-22T18:18:26.824" v="3283" actId="1076"/>
          <ac:spMkLst>
            <pc:docMk/>
            <pc:sldMk cId="30979262" sldId="408"/>
            <ac:spMk id="17" creationId="{5D6691DB-3F25-4B7D-34BF-61DB3A97DF20}"/>
          </ac:spMkLst>
        </pc:spChg>
        <pc:spChg chg="add mod">
          <ac:chgData name="우진 김" userId="9d5916cb77183fd7" providerId="LiveId" clId="{FDF37458-B840-4E5E-B3AD-909E5C62266E}" dt="2025-07-22T18:19:15.242" v="3354" actId="1076"/>
          <ac:spMkLst>
            <pc:docMk/>
            <pc:sldMk cId="30979262" sldId="408"/>
            <ac:spMk id="19" creationId="{0B5FAA3A-87DD-EE65-C817-624560CD00BC}"/>
          </ac:spMkLst>
        </pc:spChg>
        <pc:spChg chg="mod">
          <ac:chgData name="우진 김" userId="9d5916cb77183fd7" providerId="LiveId" clId="{FDF37458-B840-4E5E-B3AD-909E5C62266E}" dt="2025-07-22T18:17:21.319" v="3268" actId="1076"/>
          <ac:spMkLst>
            <pc:docMk/>
            <pc:sldMk cId="30979262" sldId="408"/>
            <ac:spMk id="21" creationId="{66EF4736-69A2-BCDA-CB49-E713035D20E0}"/>
          </ac:spMkLst>
        </pc:spChg>
        <pc:spChg chg="del">
          <ac:chgData name="우진 김" userId="9d5916cb77183fd7" providerId="LiveId" clId="{FDF37458-B840-4E5E-B3AD-909E5C62266E}" dt="2025-07-22T18:17:13.311" v="3267" actId="478"/>
          <ac:spMkLst>
            <pc:docMk/>
            <pc:sldMk cId="30979262" sldId="408"/>
            <ac:spMk id="22" creationId="{CA7CFD4F-9FDD-EAA2-1FDA-D619099FED53}"/>
          </ac:spMkLst>
        </pc:spChg>
        <pc:spChg chg="del">
          <ac:chgData name="우진 김" userId="9d5916cb77183fd7" providerId="LiveId" clId="{FDF37458-B840-4E5E-B3AD-909E5C62266E}" dt="2025-07-22T18:17:13.311" v="3267" actId="478"/>
          <ac:spMkLst>
            <pc:docMk/>
            <pc:sldMk cId="30979262" sldId="408"/>
            <ac:spMk id="24" creationId="{AFB7187E-1D56-331C-EBED-271C1FF382D8}"/>
          </ac:spMkLst>
        </pc:spChg>
        <pc:spChg chg="del">
          <ac:chgData name="우진 김" userId="9d5916cb77183fd7" providerId="LiveId" clId="{FDF37458-B840-4E5E-B3AD-909E5C62266E}" dt="2025-07-22T18:17:13.311" v="3267" actId="478"/>
          <ac:spMkLst>
            <pc:docMk/>
            <pc:sldMk cId="30979262" sldId="408"/>
            <ac:spMk id="27" creationId="{89666318-19F4-6D6A-147F-1DE58CAF3C80}"/>
          </ac:spMkLst>
        </pc:spChg>
        <pc:spChg chg="del">
          <ac:chgData name="우진 김" userId="9d5916cb77183fd7" providerId="LiveId" clId="{FDF37458-B840-4E5E-B3AD-909E5C62266E}" dt="2025-07-22T18:17:13.311" v="3267" actId="478"/>
          <ac:spMkLst>
            <pc:docMk/>
            <pc:sldMk cId="30979262" sldId="408"/>
            <ac:spMk id="30" creationId="{F3168EE4-88CB-9930-8A64-804AE7AF6C2F}"/>
          </ac:spMkLst>
        </pc:spChg>
        <pc:spChg chg="del">
          <ac:chgData name="우진 김" userId="9d5916cb77183fd7" providerId="LiveId" clId="{FDF37458-B840-4E5E-B3AD-909E5C62266E}" dt="2025-07-22T18:17:13.311" v="3267" actId="478"/>
          <ac:spMkLst>
            <pc:docMk/>
            <pc:sldMk cId="30979262" sldId="408"/>
            <ac:spMk id="31" creationId="{D6EC4A8E-4FF3-3E3D-ED0D-0BFB38584AE4}"/>
          </ac:spMkLst>
        </pc:spChg>
        <pc:cxnChg chg="add mod">
          <ac:chgData name="우진 김" userId="9d5916cb77183fd7" providerId="LiveId" clId="{FDF37458-B840-4E5E-B3AD-909E5C62266E}" dt="2025-07-22T18:18:03.684" v="3277" actId="1076"/>
          <ac:cxnSpMkLst>
            <pc:docMk/>
            <pc:sldMk cId="30979262" sldId="408"/>
            <ac:cxnSpMk id="9" creationId="{2E1574AB-0997-8FC2-4F89-C8B17D8F1BDB}"/>
          </ac:cxnSpMkLst>
        </pc:cxnChg>
        <pc:cxnChg chg="add mod">
          <ac:chgData name="우진 김" userId="9d5916cb77183fd7" providerId="LiveId" clId="{FDF37458-B840-4E5E-B3AD-909E5C62266E}" dt="2025-07-22T18:18:13.117" v="3279" actId="1076"/>
          <ac:cxnSpMkLst>
            <pc:docMk/>
            <pc:sldMk cId="30979262" sldId="408"/>
            <ac:cxnSpMk id="10" creationId="{AECFD3CB-1871-89BB-0A6B-5866C0B1DC1B}"/>
          </ac:cxnSpMkLst>
        </pc:cxnChg>
        <pc:cxnChg chg="mod">
          <ac:chgData name="우진 김" userId="9d5916cb77183fd7" providerId="LiveId" clId="{FDF37458-B840-4E5E-B3AD-909E5C62266E}" dt="2025-07-22T18:17:21.319" v="3268" actId="1076"/>
          <ac:cxnSpMkLst>
            <pc:docMk/>
            <pc:sldMk cId="30979262" sldId="408"/>
            <ac:cxnSpMk id="18" creationId="{D05488A8-D7AF-A018-14AD-C4A8BD06F208}"/>
          </ac:cxnSpMkLst>
        </pc:cxnChg>
        <pc:cxnChg chg="del">
          <ac:chgData name="우진 김" userId="9d5916cb77183fd7" providerId="LiveId" clId="{FDF37458-B840-4E5E-B3AD-909E5C62266E}" dt="2025-07-22T18:17:13.311" v="3267" actId="478"/>
          <ac:cxnSpMkLst>
            <pc:docMk/>
            <pc:sldMk cId="30979262" sldId="408"/>
            <ac:cxnSpMk id="23" creationId="{FA9A9125-4AA1-BE93-AA96-72E08AC90657}"/>
          </ac:cxnSpMkLst>
        </pc:cxnChg>
        <pc:cxnChg chg="del">
          <ac:chgData name="우진 김" userId="9d5916cb77183fd7" providerId="LiveId" clId="{FDF37458-B840-4E5E-B3AD-909E5C62266E}" dt="2025-07-22T18:17:13.311" v="3267" actId="478"/>
          <ac:cxnSpMkLst>
            <pc:docMk/>
            <pc:sldMk cId="30979262" sldId="408"/>
            <ac:cxnSpMk id="26" creationId="{93843585-FAD0-1443-E075-31FC4A003FE7}"/>
          </ac:cxnSpMkLst>
        </pc:cxnChg>
        <pc:cxnChg chg="del">
          <ac:chgData name="우진 김" userId="9d5916cb77183fd7" providerId="LiveId" clId="{FDF37458-B840-4E5E-B3AD-909E5C62266E}" dt="2025-07-22T18:17:13.311" v="3267" actId="478"/>
          <ac:cxnSpMkLst>
            <pc:docMk/>
            <pc:sldMk cId="30979262" sldId="408"/>
            <ac:cxnSpMk id="29" creationId="{C1B0BAF8-FD6F-36BA-DC13-3DE1B8464130}"/>
          </ac:cxnSpMkLst>
        </pc:cxnChg>
      </pc:sldChg>
      <pc:sldChg chg="addSp delSp modSp add mod">
        <pc:chgData name="우진 김" userId="9d5916cb77183fd7" providerId="LiveId" clId="{FDF37458-B840-4E5E-B3AD-909E5C62266E}" dt="2025-07-22T18:22:25.966" v="3452" actId="1076"/>
        <pc:sldMkLst>
          <pc:docMk/>
          <pc:sldMk cId="492626652" sldId="409"/>
        </pc:sldMkLst>
        <pc:spChg chg="del">
          <ac:chgData name="우진 김" userId="9d5916cb77183fd7" providerId="LiveId" clId="{FDF37458-B840-4E5E-B3AD-909E5C62266E}" dt="2025-07-22T18:19:24.696" v="3355" actId="478"/>
          <ac:spMkLst>
            <pc:docMk/>
            <pc:sldMk cId="492626652" sldId="409"/>
            <ac:spMk id="6" creationId="{8C5EF81A-5E5D-CCD2-586D-D5D69C9FF09B}"/>
          </ac:spMkLst>
        </pc:spChg>
        <pc:spChg chg="add mod">
          <ac:chgData name="우진 김" userId="9d5916cb77183fd7" providerId="LiveId" clId="{FDF37458-B840-4E5E-B3AD-909E5C62266E}" dt="2025-07-22T18:21:12.587" v="3399" actId="1076"/>
          <ac:spMkLst>
            <pc:docMk/>
            <pc:sldMk cId="492626652" sldId="409"/>
            <ac:spMk id="9" creationId="{21E40798-37A3-733D-95C0-90E9E5D163FA}"/>
          </ac:spMkLst>
        </pc:spChg>
        <pc:spChg chg="add mod">
          <ac:chgData name="우진 김" userId="9d5916cb77183fd7" providerId="LiveId" clId="{FDF37458-B840-4E5E-B3AD-909E5C62266E}" dt="2025-07-22T18:21:12.587" v="3399" actId="1076"/>
          <ac:spMkLst>
            <pc:docMk/>
            <pc:sldMk cId="492626652" sldId="409"/>
            <ac:spMk id="10" creationId="{944BAC95-F17B-BDD7-0113-CD2650E77471}"/>
          </ac:spMkLst>
        </pc:spChg>
        <pc:spChg chg="del">
          <ac:chgData name="우진 김" userId="9d5916cb77183fd7" providerId="LiveId" clId="{FDF37458-B840-4E5E-B3AD-909E5C62266E}" dt="2025-07-22T18:19:24.696" v="3355" actId="478"/>
          <ac:spMkLst>
            <pc:docMk/>
            <pc:sldMk cId="492626652" sldId="409"/>
            <ac:spMk id="11" creationId="{A6F66FB8-8A88-1B41-7B78-6DA6EC4C77F3}"/>
          </ac:spMkLst>
        </pc:spChg>
        <pc:spChg chg="del">
          <ac:chgData name="우진 김" userId="9d5916cb77183fd7" providerId="LiveId" clId="{FDF37458-B840-4E5E-B3AD-909E5C62266E}" dt="2025-07-22T18:19:24.696" v="3355" actId="478"/>
          <ac:spMkLst>
            <pc:docMk/>
            <pc:sldMk cId="492626652" sldId="409"/>
            <ac:spMk id="12" creationId="{CD594A16-E0C9-53B0-54AA-AB7E898C80CB}"/>
          </ac:spMkLst>
        </pc:spChg>
        <pc:spChg chg="del">
          <ac:chgData name="우진 김" userId="9d5916cb77183fd7" providerId="LiveId" clId="{FDF37458-B840-4E5E-B3AD-909E5C62266E}" dt="2025-07-22T18:19:24.696" v="3355" actId="478"/>
          <ac:spMkLst>
            <pc:docMk/>
            <pc:sldMk cId="492626652" sldId="409"/>
            <ac:spMk id="14" creationId="{E5F4D957-307E-6357-7A10-641302330806}"/>
          </ac:spMkLst>
        </pc:spChg>
        <pc:spChg chg="del">
          <ac:chgData name="우진 김" userId="9d5916cb77183fd7" providerId="LiveId" clId="{FDF37458-B840-4E5E-B3AD-909E5C62266E}" dt="2025-07-22T18:19:24.696" v="3355" actId="478"/>
          <ac:spMkLst>
            <pc:docMk/>
            <pc:sldMk cId="492626652" sldId="409"/>
            <ac:spMk id="15" creationId="{9F60812D-72AB-D178-BE08-33042152AE98}"/>
          </ac:spMkLst>
        </pc:spChg>
        <pc:spChg chg="del">
          <ac:chgData name="우진 김" userId="9d5916cb77183fd7" providerId="LiveId" clId="{FDF37458-B840-4E5E-B3AD-909E5C62266E}" dt="2025-07-22T18:19:24.696" v="3355" actId="478"/>
          <ac:spMkLst>
            <pc:docMk/>
            <pc:sldMk cId="492626652" sldId="409"/>
            <ac:spMk id="16" creationId="{2C5AD397-402B-1CC6-A122-D573F3A02B89}"/>
          </ac:spMkLst>
        </pc:spChg>
        <pc:spChg chg="add del">
          <ac:chgData name="우진 김" userId="9d5916cb77183fd7" providerId="LiveId" clId="{FDF37458-B840-4E5E-B3AD-909E5C62266E}" dt="2025-07-22T18:21:27.186" v="3402" actId="478"/>
          <ac:spMkLst>
            <pc:docMk/>
            <pc:sldMk cId="492626652" sldId="409"/>
            <ac:spMk id="17" creationId="{5FA8D261-437E-B850-84B3-261FAB33A1D1}"/>
          </ac:spMkLst>
        </pc:spChg>
        <pc:spChg chg="add mod">
          <ac:chgData name="우진 김" userId="9d5916cb77183fd7" providerId="LiveId" clId="{FDF37458-B840-4E5E-B3AD-909E5C62266E}" dt="2025-07-22T18:22:25.966" v="3452" actId="1076"/>
          <ac:spMkLst>
            <pc:docMk/>
            <pc:sldMk cId="492626652" sldId="409"/>
            <ac:spMk id="19" creationId="{ACA555C0-D86B-E5F7-09C3-6DFEE0B91966}"/>
          </ac:spMkLst>
        </pc:spChg>
        <pc:spChg chg="del">
          <ac:chgData name="우진 김" userId="9d5916cb77183fd7" providerId="LiveId" clId="{FDF37458-B840-4E5E-B3AD-909E5C62266E}" dt="2025-07-22T18:19:24.696" v="3355" actId="478"/>
          <ac:spMkLst>
            <pc:docMk/>
            <pc:sldMk cId="492626652" sldId="409"/>
            <ac:spMk id="21" creationId="{AE26707C-D0E2-F6BF-F165-EF0754BA8BC8}"/>
          </ac:spMkLst>
        </pc:spChg>
        <pc:spChg chg="del">
          <ac:chgData name="우진 김" userId="9d5916cb77183fd7" providerId="LiveId" clId="{FDF37458-B840-4E5E-B3AD-909E5C62266E}" dt="2025-07-22T18:19:26.401" v="3356" actId="478"/>
          <ac:spMkLst>
            <pc:docMk/>
            <pc:sldMk cId="492626652" sldId="409"/>
            <ac:spMk id="22" creationId="{4111AFCC-FECF-8409-6DB1-1A3AFA6266C9}"/>
          </ac:spMkLst>
        </pc:spChg>
        <pc:spChg chg="del">
          <ac:chgData name="우진 김" userId="9d5916cb77183fd7" providerId="LiveId" clId="{FDF37458-B840-4E5E-B3AD-909E5C62266E}" dt="2025-07-22T18:19:28.976" v="3357" actId="478"/>
          <ac:spMkLst>
            <pc:docMk/>
            <pc:sldMk cId="492626652" sldId="409"/>
            <ac:spMk id="24" creationId="{FEBB4DA2-1ABE-3E2D-81F2-56316BE596B7}"/>
          </ac:spMkLst>
        </pc:spChg>
        <pc:spChg chg="del">
          <ac:chgData name="우진 김" userId="9d5916cb77183fd7" providerId="LiveId" clId="{FDF37458-B840-4E5E-B3AD-909E5C62266E}" dt="2025-07-22T18:19:28.976" v="3357" actId="478"/>
          <ac:spMkLst>
            <pc:docMk/>
            <pc:sldMk cId="492626652" sldId="409"/>
            <ac:spMk id="27" creationId="{599E7D3B-4DC5-C1A4-22B3-EB3E06F874AB}"/>
          </ac:spMkLst>
        </pc:spChg>
        <pc:spChg chg="mod">
          <ac:chgData name="우진 김" userId="9d5916cb77183fd7" providerId="LiveId" clId="{FDF37458-B840-4E5E-B3AD-909E5C62266E}" dt="2025-07-22T18:21:12.587" v="3399" actId="1076"/>
          <ac:spMkLst>
            <pc:docMk/>
            <pc:sldMk cId="492626652" sldId="409"/>
            <ac:spMk id="30" creationId="{9E66541B-04BE-61F8-2F73-04BECE6DA3ED}"/>
          </ac:spMkLst>
        </pc:spChg>
        <pc:spChg chg="mod">
          <ac:chgData name="우진 김" userId="9d5916cb77183fd7" providerId="LiveId" clId="{FDF37458-B840-4E5E-B3AD-909E5C62266E}" dt="2025-07-22T18:21:14.880" v="3400" actId="1076"/>
          <ac:spMkLst>
            <pc:docMk/>
            <pc:sldMk cId="492626652" sldId="409"/>
            <ac:spMk id="31" creationId="{01911B41-FF92-1606-3BD7-789D0928A6B1}"/>
          </ac:spMkLst>
        </pc:spChg>
        <pc:cxnChg chg="add mod">
          <ac:chgData name="우진 김" userId="9d5916cb77183fd7" providerId="LiveId" clId="{FDF37458-B840-4E5E-B3AD-909E5C62266E}" dt="2025-07-22T18:21:12.587" v="3399" actId="1076"/>
          <ac:cxnSpMkLst>
            <pc:docMk/>
            <pc:sldMk cId="492626652" sldId="409"/>
            <ac:cxnSpMk id="4" creationId="{C6FA080B-D110-934B-5536-A2C4316C3D43}"/>
          </ac:cxnSpMkLst>
        </pc:cxnChg>
        <pc:cxnChg chg="add mod">
          <ac:chgData name="우진 김" userId="9d5916cb77183fd7" providerId="LiveId" clId="{FDF37458-B840-4E5E-B3AD-909E5C62266E}" dt="2025-07-22T18:21:12.587" v="3399" actId="1076"/>
          <ac:cxnSpMkLst>
            <pc:docMk/>
            <pc:sldMk cId="492626652" sldId="409"/>
            <ac:cxnSpMk id="7" creationId="{B2DBB45D-D3B2-F476-973F-D2A0CAD7B9D8}"/>
          </ac:cxnSpMkLst>
        </pc:cxnChg>
        <pc:cxnChg chg="del">
          <ac:chgData name="우진 김" userId="9d5916cb77183fd7" providerId="LiveId" clId="{FDF37458-B840-4E5E-B3AD-909E5C62266E}" dt="2025-07-22T18:19:24.696" v="3355" actId="478"/>
          <ac:cxnSpMkLst>
            <pc:docMk/>
            <pc:sldMk cId="492626652" sldId="409"/>
            <ac:cxnSpMk id="18" creationId="{1C5B452A-B4CE-7EB8-12A3-2AB5B0480545}"/>
          </ac:cxnSpMkLst>
        </pc:cxnChg>
        <pc:cxnChg chg="del">
          <ac:chgData name="우진 김" userId="9d5916cb77183fd7" providerId="LiveId" clId="{FDF37458-B840-4E5E-B3AD-909E5C62266E}" dt="2025-07-22T18:19:28.976" v="3357" actId="478"/>
          <ac:cxnSpMkLst>
            <pc:docMk/>
            <pc:sldMk cId="492626652" sldId="409"/>
            <ac:cxnSpMk id="23" creationId="{F2779AE2-4574-C90D-3FA0-24BA6DD90AB5}"/>
          </ac:cxnSpMkLst>
        </pc:cxnChg>
        <pc:cxnChg chg="del">
          <ac:chgData name="우진 김" userId="9d5916cb77183fd7" providerId="LiveId" clId="{FDF37458-B840-4E5E-B3AD-909E5C62266E}" dt="2025-07-22T18:19:28.976" v="3357" actId="478"/>
          <ac:cxnSpMkLst>
            <pc:docMk/>
            <pc:sldMk cId="492626652" sldId="409"/>
            <ac:cxnSpMk id="26" creationId="{E7BD592F-8167-926A-2A35-ACB719B4E347}"/>
          </ac:cxnSpMkLst>
        </pc:cxnChg>
        <pc:cxnChg chg="del">
          <ac:chgData name="우진 김" userId="9d5916cb77183fd7" providerId="LiveId" clId="{FDF37458-B840-4E5E-B3AD-909E5C62266E}" dt="2025-07-22T18:19:30.160" v="3358" actId="478"/>
          <ac:cxnSpMkLst>
            <pc:docMk/>
            <pc:sldMk cId="492626652" sldId="409"/>
            <ac:cxnSpMk id="29" creationId="{13C79019-B64D-226B-A1A5-562036B3CE7E}"/>
          </ac:cxnSpMkLst>
        </pc:cxnChg>
      </pc:sldChg>
      <pc:sldChg chg="addSp delSp modSp add mod modAnim">
        <pc:chgData name="우진 김" userId="9d5916cb77183fd7" providerId="LiveId" clId="{FDF37458-B840-4E5E-B3AD-909E5C62266E}" dt="2025-07-22T22:46:46.183" v="5703"/>
        <pc:sldMkLst>
          <pc:docMk/>
          <pc:sldMk cId="2544759687" sldId="410"/>
        </pc:sldMkLst>
        <pc:spChg chg="del">
          <ac:chgData name="우진 김" userId="9d5916cb77183fd7" providerId="LiveId" clId="{FDF37458-B840-4E5E-B3AD-909E5C62266E}" dt="2025-07-22T20:14:03.619" v="3791" actId="478"/>
          <ac:spMkLst>
            <pc:docMk/>
            <pc:sldMk cId="2544759687" sldId="410"/>
            <ac:spMk id="2" creationId="{769F2AFA-FC84-B87D-8395-EB08A12B2ACC}"/>
          </ac:spMkLst>
        </pc:spChg>
        <pc:spChg chg="del">
          <ac:chgData name="우진 김" userId="9d5916cb77183fd7" providerId="LiveId" clId="{FDF37458-B840-4E5E-B3AD-909E5C62266E}" dt="2025-07-22T20:14:03.619" v="3791" actId="478"/>
          <ac:spMkLst>
            <pc:docMk/>
            <pc:sldMk cId="2544759687" sldId="410"/>
            <ac:spMk id="4" creationId="{2E25D01A-AD92-4EF5-2A47-06A2A12A2149}"/>
          </ac:spMkLst>
        </pc:spChg>
        <pc:spChg chg="del">
          <ac:chgData name="우진 김" userId="9d5916cb77183fd7" providerId="LiveId" clId="{FDF37458-B840-4E5E-B3AD-909E5C62266E}" dt="2025-07-22T20:14:03.619" v="3791" actId="478"/>
          <ac:spMkLst>
            <pc:docMk/>
            <pc:sldMk cId="2544759687" sldId="410"/>
            <ac:spMk id="8" creationId="{0A616DAD-4638-E195-9AB2-C63DF6401701}"/>
          </ac:spMkLst>
        </pc:spChg>
        <pc:spChg chg="del">
          <ac:chgData name="우진 김" userId="9d5916cb77183fd7" providerId="LiveId" clId="{FDF37458-B840-4E5E-B3AD-909E5C62266E}" dt="2025-07-22T20:14:03.619" v="3791" actId="478"/>
          <ac:spMkLst>
            <pc:docMk/>
            <pc:sldMk cId="2544759687" sldId="410"/>
            <ac:spMk id="9" creationId="{62BA73A2-C372-6AF2-709F-2BBDB6791817}"/>
          </ac:spMkLst>
        </pc:spChg>
        <pc:spChg chg="del">
          <ac:chgData name="우진 김" userId="9d5916cb77183fd7" providerId="LiveId" clId="{FDF37458-B840-4E5E-B3AD-909E5C62266E}" dt="2025-07-22T20:14:03.619" v="3791" actId="478"/>
          <ac:spMkLst>
            <pc:docMk/>
            <pc:sldMk cId="2544759687" sldId="410"/>
            <ac:spMk id="10" creationId="{5C886DC1-7F56-A880-2A24-20A1AB373062}"/>
          </ac:spMkLst>
        </pc:spChg>
        <pc:spChg chg="del">
          <ac:chgData name="우진 김" userId="9d5916cb77183fd7" providerId="LiveId" clId="{FDF37458-B840-4E5E-B3AD-909E5C62266E}" dt="2025-07-22T20:14:03.619" v="3791" actId="478"/>
          <ac:spMkLst>
            <pc:docMk/>
            <pc:sldMk cId="2544759687" sldId="410"/>
            <ac:spMk id="14" creationId="{A4762191-62F1-BA8D-91F5-E60D2492616C}"/>
          </ac:spMkLst>
        </pc:spChg>
        <pc:spChg chg="del">
          <ac:chgData name="우진 김" userId="9d5916cb77183fd7" providerId="LiveId" clId="{FDF37458-B840-4E5E-B3AD-909E5C62266E}" dt="2025-07-22T20:14:03.619" v="3791" actId="478"/>
          <ac:spMkLst>
            <pc:docMk/>
            <pc:sldMk cId="2544759687" sldId="410"/>
            <ac:spMk id="15" creationId="{6534ACCA-AFD9-F28F-0C70-7F23F5E888AF}"/>
          </ac:spMkLst>
        </pc:spChg>
        <pc:spChg chg="add mod">
          <ac:chgData name="우진 김" userId="9d5916cb77183fd7" providerId="LiveId" clId="{FDF37458-B840-4E5E-B3AD-909E5C62266E}" dt="2025-07-22T20:17:39.173" v="3887" actId="1076"/>
          <ac:spMkLst>
            <pc:docMk/>
            <pc:sldMk cId="2544759687" sldId="410"/>
            <ac:spMk id="16" creationId="{45563A3E-6316-4EB1-D3A8-CB62EA833103}"/>
          </ac:spMkLst>
        </pc:spChg>
        <pc:spChg chg="mod">
          <ac:chgData name="우진 김" userId="9d5916cb77183fd7" providerId="LiveId" clId="{FDF37458-B840-4E5E-B3AD-909E5C62266E}" dt="2025-07-22T20:17:06.551" v="3877" actId="403"/>
          <ac:spMkLst>
            <pc:docMk/>
            <pc:sldMk cId="2544759687" sldId="410"/>
            <ac:spMk id="18" creationId="{E60E848E-74DD-E891-EACB-3B44BD7D1D85}"/>
          </ac:spMkLst>
        </pc:spChg>
        <pc:spChg chg="add mod">
          <ac:chgData name="우진 김" userId="9d5916cb77183fd7" providerId="LiveId" clId="{FDF37458-B840-4E5E-B3AD-909E5C62266E}" dt="2025-07-22T20:17:41.034" v="3888" actId="1076"/>
          <ac:spMkLst>
            <pc:docMk/>
            <pc:sldMk cId="2544759687" sldId="410"/>
            <ac:spMk id="19" creationId="{EB9FB060-F724-7FE9-8F39-EF41B4C25A6B}"/>
          </ac:spMkLst>
        </pc:spChg>
        <pc:spChg chg="add mod">
          <ac:chgData name="우진 김" userId="9d5916cb77183fd7" providerId="LiveId" clId="{FDF37458-B840-4E5E-B3AD-909E5C62266E}" dt="2025-07-22T20:17:35.769" v="3885" actId="14100"/>
          <ac:spMkLst>
            <pc:docMk/>
            <pc:sldMk cId="2544759687" sldId="410"/>
            <ac:spMk id="20" creationId="{4020E9AC-4821-0765-7B3E-E640E1B3BCCB}"/>
          </ac:spMkLst>
        </pc:spChg>
        <pc:spChg chg="add mod">
          <ac:chgData name="우진 김" userId="9d5916cb77183fd7" providerId="LiveId" clId="{FDF37458-B840-4E5E-B3AD-909E5C62266E}" dt="2025-07-22T20:18:52.324" v="3927" actId="1076"/>
          <ac:spMkLst>
            <pc:docMk/>
            <pc:sldMk cId="2544759687" sldId="410"/>
            <ac:spMk id="21" creationId="{BEFA0C8D-1252-5866-A69A-5177DA7F2543}"/>
          </ac:spMkLst>
        </pc:spChg>
        <pc:cxnChg chg="add mod">
          <ac:chgData name="우진 김" userId="9d5916cb77183fd7" providerId="LiveId" clId="{FDF37458-B840-4E5E-B3AD-909E5C62266E}" dt="2025-07-22T20:17:37.190" v="3886" actId="1076"/>
          <ac:cxnSpMkLst>
            <pc:docMk/>
            <pc:sldMk cId="2544759687" sldId="410"/>
            <ac:cxnSpMk id="6" creationId="{00C8543C-FC76-1DEA-A6B7-5B9BD90BEB76}"/>
          </ac:cxnSpMkLst>
        </pc:cxnChg>
        <pc:cxnChg chg="del">
          <ac:chgData name="우진 김" userId="9d5916cb77183fd7" providerId="LiveId" clId="{FDF37458-B840-4E5E-B3AD-909E5C62266E}" dt="2025-07-22T20:14:03.619" v="3791" actId="478"/>
          <ac:cxnSpMkLst>
            <pc:docMk/>
            <pc:sldMk cId="2544759687" sldId="410"/>
            <ac:cxnSpMk id="7" creationId="{CDC26BBE-3B88-AC54-17CE-BBBB6A4F587A}"/>
          </ac:cxnSpMkLst>
        </pc:cxnChg>
        <pc:cxnChg chg="del">
          <ac:chgData name="우진 김" userId="9d5916cb77183fd7" providerId="LiveId" clId="{FDF37458-B840-4E5E-B3AD-909E5C62266E}" dt="2025-07-22T20:14:03.619" v="3791" actId="478"/>
          <ac:cxnSpMkLst>
            <pc:docMk/>
            <pc:sldMk cId="2544759687" sldId="410"/>
            <ac:cxnSpMk id="11" creationId="{F7596C97-8371-B830-B6C9-23A67121F939}"/>
          </ac:cxnSpMkLst>
        </pc:cxnChg>
        <pc:cxnChg chg="del">
          <ac:chgData name="우진 김" userId="9d5916cb77183fd7" providerId="LiveId" clId="{FDF37458-B840-4E5E-B3AD-909E5C62266E}" dt="2025-07-22T20:14:03.619" v="3791" actId="478"/>
          <ac:cxnSpMkLst>
            <pc:docMk/>
            <pc:sldMk cId="2544759687" sldId="410"/>
            <ac:cxnSpMk id="12" creationId="{3C8C594E-BFFB-9339-2118-A483A56F48BF}"/>
          </ac:cxnSpMkLst>
        </pc:cxnChg>
        <pc:cxnChg chg="mod">
          <ac:chgData name="우진 김" userId="9d5916cb77183fd7" providerId="LiveId" clId="{FDF37458-B840-4E5E-B3AD-909E5C62266E}" dt="2025-07-22T20:14:07.965" v="3792" actId="1076"/>
          <ac:cxnSpMkLst>
            <pc:docMk/>
            <pc:sldMk cId="2544759687" sldId="410"/>
            <ac:cxnSpMk id="17" creationId="{639215B3-82BD-29DE-2E5F-D82821CDE4C8}"/>
          </ac:cxnSpMkLst>
        </pc:cxnChg>
      </pc:sldChg>
      <pc:sldChg chg="addSp delSp modSp add mod modAnim">
        <pc:chgData name="우진 김" userId="9d5916cb77183fd7" providerId="LiveId" clId="{FDF37458-B840-4E5E-B3AD-909E5C62266E}" dt="2025-07-22T22:46:55.860" v="5704"/>
        <pc:sldMkLst>
          <pc:docMk/>
          <pc:sldMk cId="2925435494" sldId="411"/>
        </pc:sldMkLst>
        <pc:spChg chg="add mod">
          <ac:chgData name="우진 김" userId="9d5916cb77183fd7" providerId="LiveId" clId="{FDF37458-B840-4E5E-B3AD-909E5C62266E}" dt="2025-07-22T20:34:08.598" v="4110" actId="1076"/>
          <ac:spMkLst>
            <pc:docMk/>
            <pc:sldMk cId="2925435494" sldId="411"/>
            <ac:spMk id="2" creationId="{D7B74B17-04A6-B665-441D-E1A95F27BCA0}"/>
          </ac:spMkLst>
        </pc:spChg>
        <pc:spChg chg="add mod">
          <ac:chgData name="우진 김" userId="9d5916cb77183fd7" providerId="LiveId" clId="{FDF37458-B840-4E5E-B3AD-909E5C62266E}" dt="2025-07-22T20:34:18.358" v="4116" actId="20577"/>
          <ac:spMkLst>
            <pc:docMk/>
            <pc:sldMk cId="2925435494" sldId="411"/>
            <ac:spMk id="8" creationId="{89E68F09-0FE6-C8F1-974A-900CCD23B093}"/>
          </ac:spMkLst>
        </pc:spChg>
        <pc:spChg chg="add mod">
          <ac:chgData name="우진 김" userId="9d5916cb77183fd7" providerId="LiveId" clId="{FDF37458-B840-4E5E-B3AD-909E5C62266E}" dt="2025-07-22T20:33:55.218" v="4105" actId="14100"/>
          <ac:spMkLst>
            <pc:docMk/>
            <pc:sldMk cId="2925435494" sldId="411"/>
            <ac:spMk id="9" creationId="{D301813F-F648-F309-91B2-99568AFC55E8}"/>
          </ac:spMkLst>
        </pc:spChg>
        <pc:spChg chg="add mod">
          <ac:chgData name="우진 김" userId="9d5916cb77183fd7" providerId="LiveId" clId="{FDF37458-B840-4E5E-B3AD-909E5C62266E}" dt="2025-07-22T20:34:23.614" v="4117" actId="1076"/>
          <ac:spMkLst>
            <pc:docMk/>
            <pc:sldMk cId="2925435494" sldId="411"/>
            <ac:spMk id="10" creationId="{579DDB03-B84C-61DE-95A8-C41D1FE35EDC}"/>
          </ac:spMkLst>
        </pc:spChg>
        <pc:spChg chg="add mod">
          <ac:chgData name="우진 김" userId="9d5916cb77183fd7" providerId="LiveId" clId="{FDF37458-B840-4E5E-B3AD-909E5C62266E}" dt="2025-07-22T20:34:52.692" v="4123" actId="1582"/>
          <ac:spMkLst>
            <pc:docMk/>
            <pc:sldMk cId="2925435494" sldId="411"/>
            <ac:spMk id="11" creationId="{C4D1F1FE-4261-F152-1CBA-70467F50C982}"/>
          </ac:spMkLst>
        </pc:spChg>
        <pc:spChg chg="add mod">
          <ac:chgData name="우진 김" userId="9d5916cb77183fd7" providerId="LiveId" clId="{FDF37458-B840-4E5E-B3AD-909E5C62266E}" dt="2025-07-22T20:35:16.450" v="4141" actId="1076"/>
          <ac:spMkLst>
            <pc:docMk/>
            <pc:sldMk cId="2925435494" sldId="411"/>
            <ac:spMk id="12" creationId="{53567D27-514E-55F4-C328-DE9FFCD2BB49}"/>
          </ac:spMkLst>
        </pc:spChg>
        <pc:spChg chg="add mod">
          <ac:chgData name="우진 김" userId="9d5916cb77183fd7" providerId="LiveId" clId="{FDF37458-B840-4E5E-B3AD-909E5C62266E}" dt="2025-07-22T20:52:58.637" v="4150" actId="6549"/>
          <ac:spMkLst>
            <pc:docMk/>
            <pc:sldMk cId="2925435494" sldId="411"/>
            <ac:spMk id="14" creationId="{78929FF1-661D-906B-E20C-CA15BF9887E8}"/>
          </ac:spMkLst>
        </pc:spChg>
        <pc:spChg chg="mod">
          <ac:chgData name="우진 김" userId="9d5916cb77183fd7" providerId="LiveId" clId="{FDF37458-B840-4E5E-B3AD-909E5C62266E}" dt="2025-07-22T20:31:05.188" v="4051" actId="1076"/>
          <ac:spMkLst>
            <pc:docMk/>
            <pc:sldMk cId="2925435494" sldId="411"/>
            <ac:spMk id="16" creationId="{D3776B12-D8B7-9CBC-5457-6F32965E16C3}"/>
          </ac:spMkLst>
        </pc:spChg>
        <pc:spChg chg="del">
          <ac:chgData name="우진 김" userId="9d5916cb77183fd7" providerId="LiveId" clId="{FDF37458-B840-4E5E-B3AD-909E5C62266E}" dt="2025-07-22T20:29:42.411" v="4015" actId="478"/>
          <ac:spMkLst>
            <pc:docMk/>
            <pc:sldMk cId="2925435494" sldId="411"/>
            <ac:spMk id="18" creationId="{7DE97C9B-27BC-922C-8D5A-5060D0E1AC32}"/>
          </ac:spMkLst>
        </pc:spChg>
        <pc:spChg chg="del">
          <ac:chgData name="우진 김" userId="9d5916cb77183fd7" providerId="LiveId" clId="{FDF37458-B840-4E5E-B3AD-909E5C62266E}" dt="2025-07-22T20:30:00.950" v="4027" actId="478"/>
          <ac:spMkLst>
            <pc:docMk/>
            <pc:sldMk cId="2925435494" sldId="411"/>
            <ac:spMk id="19" creationId="{FCB9FAD7-AADE-64C9-B388-CEEEB8911FCA}"/>
          </ac:spMkLst>
        </pc:spChg>
        <pc:spChg chg="del mod">
          <ac:chgData name="우진 김" userId="9d5916cb77183fd7" providerId="LiveId" clId="{FDF37458-B840-4E5E-B3AD-909E5C62266E}" dt="2025-07-22T20:30:05.935" v="4033" actId="478"/>
          <ac:spMkLst>
            <pc:docMk/>
            <pc:sldMk cId="2925435494" sldId="411"/>
            <ac:spMk id="20" creationId="{169E21EF-7D86-7F14-D72B-75A04D648744}"/>
          </ac:spMkLst>
        </pc:spChg>
        <pc:spChg chg="mod">
          <ac:chgData name="우진 김" userId="9d5916cb77183fd7" providerId="LiveId" clId="{FDF37458-B840-4E5E-B3AD-909E5C62266E}" dt="2025-07-22T20:33:57.922" v="4106" actId="1076"/>
          <ac:spMkLst>
            <pc:docMk/>
            <pc:sldMk cId="2925435494" sldId="411"/>
            <ac:spMk id="21" creationId="{4A97A484-74EA-7136-D249-17C4CA7ED679}"/>
          </ac:spMkLst>
        </pc:spChg>
        <pc:picChg chg="add mod">
          <ac:chgData name="우진 김" userId="9d5916cb77183fd7" providerId="LiveId" clId="{FDF37458-B840-4E5E-B3AD-909E5C62266E}" dt="2025-07-22T20:33:39.813" v="4100" actId="1076"/>
          <ac:picMkLst>
            <pc:docMk/>
            <pc:sldMk cId="2925435494" sldId="411"/>
            <ac:picMk id="7" creationId="{5A34CA35-0D26-4B9C-AB82-D18F00EC886A}"/>
          </ac:picMkLst>
        </pc:picChg>
        <pc:cxnChg chg="del">
          <ac:chgData name="우진 김" userId="9d5916cb77183fd7" providerId="LiveId" clId="{FDF37458-B840-4E5E-B3AD-909E5C62266E}" dt="2025-07-22T20:29:41.148" v="4014" actId="478"/>
          <ac:cxnSpMkLst>
            <pc:docMk/>
            <pc:sldMk cId="2925435494" sldId="411"/>
            <ac:cxnSpMk id="6" creationId="{64C72D98-E1A6-66B6-0C31-3DF6D64F0F08}"/>
          </ac:cxnSpMkLst>
        </pc:cxnChg>
        <pc:cxnChg chg="del">
          <ac:chgData name="우진 김" userId="9d5916cb77183fd7" providerId="LiveId" clId="{FDF37458-B840-4E5E-B3AD-909E5C62266E}" dt="2025-07-22T20:29:40.157" v="4013" actId="478"/>
          <ac:cxnSpMkLst>
            <pc:docMk/>
            <pc:sldMk cId="2925435494" sldId="411"/>
            <ac:cxnSpMk id="17" creationId="{9A244AB3-A152-5D84-0C60-502F7FEAC9B2}"/>
          </ac:cxnSpMkLst>
        </pc:cxnChg>
      </pc:sldChg>
      <pc:sldChg chg="addSp modSp add del mod ord">
        <pc:chgData name="우진 김" userId="9d5916cb77183fd7" providerId="LiveId" clId="{FDF37458-B840-4E5E-B3AD-909E5C62266E}" dt="2025-07-22T22:15:03.610" v="5101" actId="2696"/>
        <pc:sldMkLst>
          <pc:docMk/>
          <pc:sldMk cId="4077780084" sldId="412"/>
        </pc:sldMkLst>
        <pc:spChg chg="mod">
          <ac:chgData name="우진 김" userId="9d5916cb77183fd7" providerId="LiveId" clId="{FDF37458-B840-4E5E-B3AD-909E5C62266E}" dt="2025-07-22T21:22:12.388" v="4522" actId="1076"/>
          <ac:spMkLst>
            <pc:docMk/>
            <pc:sldMk cId="4077780084" sldId="412"/>
            <ac:spMk id="2" creationId="{C636383E-3D29-B8BB-E348-695B75C3789E}"/>
          </ac:spMkLst>
        </pc:spChg>
        <pc:spChg chg="mod">
          <ac:chgData name="우진 김" userId="9d5916cb77183fd7" providerId="LiveId" clId="{FDF37458-B840-4E5E-B3AD-909E5C62266E}" dt="2025-07-22T22:14:33.281" v="5095" actId="20577"/>
          <ac:spMkLst>
            <pc:docMk/>
            <pc:sldMk cId="4077780084" sldId="412"/>
            <ac:spMk id="4" creationId="{F565C014-0B27-0397-3882-72D220C50BA7}"/>
          </ac:spMkLst>
        </pc:spChg>
        <pc:spChg chg="mod">
          <ac:chgData name="우진 김" userId="9d5916cb77183fd7" providerId="LiveId" clId="{FDF37458-B840-4E5E-B3AD-909E5C62266E}" dt="2025-07-22T21:22:49.139" v="4542" actId="1076"/>
          <ac:spMkLst>
            <pc:docMk/>
            <pc:sldMk cId="4077780084" sldId="412"/>
            <ac:spMk id="6" creationId="{805FBD4E-6B47-34DE-451E-0CE1C074E79C}"/>
          </ac:spMkLst>
        </pc:spChg>
        <pc:spChg chg="mod">
          <ac:chgData name="우진 김" userId="9d5916cb77183fd7" providerId="LiveId" clId="{FDF37458-B840-4E5E-B3AD-909E5C62266E}" dt="2025-07-22T21:22:49.139" v="4542" actId="1076"/>
          <ac:spMkLst>
            <pc:docMk/>
            <pc:sldMk cId="4077780084" sldId="412"/>
            <ac:spMk id="7" creationId="{83341A44-CD98-19A0-00A9-AD1AF6CCB5D8}"/>
          </ac:spMkLst>
        </pc:spChg>
        <pc:spChg chg="mod">
          <ac:chgData name="우진 김" userId="9d5916cb77183fd7" providerId="LiveId" clId="{FDF37458-B840-4E5E-B3AD-909E5C62266E}" dt="2025-07-22T21:23:04.464" v="4553" actId="1036"/>
          <ac:spMkLst>
            <pc:docMk/>
            <pc:sldMk cId="4077780084" sldId="412"/>
            <ac:spMk id="8" creationId="{D31DC9DC-11AA-BF6C-1B37-824E0A4DCA93}"/>
          </ac:spMkLst>
        </pc:spChg>
        <pc:spChg chg="add mod">
          <ac:chgData name="우진 김" userId="9d5916cb77183fd7" providerId="LiveId" clId="{FDF37458-B840-4E5E-B3AD-909E5C62266E}" dt="2025-07-22T21:22:41.244" v="4540" actId="1076"/>
          <ac:spMkLst>
            <pc:docMk/>
            <pc:sldMk cId="4077780084" sldId="412"/>
            <ac:spMk id="9" creationId="{D97BC023-DD8D-48AD-43F6-8DAD532119DB}"/>
          </ac:spMkLst>
        </pc:spChg>
        <pc:spChg chg="mod">
          <ac:chgData name="우진 김" userId="9d5916cb77183fd7" providerId="LiveId" clId="{FDF37458-B840-4E5E-B3AD-909E5C62266E}" dt="2025-07-22T21:50:09.955" v="4861" actId="20577"/>
          <ac:spMkLst>
            <pc:docMk/>
            <pc:sldMk cId="4077780084" sldId="412"/>
            <ac:spMk id="10" creationId="{B5DD7BF5-3303-E570-67AC-70C1144A6B7B}"/>
          </ac:spMkLst>
        </pc:spChg>
        <pc:spChg chg="mod">
          <ac:chgData name="우진 김" userId="9d5916cb77183fd7" providerId="LiveId" clId="{FDF37458-B840-4E5E-B3AD-909E5C62266E}" dt="2025-07-22T21:50:13.901" v="4863" actId="20577"/>
          <ac:spMkLst>
            <pc:docMk/>
            <pc:sldMk cId="4077780084" sldId="412"/>
            <ac:spMk id="11" creationId="{25474D71-AE67-8AC5-6D46-5A4B7D746554}"/>
          </ac:spMkLst>
        </pc:spChg>
        <pc:spChg chg="add mod">
          <ac:chgData name="우진 김" userId="9d5916cb77183fd7" providerId="LiveId" clId="{FDF37458-B840-4E5E-B3AD-909E5C62266E}" dt="2025-07-22T21:41:51.812" v="4858"/>
          <ac:spMkLst>
            <pc:docMk/>
            <pc:sldMk cId="4077780084" sldId="412"/>
            <ac:spMk id="12" creationId="{32ABB943-5FC9-BEDA-EE4F-8546736BD00E}"/>
          </ac:spMkLst>
        </pc:spChg>
      </pc:sldChg>
      <pc:sldChg chg="addSp delSp modSp add mod ord modAnim">
        <pc:chgData name="우진 김" userId="9d5916cb77183fd7" providerId="LiveId" clId="{FDF37458-B840-4E5E-B3AD-909E5C62266E}" dt="2025-07-22T22:47:19.512" v="5707"/>
        <pc:sldMkLst>
          <pc:docMk/>
          <pc:sldMk cId="964698161" sldId="413"/>
        </pc:sldMkLst>
        <pc:spChg chg="mod">
          <ac:chgData name="우진 김" userId="9d5916cb77183fd7" providerId="LiveId" clId="{FDF37458-B840-4E5E-B3AD-909E5C62266E}" dt="2025-07-22T22:05:04.427" v="4891" actId="20577"/>
          <ac:spMkLst>
            <pc:docMk/>
            <pc:sldMk cId="964698161" sldId="413"/>
            <ac:spMk id="6" creationId="{C04BCDC4-0CED-FB5B-891E-091A95D95822}"/>
          </ac:spMkLst>
        </pc:spChg>
        <pc:spChg chg="mod">
          <ac:chgData name="우진 김" userId="9d5916cb77183fd7" providerId="LiveId" clId="{FDF37458-B840-4E5E-B3AD-909E5C62266E}" dt="2025-07-22T22:06:26.490" v="4934" actId="1076"/>
          <ac:spMkLst>
            <pc:docMk/>
            <pc:sldMk cId="964698161" sldId="413"/>
            <ac:spMk id="7" creationId="{E03B2263-84F1-2438-E86A-5AEF6F7780E9}"/>
          </ac:spMkLst>
        </pc:spChg>
        <pc:spChg chg="del">
          <ac:chgData name="우진 김" userId="9d5916cb77183fd7" providerId="LiveId" clId="{FDF37458-B840-4E5E-B3AD-909E5C62266E}" dt="2025-07-22T22:06:35.451" v="4937" actId="478"/>
          <ac:spMkLst>
            <pc:docMk/>
            <pc:sldMk cId="964698161" sldId="413"/>
            <ac:spMk id="8" creationId="{148852A8-4646-2889-47F8-76BB4B8CE0C4}"/>
          </ac:spMkLst>
        </pc:spChg>
        <pc:spChg chg="del">
          <ac:chgData name="우진 김" userId="9d5916cb77183fd7" providerId="LiveId" clId="{FDF37458-B840-4E5E-B3AD-909E5C62266E}" dt="2025-07-22T22:06:31.843" v="4935" actId="478"/>
          <ac:spMkLst>
            <pc:docMk/>
            <pc:sldMk cId="964698161" sldId="413"/>
            <ac:spMk id="10" creationId="{175953BE-E1D5-07E5-2F62-49E807389826}"/>
          </ac:spMkLst>
        </pc:spChg>
        <pc:spChg chg="del">
          <ac:chgData name="우진 김" userId="9d5916cb77183fd7" providerId="LiveId" clId="{FDF37458-B840-4E5E-B3AD-909E5C62266E}" dt="2025-07-22T22:06:34.299" v="4936" actId="478"/>
          <ac:spMkLst>
            <pc:docMk/>
            <pc:sldMk cId="964698161" sldId="413"/>
            <ac:spMk id="11" creationId="{D0577ED9-999B-D629-4040-B54A8F8DFDFA}"/>
          </ac:spMkLst>
        </pc:spChg>
        <pc:spChg chg="add mod">
          <ac:chgData name="우진 김" userId="9d5916cb77183fd7" providerId="LiveId" clId="{FDF37458-B840-4E5E-B3AD-909E5C62266E}" dt="2025-07-22T22:06:49.986" v="4943" actId="1076"/>
          <ac:spMkLst>
            <pc:docMk/>
            <pc:sldMk cId="964698161" sldId="413"/>
            <ac:spMk id="12" creationId="{DA5D6E5D-22B7-04CD-8F0B-2C3ADC6D9C8A}"/>
          </ac:spMkLst>
        </pc:spChg>
        <pc:spChg chg="add mod">
          <ac:chgData name="우진 김" userId="9d5916cb77183fd7" providerId="LiveId" clId="{FDF37458-B840-4E5E-B3AD-909E5C62266E}" dt="2025-07-22T22:14:24.592" v="5091" actId="20577"/>
          <ac:spMkLst>
            <pc:docMk/>
            <pc:sldMk cId="964698161" sldId="413"/>
            <ac:spMk id="14" creationId="{30F2A4D3-FD88-5DC9-E911-6F110572CB63}"/>
          </ac:spMkLst>
        </pc:spChg>
        <pc:spChg chg="add mod">
          <ac:chgData name="우진 김" userId="9d5916cb77183fd7" providerId="LiveId" clId="{FDF37458-B840-4E5E-B3AD-909E5C62266E}" dt="2025-07-22T22:14:26.372" v="5093" actId="20577"/>
          <ac:spMkLst>
            <pc:docMk/>
            <pc:sldMk cId="964698161" sldId="413"/>
            <ac:spMk id="15" creationId="{0A92160B-0350-07CC-FA6F-71CD268EF927}"/>
          </ac:spMkLst>
        </pc:spChg>
      </pc:sldChg>
      <pc:sldChg chg="addSp delSp modSp add mod modAnim">
        <pc:chgData name="우진 김" userId="9d5916cb77183fd7" providerId="LiveId" clId="{FDF37458-B840-4E5E-B3AD-909E5C62266E}" dt="2025-07-22T22:47:57.998" v="5727" actId="14100"/>
        <pc:sldMkLst>
          <pc:docMk/>
          <pc:sldMk cId="80486073" sldId="414"/>
        </pc:sldMkLst>
        <pc:spChg chg="del">
          <ac:chgData name="우진 김" userId="9d5916cb77183fd7" providerId="LiveId" clId="{FDF37458-B840-4E5E-B3AD-909E5C62266E}" dt="2025-07-22T22:08:14.698" v="4970" actId="478"/>
          <ac:spMkLst>
            <pc:docMk/>
            <pc:sldMk cId="80486073" sldId="414"/>
            <ac:spMk id="2" creationId="{AF3721E9-4598-690F-EB3D-85D7A957EBA3}"/>
          </ac:spMkLst>
        </pc:spChg>
        <pc:spChg chg="del">
          <ac:chgData name="우진 김" userId="9d5916cb77183fd7" providerId="LiveId" clId="{FDF37458-B840-4E5E-B3AD-909E5C62266E}" dt="2025-07-22T22:08:18.578" v="4972" actId="478"/>
          <ac:spMkLst>
            <pc:docMk/>
            <pc:sldMk cId="80486073" sldId="414"/>
            <ac:spMk id="4" creationId="{6217827F-16B1-8A7E-B88D-277F840116B4}"/>
          </ac:spMkLst>
        </pc:spChg>
        <pc:spChg chg="mod">
          <ac:chgData name="우진 김" userId="9d5916cb77183fd7" providerId="LiveId" clId="{FDF37458-B840-4E5E-B3AD-909E5C62266E}" dt="2025-07-22T22:08:34.016" v="4978" actId="20577"/>
          <ac:spMkLst>
            <pc:docMk/>
            <pc:sldMk cId="80486073" sldId="414"/>
            <ac:spMk id="6" creationId="{F6DB4227-CDF0-D283-26D0-262BF9396E0B}"/>
          </ac:spMkLst>
        </pc:spChg>
        <pc:spChg chg="del mod">
          <ac:chgData name="우진 김" userId="9d5916cb77183fd7" providerId="LiveId" clId="{FDF37458-B840-4E5E-B3AD-909E5C62266E}" dt="2025-07-22T22:09:58.946" v="4994" actId="478"/>
          <ac:spMkLst>
            <pc:docMk/>
            <pc:sldMk cId="80486073" sldId="414"/>
            <ac:spMk id="7" creationId="{992F2C69-DE34-413D-C129-09E1B564F7FF}"/>
          </ac:spMkLst>
        </pc:spChg>
        <pc:spChg chg="add mod">
          <ac:chgData name="우진 김" userId="9d5916cb77183fd7" providerId="LiveId" clId="{FDF37458-B840-4E5E-B3AD-909E5C62266E}" dt="2025-07-22T22:13:15.562" v="5080" actId="20577"/>
          <ac:spMkLst>
            <pc:docMk/>
            <pc:sldMk cId="80486073" sldId="414"/>
            <ac:spMk id="8" creationId="{5ACD7ADA-85F4-3969-B583-252A2B076179}"/>
          </ac:spMkLst>
        </pc:spChg>
        <pc:spChg chg="del">
          <ac:chgData name="우진 김" userId="9d5916cb77183fd7" providerId="LiveId" clId="{FDF37458-B840-4E5E-B3AD-909E5C62266E}" dt="2025-07-22T22:08:13.411" v="4969" actId="478"/>
          <ac:spMkLst>
            <pc:docMk/>
            <pc:sldMk cId="80486073" sldId="414"/>
            <ac:spMk id="9" creationId="{E5F5C2A6-9696-3499-4445-10004EF19E56}"/>
          </ac:spMkLst>
        </pc:spChg>
        <pc:spChg chg="add mod">
          <ac:chgData name="우진 김" userId="9d5916cb77183fd7" providerId="LiveId" clId="{FDF37458-B840-4E5E-B3AD-909E5C62266E}" dt="2025-07-22T22:09:08.033" v="4984" actId="1076"/>
          <ac:spMkLst>
            <pc:docMk/>
            <pc:sldMk cId="80486073" sldId="414"/>
            <ac:spMk id="10" creationId="{6EC823D8-FB7B-7BD4-6B0F-8C8834D08387}"/>
          </ac:spMkLst>
        </pc:spChg>
        <pc:spChg chg="add mod">
          <ac:chgData name="우진 김" userId="9d5916cb77183fd7" providerId="LiveId" clId="{FDF37458-B840-4E5E-B3AD-909E5C62266E}" dt="2025-07-22T22:14:58.232" v="5100" actId="1076"/>
          <ac:spMkLst>
            <pc:docMk/>
            <pc:sldMk cId="80486073" sldId="414"/>
            <ac:spMk id="11" creationId="{C4104109-844E-B849-0CC3-A21654FA6D43}"/>
          </ac:spMkLst>
        </pc:spChg>
        <pc:spChg chg="del">
          <ac:chgData name="우진 김" userId="9d5916cb77183fd7" providerId="LiveId" clId="{FDF37458-B840-4E5E-B3AD-909E5C62266E}" dt="2025-07-22T22:09:59.923" v="4995" actId="478"/>
          <ac:spMkLst>
            <pc:docMk/>
            <pc:sldMk cId="80486073" sldId="414"/>
            <ac:spMk id="12" creationId="{72093661-E2B2-B5B4-7727-E177652A4DD8}"/>
          </ac:spMkLst>
        </pc:spChg>
        <pc:spChg chg="del mod">
          <ac:chgData name="우진 김" userId="9d5916cb77183fd7" providerId="LiveId" clId="{FDF37458-B840-4E5E-B3AD-909E5C62266E}" dt="2025-07-22T22:12:40.680" v="5062" actId="478"/>
          <ac:spMkLst>
            <pc:docMk/>
            <pc:sldMk cId="80486073" sldId="414"/>
            <ac:spMk id="14" creationId="{CF4F713F-74B7-EF57-15EA-B3BE924C096C}"/>
          </ac:spMkLst>
        </pc:spChg>
        <pc:spChg chg="add mod">
          <ac:chgData name="우진 김" userId="9d5916cb77183fd7" providerId="LiveId" clId="{FDF37458-B840-4E5E-B3AD-909E5C62266E}" dt="2025-07-22T22:14:40.165" v="5097" actId="20577"/>
          <ac:spMkLst>
            <pc:docMk/>
            <pc:sldMk cId="80486073" sldId="414"/>
            <ac:spMk id="15" creationId="{A3313F3E-851A-964D-025D-8FBBB4E20AA0}"/>
          </ac:spMkLst>
        </pc:spChg>
        <pc:spChg chg="add mod">
          <ac:chgData name="우진 김" userId="9d5916cb77183fd7" providerId="LiveId" clId="{FDF37458-B840-4E5E-B3AD-909E5C62266E}" dt="2025-07-22T22:15:28.575" v="5130" actId="1076"/>
          <ac:spMkLst>
            <pc:docMk/>
            <pc:sldMk cId="80486073" sldId="414"/>
            <ac:spMk id="16" creationId="{298E1EE3-7668-34F3-4D56-CFD56E3BA218}"/>
          </ac:spMkLst>
        </pc:spChg>
        <pc:spChg chg="add mod">
          <ac:chgData name="우진 김" userId="9d5916cb77183fd7" providerId="LiveId" clId="{FDF37458-B840-4E5E-B3AD-909E5C62266E}" dt="2025-07-22T22:13:50.681" v="5089" actId="1076"/>
          <ac:spMkLst>
            <pc:docMk/>
            <pc:sldMk cId="80486073" sldId="414"/>
            <ac:spMk id="17" creationId="{9723801D-9227-2B50-7C32-8C4AC5CC73A0}"/>
          </ac:spMkLst>
        </pc:spChg>
        <pc:spChg chg="add mod">
          <ac:chgData name="우진 김" userId="9d5916cb77183fd7" providerId="LiveId" clId="{FDF37458-B840-4E5E-B3AD-909E5C62266E}" dt="2025-07-22T22:13:50.681" v="5089" actId="1076"/>
          <ac:spMkLst>
            <pc:docMk/>
            <pc:sldMk cId="80486073" sldId="414"/>
            <ac:spMk id="19" creationId="{289B52FE-2CAB-B59D-F970-C9041AF20B53}"/>
          </ac:spMkLst>
        </pc:spChg>
        <pc:spChg chg="add mod">
          <ac:chgData name="우진 김" userId="9d5916cb77183fd7" providerId="LiveId" clId="{FDF37458-B840-4E5E-B3AD-909E5C62266E}" dt="2025-07-22T22:17:10.317" v="5216" actId="20577"/>
          <ac:spMkLst>
            <pc:docMk/>
            <pc:sldMk cId="80486073" sldId="414"/>
            <ac:spMk id="20" creationId="{D979261C-4E53-DEE6-F86B-4CAE585A7ABB}"/>
          </ac:spMkLst>
        </pc:spChg>
        <pc:spChg chg="add mod">
          <ac:chgData name="우진 김" userId="9d5916cb77183fd7" providerId="LiveId" clId="{FDF37458-B840-4E5E-B3AD-909E5C62266E}" dt="2025-07-22T22:47:57.998" v="5727" actId="14100"/>
          <ac:spMkLst>
            <pc:docMk/>
            <pc:sldMk cId="80486073" sldId="414"/>
            <ac:spMk id="21" creationId="{89BBD274-DBE1-C8E3-0A2E-508AFCDC1FFA}"/>
          </ac:spMkLst>
        </pc:spChg>
        <pc:cxnChg chg="add mod">
          <ac:chgData name="우진 김" userId="9d5916cb77183fd7" providerId="LiveId" clId="{FDF37458-B840-4E5E-B3AD-909E5C62266E}" dt="2025-07-22T22:13:50.681" v="5089" actId="1076"/>
          <ac:cxnSpMkLst>
            <pc:docMk/>
            <pc:sldMk cId="80486073" sldId="414"/>
            <ac:cxnSpMk id="18" creationId="{80678634-8D88-83A7-ADB5-CFD85EC06570}"/>
          </ac:cxnSpMkLst>
        </pc:cxnChg>
        <pc:cxnChg chg="add mod">
          <ac:chgData name="우진 김" userId="9d5916cb77183fd7" providerId="LiveId" clId="{FDF37458-B840-4E5E-B3AD-909E5C62266E}" dt="2025-07-22T22:17:23.706" v="5221" actId="1076"/>
          <ac:cxnSpMkLst>
            <pc:docMk/>
            <pc:sldMk cId="80486073" sldId="414"/>
            <ac:cxnSpMk id="22" creationId="{E5A55054-CB8A-D3AF-EDD4-6B1B3C7C7907}"/>
          </ac:cxnSpMkLst>
        </pc:cxnChg>
      </pc:sldChg>
      <pc:sldChg chg="addSp delSp modSp add mod modAnim">
        <pc:chgData name="우진 김" userId="9d5916cb77183fd7" providerId="LiveId" clId="{FDF37458-B840-4E5E-B3AD-909E5C62266E}" dt="2025-07-22T22:48:21.763" v="5730"/>
        <pc:sldMkLst>
          <pc:docMk/>
          <pc:sldMk cId="2408156295" sldId="415"/>
        </pc:sldMkLst>
        <pc:spChg chg="del">
          <ac:chgData name="우진 김" userId="9d5916cb77183fd7" providerId="LiveId" clId="{FDF37458-B840-4E5E-B3AD-909E5C62266E}" dt="2025-07-22T22:32:55.399" v="5539" actId="478"/>
          <ac:spMkLst>
            <pc:docMk/>
            <pc:sldMk cId="2408156295" sldId="415"/>
            <ac:spMk id="2" creationId="{3489FB76-8954-02B7-AF2F-DD9A41A0A604}"/>
          </ac:spMkLst>
        </pc:spChg>
        <pc:spChg chg="del">
          <ac:chgData name="우진 김" userId="9d5916cb77183fd7" providerId="LiveId" clId="{FDF37458-B840-4E5E-B3AD-909E5C62266E}" dt="2025-07-22T22:32:55.399" v="5539" actId="478"/>
          <ac:spMkLst>
            <pc:docMk/>
            <pc:sldMk cId="2408156295" sldId="415"/>
            <ac:spMk id="4" creationId="{87F76FAF-88D9-0E1E-CB24-BE11F0BA7817}"/>
          </ac:spMkLst>
        </pc:spChg>
        <pc:spChg chg="add mod">
          <ac:chgData name="우진 김" userId="9d5916cb77183fd7" providerId="LiveId" clId="{FDF37458-B840-4E5E-B3AD-909E5C62266E}" dt="2025-07-22T22:33:07.320" v="5545" actId="20577"/>
          <ac:spMkLst>
            <pc:docMk/>
            <pc:sldMk cId="2408156295" sldId="415"/>
            <ac:spMk id="6" creationId="{1B473536-1E5D-0469-553A-02F3668DF78C}"/>
          </ac:spMkLst>
        </pc:spChg>
        <pc:spChg chg="add mod">
          <ac:chgData name="우진 김" userId="9d5916cb77183fd7" providerId="LiveId" clId="{FDF37458-B840-4E5E-B3AD-909E5C62266E}" dt="2025-07-22T22:33:19.248" v="5547" actId="1076"/>
          <ac:spMkLst>
            <pc:docMk/>
            <pc:sldMk cId="2408156295" sldId="415"/>
            <ac:spMk id="7" creationId="{672F01EA-6112-4462-D8F6-98FA3D96975B}"/>
          </ac:spMkLst>
        </pc:spChg>
        <pc:spChg chg="add mod">
          <ac:chgData name="우진 김" userId="9d5916cb77183fd7" providerId="LiveId" clId="{FDF37458-B840-4E5E-B3AD-909E5C62266E}" dt="2025-07-22T22:33:19.248" v="5547" actId="1076"/>
          <ac:spMkLst>
            <pc:docMk/>
            <pc:sldMk cId="2408156295" sldId="415"/>
            <ac:spMk id="8" creationId="{8F692C43-24B5-82E2-91F8-5347D7656723}"/>
          </ac:spMkLst>
        </pc:spChg>
        <pc:spChg chg="del">
          <ac:chgData name="우진 김" userId="9d5916cb77183fd7" providerId="LiveId" clId="{FDF37458-B840-4E5E-B3AD-909E5C62266E}" dt="2025-07-22T22:32:55.399" v="5539" actId="478"/>
          <ac:spMkLst>
            <pc:docMk/>
            <pc:sldMk cId="2408156295" sldId="415"/>
            <ac:spMk id="10" creationId="{DE680A7D-EF98-54AA-BB45-433D7F3FF266}"/>
          </ac:spMkLst>
        </pc:spChg>
        <pc:spChg chg="add mod">
          <ac:chgData name="우진 김" userId="9d5916cb77183fd7" providerId="LiveId" clId="{FDF37458-B840-4E5E-B3AD-909E5C62266E}" dt="2025-07-22T22:33:28.143" v="5548"/>
          <ac:spMkLst>
            <pc:docMk/>
            <pc:sldMk cId="2408156295" sldId="415"/>
            <ac:spMk id="11" creationId="{B92AEA98-87A9-A279-C3F1-F9BB9C1B1317}"/>
          </ac:spMkLst>
        </pc:spChg>
        <pc:spChg chg="add mod">
          <ac:chgData name="우진 김" userId="9d5916cb77183fd7" providerId="LiveId" clId="{FDF37458-B840-4E5E-B3AD-909E5C62266E}" dt="2025-07-22T22:33:28.143" v="5548"/>
          <ac:spMkLst>
            <pc:docMk/>
            <pc:sldMk cId="2408156295" sldId="415"/>
            <ac:spMk id="14" creationId="{99D08C38-D2D7-F24C-9E66-557B4DE11762}"/>
          </ac:spMkLst>
        </pc:spChg>
        <pc:spChg chg="add mod">
          <ac:chgData name="우진 김" userId="9d5916cb77183fd7" providerId="LiveId" clId="{FDF37458-B840-4E5E-B3AD-909E5C62266E}" dt="2025-07-22T22:33:53.004" v="5559" actId="20577"/>
          <ac:spMkLst>
            <pc:docMk/>
            <pc:sldMk cId="2408156295" sldId="415"/>
            <ac:spMk id="17" creationId="{045A2698-532A-3B20-C538-B9495D2F8903}"/>
          </ac:spMkLst>
        </pc:spChg>
        <pc:spChg chg="add mod">
          <ac:chgData name="우진 김" userId="9d5916cb77183fd7" providerId="LiveId" clId="{FDF37458-B840-4E5E-B3AD-909E5C62266E}" dt="2025-07-22T22:34:40.864" v="5570" actId="1076"/>
          <ac:spMkLst>
            <pc:docMk/>
            <pc:sldMk cId="2408156295" sldId="415"/>
            <ac:spMk id="18" creationId="{ADD18D90-E113-636B-0688-A625488CB925}"/>
          </ac:spMkLst>
        </pc:spChg>
        <pc:spChg chg="add mod">
          <ac:chgData name="우진 김" userId="9d5916cb77183fd7" providerId="LiveId" clId="{FDF37458-B840-4E5E-B3AD-909E5C62266E}" dt="2025-07-22T22:36:19.686" v="5601" actId="1076"/>
          <ac:spMkLst>
            <pc:docMk/>
            <pc:sldMk cId="2408156295" sldId="415"/>
            <ac:spMk id="19" creationId="{A79DA06F-397C-33CA-16CF-8CF6FAE0EF7E}"/>
          </ac:spMkLst>
        </pc:spChg>
        <pc:picChg chg="del">
          <ac:chgData name="우진 김" userId="9d5916cb77183fd7" providerId="LiveId" clId="{FDF37458-B840-4E5E-B3AD-909E5C62266E}" dt="2025-07-22T22:32:55.399" v="5539" actId="478"/>
          <ac:picMkLst>
            <pc:docMk/>
            <pc:sldMk cId="2408156295" sldId="415"/>
            <ac:picMk id="12" creationId="{C7FBB37E-D030-46A7-D54C-019FE17D6BE4}"/>
          </ac:picMkLst>
        </pc:picChg>
        <pc:picChg chg="del">
          <ac:chgData name="우진 김" userId="9d5916cb77183fd7" providerId="LiveId" clId="{FDF37458-B840-4E5E-B3AD-909E5C62266E}" dt="2025-07-22T22:32:55.399" v="5539" actId="478"/>
          <ac:picMkLst>
            <pc:docMk/>
            <pc:sldMk cId="2408156295" sldId="415"/>
            <ac:picMk id="15" creationId="{55812134-1884-A1F8-D42E-CB8DEC20C0FF}"/>
          </ac:picMkLst>
        </pc:picChg>
        <pc:cxnChg chg="del">
          <ac:chgData name="우진 김" userId="9d5916cb77183fd7" providerId="LiveId" clId="{FDF37458-B840-4E5E-B3AD-909E5C62266E}" dt="2025-07-22T22:32:55.399" v="5539" actId="478"/>
          <ac:cxnSpMkLst>
            <pc:docMk/>
            <pc:sldMk cId="2408156295" sldId="415"/>
            <ac:cxnSpMk id="9" creationId="{66C10239-8E7D-56D2-F427-D17A9E63C848}"/>
          </ac:cxnSpMkLst>
        </pc:cxnChg>
      </pc:sldChg>
      <pc:sldChg chg="addSp delSp modSp add mod modAnim">
        <pc:chgData name="우진 김" userId="9d5916cb77183fd7" providerId="LiveId" clId="{FDF37458-B840-4E5E-B3AD-909E5C62266E}" dt="2025-07-22T23:05:06.435" v="5853"/>
        <pc:sldMkLst>
          <pc:docMk/>
          <pc:sldMk cId="344128383" sldId="416"/>
        </pc:sldMkLst>
        <pc:spChg chg="add mod">
          <ac:chgData name="우진 김" userId="9d5916cb77183fd7" providerId="LiveId" clId="{FDF37458-B840-4E5E-B3AD-909E5C62266E}" dt="2025-07-22T22:35:46.578" v="5598"/>
          <ac:spMkLst>
            <pc:docMk/>
            <pc:sldMk cId="344128383" sldId="416"/>
            <ac:spMk id="2" creationId="{43F951DA-385E-C44C-8DE3-8B9B35E24DF0}"/>
          </ac:spMkLst>
        </pc:spChg>
        <pc:spChg chg="add mod">
          <ac:chgData name="우진 김" userId="9d5916cb77183fd7" providerId="LiveId" clId="{FDF37458-B840-4E5E-B3AD-909E5C62266E}" dt="2025-07-22T22:35:53.419" v="5599"/>
          <ac:spMkLst>
            <pc:docMk/>
            <pc:sldMk cId="344128383" sldId="416"/>
            <ac:spMk id="4" creationId="{0B202242-62A8-0EC8-BACA-3D83DDBDD78F}"/>
          </ac:spMkLst>
        </pc:spChg>
        <pc:spChg chg="del">
          <ac:chgData name="우진 김" userId="9d5916cb77183fd7" providerId="LiveId" clId="{FDF37458-B840-4E5E-B3AD-909E5C62266E}" dt="2025-07-22T22:35:35.477" v="5596" actId="478"/>
          <ac:spMkLst>
            <pc:docMk/>
            <pc:sldMk cId="344128383" sldId="416"/>
            <ac:spMk id="6" creationId="{6200ECF8-F5A3-DCE4-4788-539891AE031F}"/>
          </ac:spMkLst>
        </pc:spChg>
        <pc:spChg chg="del">
          <ac:chgData name="우진 김" userId="9d5916cb77183fd7" providerId="LiveId" clId="{FDF37458-B840-4E5E-B3AD-909E5C62266E}" dt="2025-07-22T22:35:33.404" v="5594" actId="478"/>
          <ac:spMkLst>
            <pc:docMk/>
            <pc:sldMk cId="344128383" sldId="416"/>
            <ac:spMk id="7" creationId="{C99D4B93-85E8-F7B3-58F4-1192286CAA78}"/>
          </ac:spMkLst>
        </pc:spChg>
        <pc:spChg chg="del">
          <ac:chgData name="우진 김" userId="9d5916cb77183fd7" providerId="LiveId" clId="{FDF37458-B840-4E5E-B3AD-909E5C62266E}" dt="2025-07-22T22:35:34.220" v="5595" actId="478"/>
          <ac:spMkLst>
            <pc:docMk/>
            <pc:sldMk cId="344128383" sldId="416"/>
            <ac:spMk id="8" creationId="{7E2CD235-279B-0389-F3BD-843F80C7CBD9}"/>
          </ac:spMkLst>
        </pc:spChg>
        <pc:spChg chg="add mod">
          <ac:chgData name="우진 김" userId="9d5916cb77183fd7" providerId="LiveId" clId="{FDF37458-B840-4E5E-B3AD-909E5C62266E}" dt="2025-07-22T22:35:59.539" v="5600"/>
          <ac:spMkLst>
            <pc:docMk/>
            <pc:sldMk cId="344128383" sldId="416"/>
            <ac:spMk id="9" creationId="{E69544F5-CA9F-F9E3-E207-D520C25F0BDC}"/>
          </ac:spMkLst>
        </pc:spChg>
        <pc:spChg chg="add mod">
          <ac:chgData name="우진 김" userId="9d5916cb77183fd7" providerId="LiveId" clId="{FDF37458-B840-4E5E-B3AD-909E5C62266E}" dt="2025-07-22T22:58:10.767" v="5752" actId="20577"/>
          <ac:spMkLst>
            <pc:docMk/>
            <pc:sldMk cId="344128383" sldId="416"/>
            <ac:spMk id="10" creationId="{DF1433D7-684B-B0AC-2D81-00CE0AB48CE9}"/>
          </ac:spMkLst>
        </pc:spChg>
        <pc:spChg chg="del">
          <ac:chgData name="우진 김" userId="9d5916cb77183fd7" providerId="LiveId" clId="{FDF37458-B840-4E5E-B3AD-909E5C62266E}" dt="2025-07-22T22:35:33.404" v="5594" actId="478"/>
          <ac:spMkLst>
            <pc:docMk/>
            <pc:sldMk cId="344128383" sldId="416"/>
            <ac:spMk id="11" creationId="{934DCBA6-9363-874B-6E00-C305567A8281}"/>
          </ac:spMkLst>
        </pc:spChg>
        <pc:spChg chg="del">
          <ac:chgData name="우진 김" userId="9d5916cb77183fd7" providerId="LiveId" clId="{FDF37458-B840-4E5E-B3AD-909E5C62266E}" dt="2025-07-22T22:35:33.404" v="5594" actId="478"/>
          <ac:spMkLst>
            <pc:docMk/>
            <pc:sldMk cId="344128383" sldId="416"/>
            <ac:spMk id="14" creationId="{F3B46500-E290-B0DF-7525-5AF21976856B}"/>
          </ac:spMkLst>
        </pc:spChg>
        <pc:spChg chg="add mod">
          <ac:chgData name="우진 김" userId="9d5916cb77183fd7" providerId="LiveId" clId="{FDF37458-B840-4E5E-B3AD-909E5C62266E}" dt="2025-07-22T22:58:09.597" v="5751" actId="20577"/>
          <ac:spMkLst>
            <pc:docMk/>
            <pc:sldMk cId="344128383" sldId="416"/>
            <ac:spMk id="15" creationId="{6E6560E8-C546-A9B9-5247-E08965A77DE0}"/>
          </ac:spMkLst>
        </pc:spChg>
        <pc:spChg chg="del">
          <ac:chgData name="우진 김" userId="9d5916cb77183fd7" providerId="LiveId" clId="{FDF37458-B840-4E5E-B3AD-909E5C62266E}" dt="2025-07-22T22:35:33.404" v="5594" actId="478"/>
          <ac:spMkLst>
            <pc:docMk/>
            <pc:sldMk cId="344128383" sldId="416"/>
            <ac:spMk id="17" creationId="{49509217-DFB1-66A5-CE85-E2BA43E0581E}"/>
          </ac:spMkLst>
        </pc:spChg>
        <pc:spChg chg="del">
          <ac:chgData name="우진 김" userId="9d5916cb77183fd7" providerId="LiveId" clId="{FDF37458-B840-4E5E-B3AD-909E5C62266E}" dt="2025-07-22T22:35:33.404" v="5594" actId="478"/>
          <ac:spMkLst>
            <pc:docMk/>
            <pc:sldMk cId="344128383" sldId="416"/>
            <ac:spMk id="18" creationId="{FD585AD5-0215-2B7F-26B1-43BD7D6BF826}"/>
          </ac:spMkLst>
        </pc:spChg>
        <pc:spChg chg="mod">
          <ac:chgData name="우진 김" userId="9d5916cb77183fd7" providerId="LiveId" clId="{FDF37458-B840-4E5E-B3AD-909E5C62266E}" dt="2025-07-22T22:35:38.270" v="5597" actId="1076"/>
          <ac:spMkLst>
            <pc:docMk/>
            <pc:sldMk cId="344128383" sldId="416"/>
            <ac:spMk id="19" creationId="{77D633B4-AC4A-311A-45C9-E8D2D660F695}"/>
          </ac:spMkLst>
        </pc:spChg>
        <pc:spChg chg="add mod">
          <ac:chgData name="우진 김" userId="9d5916cb77183fd7" providerId="LiveId" clId="{FDF37458-B840-4E5E-B3AD-909E5C62266E}" dt="2025-07-22T22:58:12.895" v="5753" actId="20577"/>
          <ac:spMkLst>
            <pc:docMk/>
            <pc:sldMk cId="344128383" sldId="416"/>
            <ac:spMk id="20" creationId="{C07AC783-091A-F0EE-FF00-13BA07D5B161}"/>
          </ac:spMkLst>
        </pc:spChg>
        <pc:spChg chg="add del mod">
          <ac:chgData name="우진 김" userId="9d5916cb77183fd7" providerId="LiveId" clId="{FDF37458-B840-4E5E-B3AD-909E5C62266E}" dt="2025-07-22T22:57:29.420" v="5737" actId="478"/>
          <ac:spMkLst>
            <pc:docMk/>
            <pc:sldMk cId="344128383" sldId="416"/>
            <ac:spMk id="21" creationId="{1692A87B-4E4F-60B9-A5E4-987C621A9A5C}"/>
          </ac:spMkLst>
        </pc:spChg>
        <pc:spChg chg="add mod">
          <ac:chgData name="우진 김" userId="9d5916cb77183fd7" providerId="LiveId" clId="{FDF37458-B840-4E5E-B3AD-909E5C62266E}" dt="2025-07-22T22:58:14.706" v="5754" actId="20577"/>
          <ac:spMkLst>
            <pc:docMk/>
            <pc:sldMk cId="344128383" sldId="416"/>
            <ac:spMk id="22" creationId="{2E2C63EB-9BBC-4BD9-28EE-9A72D8A12696}"/>
          </ac:spMkLst>
        </pc:spChg>
        <pc:spChg chg="add del mod">
          <ac:chgData name="우진 김" userId="9d5916cb77183fd7" providerId="LiveId" clId="{FDF37458-B840-4E5E-B3AD-909E5C62266E}" dt="2025-07-22T23:03:43.986" v="5758" actId="478"/>
          <ac:spMkLst>
            <pc:docMk/>
            <pc:sldMk cId="344128383" sldId="416"/>
            <ac:spMk id="23" creationId="{62B4AF17-54BC-CD11-4CC9-0B9AF0658B0A}"/>
          </ac:spMkLst>
        </pc:spChg>
        <pc:spChg chg="add mod">
          <ac:chgData name="우진 김" userId="9d5916cb77183fd7" providerId="LiveId" clId="{FDF37458-B840-4E5E-B3AD-909E5C62266E}" dt="2025-07-22T23:04:37.191" v="5846" actId="1076"/>
          <ac:spMkLst>
            <pc:docMk/>
            <pc:sldMk cId="344128383" sldId="416"/>
            <ac:spMk id="26" creationId="{5CE8567F-B125-A7EF-790A-66B452743687}"/>
          </ac:spMkLst>
        </pc:spChg>
        <pc:cxnChg chg="add">
          <ac:chgData name="우진 김" userId="9d5916cb77183fd7" providerId="LiveId" clId="{FDF37458-B840-4E5E-B3AD-909E5C62266E}" dt="2025-07-22T23:03:50.372" v="5759" actId="11529"/>
          <ac:cxnSpMkLst>
            <pc:docMk/>
            <pc:sldMk cId="344128383" sldId="416"/>
            <ac:cxnSpMk id="25" creationId="{A3C8EF41-71B0-8529-5E3A-74BD3EE7F739}"/>
          </ac:cxnSpMkLst>
        </pc:cxnChg>
      </pc:sldChg>
      <pc:sldMasterChg chg="modSldLayout">
        <pc:chgData name="우진 김" userId="9d5916cb77183fd7" providerId="LiveId" clId="{FDF37458-B840-4E5E-B3AD-909E5C62266E}" dt="2025-07-21T17:03:20.911" v="4" actId="1076"/>
        <pc:sldMasterMkLst>
          <pc:docMk/>
          <pc:sldMasterMk cId="471148940" sldId="2147483648"/>
        </pc:sldMasterMkLst>
        <pc:sldLayoutChg chg="addSp modSp mod">
          <pc:chgData name="우진 김" userId="9d5916cb77183fd7" providerId="LiveId" clId="{FDF37458-B840-4E5E-B3AD-909E5C62266E}" dt="2025-07-21T17:03:20.911" v="4" actId="1076"/>
          <pc:sldLayoutMkLst>
            <pc:docMk/>
            <pc:sldMasterMk cId="471148940" sldId="2147483648"/>
            <pc:sldLayoutMk cId="3174197712" sldId="2147483664"/>
          </pc:sldLayoutMkLst>
          <pc:cxnChg chg="add mod">
            <ac:chgData name="우진 김" userId="9d5916cb77183fd7" providerId="LiveId" clId="{FDF37458-B840-4E5E-B3AD-909E5C62266E}" dt="2025-07-21T17:03:20.911" v="4" actId="1076"/>
            <ac:cxnSpMkLst>
              <pc:docMk/>
              <pc:sldMasterMk cId="471148940" sldId="2147483648"/>
              <pc:sldLayoutMk cId="3174197712" sldId="2147483664"/>
              <ac:cxnSpMk id="5" creationId="{64003A2E-28FB-D115-661E-5A8EA480B28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3F7A79-4BB1-6072-2B14-1040FFD251C7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F9E6566-BEE7-0244-9C49-C4C13FC1CF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3" name="Picture 2" descr="정장 - 대학상징 - 대학소개 - 서울대학교">
            <a:extLst>
              <a:ext uri="{FF2B5EF4-FFF2-40B4-BE49-F238E27FC236}">
                <a16:creationId xmlns:a16="http://schemas.microsoft.com/office/drawing/2014/main" id="{3578B78F-8DAA-16C1-A842-6640545721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C06510-F34D-96D2-B3FD-A1FB579C1D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51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2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CE7DE7D0-6886-5240-D8AA-493375D0F911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Section layout: Enter </a:t>
            </a:r>
            <a:br>
              <a:rPr lang="en-US" dirty="0"/>
            </a:br>
            <a:r>
              <a:rPr lang="en-US" dirty="0"/>
              <a:t>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C79AD1E-BD19-F31A-84F5-2BAC50F4A65A}"/>
              </a:ext>
            </a:extLst>
          </p:cNvPr>
          <p:cNvSpPr txBox="1">
            <a:spLocks/>
          </p:cNvSpPr>
          <p:nvPr userDrawn="1"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B8DE2-A4E8-46E4-8BBF-D75455EFF32C}" type="slidenum">
              <a:rPr lang="en-US" b="0" i="0" smtClean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/>
              <a:t>‹#›</a:t>
            </a:fld>
            <a:endParaRPr lang="en-US" b="0" i="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94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A5EB34D-A432-661D-BCBA-27634E87E561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2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B1A5DF-D1AF-9EE3-9432-779B4BB2A974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Thank you!</a:t>
            </a:r>
          </a:p>
        </p:txBody>
      </p:sp>
      <p:pic>
        <p:nvPicPr>
          <p:cNvPr id="3" name="Picture 2" descr="정장 - 대학상징 - 대학소개 - 서울대학교">
            <a:extLst>
              <a:ext uri="{FF2B5EF4-FFF2-40B4-BE49-F238E27FC236}">
                <a16:creationId xmlns:a16="http://schemas.microsoft.com/office/drawing/2014/main" id="{7246C69D-897E-7DAF-9508-729A711185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09EC38-FB6C-732D-A46E-5C0F794FFE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06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D01AF044-9265-CA3F-E297-9F8D3ADAC65D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DB26ED1-1649-40CB-F443-14B228A696AA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0" i="0" cap="all" spc="300" baseline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FF2F40C-C21F-028D-A961-04F4C15746CA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86CEC87-6535-DBC9-AFC0-9D666AAA918E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009781"/>
          </a:xfrm>
        </p:spPr>
        <p:txBody>
          <a:bodyPr/>
          <a:lstStyle>
            <a:lvl1pPr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4003A2E-28FB-D115-661E-5A8EA480B280}"/>
              </a:ext>
            </a:extLst>
          </p:cNvPr>
          <p:cNvCxnSpPr>
            <a:cxnSpLocks/>
          </p:cNvCxnSpPr>
          <p:nvPr userDrawn="1"/>
        </p:nvCxnSpPr>
        <p:spPr>
          <a:xfrm>
            <a:off x="609600" y="6400596"/>
            <a:ext cx="9491529" cy="0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D7DF812-8A8D-B232-88E9-02589015EFF1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2203680"/>
          </a:xfrm>
        </p:spPr>
        <p:txBody>
          <a:bodyPr/>
          <a:lstStyle>
            <a:lvl1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8B24E8-140D-849C-D9E2-50BCA23B6F59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978729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8E66CC3-5272-CE4F-6191-3ECB21CA45C4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420EBF0-504A-1178-AD51-721FB6283F39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1BB8CDA-9B26-5C8E-98D7-96EA5E0A3C90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EAE8B00-C4BA-7D54-F145-C22E386CE52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7D19560-93EE-6A47-B0CB-B84D4B3FD9F8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79E73A-576B-DAFB-4D51-274E10964E26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6674F1F-A8DF-B40F-A558-C34D90D1DCAB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2EC24E0-B776-A9DF-7930-AD08AB9104A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9583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75199"/>
            <a:ext cx="8067261" cy="1920526"/>
          </a:xfrm>
        </p:spPr>
        <p:txBody>
          <a:bodyPr anchor="b" anchorCtr="0"/>
          <a:lstStyle>
            <a:lvl1pPr>
              <a:defRPr sz="44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0A0F065-DA19-4B02-B238-CFA9C89CB6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EFC34B7-722A-436B-9E34-41B9A285F1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53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2FF5FCB5-2E8D-2C45-2C74-108CB6E98911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61" r:id="rId2"/>
    <p:sldLayoutId id="2147483742" r:id="rId3"/>
    <p:sldLayoutId id="2147483780" r:id="rId4"/>
    <p:sldLayoutId id="2147483661" r:id="rId5"/>
    <p:sldLayoutId id="2147483654" r:id="rId6"/>
    <p:sldLayoutId id="2147483663" r:id="rId7"/>
    <p:sldLayoutId id="2147483650" r:id="rId8"/>
    <p:sldLayoutId id="2147483664" r:id="rId9"/>
    <p:sldLayoutId id="2147483666" r:id="rId10"/>
    <p:sldLayoutId id="2147483667" r:id="rId11"/>
    <p:sldLayoutId id="2147483665" r:id="rId12"/>
    <p:sldLayoutId id="2147483668" r:id="rId13"/>
    <p:sldLayoutId id="2147483653" r:id="rId14"/>
    <p:sldLayoutId id="2147483689" r:id="rId15"/>
    <p:sldLayoutId id="2147483691" r:id="rId16"/>
    <p:sldLayoutId id="2147483690" r:id="rId17"/>
    <p:sldLayoutId id="2147483657" r:id="rId18"/>
    <p:sldLayoutId id="2147483694" r:id="rId19"/>
    <p:sldLayoutId id="2147483673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Pretendard Variable Black" panose="02000003000000020004" pitchFamily="2" charset="-127"/>
          <a:ea typeface="Pretendard Variable Black" panose="02000003000000020004" pitchFamily="2" charset="-127"/>
          <a:cs typeface="Pretendard Variable Black" panose="020000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1pPr>
      <a:lvl2pPr marL="5143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2pPr>
      <a:lvl3pPr marL="8572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3pPr>
      <a:lvl4pPr marL="103028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4pPr>
      <a:lvl5pPr marL="120173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119.png"/><Relationship Id="rId7" Type="http://schemas.openxmlformats.org/officeDocument/2006/relationships/image" Target="../media/image135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42AD-51B6-1C23-4E72-00565032C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2126159"/>
            <a:ext cx="6460999" cy="1421928"/>
          </a:xfrm>
        </p:spPr>
        <p:txBody>
          <a:bodyPr/>
          <a:lstStyle/>
          <a:p>
            <a:r>
              <a:rPr lang="en-US" dirty="0"/>
              <a:t>SDE, ODE/</a:t>
            </a:r>
            <a:br>
              <a:rPr lang="en-US" dirty="0"/>
            </a:br>
            <a:r>
              <a:rPr lang="en-US" dirty="0"/>
              <a:t>Score-based Modeling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8FE73-30E8-5B94-794F-A35BB3E87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Woojin Kim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BDDAA9-2219-0266-AB20-FC2718CDB4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757130"/>
          </a:xfrm>
        </p:spPr>
        <p:txBody>
          <a:bodyPr/>
          <a:lstStyle/>
          <a:p>
            <a:r>
              <a:rPr lang="en-US" dirty="0"/>
              <a:t>AIDAS LAB</a:t>
            </a:r>
            <a:br>
              <a:rPr lang="en-US" dirty="0"/>
            </a:br>
            <a:r>
              <a:rPr lang="en-US" dirty="0"/>
              <a:t>Seoul National University</a:t>
            </a:r>
            <a:br>
              <a:rPr lang="en-US" dirty="0"/>
            </a:br>
            <a:r>
              <a:rPr lang="en-US" dirty="0"/>
              <a:t>wjk9904@snu.ac.kr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71B29-AAE2-F406-9C3C-7F4D981833D2}"/>
              </a:ext>
            </a:extLst>
          </p:cNvPr>
          <p:cNvSpPr txBox="1"/>
          <p:nvPr/>
        </p:nvSpPr>
        <p:spPr>
          <a:xfrm>
            <a:off x="609598" y="17133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Diffusion Seminar (Week5)</a:t>
            </a:r>
            <a:endParaRPr lang="ko-KR" altLang="en-US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242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2F415B3-A1CD-69E6-BEA3-C6AEC91E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2465187-F215-A8C0-FB47-8517C9008FCA}"/>
              </a:ext>
            </a:extLst>
          </p:cNvPr>
          <p:cNvSpPr/>
          <p:nvPr/>
        </p:nvSpPr>
        <p:spPr>
          <a:xfrm>
            <a:off x="609600" y="1712043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02FC87D-9616-EF6A-A837-A851191A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5643348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Table of contents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55A25F-32D3-F5D3-6DCB-DD7CCC3167C5}"/>
              </a:ext>
            </a:extLst>
          </p:cNvPr>
          <p:cNvSpPr txBox="1">
            <a:spLocks/>
          </p:cNvSpPr>
          <p:nvPr/>
        </p:nvSpPr>
        <p:spPr>
          <a:xfrm>
            <a:off x="1159738" y="1737448"/>
            <a:ext cx="5000445" cy="369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/>
              <a:t>Recap: DDPM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119BFB0-132C-EC31-3951-BA10AAC6A88B}"/>
              </a:ext>
            </a:extLst>
          </p:cNvPr>
          <p:cNvSpPr/>
          <p:nvPr/>
        </p:nvSpPr>
        <p:spPr>
          <a:xfrm>
            <a:off x="609600" y="2269875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93D8ABD-95E2-9C4C-B82D-CD7A4AEAE960}"/>
              </a:ext>
            </a:extLst>
          </p:cNvPr>
          <p:cNvSpPr/>
          <p:nvPr/>
        </p:nvSpPr>
        <p:spPr>
          <a:xfrm>
            <a:off x="609600" y="2827707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b="1" dirty="0" err="1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7C254B-29A7-DB4B-5ADB-F319162EC361}"/>
              </a:ext>
            </a:extLst>
          </p:cNvPr>
          <p:cNvSpPr txBox="1">
            <a:spLocks/>
          </p:cNvSpPr>
          <p:nvPr/>
        </p:nvSpPr>
        <p:spPr>
          <a:xfrm>
            <a:off x="1252503" y="2846644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Score-based Modeling: Diffusion as SDE/ODE</a:t>
            </a:r>
            <a:endParaRPr lang="en-US" sz="20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7098ADA-7E7C-01A0-D824-16F9A71322D2}"/>
              </a:ext>
            </a:extLst>
          </p:cNvPr>
          <p:cNvSpPr txBox="1">
            <a:spLocks/>
          </p:cNvSpPr>
          <p:nvPr/>
        </p:nvSpPr>
        <p:spPr>
          <a:xfrm>
            <a:off x="1252503" y="2292046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DDIM: Denoising Diffusion Implicit Models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6777D8-5616-DA3E-6B4E-8E7F8C42E990}"/>
              </a:ext>
            </a:extLst>
          </p:cNvPr>
          <p:cNvSpPr/>
          <p:nvPr/>
        </p:nvSpPr>
        <p:spPr>
          <a:xfrm>
            <a:off x="457200" y="6090249"/>
            <a:ext cx="10187796" cy="564376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17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80E15-B7E4-9F16-A37B-594089A52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28835"/>
            <a:ext cx="7823200" cy="1200329"/>
          </a:xfrm>
        </p:spPr>
        <p:txBody>
          <a:bodyPr/>
          <a:lstStyle/>
          <a:p>
            <a:r>
              <a:rPr lang="en-US" altLang="ko-KR" dirty="0"/>
              <a:t>Recap: DDPM</a:t>
            </a:r>
            <a:br>
              <a:rPr lang="en-US" altLang="ko-KR" dirty="0"/>
            </a:br>
            <a:r>
              <a:rPr lang="en-US" altLang="ko-KR" sz="3200" dirty="0"/>
              <a:t>(Denoising Diffusion Probabilistic Models)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04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EF399-AE94-C2AE-0ED3-DD718CB1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E9BFB13-B82C-BAD9-9431-17C062D5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2D46D4-EF78-3973-301D-95D020C3AE4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DDPM </a:t>
            </a:r>
            <a:r>
              <a:rPr lang="en-US" altLang="ko-KR" sz="1050" b="1" dirty="0" err="1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Recab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EA9CBA4E-85CF-D9FD-B0C2-A5FCA746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DDPM: Denoising Diffusion Probabilistic Models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4A8FA-7EF0-5C7C-1133-495FBC76051E}"/>
              </a:ext>
            </a:extLst>
          </p:cNvPr>
          <p:cNvSpPr txBox="1"/>
          <p:nvPr/>
        </p:nvSpPr>
        <p:spPr>
          <a:xfrm>
            <a:off x="609600" y="1795670"/>
            <a:ext cx="16432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Objective</a:t>
            </a:r>
            <a:endParaRPr lang="ko-KR" altLang="en-US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A2539-83FC-A788-EE6B-67FB40DDDC8D}"/>
              </a:ext>
            </a:extLst>
          </p:cNvPr>
          <p:cNvSpPr txBox="1"/>
          <p:nvPr/>
        </p:nvSpPr>
        <p:spPr>
          <a:xfrm>
            <a:off x="804412" y="2328980"/>
            <a:ext cx="72181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 learn a generative process that reverses a fixed noising process, progressively denoising pure noise into realistic data samples.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A8D442D-F3BB-73C9-8C45-E25E116944CA}"/>
              </a:ext>
            </a:extLst>
          </p:cNvPr>
          <p:cNvGrpSpPr/>
          <p:nvPr/>
        </p:nvGrpSpPr>
        <p:grpSpPr>
          <a:xfrm>
            <a:off x="4249586" y="3741380"/>
            <a:ext cx="629728" cy="1897810"/>
            <a:chOff x="4305036" y="3690860"/>
            <a:chExt cx="629728" cy="189781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BDA16D6-549F-25E6-8BEA-F4A1D3CC085F}"/>
                </a:ext>
              </a:extLst>
            </p:cNvPr>
            <p:cNvSpPr/>
            <p:nvPr/>
          </p:nvSpPr>
          <p:spPr>
            <a:xfrm>
              <a:off x="4305036" y="3690860"/>
              <a:ext cx="629728" cy="189781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EC34E81A-BEEE-2882-6D63-F72B525BD310}"/>
                </a:ext>
              </a:extLst>
            </p:cNvPr>
            <p:cNvSpPr/>
            <p:nvPr/>
          </p:nvSpPr>
          <p:spPr>
            <a:xfrm>
              <a:off x="4404360" y="3771900"/>
              <a:ext cx="396675" cy="1767840"/>
            </a:xfrm>
            <a:custGeom>
              <a:avLst/>
              <a:gdLst>
                <a:gd name="connsiteX0" fmla="*/ 7620 w 396675"/>
                <a:gd name="connsiteY0" fmla="*/ 0 h 1767840"/>
                <a:gd name="connsiteX1" fmla="*/ 99060 w 396675"/>
                <a:gd name="connsiteY1" fmla="*/ 304800 h 1767840"/>
                <a:gd name="connsiteX2" fmla="*/ 274320 w 396675"/>
                <a:gd name="connsiteY2" fmla="*/ 411480 h 1767840"/>
                <a:gd name="connsiteX3" fmla="*/ 190500 w 396675"/>
                <a:gd name="connsiteY3" fmla="*/ 594360 h 1767840"/>
                <a:gd name="connsiteX4" fmla="*/ 396240 w 396675"/>
                <a:gd name="connsiteY4" fmla="*/ 701040 h 1767840"/>
                <a:gd name="connsiteX5" fmla="*/ 190500 w 396675"/>
                <a:gd name="connsiteY5" fmla="*/ 868680 h 1767840"/>
                <a:gd name="connsiteX6" fmla="*/ 396240 w 396675"/>
                <a:gd name="connsiteY6" fmla="*/ 1242060 h 1767840"/>
                <a:gd name="connsiteX7" fmla="*/ 121920 w 396675"/>
                <a:gd name="connsiteY7" fmla="*/ 1470660 h 1767840"/>
                <a:gd name="connsiteX8" fmla="*/ 0 w 396675"/>
                <a:gd name="connsiteY8" fmla="*/ 1767840 h 1767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6675" h="1767840">
                  <a:moveTo>
                    <a:pt x="7620" y="0"/>
                  </a:moveTo>
                  <a:cubicBezTo>
                    <a:pt x="31115" y="118110"/>
                    <a:pt x="54610" y="236220"/>
                    <a:pt x="99060" y="304800"/>
                  </a:cubicBezTo>
                  <a:cubicBezTo>
                    <a:pt x="143510" y="373380"/>
                    <a:pt x="259080" y="363220"/>
                    <a:pt x="274320" y="411480"/>
                  </a:cubicBezTo>
                  <a:cubicBezTo>
                    <a:pt x="289560" y="459740"/>
                    <a:pt x="170180" y="546100"/>
                    <a:pt x="190500" y="594360"/>
                  </a:cubicBezTo>
                  <a:cubicBezTo>
                    <a:pt x="210820" y="642620"/>
                    <a:pt x="396240" y="655320"/>
                    <a:pt x="396240" y="701040"/>
                  </a:cubicBezTo>
                  <a:cubicBezTo>
                    <a:pt x="396240" y="746760"/>
                    <a:pt x="190500" y="778510"/>
                    <a:pt x="190500" y="868680"/>
                  </a:cubicBezTo>
                  <a:cubicBezTo>
                    <a:pt x="190500" y="958850"/>
                    <a:pt x="407670" y="1141730"/>
                    <a:pt x="396240" y="1242060"/>
                  </a:cubicBezTo>
                  <a:cubicBezTo>
                    <a:pt x="384810" y="1342390"/>
                    <a:pt x="187960" y="1383030"/>
                    <a:pt x="121920" y="1470660"/>
                  </a:cubicBezTo>
                  <a:cubicBezTo>
                    <a:pt x="55880" y="1558290"/>
                    <a:pt x="27940" y="1663065"/>
                    <a:pt x="0" y="1767840"/>
                  </a:cubicBezTo>
                </a:path>
              </a:pathLst>
            </a:custGeom>
            <a:solidFill>
              <a:schemeClr val="bg2">
                <a:lumMod val="50000"/>
                <a:lumOff val="50000"/>
              </a:schemeClr>
            </a:solidFill>
            <a:ln>
              <a:solidFill>
                <a:schemeClr val="bg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34A1A37-DB46-D4F0-BE99-AE8F060032AA}"/>
              </a:ext>
            </a:extLst>
          </p:cNvPr>
          <p:cNvGrpSpPr/>
          <p:nvPr/>
        </p:nvGrpSpPr>
        <p:grpSpPr>
          <a:xfrm>
            <a:off x="4977140" y="3741380"/>
            <a:ext cx="629728" cy="1897810"/>
            <a:chOff x="5032590" y="3690860"/>
            <a:chExt cx="629728" cy="189781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4BF1B5E-6C0E-5466-132B-43970D2BCAC0}"/>
                </a:ext>
              </a:extLst>
            </p:cNvPr>
            <p:cNvSpPr/>
            <p:nvPr/>
          </p:nvSpPr>
          <p:spPr>
            <a:xfrm>
              <a:off x="5032590" y="3690860"/>
              <a:ext cx="629728" cy="189781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55080556-4910-34E3-DB88-453B62B64E4C}"/>
                </a:ext>
              </a:extLst>
            </p:cNvPr>
            <p:cNvSpPr/>
            <p:nvPr/>
          </p:nvSpPr>
          <p:spPr>
            <a:xfrm>
              <a:off x="5105400" y="3771900"/>
              <a:ext cx="396650" cy="1813560"/>
            </a:xfrm>
            <a:custGeom>
              <a:avLst/>
              <a:gdLst>
                <a:gd name="connsiteX0" fmla="*/ 0 w 396650"/>
                <a:gd name="connsiteY0" fmla="*/ 0 h 1813560"/>
                <a:gd name="connsiteX1" fmla="*/ 144780 w 396650"/>
                <a:gd name="connsiteY1" fmla="*/ 320040 h 1813560"/>
                <a:gd name="connsiteX2" fmla="*/ 396240 w 396650"/>
                <a:gd name="connsiteY2" fmla="*/ 594360 h 1813560"/>
                <a:gd name="connsiteX3" fmla="*/ 205740 w 396650"/>
                <a:gd name="connsiteY3" fmla="*/ 861060 h 1813560"/>
                <a:gd name="connsiteX4" fmla="*/ 281940 w 396650"/>
                <a:gd name="connsiteY4" fmla="*/ 1013460 h 1813560"/>
                <a:gd name="connsiteX5" fmla="*/ 236220 w 396650"/>
                <a:gd name="connsiteY5" fmla="*/ 1242060 h 1813560"/>
                <a:gd name="connsiteX6" fmla="*/ 381000 w 396650"/>
                <a:gd name="connsiteY6" fmla="*/ 1470660 h 1813560"/>
                <a:gd name="connsiteX7" fmla="*/ 137160 w 396650"/>
                <a:gd name="connsiteY7" fmla="*/ 1630680 h 1813560"/>
                <a:gd name="connsiteX8" fmla="*/ 45720 w 396650"/>
                <a:gd name="connsiteY8" fmla="*/ 1813560 h 181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6650" h="1813560">
                  <a:moveTo>
                    <a:pt x="0" y="0"/>
                  </a:moveTo>
                  <a:cubicBezTo>
                    <a:pt x="39370" y="110490"/>
                    <a:pt x="78740" y="220980"/>
                    <a:pt x="144780" y="320040"/>
                  </a:cubicBezTo>
                  <a:cubicBezTo>
                    <a:pt x="210820" y="419100"/>
                    <a:pt x="386080" y="504190"/>
                    <a:pt x="396240" y="594360"/>
                  </a:cubicBezTo>
                  <a:cubicBezTo>
                    <a:pt x="406400" y="684530"/>
                    <a:pt x="224790" y="791210"/>
                    <a:pt x="205740" y="861060"/>
                  </a:cubicBezTo>
                  <a:cubicBezTo>
                    <a:pt x="186690" y="930910"/>
                    <a:pt x="276860" y="949960"/>
                    <a:pt x="281940" y="1013460"/>
                  </a:cubicBezTo>
                  <a:cubicBezTo>
                    <a:pt x="287020" y="1076960"/>
                    <a:pt x="219710" y="1165860"/>
                    <a:pt x="236220" y="1242060"/>
                  </a:cubicBezTo>
                  <a:cubicBezTo>
                    <a:pt x="252730" y="1318260"/>
                    <a:pt x="397510" y="1405890"/>
                    <a:pt x="381000" y="1470660"/>
                  </a:cubicBezTo>
                  <a:cubicBezTo>
                    <a:pt x="364490" y="1535430"/>
                    <a:pt x="193040" y="1573530"/>
                    <a:pt x="137160" y="1630680"/>
                  </a:cubicBezTo>
                  <a:cubicBezTo>
                    <a:pt x="81280" y="1687830"/>
                    <a:pt x="59690" y="1785620"/>
                    <a:pt x="45720" y="1813560"/>
                  </a:cubicBezTo>
                </a:path>
              </a:pathLst>
            </a:custGeom>
            <a:solidFill>
              <a:schemeClr val="bg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03F411A-1C38-4340-0E4D-504AC04CA262}"/>
              </a:ext>
            </a:extLst>
          </p:cNvPr>
          <p:cNvGrpSpPr/>
          <p:nvPr/>
        </p:nvGrpSpPr>
        <p:grpSpPr>
          <a:xfrm>
            <a:off x="3529264" y="3741380"/>
            <a:ext cx="629728" cy="1897810"/>
            <a:chOff x="3584714" y="3690860"/>
            <a:chExt cx="629728" cy="189781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881539E-B588-47C2-6BC7-5289A0DCFF21}"/>
                </a:ext>
              </a:extLst>
            </p:cNvPr>
            <p:cNvSpPr/>
            <p:nvPr/>
          </p:nvSpPr>
          <p:spPr>
            <a:xfrm>
              <a:off x="3584714" y="3690860"/>
              <a:ext cx="629728" cy="189781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48116B8F-A749-630A-1AC2-52C186750D1B}"/>
                </a:ext>
              </a:extLst>
            </p:cNvPr>
            <p:cNvSpPr/>
            <p:nvPr/>
          </p:nvSpPr>
          <p:spPr>
            <a:xfrm>
              <a:off x="3649980" y="3749040"/>
              <a:ext cx="411952" cy="1813560"/>
            </a:xfrm>
            <a:custGeom>
              <a:avLst/>
              <a:gdLst>
                <a:gd name="connsiteX0" fmla="*/ 7620 w 411952"/>
                <a:gd name="connsiteY0" fmla="*/ 0 h 1813560"/>
                <a:gd name="connsiteX1" fmla="*/ 91440 w 411952"/>
                <a:gd name="connsiteY1" fmla="*/ 281940 h 1813560"/>
                <a:gd name="connsiteX2" fmla="*/ 182880 w 411952"/>
                <a:gd name="connsiteY2" fmla="*/ 312420 h 1813560"/>
                <a:gd name="connsiteX3" fmla="*/ 121920 w 411952"/>
                <a:gd name="connsiteY3" fmla="*/ 464820 h 1813560"/>
                <a:gd name="connsiteX4" fmla="*/ 259080 w 411952"/>
                <a:gd name="connsiteY4" fmla="*/ 525780 h 1813560"/>
                <a:gd name="connsiteX5" fmla="*/ 99060 w 411952"/>
                <a:gd name="connsiteY5" fmla="*/ 624840 h 1813560"/>
                <a:gd name="connsiteX6" fmla="*/ 373380 w 411952"/>
                <a:gd name="connsiteY6" fmla="*/ 701040 h 1813560"/>
                <a:gd name="connsiteX7" fmla="*/ 114300 w 411952"/>
                <a:gd name="connsiteY7" fmla="*/ 861060 h 1813560"/>
                <a:gd name="connsiteX8" fmla="*/ 312420 w 411952"/>
                <a:gd name="connsiteY8" fmla="*/ 1051560 h 1813560"/>
                <a:gd name="connsiteX9" fmla="*/ 144780 w 411952"/>
                <a:gd name="connsiteY9" fmla="*/ 1135380 h 1813560"/>
                <a:gd name="connsiteX10" fmla="*/ 403860 w 411952"/>
                <a:gd name="connsiteY10" fmla="*/ 1272540 h 1813560"/>
                <a:gd name="connsiteX11" fmla="*/ 175260 w 411952"/>
                <a:gd name="connsiteY11" fmla="*/ 1341120 h 1813560"/>
                <a:gd name="connsiteX12" fmla="*/ 411480 w 411952"/>
                <a:gd name="connsiteY12" fmla="*/ 1447800 h 1813560"/>
                <a:gd name="connsiteX13" fmla="*/ 99060 w 411952"/>
                <a:gd name="connsiteY13" fmla="*/ 1562100 h 1813560"/>
                <a:gd name="connsiteX14" fmla="*/ 0 w 411952"/>
                <a:gd name="connsiteY14" fmla="*/ 1813560 h 181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1952" h="1813560">
                  <a:moveTo>
                    <a:pt x="7620" y="0"/>
                  </a:moveTo>
                  <a:cubicBezTo>
                    <a:pt x="34925" y="114935"/>
                    <a:pt x="62230" y="229870"/>
                    <a:pt x="91440" y="281940"/>
                  </a:cubicBezTo>
                  <a:cubicBezTo>
                    <a:pt x="120650" y="334010"/>
                    <a:pt x="177800" y="281940"/>
                    <a:pt x="182880" y="312420"/>
                  </a:cubicBezTo>
                  <a:cubicBezTo>
                    <a:pt x="187960" y="342900"/>
                    <a:pt x="109220" y="429260"/>
                    <a:pt x="121920" y="464820"/>
                  </a:cubicBezTo>
                  <a:cubicBezTo>
                    <a:pt x="134620" y="500380"/>
                    <a:pt x="262890" y="499110"/>
                    <a:pt x="259080" y="525780"/>
                  </a:cubicBezTo>
                  <a:cubicBezTo>
                    <a:pt x="255270" y="552450"/>
                    <a:pt x="80010" y="595630"/>
                    <a:pt x="99060" y="624840"/>
                  </a:cubicBezTo>
                  <a:cubicBezTo>
                    <a:pt x="118110" y="654050"/>
                    <a:pt x="370840" y="661670"/>
                    <a:pt x="373380" y="701040"/>
                  </a:cubicBezTo>
                  <a:cubicBezTo>
                    <a:pt x="375920" y="740410"/>
                    <a:pt x="124460" y="802640"/>
                    <a:pt x="114300" y="861060"/>
                  </a:cubicBezTo>
                  <a:cubicBezTo>
                    <a:pt x="104140" y="919480"/>
                    <a:pt x="307340" y="1005840"/>
                    <a:pt x="312420" y="1051560"/>
                  </a:cubicBezTo>
                  <a:cubicBezTo>
                    <a:pt x="317500" y="1097280"/>
                    <a:pt x="129540" y="1098550"/>
                    <a:pt x="144780" y="1135380"/>
                  </a:cubicBezTo>
                  <a:cubicBezTo>
                    <a:pt x="160020" y="1172210"/>
                    <a:pt x="398780" y="1238250"/>
                    <a:pt x="403860" y="1272540"/>
                  </a:cubicBezTo>
                  <a:cubicBezTo>
                    <a:pt x="408940" y="1306830"/>
                    <a:pt x="173990" y="1311910"/>
                    <a:pt x="175260" y="1341120"/>
                  </a:cubicBezTo>
                  <a:cubicBezTo>
                    <a:pt x="176530" y="1370330"/>
                    <a:pt x="424180" y="1410970"/>
                    <a:pt x="411480" y="1447800"/>
                  </a:cubicBezTo>
                  <a:cubicBezTo>
                    <a:pt x="398780" y="1484630"/>
                    <a:pt x="167640" y="1501140"/>
                    <a:pt x="99060" y="1562100"/>
                  </a:cubicBezTo>
                  <a:cubicBezTo>
                    <a:pt x="30480" y="1623060"/>
                    <a:pt x="15240" y="1718310"/>
                    <a:pt x="0" y="1813560"/>
                  </a:cubicBezTo>
                </a:path>
              </a:pathLst>
            </a:custGeom>
            <a:solidFill>
              <a:schemeClr val="bg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3863578-BB9D-69AF-10F9-125C1A4B3C08}"/>
              </a:ext>
            </a:extLst>
          </p:cNvPr>
          <p:cNvGrpSpPr/>
          <p:nvPr/>
        </p:nvGrpSpPr>
        <p:grpSpPr>
          <a:xfrm>
            <a:off x="5698884" y="3741380"/>
            <a:ext cx="629728" cy="1897810"/>
            <a:chOff x="5754334" y="3690860"/>
            <a:chExt cx="629728" cy="189781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55544FD-7ADD-B558-6710-F5138A1251CB}"/>
                </a:ext>
              </a:extLst>
            </p:cNvPr>
            <p:cNvSpPr/>
            <p:nvPr/>
          </p:nvSpPr>
          <p:spPr>
            <a:xfrm>
              <a:off x="5754334" y="3690860"/>
              <a:ext cx="629728" cy="189781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1B7C701C-8DFC-6392-4D64-FE158904071B}"/>
                </a:ext>
              </a:extLst>
            </p:cNvPr>
            <p:cNvSpPr/>
            <p:nvPr/>
          </p:nvSpPr>
          <p:spPr>
            <a:xfrm>
              <a:off x="5798821" y="3764280"/>
              <a:ext cx="403860" cy="1798320"/>
            </a:xfrm>
            <a:custGeom>
              <a:avLst/>
              <a:gdLst>
                <a:gd name="connsiteX0" fmla="*/ 15240 w 457639"/>
                <a:gd name="connsiteY0" fmla="*/ 0 h 1798320"/>
                <a:gd name="connsiteX1" fmla="*/ 190500 w 457639"/>
                <a:gd name="connsiteY1" fmla="*/ 365760 h 1798320"/>
                <a:gd name="connsiteX2" fmla="*/ 426720 w 457639"/>
                <a:gd name="connsiteY2" fmla="*/ 609600 h 1798320"/>
                <a:gd name="connsiteX3" fmla="*/ 365760 w 457639"/>
                <a:gd name="connsiteY3" fmla="*/ 899160 h 1798320"/>
                <a:gd name="connsiteX4" fmla="*/ 403860 w 457639"/>
                <a:gd name="connsiteY4" fmla="*/ 1249680 h 1798320"/>
                <a:gd name="connsiteX5" fmla="*/ 441960 w 457639"/>
                <a:gd name="connsiteY5" fmla="*/ 1524000 h 1798320"/>
                <a:gd name="connsiteX6" fmla="*/ 121920 w 457639"/>
                <a:gd name="connsiteY6" fmla="*/ 1592580 h 1798320"/>
                <a:gd name="connsiteX7" fmla="*/ 0 w 457639"/>
                <a:gd name="connsiteY7" fmla="*/ 1798320 h 179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7639" h="1798320">
                  <a:moveTo>
                    <a:pt x="15240" y="0"/>
                  </a:moveTo>
                  <a:cubicBezTo>
                    <a:pt x="68580" y="132080"/>
                    <a:pt x="121920" y="264160"/>
                    <a:pt x="190500" y="365760"/>
                  </a:cubicBezTo>
                  <a:cubicBezTo>
                    <a:pt x="259080" y="467360"/>
                    <a:pt x="397510" y="520700"/>
                    <a:pt x="426720" y="609600"/>
                  </a:cubicBezTo>
                  <a:cubicBezTo>
                    <a:pt x="455930" y="698500"/>
                    <a:pt x="369570" y="792480"/>
                    <a:pt x="365760" y="899160"/>
                  </a:cubicBezTo>
                  <a:cubicBezTo>
                    <a:pt x="361950" y="1005840"/>
                    <a:pt x="391160" y="1145540"/>
                    <a:pt x="403860" y="1249680"/>
                  </a:cubicBezTo>
                  <a:cubicBezTo>
                    <a:pt x="416560" y="1353820"/>
                    <a:pt x="488950" y="1466850"/>
                    <a:pt x="441960" y="1524000"/>
                  </a:cubicBezTo>
                  <a:cubicBezTo>
                    <a:pt x="394970" y="1581150"/>
                    <a:pt x="195580" y="1546860"/>
                    <a:pt x="121920" y="1592580"/>
                  </a:cubicBezTo>
                  <a:cubicBezTo>
                    <a:pt x="48260" y="1638300"/>
                    <a:pt x="24130" y="1718310"/>
                    <a:pt x="0" y="1798320"/>
                  </a:cubicBezTo>
                </a:path>
              </a:pathLst>
            </a:custGeom>
            <a:solidFill>
              <a:schemeClr val="bg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FBFFF92-9408-616F-E263-A3D28D5E4BA5}"/>
              </a:ext>
            </a:extLst>
          </p:cNvPr>
          <p:cNvGrpSpPr/>
          <p:nvPr/>
        </p:nvGrpSpPr>
        <p:grpSpPr>
          <a:xfrm>
            <a:off x="6420628" y="3741380"/>
            <a:ext cx="629728" cy="1897810"/>
            <a:chOff x="6476078" y="3690860"/>
            <a:chExt cx="629728" cy="189781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A0B85B8-F249-343E-A2B4-B5C9BB6B7AB8}"/>
                </a:ext>
              </a:extLst>
            </p:cNvPr>
            <p:cNvSpPr/>
            <p:nvPr/>
          </p:nvSpPr>
          <p:spPr>
            <a:xfrm>
              <a:off x="6476078" y="3690860"/>
              <a:ext cx="629728" cy="189781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835E92B4-FCE4-8F05-52C7-D26FADA28C54}"/>
                </a:ext>
              </a:extLst>
            </p:cNvPr>
            <p:cNvSpPr/>
            <p:nvPr/>
          </p:nvSpPr>
          <p:spPr>
            <a:xfrm>
              <a:off x="6537960" y="3771900"/>
              <a:ext cx="475138" cy="1790700"/>
            </a:xfrm>
            <a:custGeom>
              <a:avLst/>
              <a:gdLst>
                <a:gd name="connsiteX0" fmla="*/ 0 w 475138"/>
                <a:gd name="connsiteY0" fmla="*/ 0 h 1790700"/>
                <a:gd name="connsiteX1" fmla="*/ 274320 w 475138"/>
                <a:gd name="connsiteY1" fmla="*/ 571500 h 1790700"/>
                <a:gd name="connsiteX2" fmla="*/ 472440 w 475138"/>
                <a:gd name="connsiteY2" fmla="*/ 1135380 h 1790700"/>
                <a:gd name="connsiteX3" fmla="*/ 129540 w 475138"/>
                <a:gd name="connsiteY3" fmla="*/ 1516380 h 1790700"/>
                <a:gd name="connsiteX4" fmla="*/ 0 w 475138"/>
                <a:gd name="connsiteY4" fmla="*/ 1790700 h 179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138" h="1790700">
                  <a:moveTo>
                    <a:pt x="0" y="0"/>
                  </a:moveTo>
                  <a:cubicBezTo>
                    <a:pt x="97790" y="191135"/>
                    <a:pt x="195580" y="382270"/>
                    <a:pt x="274320" y="571500"/>
                  </a:cubicBezTo>
                  <a:cubicBezTo>
                    <a:pt x="353060" y="760730"/>
                    <a:pt x="496570" y="977900"/>
                    <a:pt x="472440" y="1135380"/>
                  </a:cubicBezTo>
                  <a:cubicBezTo>
                    <a:pt x="448310" y="1292860"/>
                    <a:pt x="208280" y="1407160"/>
                    <a:pt x="129540" y="1516380"/>
                  </a:cubicBezTo>
                  <a:cubicBezTo>
                    <a:pt x="50800" y="1625600"/>
                    <a:pt x="25400" y="1708150"/>
                    <a:pt x="0" y="1790700"/>
                  </a:cubicBezTo>
                </a:path>
              </a:pathLst>
            </a:custGeom>
            <a:solidFill>
              <a:schemeClr val="bg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CF377E0-A8CA-ABEF-0AE5-742A32326D5B}"/>
              </a:ext>
            </a:extLst>
          </p:cNvPr>
          <p:cNvGrpSpPr/>
          <p:nvPr/>
        </p:nvGrpSpPr>
        <p:grpSpPr>
          <a:xfrm>
            <a:off x="7148182" y="3741380"/>
            <a:ext cx="629728" cy="1897810"/>
            <a:chOff x="7203632" y="3690860"/>
            <a:chExt cx="629728" cy="189781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B4507AD-C606-9D71-6B15-589FB140C9D9}"/>
                </a:ext>
              </a:extLst>
            </p:cNvPr>
            <p:cNvSpPr/>
            <p:nvPr/>
          </p:nvSpPr>
          <p:spPr>
            <a:xfrm>
              <a:off x="7203632" y="3690860"/>
              <a:ext cx="629728" cy="189781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C3F84D59-DDC5-A674-E4B7-7CED55AE16F7}"/>
                </a:ext>
              </a:extLst>
            </p:cNvPr>
            <p:cNvSpPr/>
            <p:nvPr/>
          </p:nvSpPr>
          <p:spPr>
            <a:xfrm>
              <a:off x="7284720" y="3787140"/>
              <a:ext cx="426744" cy="1760220"/>
            </a:xfrm>
            <a:custGeom>
              <a:avLst/>
              <a:gdLst>
                <a:gd name="connsiteX0" fmla="*/ 0 w 426744"/>
                <a:gd name="connsiteY0" fmla="*/ 0 h 1760220"/>
                <a:gd name="connsiteX1" fmla="*/ 144780 w 426744"/>
                <a:gd name="connsiteY1" fmla="*/ 464820 h 1760220"/>
                <a:gd name="connsiteX2" fmla="*/ 426720 w 426744"/>
                <a:gd name="connsiteY2" fmla="*/ 868680 h 1760220"/>
                <a:gd name="connsiteX3" fmla="*/ 160020 w 426744"/>
                <a:gd name="connsiteY3" fmla="*/ 1371600 h 1760220"/>
                <a:gd name="connsiteX4" fmla="*/ 7620 w 426744"/>
                <a:gd name="connsiteY4" fmla="*/ 1760220 h 176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6744" h="1760220">
                  <a:moveTo>
                    <a:pt x="0" y="0"/>
                  </a:moveTo>
                  <a:cubicBezTo>
                    <a:pt x="36830" y="160020"/>
                    <a:pt x="73660" y="320040"/>
                    <a:pt x="144780" y="464820"/>
                  </a:cubicBezTo>
                  <a:cubicBezTo>
                    <a:pt x="215900" y="609600"/>
                    <a:pt x="424180" y="717550"/>
                    <a:pt x="426720" y="868680"/>
                  </a:cubicBezTo>
                  <a:cubicBezTo>
                    <a:pt x="429260" y="1019810"/>
                    <a:pt x="229870" y="1223010"/>
                    <a:pt x="160020" y="1371600"/>
                  </a:cubicBezTo>
                  <a:cubicBezTo>
                    <a:pt x="90170" y="1520190"/>
                    <a:pt x="48895" y="1640205"/>
                    <a:pt x="7620" y="1760220"/>
                  </a:cubicBezTo>
                </a:path>
              </a:pathLst>
            </a:custGeom>
            <a:solidFill>
              <a:schemeClr val="bg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CDCD3E-2C1D-8928-7971-ADF87A95B39F}"/>
                  </a:ext>
                </a:extLst>
              </p:cNvPr>
              <p:cNvSpPr txBox="1"/>
              <p:nvPr/>
            </p:nvSpPr>
            <p:spPr>
              <a:xfrm>
                <a:off x="3610923" y="3404712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 err="1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CDCD3E-2C1D-8928-7971-ADF87A95B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923" y="3404712"/>
                <a:ext cx="466410" cy="215444"/>
              </a:xfrm>
              <a:prstGeom prst="rect">
                <a:avLst/>
              </a:prstGeom>
              <a:blipFill>
                <a:blip r:embed="rId2"/>
                <a:stretch>
                  <a:fillRect l="-7792" r="-12987" b="-3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AD9416-8CAD-5E56-3E7C-3F042EE54B35}"/>
                  </a:ext>
                </a:extLst>
              </p:cNvPr>
              <p:cNvSpPr txBox="1"/>
              <p:nvPr/>
            </p:nvSpPr>
            <p:spPr>
              <a:xfrm>
                <a:off x="7222242" y="3401250"/>
                <a:ext cx="48160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 err="1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AD9416-8CAD-5E56-3E7C-3F042EE54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242" y="3401250"/>
                <a:ext cx="481607" cy="215444"/>
              </a:xfrm>
              <a:prstGeom prst="rect">
                <a:avLst/>
              </a:prstGeom>
              <a:blipFill>
                <a:blip r:embed="rId3"/>
                <a:stretch>
                  <a:fillRect l="-8861" r="-11392" b="-3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03FECB-E4D9-B348-26FE-57CA7FCAD47F}"/>
                  </a:ext>
                </a:extLst>
              </p:cNvPr>
              <p:cNvSpPr txBox="1"/>
              <p:nvPr/>
            </p:nvSpPr>
            <p:spPr>
              <a:xfrm>
                <a:off x="4323646" y="3401250"/>
                <a:ext cx="4622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 err="1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03FECB-E4D9-B348-26FE-57CA7FCA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646" y="3401250"/>
                <a:ext cx="462241" cy="215444"/>
              </a:xfrm>
              <a:prstGeom prst="rect">
                <a:avLst/>
              </a:prstGeom>
              <a:blipFill>
                <a:blip r:embed="rId4"/>
                <a:stretch>
                  <a:fillRect l="-7895" r="-13158" b="-3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CBF134B-A7AC-2F12-2E78-0A764BF405C4}"/>
                  </a:ext>
                </a:extLst>
              </p:cNvPr>
              <p:cNvSpPr txBox="1"/>
              <p:nvPr/>
            </p:nvSpPr>
            <p:spPr>
              <a:xfrm>
                <a:off x="6420628" y="3401250"/>
                <a:ext cx="65152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 err="1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CBF134B-A7AC-2F12-2E78-0A764BF40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628" y="3401250"/>
                <a:ext cx="651525" cy="215444"/>
              </a:xfrm>
              <a:prstGeom prst="rect">
                <a:avLst/>
              </a:prstGeom>
              <a:blipFill>
                <a:blip r:embed="rId5"/>
                <a:stretch>
                  <a:fillRect l="-5607" r="-9346" b="-3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13956F-91FC-2771-C05D-1BE87F360D13}"/>
                  </a:ext>
                </a:extLst>
              </p:cNvPr>
              <p:cNvSpPr txBox="1"/>
              <p:nvPr/>
            </p:nvSpPr>
            <p:spPr>
              <a:xfrm>
                <a:off x="5058799" y="3401250"/>
                <a:ext cx="46641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 err="1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13956F-91FC-2771-C05D-1BE87F360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799" y="3401250"/>
                <a:ext cx="466410" cy="215444"/>
              </a:xfrm>
              <a:prstGeom prst="rect">
                <a:avLst/>
              </a:prstGeom>
              <a:blipFill>
                <a:blip r:embed="rId6"/>
                <a:stretch>
                  <a:fillRect l="-9211" r="-13158" b="-3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05B751-D913-7529-ACDB-33DA7AFC8B52}"/>
                  </a:ext>
                </a:extLst>
              </p:cNvPr>
              <p:cNvSpPr txBox="1"/>
              <p:nvPr/>
            </p:nvSpPr>
            <p:spPr>
              <a:xfrm>
                <a:off x="5885555" y="3381504"/>
                <a:ext cx="17472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ko-KR" altLang="en-US" sz="1400" dirty="0" err="1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05B751-D913-7529-ACDB-33DA7AFC8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555" y="3381504"/>
                <a:ext cx="174727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그림 42">
            <a:extLst>
              <a:ext uri="{FF2B5EF4-FFF2-40B4-BE49-F238E27FC236}">
                <a16:creationId xmlns:a16="http://schemas.microsoft.com/office/drawing/2014/main" id="{FD38B7E4-03BC-AFE8-9F5B-FE8D9977DE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7061" y="4096877"/>
            <a:ext cx="1019175" cy="101917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0A971A5-B776-076D-4968-20ECC5DF8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5662" y="4151471"/>
            <a:ext cx="1019175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44EF4D9-498A-41C8-2D70-FE46C2CB6FE8}"/>
              </a:ext>
            </a:extLst>
          </p:cNvPr>
          <p:cNvSpPr txBox="1"/>
          <p:nvPr/>
        </p:nvSpPr>
        <p:spPr>
          <a:xfrm>
            <a:off x="609600" y="6472062"/>
            <a:ext cx="164327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 Credit: Jihwan Hong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F52E49E-E900-DA74-B4DF-80506C4784B5}"/>
              </a:ext>
            </a:extLst>
          </p:cNvPr>
          <p:cNvCxnSpPr/>
          <p:nvPr/>
        </p:nvCxnSpPr>
        <p:spPr>
          <a:xfrm>
            <a:off x="3036498" y="4606464"/>
            <a:ext cx="327803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8ED6B29B-8BB7-2DF5-B5A0-F6746DBA655F}"/>
              </a:ext>
            </a:extLst>
          </p:cNvPr>
          <p:cNvCxnSpPr/>
          <p:nvPr/>
        </p:nvCxnSpPr>
        <p:spPr>
          <a:xfrm>
            <a:off x="8013938" y="4661058"/>
            <a:ext cx="327803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0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57EA-C8A3-640C-E241-CA70B210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918A10-C840-CA63-27AF-00E07F081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0FEB0-26F4-9294-E858-9C13E083BE9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DDPM </a:t>
            </a:r>
            <a:r>
              <a:rPr lang="en-US" altLang="ko-KR" sz="1050" b="1" dirty="0" err="1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Recab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275F841-8A9F-768C-A388-DF1A0CFB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DDPM: Denoising Diffusion Probabilistic Models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8971C-DDF2-6EE0-1BF7-6106E9FB26AC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 Credit: Copyright (c) 2023 cvpr2023-tutorial-diffusion-models (MIT license)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C64874-F783-E589-106E-8902C60A1544}"/>
              </a:ext>
            </a:extLst>
          </p:cNvPr>
          <p:cNvGrpSpPr/>
          <p:nvPr/>
        </p:nvGrpSpPr>
        <p:grpSpPr>
          <a:xfrm>
            <a:off x="609599" y="1795670"/>
            <a:ext cx="9924990" cy="2028833"/>
            <a:chOff x="609599" y="1795670"/>
            <a:chExt cx="9924990" cy="202883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3A9829-5C48-E50D-C796-8C8D16F7D4F4}"/>
                </a:ext>
              </a:extLst>
            </p:cNvPr>
            <p:cNvSpPr txBox="1"/>
            <p:nvPr/>
          </p:nvSpPr>
          <p:spPr>
            <a:xfrm>
              <a:off x="609600" y="1795670"/>
              <a:ext cx="3332922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ko-KR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Forward (noising) process</a:t>
              </a:r>
              <a:endPara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1FC04DD-8B5B-E8FC-8F82-286249777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599" y="2410472"/>
              <a:ext cx="6480000" cy="14140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1D1DA9B-2894-B69B-E46D-A3C0AB438F20}"/>
                    </a:ext>
                  </a:extLst>
                </p:cNvPr>
                <p:cNvSpPr txBox="1"/>
                <p:nvPr/>
              </p:nvSpPr>
              <p:spPr>
                <a:xfrm>
                  <a:off x="7468333" y="2217777"/>
                  <a:ext cx="2969979" cy="871201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1: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 </m:t>
                        </m:r>
                        <m:nary>
                          <m:naryPr>
                            <m:chr m:val="∏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KR" dirty="0" err="1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1D1DA9B-2894-B69B-E46D-A3C0AB438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8333" y="2217777"/>
                  <a:ext cx="2969979" cy="87120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74EAA7A-2288-8326-EB58-69BC8F0D44BF}"/>
                    </a:ext>
                  </a:extLst>
                </p:cNvPr>
                <p:cNvSpPr txBox="1"/>
                <p:nvPr/>
              </p:nvSpPr>
              <p:spPr>
                <a:xfrm>
                  <a:off x="7576793" y="3176663"/>
                  <a:ext cx="2957796" cy="353238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 </m:t>
                        </m:r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ad>
                          <m:radPr>
                            <m:degHide m:val="on"/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KR" sz="14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74EAA7A-2288-8326-EB58-69BC8F0D4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6793" y="3176663"/>
                  <a:ext cx="2957796" cy="353238"/>
                </a:xfrm>
                <a:prstGeom prst="rect">
                  <a:avLst/>
                </a:prstGeom>
                <a:blipFill>
                  <a:blip r:embed="rId4"/>
                  <a:stretch>
                    <a:fillRect l="-1031" r="-1649" b="-34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B47F0D3-9D71-0DCF-58B6-7B39E3373720}"/>
                </a:ext>
              </a:extLst>
            </p:cNvPr>
            <p:cNvCxnSpPr/>
            <p:nvPr/>
          </p:nvCxnSpPr>
          <p:spPr>
            <a:xfrm>
              <a:off x="9351035" y="2881222"/>
              <a:ext cx="932513" cy="0"/>
            </a:xfrm>
            <a:prstGeom prst="line">
              <a:avLst/>
            </a:prstGeom>
            <a:ln w="19050" cap="rnd">
              <a:solidFill>
                <a:schemeClr val="bg2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CE87BDB-52E5-DDC1-71DD-63786CA6835C}"/>
              </a:ext>
            </a:extLst>
          </p:cNvPr>
          <p:cNvGrpSpPr/>
          <p:nvPr/>
        </p:nvGrpSpPr>
        <p:grpSpPr>
          <a:xfrm>
            <a:off x="609599" y="4068418"/>
            <a:ext cx="10472161" cy="1875181"/>
            <a:chOff x="609599" y="4068418"/>
            <a:chExt cx="10472161" cy="187518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AD5665B-DC1D-1C08-78BC-B10C9A491C1A}"/>
                </a:ext>
              </a:extLst>
            </p:cNvPr>
            <p:cNvSpPr txBox="1"/>
            <p:nvPr/>
          </p:nvSpPr>
          <p:spPr>
            <a:xfrm>
              <a:off x="609600" y="4068418"/>
              <a:ext cx="3790122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ko-KR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Backward (denoising) process</a:t>
              </a:r>
              <a:endPara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3A47671-BF5E-0526-9C77-46D618389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599" y="4555027"/>
              <a:ext cx="6480000" cy="138857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Placeholder 4">
                  <a:extLst>
                    <a:ext uri="{FF2B5EF4-FFF2-40B4-BE49-F238E27FC236}">
                      <a16:creationId xmlns:a16="http://schemas.microsoft.com/office/drawing/2014/main" id="{10B964DD-2992-3F8D-BE73-04253FD4D1E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468333" y="4435385"/>
                  <a:ext cx="3613427" cy="95348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rial" panose="020B0604020202020204" pitchFamily="34" charset="0"/>
                    <a:buChar char="•"/>
                    <a:defRPr sz="2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1pPr>
                  <a:lvl2pPr marL="5143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2pPr>
                  <a:lvl3pPr marL="8572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–"/>
                    <a:defRPr sz="20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3pPr>
                  <a:lvl4pPr marL="103028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4pPr>
                  <a:lvl5pPr marL="120173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5pPr>
                  <a:lvl6pPr marL="25146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)≔</m:t>
                        </m:r>
                        <m:r>
                          <a:rPr lang="en-US" sz="1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chr m:val="∏"/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KR" sz="1800" dirty="0"/>
                </a:p>
              </p:txBody>
            </p:sp>
          </mc:Choice>
          <mc:Fallback xmlns="">
            <p:sp>
              <p:nvSpPr>
                <p:cNvPr id="20" name="Text Placeholder 4">
                  <a:extLst>
                    <a:ext uri="{FF2B5EF4-FFF2-40B4-BE49-F238E27FC236}">
                      <a16:creationId xmlns:a16="http://schemas.microsoft.com/office/drawing/2014/main" id="{10B964DD-2992-3F8D-BE73-04253FD4D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8333" y="4435385"/>
                  <a:ext cx="3613427" cy="953489"/>
                </a:xfrm>
                <a:prstGeom prst="rect">
                  <a:avLst/>
                </a:prstGeom>
                <a:blipFill>
                  <a:blip r:embed="rId6"/>
                  <a:stretch>
                    <a:fillRect r="-15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D48CDB0-11FF-7821-35D7-4126FC8EB926}"/>
                    </a:ext>
                  </a:extLst>
                </p:cNvPr>
                <p:cNvSpPr txBox="1"/>
                <p:nvPr/>
              </p:nvSpPr>
              <p:spPr>
                <a:xfrm>
                  <a:off x="7576793" y="5624928"/>
                  <a:ext cx="3396506" cy="307777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 </m:t>
                        </m:r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𝚺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sz="140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accent1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400" b="0" i="1" smtClean="0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KR" sz="1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D48CDB0-11FF-7821-35D7-4126FC8EB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6793" y="5624928"/>
                  <a:ext cx="3396506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898" r="-1257" b="-8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C94CAAA-A210-BF5D-B4B1-98D9F3BDDB70}"/>
                    </a:ext>
                  </a:extLst>
                </p:cNvPr>
                <p:cNvSpPr txBox="1"/>
                <p:nvPr/>
              </p:nvSpPr>
              <p:spPr>
                <a:xfrm>
                  <a:off x="7576793" y="5351450"/>
                  <a:ext cx="1495025" cy="292388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3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3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3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300" b="1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3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  <m:r>
                          <a:rPr lang="en-US" sz="13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3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en-US" sz="13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3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3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3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>
                          <a:rPr lang="en-US" sz="13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13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3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 sz="13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300" b="0" dirty="0">
                    <a:solidFill>
                      <a:schemeClr val="accent6">
                        <a:lumMod val="75000"/>
                      </a:schemeClr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C94CAAA-A210-BF5D-B4B1-98D9F3BDDB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6793" y="5351450"/>
                  <a:ext cx="1495025" cy="292388"/>
                </a:xfrm>
                <a:prstGeom prst="rect">
                  <a:avLst/>
                </a:prstGeom>
                <a:blipFill>
                  <a:blip r:embed="rId8"/>
                  <a:stretch>
                    <a:fillRect l="-2449" r="-3673" b="-625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900CFCF-3CEA-2303-A02F-5AF1CF41335F}"/>
                </a:ext>
              </a:extLst>
            </p:cNvPr>
            <p:cNvCxnSpPr/>
            <p:nvPr/>
          </p:nvCxnSpPr>
          <p:spPr>
            <a:xfrm>
              <a:off x="9883347" y="5091022"/>
              <a:ext cx="932513" cy="0"/>
            </a:xfrm>
            <a:prstGeom prst="line">
              <a:avLst/>
            </a:prstGeom>
            <a:ln w="19050" cap="rnd">
              <a:solidFill>
                <a:schemeClr val="bg2">
                  <a:lumMod val="50000"/>
                  <a:lumOff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5DA90F5-BC9A-0182-1848-02D9B91ACB8C}"/>
                </a:ext>
              </a:extLst>
            </p:cNvPr>
            <p:cNvCxnSpPr>
              <a:cxnSpLocks/>
            </p:cNvCxnSpPr>
            <p:nvPr/>
          </p:nvCxnSpPr>
          <p:spPr>
            <a:xfrm>
              <a:off x="8882111" y="5076644"/>
              <a:ext cx="321591" cy="0"/>
            </a:xfrm>
            <a:prstGeom prst="line">
              <a:avLst/>
            </a:prstGeom>
            <a:ln w="19050" cap="rnd">
              <a:solidFill>
                <a:schemeClr val="accent6">
                  <a:lumMod val="9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9185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EE365-A1B8-8434-C9EC-B93F5350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82C49AA-B0EF-CCA3-A65C-D92B2F70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F31F1C-88CD-A1A9-C339-04DB4F7D61C6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DDPM </a:t>
            </a:r>
            <a:r>
              <a:rPr lang="en-US" altLang="ko-KR" sz="1050" b="1" dirty="0" err="1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Recab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B80DD965-3223-3E44-6A3C-A65B9AE4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DDPM: Denoising Diffusion Probabilistic Models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87BA2-749E-983C-5ABE-85DA11176E65}"/>
              </a:ext>
            </a:extLst>
          </p:cNvPr>
          <p:cNvSpPr txBox="1"/>
          <p:nvPr/>
        </p:nvSpPr>
        <p:spPr>
          <a:xfrm>
            <a:off x="609600" y="1795670"/>
            <a:ext cx="333292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Loss function</a:t>
            </a:r>
            <a:endParaRPr lang="ko-KR" altLang="en-US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D9F0C02-2949-E028-023A-A1E4784E6683}"/>
              </a:ext>
            </a:extLst>
          </p:cNvPr>
          <p:cNvGrpSpPr/>
          <p:nvPr/>
        </p:nvGrpSpPr>
        <p:grpSpPr>
          <a:xfrm>
            <a:off x="945297" y="2332653"/>
            <a:ext cx="7686438" cy="650306"/>
            <a:chOff x="945297" y="2332653"/>
            <a:chExt cx="7686438" cy="6503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2F5F8A64-E288-B490-4ACE-CF2EB9AD118B}"/>
                    </a:ext>
                  </a:extLst>
                </p:cNvPr>
                <p:cNvSpPr txBox="1"/>
                <p:nvPr/>
              </p:nvSpPr>
              <p:spPr>
                <a:xfrm>
                  <a:off x="2579298" y="2332653"/>
                  <a:ext cx="6052437" cy="65030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𝛜</m:t>
                            </m:r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𝓝</m:t>
                            </m:r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6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𝐈</m:t>
                                </m:r>
                              </m:e>
                            </m:d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16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𝐭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m:rPr>
                                <m:lit/>
                              </m:r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𝝐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rad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</m:rad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))</m:t>
                            </m:r>
                            <m:r>
                              <m:rPr>
                                <m:lit/>
                              </m:r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2F5F8A64-E288-B490-4ACE-CF2EB9AD11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9298" y="2332653"/>
                  <a:ext cx="6052437" cy="65030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00551F-FC0F-05D1-E751-21240DCD62EB}"/>
                </a:ext>
              </a:extLst>
            </p:cNvPr>
            <p:cNvSpPr txBox="1"/>
            <p:nvPr/>
          </p:nvSpPr>
          <p:spPr>
            <a:xfrm>
              <a:off x="945297" y="2488529"/>
              <a:ext cx="14183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Original Loss: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6706659-BDB5-8850-A978-E3279BBE235A}"/>
              </a:ext>
            </a:extLst>
          </p:cNvPr>
          <p:cNvGrpSpPr/>
          <p:nvPr/>
        </p:nvGrpSpPr>
        <p:grpSpPr>
          <a:xfrm>
            <a:off x="1027249" y="2657806"/>
            <a:ext cx="10108632" cy="895887"/>
            <a:chOff x="1027249" y="2657806"/>
            <a:chExt cx="10108632" cy="89588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006EF3-5A29-6C14-B262-8FCB9C1EDB04}"/>
                </a:ext>
              </a:extLst>
            </p:cNvPr>
            <p:cNvSpPr txBox="1"/>
            <p:nvPr/>
          </p:nvSpPr>
          <p:spPr>
            <a:xfrm>
              <a:off x="1027249" y="3154898"/>
              <a:ext cx="14183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Simple Loss: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9026811-7F77-DA70-CEF5-285B05180149}"/>
                    </a:ext>
                  </a:extLst>
                </p:cNvPr>
                <p:cNvSpPr txBox="1"/>
                <p:nvPr/>
              </p:nvSpPr>
              <p:spPr>
                <a:xfrm>
                  <a:off x="1267927" y="3094657"/>
                  <a:ext cx="8675177" cy="4590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𝛜</m:t>
                            </m:r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∼</m:t>
                            </m:r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𝓝</m:t>
                            </m:r>
                            <m:d>
                              <m:dPr>
                                <m:ctrlP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6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b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𝐈</m:t>
                                </m:r>
                              </m:e>
                            </m:d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sz="1600" b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𝐭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||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𝝐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rad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</m:rad>
                            <m: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𝝐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))</m:t>
                            </m:r>
                            <m:r>
                              <m:rPr>
                                <m:lit/>
                              </m:rPr>
                              <a:rPr lang="en-US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KR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9026811-7F77-DA70-CEF5-285B05180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7927" y="3094657"/>
                  <a:ext cx="8675177" cy="45903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화살표: 왼쪽으로 구부러짐 10">
              <a:extLst>
                <a:ext uri="{FF2B5EF4-FFF2-40B4-BE49-F238E27FC236}">
                  <a16:creationId xmlns:a16="http://schemas.microsoft.com/office/drawing/2014/main" id="{128096D1-57BB-0379-11B2-7075D16F5AAD}"/>
                </a:ext>
              </a:extLst>
            </p:cNvPr>
            <p:cNvSpPr/>
            <p:nvPr/>
          </p:nvSpPr>
          <p:spPr>
            <a:xfrm>
              <a:off x="9031857" y="2657806"/>
              <a:ext cx="258792" cy="771194"/>
            </a:xfrm>
            <a:prstGeom prst="curvedLef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1BB1A2-CFE3-FA86-C2C8-64ADF1B3F139}"/>
                </a:ext>
              </a:extLst>
            </p:cNvPr>
            <p:cNvSpPr txBox="1"/>
            <p:nvPr/>
          </p:nvSpPr>
          <p:spPr>
            <a:xfrm>
              <a:off x="9465718" y="2690571"/>
              <a:ext cx="167016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Discard the weighting term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4A7BA3-4D64-C879-8393-EB85FA688457}"/>
              </a:ext>
            </a:extLst>
          </p:cNvPr>
          <p:cNvGrpSpPr/>
          <p:nvPr/>
        </p:nvGrpSpPr>
        <p:grpSpPr>
          <a:xfrm>
            <a:off x="609600" y="4085671"/>
            <a:ext cx="5750408" cy="1936608"/>
            <a:chOff x="609600" y="4085671"/>
            <a:chExt cx="5750408" cy="19366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2BC9E40-19D8-647B-4522-9A1300F36F2E}"/>
                </a:ext>
              </a:extLst>
            </p:cNvPr>
            <p:cNvSpPr txBox="1"/>
            <p:nvPr/>
          </p:nvSpPr>
          <p:spPr>
            <a:xfrm>
              <a:off x="609600" y="4085671"/>
              <a:ext cx="3790122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ko-KR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Sampling</a:t>
              </a:r>
              <a:endPara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D12D852E-3E4E-0A13-691D-D69160017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04661" y="4180189"/>
              <a:ext cx="3855347" cy="1842090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3F5C3D1-55FC-368D-216B-68895318E761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Ref: Ho et al., “Denoising Diffusion Probabilistic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2020.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295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987FA-7F60-674B-D62C-E1161704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D7B6DD-0ACC-24F0-E405-5519EFA5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CB52D-450B-861F-5408-37E773E8C626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DDPM </a:t>
            </a:r>
            <a:r>
              <a:rPr lang="en-US" altLang="ko-KR" sz="1050" b="1" dirty="0" err="1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Recab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626943C-E1EC-D3BC-4582-E8C31DA9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DDPM: Denoising Diffusion Probabilistic Models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919A4A-10B6-D5D8-9D2B-E3C00A0EDECA}"/>
              </a:ext>
            </a:extLst>
          </p:cNvPr>
          <p:cNvSpPr txBox="1"/>
          <p:nvPr/>
        </p:nvSpPr>
        <p:spPr>
          <a:xfrm>
            <a:off x="609600" y="1795670"/>
            <a:ext cx="333292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Notable Properties</a:t>
            </a:r>
            <a:endParaRPr lang="ko-KR" altLang="en-US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029BA52-1752-CCFE-7A30-2F98C20DF029}"/>
              </a:ext>
            </a:extLst>
          </p:cNvPr>
          <p:cNvGrpSpPr/>
          <p:nvPr/>
        </p:nvGrpSpPr>
        <p:grpSpPr>
          <a:xfrm>
            <a:off x="873424" y="5014526"/>
            <a:ext cx="9592635" cy="931088"/>
            <a:chOff x="873424" y="5014526"/>
            <a:chExt cx="9592635" cy="9310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D3D6A3-712B-FBB1-BE5F-2226ED04A450}"/>
                </a:ext>
              </a:extLst>
            </p:cNvPr>
            <p:cNvSpPr txBox="1"/>
            <p:nvPr/>
          </p:nvSpPr>
          <p:spPr>
            <a:xfrm>
              <a:off x="873424" y="5014526"/>
              <a:ext cx="721815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c.    Arbitrary Timesteps at Training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FC8768D-61BC-6BDD-DF65-E2AF7B586DEF}"/>
                    </a:ext>
                  </a:extLst>
                </p:cNvPr>
                <p:cNvSpPr txBox="1"/>
                <p:nvPr/>
              </p:nvSpPr>
              <p:spPr>
                <a:xfrm>
                  <a:off x="1460380" y="5527689"/>
                  <a:ext cx="3577446" cy="3904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≔ 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KR" sz="1600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FC8768D-61BC-6BDD-DF65-E2AF7B586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380" y="5527689"/>
                  <a:ext cx="3577446" cy="390492"/>
                </a:xfrm>
                <a:prstGeom prst="rect">
                  <a:avLst/>
                </a:prstGeom>
                <a:blipFill>
                  <a:blip r:embed="rId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30835D11-C1FD-DDA1-4F3D-03BE80598D35}"/>
                </a:ext>
              </a:extLst>
            </p:cNvPr>
            <p:cNvCxnSpPr/>
            <p:nvPr/>
          </p:nvCxnSpPr>
          <p:spPr>
            <a:xfrm>
              <a:off x="5313872" y="5722935"/>
              <a:ext cx="310551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Placeholder 2">
                  <a:extLst>
                    <a:ext uri="{FF2B5EF4-FFF2-40B4-BE49-F238E27FC236}">
                      <a16:creationId xmlns:a16="http://schemas.microsoft.com/office/drawing/2014/main" id="{15282FD4-5F74-6D0E-A26D-277D87F9E89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096000" y="5527689"/>
                  <a:ext cx="4370059" cy="417925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rial" panose="020B0604020202020204" pitchFamily="34" charset="0"/>
                    <a:buChar char="•"/>
                    <a:defRPr sz="2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1pPr>
                  <a:lvl2pPr marL="5143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2pPr>
                  <a:lvl3pPr marL="8572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–"/>
                    <a:defRPr sz="20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3pPr>
                  <a:lvl4pPr marL="103028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4pPr>
                  <a:lvl5pPr marL="120173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5pPr>
                  <a:lvl6pPr marL="25146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 </m:t>
                            </m:r>
                            <m:rad>
                              <m:radPr>
                                <m:degHide m:val="on"/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rad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sz="16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  <m:r>
                              <a:rPr lang="en-US" sz="1600" b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KR" sz="1600" dirty="0"/>
                </a:p>
              </p:txBody>
            </p:sp>
          </mc:Choice>
          <mc:Fallback xmlns="">
            <p:sp>
              <p:nvSpPr>
                <p:cNvPr id="10" name="Text Placeholder 2">
                  <a:extLst>
                    <a:ext uri="{FF2B5EF4-FFF2-40B4-BE49-F238E27FC236}">
                      <a16:creationId xmlns:a16="http://schemas.microsoft.com/office/drawing/2014/main" id="{15282FD4-5F74-6D0E-A26D-277D87F9E8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527689"/>
                  <a:ext cx="4370059" cy="417925"/>
                </a:xfrm>
                <a:prstGeom prst="rect">
                  <a:avLst/>
                </a:prstGeom>
                <a:blipFill>
                  <a:blip r:embed="rId3"/>
                  <a:stretch>
                    <a:fillRect t="-441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6B263D8-D773-F58D-A469-D500B2B6F158}"/>
              </a:ext>
            </a:extLst>
          </p:cNvPr>
          <p:cNvGrpSpPr/>
          <p:nvPr/>
        </p:nvGrpSpPr>
        <p:grpSpPr>
          <a:xfrm>
            <a:off x="873424" y="3597050"/>
            <a:ext cx="9031696" cy="1029092"/>
            <a:chOff x="873424" y="3597050"/>
            <a:chExt cx="9031696" cy="102909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12DE6B2-B028-5166-37A7-77D80E75130E}"/>
                </a:ext>
              </a:extLst>
            </p:cNvPr>
            <p:cNvSpPr txBox="1"/>
            <p:nvPr/>
          </p:nvSpPr>
          <p:spPr>
            <a:xfrm>
              <a:off x="873424" y="3597050"/>
              <a:ext cx="721815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b.    Variance preserving forward pass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BDF732A-65D0-9079-73E1-3314DB03490A}"/>
                    </a:ext>
                  </a:extLst>
                </p:cNvPr>
                <p:cNvSpPr txBox="1"/>
                <p:nvPr/>
              </p:nvSpPr>
              <p:spPr>
                <a:xfrm>
                  <a:off x="6096000" y="4278081"/>
                  <a:ext cx="3809120" cy="307777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ar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=</m:t>
                        </m:r>
                        <m:r>
                          <a:rPr lang="en-US" sz="1400" b="1" i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𝐈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,   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Var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=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Pretendard" panose="02000503000000020004" pitchFamily="2" charset="-127"/>
                                    <a:cs typeface="Pretendard" panose="02000503000000020004" pitchFamily="2" charset="-127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400" b="1" i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𝐈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+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Pretendard" panose="02000503000000020004" pitchFamily="2" charset="-127"/>
                                <a:cs typeface="Pretendard" panose="02000503000000020004" pitchFamily="2" charset="-127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1" i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𝐈</m:t>
                        </m:r>
                        <m:r>
                          <a:rPr lang="en-US" sz="1400" b="1" i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=</m:t>
                        </m:r>
                        <m:r>
                          <a:rPr lang="en-US" sz="1400" b="1" i="0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𝐈</m:t>
                        </m:r>
                      </m:oMath>
                    </m:oMathPara>
                  </a14:m>
                  <a:endParaRPr lang="en-KR" sz="14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BDF732A-65D0-9079-73E1-3314DB0349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278081"/>
                  <a:ext cx="3809120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640" r="-640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8E536B0-7C7A-74C9-E3BB-1B2133C96FA4}"/>
                    </a:ext>
                  </a:extLst>
                </p:cNvPr>
                <p:cNvSpPr txBox="1"/>
                <p:nvPr/>
              </p:nvSpPr>
              <p:spPr>
                <a:xfrm>
                  <a:off x="1391370" y="4235650"/>
                  <a:ext cx="3577446" cy="3904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≔ 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KR" sz="1600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8E536B0-7C7A-74C9-E3BB-1B2133C96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370" y="4235650"/>
                  <a:ext cx="3577446" cy="390492"/>
                </a:xfrm>
                <a:prstGeom prst="rect">
                  <a:avLst/>
                </a:prstGeom>
                <a:blipFill>
                  <a:blip r:embed="rId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968DCCDB-83E2-C838-04E8-97B9CDD57772}"/>
                </a:ext>
              </a:extLst>
            </p:cNvPr>
            <p:cNvCxnSpPr/>
            <p:nvPr/>
          </p:nvCxnSpPr>
          <p:spPr>
            <a:xfrm>
              <a:off x="5296619" y="4430896"/>
              <a:ext cx="310551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8355120-2E77-545A-52E0-41D9F837D7AA}"/>
              </a:ext>
            </a:extLst>
          </p:cNvPr>
          <p:cNvGrpSpPr/>
          <p:nvPr/>
        </p:nvGrpSpPr>
        <p:grpSpPr>
          <a:xfrm>
            <a:off x="873424" y="2283797"/>
            <a:ext cx="7706903" cy="1323348"/>
            <a:chOff x="873424" y="2283797"/>
            <a:chExt cx="7706903" cy="132334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A3C4DD1-FBD3-C4C0-94F8-F5C3C143DA49}"/>
                </a:ext>
              </a:extLst>
            </p:cNvPr>
            <p:cNvSpPr txBox="1"/>
            <p:nvPr/>
          </p:nvSpPr>
          <p:spPr>
            <a:xfrm>
              <a:off x="873424" y="2283797"/>
              <a:ext cx="721815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a.    Markovian forward/backward process</a:t>
              </a:r>
              <a:endPara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2078835-A1F2-F67A-A4F4-3C1D81A5EBF8}"/>
                    </a:ext>
                  </a:extLst>
                </p:cNvPr>
                <p:cNvSpPr txBox="1"/>
                <p:nvPr/>
              </p:nvSpPr>
              <p:spPr>
                <a:xfrm>
                  <a:off x="1460380" y="2658668"/>
                  <a:ext cx="2547684" cy="78470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1: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≔ </m:t>
                        </m:r>
                        <m:nary>
                          <m:naryPr>
                            <m:chr m:val="∏"/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KR" sz="1600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2078835-A1F2-F67A-A4F4-3C1D81A5E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380" y="2658668"/>
                  <a:ext cx="2547684" cy="78470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Placeholder 4">
                  <a:extLst>
                    <a:ext uri="{FF2B5EF4-FFF2-40B4-BE49-F238E27FC236}">
                      <a16:creationId xmlns:a16="http://schemas.microsoft.com/office/drawing/2014/main" id="{D2BC9A38-86FE-DE45-FB16-65254413594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66900" y="2653656"/>
                  <a:ext cx="3613427" cy="953489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rial" panose="020B0604020202020204" pitchFamily="34" charset="0"/>
                    <a:buChar char="•"/>
                    <a:defRPr sz="2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1pPr>
                  <a:lvl2pPr marL="5143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2pPr>
                  <a:lvl3pPr marL="8572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–"/>
                    <a:defRPr sz="20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3pPr>
                  <a:lvl4pPr marL="103028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4pPr>
                  <a:lvl5pPr marL="120173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5pPr>
                  <a:lvl6pPr marL="25146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)≔</m:t>
                        </m:r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chr m:val="∏"/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KR" sz="1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 Placeholder 4">
                  <a:extLst>
                    <a:ext uri="{FF2B5EF4-FFF2-40B4-BE49-F238E27FC236}">
                      <a16:creationId xmlns:a16="http://schemas.microsoft.com/office/drawing/2014/main" id="{D2BC9A38-86FE-DE45-FB16-6525441359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6900" y="2653656"/>
                  <a:ext cx="3613427" cy="953489"/>
                </a:xfrm>
                <a:prstGeom prst="rect">
                  <a:avLst/>
                </a:prstGeom>
                <a:blipFill>
                  <a:blip r:embed="rId7"/>
                  <a:stretch>
                    <a:fillRect r="-134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2581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28DB-7324-DD12-870C-9F477F0E1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1E9B2-D4A0-D3AB-93A0-5A397C2D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6"/>
            <a:ext cx="7823200" cy="1421928"/>
          </a:xfrm>
        </p:spPr>
        <p:txBody>
          <a:bodyPr/>
          <a:lstStyle/>
          <a:p>
            <a:r>
              <a:rPr lang="fr-FR" altLang="ko-KR" dirty="0"/>
              <a:t>DDIM: Denoising Diffusion Implicit Models</a:t>
            </a:r>
          </a:p>
        </p:txBody>
      </p:sp>
    </p:spTree>
    <p:extLst>
      <p:ext uri="{BB962C8B-B14F-4D97-AF65-F5344CB8AC3E}">
        <p14:creationId xmlns:p14="http://schemas.microsoft.com/office/powerpoint/2010/main" val="116309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D4E8-BB30-2327-1622-F557A4C2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1670F9F-4A3A-E62D-8ED2-3F614C7E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3210F-3420-C2BC-0FEB-E0DF2B5AC82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DDIM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9345E084-E990-1EB9-8378-9C31FFDE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Generative Learning Trilemma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84BF74-BE94-80BF-4A8E-DE26C8CD7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384" y="1839463"/>
            <a:ext cx="4707216" cy="37599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5C4BFE-46A7-EB7C-4119-69F52CC63708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credit: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Xiao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“Tackling the generative learning trilemma with denoising diffusion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gans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”, ICLR 2022.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087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69C5-9FDA-D324-7B76-AEF5F780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0283B-E8B4-00E5-70AE-CD5C061B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A13D4B-B5C5-6628-0E0D-BDFD2C34D36D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DDIM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0BC0E073-7C49-3BF6-543F-63C8DFDC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DDPM sampling is slow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A1A9-B58E-0FC4-63C7-38FFB052790F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Ref: Ho et al., “Denoising Diffusion Probabilistic Models”,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2020.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544A28-54E4-C72B-F263-A4160D3C9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87039"/>
            <a:ext cx="6468105" cy="11871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831512-97D1-3CA8-0322-99FA9178D9B3}"/>
                  </a:ext>
                </a:extLst>
              </p:cNvPr>
              <p:cNvSpPr txBox="1"/>
              <p:nvPr/>
            </p:nvSpPr>
            <p:spPr>
              <a:xfrm>
                <a:off x="791308" y="3416341"/>
                <a:ext cx="2969979" cy="871201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  <m:nary>
                        <m:naryPr>
                          <m:chr m:val="∏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KR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831512-97D1-3CA8-0322-99FA9178D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08" y="3416341"/>
                <a:ext cx="2969979" cy="871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64E5494A-FF30-FD31-258D-0D9C828A55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7947" y="4558173"/>
                <a:ext cx="3613427" cy="95348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)≔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KR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64E5494A-FF30-FD31-258D-0D9C828A5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47" y="4558173"/>
                <a:ext cx="3613427" cy="953489"/>
              </a:xfrm>
              <a:prstGeom prst="rect">
                <a:avLst/>
              </a:prstGeom>
              <a:blipFill>
                <a:blip r:embed="rId4"/>
                <a:stretch>
                  <a:fillRect r="-15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C83D2048-F765-9D1B-18D5-3B4959E66CF4}"/>
              </a:ext>
            </a:extLst>
          </p:cNvPr>
          <p:cNvSpPr/>
          <p:nvPr/>
        </p:nvSpPr>
        <p:spPr>
          <a:xfrm>
            <a:off x="4585873" y="3966241"/>
            <a:ext cx="372303" cy="953489"/>
          </a:xfrm>
          <a:prstGeom prst="rightBrac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F938B0-A74F-7B68-191F-637C49EBDBDD}"/>
              </a:ext>
            </a:extLst>
          </p:cNvPr>
          <p:cNvSpPr txBox="1"/>
          <p:nvPr/>
        </p:nvSpPr>
        <p:spPr>
          <a:xfrm>
            <a:off x="5411243" y="3699112"/>
            <a:ext cx="513293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Forward/Reverse is both Markovian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1FDFD9-D83C-9614-A6FB-858171135D1B}"/>
              </a:ext>
            </a:extLst>
          </p:cNvPr>
          <p:cNvSpPr txBox="1"/>
          <p:nvPr/>
        </p:nvSpPr>
        <p:spPr>
          <a:xfrm>
            <a:off x="5411242" y="4102876"/>
            <a:ext cx="513293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Requires many iterations (~1000 steps)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왼쪽 대괄호 14">
            <a:extLst>
              <a:ext uri="{FF2B5EF4-FFF2-40B4-BE49-F238E27FC236}">
                <a16:creationId xmlns:a16="http://schemas.microsoft.com/office/drawing/2014/main" id="{D9A120C2-8ABA-44FD-AC80-A71429779549}"/>
              </a:ext>
            </a:extLst>
          </p:cNvPr>
          <p:cNvSpPr/>
          <p:nvPr/>
        </p:nvSpPr>
        <p:spPr>
          <a:xfrm>
            <a:off x="5957887" y="4750706"/>
            <a:ext cx="276225" cy="621394"/>
          </a:xfrm>
          <a:prstGeom prst="leftBracket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20F809-4371-1953-30DB-F55752570158}"/>
              </a:ext>
            </a:extLst>
          </p:cNvPr>
          <p:cNvSpPr txBox="1"/>
          <p:nvPr/>
        </p:nvSpPr>
        <p:spPr>
          <a:xfrm>
            <a:off x="6430618" y="4511697"/>
            <a:ext cx="3618257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 arrive at pure noise, a sufficient amount of noise must be injected</a:t>
            </a:r>
            <a:endParaRPr lang="ko-KR" altLang="en-US" sz="14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2E4E44-8A42-AC85-6DC9-D7EDF69311B0}"/>
              </a:ext>
            </a:extLst>
          </p:cNvPr>
          <p:cNvSpPr txBox="1"/>
          <p:nvPr/>
        </p:nvSpPr>
        <p:spPr>
          <a:xfrm>
            <a:off x="6343648" y="5136788"/>
            <a:ext cx="4124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If noise per step is too high, Gaussian approximation of the reverse posterior breaks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4058222-D474-7DAA-5DF2-F33B2A8BBC5F}"/>
              </a:ext>
            </a:extLst>
          </p:cNvPr>
          <p:cNvGrpSpPr/>
          <p:nvPr/>
        </p:nvGrpSpPr>
        <p:grpSpPr>
          <a:xfrm>
            <a:off x="5562599" y="5913536"/>
            <a:ext cx="5091453" cy="338554"/>
            <a:chOff x="5562599" y="5913536"/>
            <a:chExt cx="5091453" cy="338554"/>
          </a:xfrm>
        </p:grpSpPr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C417D7F6-3EF3-BE22-6DB1-B821F2C7143A}"/>
                </a:ext>
              </a:extLst>
            </p:cNvPr>
            <p:cNvCxnSpPr/>
            <p:nvPr/>
          </p:nvCxnSpPr>
          <p:spPr>
            <a:xfrm>
              <a:off x="5562599" y="6105525"/>
              <a:ext cx="576262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1E1CAC6-CB55-9F64-4F43-0C9730FA01B9}"/>
                </a:ext>
              </a:extLst>
            </p:cNvPr>
            <p:cNvSpPr txBox="1"/>
            <p:nvPr/>
          </p:nvSpPr>
          <p:spPr>
            <a:xfrm>
              <a:off x="6234112" y="5913536"/>
              <a:ext cx="441994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Can we make this faster without retraining?</a:t>
              </a:r>
              <a:endPara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8E978E5-75C0-EE8A-ED19-9FC66D6DA040}"/>
              </a:ext>
            </a:extLst>
          </p:cNvPr>
          <p:cNvSpPr txBox="1"/>
          <p:nvPr/>
        </p:nvSpPr>
        <p:spPr>
          <a:xfrm>
            <a:off x="4311373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credit: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Xiao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“Tackling the generative learning trilemma with denoising diffusion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gans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”, ICLR 2022.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44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EAB1-3BFF-E2A7-5D97-3C77BD798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54C2F6F-39B6-C5BA-560A-50DBFD09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E01989-9E6D-4993-C613-AFE8F96813E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DDIM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D793A211-E803-211C-CB5B-671D746D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Matching the Marginal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7862C-8699-E352-AA7B-558661BC26FB}"/>
              </a:ext>
            </a:extLst>
          </p:cNvPr>
          <p:cNvSpPr txBox="1"/>
          <p:nvPr/>
        </p:nvSpPr>
        <p:spPr>
          <a:xfrm>
            <a:off x="609600" y="1617762"/>
            <a:ext cx="513293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Recall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419E47-1D01-F85B-3DA2-141193EB3206}"/>
                  </a:ext>
                </a:extLst>
              </p:cNvPr>
              <p:cNvSpPr txBox="1"/>
              <p:nvPr/>
            </p:nvSpPr>
            <p:spPr>
              <a:xfrm>
                <a:off x="686903" y="2124146"/>
                <a:ext cx="6085372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  <m:r>
                            <a:rPr lang="en-US" altLang="ko-K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𝛜</m:t>
                          </m:r>
                          <m:r>
                            <a:rPr lang="en-US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𝓝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𝐈</m:t>
                              </m:r>
                            </m:e>
                          </m:d>
                          <m:r>
                            <a:rPr lang="en-US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lit/>
                            </m:r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𝝐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US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rad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accent1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solidFill>
                                            <a:schemeClr val="accent1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rad>
                          <m:r>
                            <a:rPr lang="en-US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𝝐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  <m:r>
                            <m:rPr>
                              <m:lit/>
                            </m:r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lit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K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419E47-1D01-F85B-3DA2-141193EB3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03" y="2124146"/>
                <a:ext cx="6085372" cy="5048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9FFE967-F3C0-602A-40BC-2DEF97035D8C}"/>
              </a:ext>
            </a:extLst>
          </p:cNvPr>
          <p:cNvCxnSpPr/>
          <p:nvPr/>
        </p:nvCxnSpPr>
        <p:spPr>
          <a:xfrm>
            <a:off x="3905250" y="2628964"/>
            <a:ext cx="1837281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A9F429-8E6B-4302-91EF-30E3B6F57577}"/>
                  </a:ext>
                </a:extLst>
              </p:cNvPr>
              <p:cNvSpPr txBox="1"/>
              <p:nvPr/>
            </p:nvSpPr>
            <p:spPr>
              <a:xfrm>
                <a:off x="4676702" y="2622139"/>
                <a:ext cx="29437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0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altLang="ko-KR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A9F429-8E6B-4302-91EF-30E3B6F57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02" y="2622139"/>
                <a:ext cx="294375" cy="307777"/>
              </a:xfrm>
              <a:prstGeom prst="rect">
                <a:avLst/>
              </a:prstGeom>
              <a:blipFill>
                <a:blip r:embed="rId3"/>
                <a:stretch>
                  <a:fillRect l="-12500" r="-8333" b="-137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20B292-3345-C0AE-E5E6-AECC90D9FA05}"/>
                  </a:ext>
                </a:extLst>
              </p:cNvPr>
              <p:cNvSpPr txBox="1"/>
              <p:nvPr/>
            </p:nvSpPr>
            <p:spPr>
              <a:xfrm>
                <a:off x="5072476" y="2672084"/>
                <a:ext cx="19537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b="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20B292-3345-C0AE-E5E6-AECC90D9F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476" y="2672084"/>
                <a:ext cx="1953740" cy="276999"/>
              </a:xfrm>
              <a:prstGeom prst="rect">
                <a:avLst/>
              </a:prstGeom>
              <a:blipFill>
                <a:blip r:embed="rId4"/>
                <a:stretch>
                  <a:fillRect l="-2492" t="-2174" r="-4050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81A3720-487B-0A24-885D-B8871C66F8B4}"/>
              </a:ext>
            </a:extLst>
          </p:cNvPr>
          <p:cNvSpPr txBox="1"/>
          <p:nvPr/>
        </p:nvSpPr>
        <p:spPr>
          <a:xfrm>
            <a:off x="3602791" y="5820050"/>
            <a:ext cx="5762565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Then, which trajectory should we sample from?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0C53577-B78F-4303-BD55-69B76AA0CCB1}"/>
              </a:ext>
            </a:extLst>
          </p:cNvPr>
          <p:cNvGrpSpPr/>
          <p:nvPr/>
        </p:nvGrpSpPr>
        <p:grpSpPr>
          <a:xfrm>
            <a:off x="686903" y="3531162"/>
            <a:ext cx="10335275" cy="2127853"/>
            <a:chOff x="686903" y="3531162"/>
            <a:chExt cx="10335275" cy="212785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AF69A74-733E-3CD2-2B8B-EBC603E740C2}"/>
                </a:ext>
              </a:extLst>
            </p:cNvPr>
            <p:cNvSpPr txBox="1"/>
            <p:nvPr/>
          </p:nvSpPr>
          <p:spPr>
            <a:xfrm>
              <a:off x="686903" y="3531162"/>
              <a:ext cx="5680767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Loss term only depends on the </a:t>
              </a:r>
              <a:r>
                <a:rPr lang="en-US" altLang="ko-KR" sz="16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marginal</a:t>
              </a: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not the </a:t>
              </a:r>
              <a:r>
                <a:rPr lang="en-US" altLang="ko-KR" sz="16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joint</a:t>
              </a:r>
              <a:endParaRPr lang="ko-KR" altLang="en-US" sz="16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46EF0B8-B971-5964-D999-3F2E71735FBC}"/>
                    </a:ext>
                  </a:extLst>
                </p:cNvPr>
                <p:cNvSpPr txBox="1"/>
                <p:nvPr/>
              </p:nvSpPr>
              <p:spPr>
                <a:xfrm>
                  <a:off x="810014" y="4451795"/>
                  <a:ext cx="18359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:r>
                    <a:rPr lang="en-US" altLang="ko-KR" b="0" dirty="0">
                      <a:solidFill>
                        <a:schemeClr val="tx1"/>
                      </a:solidFill>
                    </a:rPr>
                    <a:t>Marginal:  </a:t>
                  </a:r>
                  <a14:m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ko-KR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46EF0B8-B971-5964-D999-3F2E71735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014" y="4451795"/>
                  <a:ext cx="183595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7973" t="-28261" r="-5316" b="-5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5ECEA87-385E-36A9-A3C5-4E08909CD72D}"/>
                    </a:ext>
                  </a:extLst>
                </p:cNvPr>
                <p:cNvSpPr txBox="1"/>
                <p:nvPr/>
              </p:nvSpPr>
              <p:spPr>
                <a:xfrm>
                  <a:off x="1190146" y="4918209"/>
                  <a:ext cx="158639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:r>
                    <a:rPr lang="en-US" altLang="ko-KR" b="0" dirty="0">
                      <a:solidFill>
                        <a:schemeClr val="tx1"/>
                      </a:solidFill>
                    </a:rPr>
                    <a:t>Joint:  </a:t>
                  </a:r>
                  <a14:m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ko-KR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5ECEA87-385E-36A9-A3C5-4E08909CD7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0146" y="4918209"/>
                  <a:ext cx="158639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8846" t="-28889" r="-6538" b="-511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D7D786C-DA02-4D2F-6153-56A79CF7AE60}"/>
                </a:ext>
              </a:extLst>
            </p:cNvPr>
            <p:cNvCxnSpPr/>
            <p:nvPr/>
          </p:nvCxnSpPr>
          <p:spPr>
            <a:xfrm>
              <a:off x="3005689" y="4391938"/>
              <a:ext cx="0" cy="1003148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C45FB1-B86D-8035-7378-7DCC7330D060}"/>
                </a:ext>
              </a:extLst>
            </p:cNvPr>
            <p:cNvSpPr txBox="1"/>
            <p:nvPr/>
          </p:nvSpPr>
          <p:spPr>
            <a:xfrm>
              <a:off x="3602791" y="4253574"/>
              <a:ext cx="7419387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There exists many different inference trajectories that share the same marginal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478D9820-C3E0-F7DC-2BA6-483AE9B4B75A}"/>
                </a:ext>
              </a:extLst>
            </p:cNvPr>
            <p:cNvGrpSpPr/>
            <p:nvPr/>
          </p:nvGrpSpPr>
          <p:grpSpPr>
            <a:xfrm>
              <a:off x="4971077" y="4655867"/>
              <a:ext cx="4903034" cy="1003148"/>
              <a:chOff x="4971077" y="4655867"/>
              <a:chExt cx="4903034" cy="100314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BA1D62B-1C20-BBBE-38EB-D35CBE90A92E}"/>
                  </a:ext>
                </a:extLst>
              </p:cNvPr>
              <p:cNvSpPr/>
              <p:nvPr/>
            </p:nvSpPr>
            <p:spPr>
              <a:xfrm>
                <a:off x="4971077" y="4655867"/>
                <a:ext cx="4903034" cy="1003148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3B0BF249-A915-0891-83CF-BF3A0C83DB1F}"/>
                  </a:ext>
                </a:extLst>
              </p:cNvPr>
              <p:cNvSpPr/>
              <p:nvPr/>
            </p:nvSpPr>
            <p:spPr>
              <a:xfrm>
                <a:off x="5324476" y="5057974"/>
                <a:ext cx="247650" cy="24765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32A60607-9206-1854-E845-F90B7C13C0A6}"/>
                  </a:ext>
                </a:extLst>
              </p:cNvPr>
              <p:cNvSpPr/>
              <p:nvPr/>
            </p:nvSpPr>
            <p:spPr>
              <a:xfrm>
                <a:off x="9241531" y="5046686"/>
                <a:ext cx="247650" cy="24765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5EA6C3-3D30-683D-2224-67AA5872CB59}"/>
                  </a:ext>
                </a:extLst>
              </p:cNvPr>
              <p:cNvSpPr txBox="1"/>
              <p:nvPr/>
            </p:nvSpPr>
            <p:spPr>
              <a:xfrm>
                <a:off x="5305426" y="4689796"/>
                <a:ext cx="409571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US" altLang="ko-KR" dirty="0" err="1">
                    <a:solidFill>
                      <a:schemeClr val="bg2"/>
                    </a:solidFill>
                  </a:rPr>
                  <a:t>src</a:t>
                </a:r>
                <a:endParaRPr lang="ko-KR" altLang="en-US" dirty="0" err="1">
                  <a:solidFill>
                    <a:schemeClr val="bg2"/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9E6CFCE-DAD1-792A-C598-6E5876DA8778}"/>
                  </a:ext>
                </a:extLst>
              </p:cNvPr>
              <p:cNvSpPr txBox="1"/>
              <p:nvPr/>
            </p:nvSpPr>
            <p:spPr>
              <a:xfrm>
                <a:off x="9224470" y="4699850"/>
                <a:ext cx="409571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US" altLang="ko-KR" dirty="0" err="1">
                    <a:solidFill>
                      <a:schemeClr val="bg2"/>
                    </a:solidFill>
                  </a:rPr>
                  <a:t>tgt</a:t>
                </a:r>
                <a:endParaRPr lang="ko-KR" altLang="en-US" dirty="0" err="1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24CF61C6-8EAA-EB2B-18E1-FDA1670C6265}"/>
                  </a:ext>
                </a:extLst>
              </p:cNvPr>
              <p:cNvCxnSpPr/>
              <p:nvPr/>
            </p:nvCxnSpPr>
            <p:spPr>
              <a:xfrm flipV="1">
                <a:off x="5714997" y="5032011"/>
                <a:ext cx="104837" cy="12543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5" name="직선 화살표 연결선 24">
                <a:extLst>
                  <a:ext uri="{FF2B5EF4-FFF2-40B4-BE49-F238E27FC236}">
                    <a16:creationId xmlns:a16="http://schemas.microsoft.com/office/drawing/2014/main" id="{C5FE3188-ACDD-31A4-2DA7-A86D84E794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70454" y="4975986"/>
                <a:ext cx="178892" cy="560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C36A76C5-9B9D-2EA9-C5DF-259C28B029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7425" y="4998889"/>
                <a:ext cx="212725" cy="3312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9" name="직선 화살표 연결선 28">
                <a:extLst>
                  <a:ext uri="{FF2B5EF4-FFF2-40B4-BE49-F238E27FC236}">
                    <a16:creationId xmlns:a16="http://schemas.microsoft.com/office/drawing/2014/main" id="{C9BC43F8-AC05-20F8-514F-FB5469E9BD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03963" y="4975986"/>
                <a:ext cx="211200" cy="600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E63D8C70-4E21-3F19-A65D-267360CD6D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29598" y="4929853"/>
                <a:ext cx="211200" cy="600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FB1AE63D-F273-79EA-E36F-6A63B03172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0798" y="4884516"/>
                <a:ext cx="211200" cy="600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DD25A9B6-2758-6470-3035-A82560B8BA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9259" y="4904309"/>
                <a:ext cx="194620" cy="1648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1885701E-B4C8-6C2D-B526-8D26FF6C2D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11659" y="5032011"/>
                <a:ext cx="216876" cy="246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F243E398-EA48-7E1F-34A7-E719CB1267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3582" y="4981325"/>
                <a:ext cx="216876" cy="246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0BA5DCC2-B2B9-9493-2E16-AE05902F6C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8712" y="4974842"/>
                <a:ext cx="197887" cy="571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00486BA2-8B43-DF91-EFD1-38ABFF1CAD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75147" y="4944590"/>
                <a:ext cx="132339" cy="721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ACA6CD2F-933B-F48F-38AC-D422A0D3B6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7486" y="4965903"/>
                <a:ext cx="215519" cy="329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D215B199-068D-87B1-47BB-134BE5CBD6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52283" y="4944590"/>
                <a:ext cx="198176" cy="542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C382533B-16CA-5806-B35E-A58B8F0BF9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9737" y="4941702"/>
                <a:ext cx="232013" cy="300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B362232A-42A3-A175-D982-0A595C0203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40610" y="4974842"/>
                <a:ext cx="232013" cy="300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4C337397-9AB9-023F-752A-DF15A6F0D7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96801" y="5006480"/>
                <a:ext cx="232013" cy="300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0" name="직선 화살표 연결선 49">
                <a:extLst>
                  <a:ext uri="{FF2B5EF4-FFF2-40B4-BE49-F238E27FC236}">
                    <a16:creationId xmlns:a16="http://schemas.microsoft.com/office/drawing/2014/main" id="{E7E379CC-4E5A-9348-6F03-30B975D777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7242" y="5203829"/>
                <a:ext cx="436566" cy="682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화살표 연결선 51">
                <a:extLst>
                  <a:ext uri="{FF2B5EF4-FFF2-40B4-BE49-F238E27FC236}">
                    <a16:creationId xmlns:a16="http://schemas.microsoft.com/office/drawing/2014/main" id="{02A7FAAA-E7F3-CAC2-08D4-3F7D41CE84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73787" y="5203829"/>
                <a:ext cx="567011" cy="751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화살표 연결선 53">
                <a:extLst>
                  <a:ext uri="{FF2B5EF4-FFF2-40B4-BE49-F238E27FC236}">
                    <a16:creationId xmlns:a16="http://schemas.microsoft.com/office/drawing/2014/main" id="{30AAB553-A5ED-27AF-D627-483BA81B3A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8623" y="5246853"/>
                <a:ext cx="643971" cy="1353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AB66ACC6-44E4-622E-2320-9434523FE5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42020" y="5305414"/>
                <a:ext cx="884347" cy="798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화살표 연결선 57">
                <a:extLst>
                  <a:ext uri="{FF2B5EF4-FFF2-40B4-BE49-F238E27FC236}">
                    <a16:creationId xmlns:a16="http://schemas.microsoft.com/office/drawing/2014/main" id="{8DC09249-091B-255F-DFDC-50290B9AD8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4197" y="5290714"/>
                <a:ext cx="822114" cy="360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연결선: 구부러짐 70">
                <a:extLst>
                  <a:ext uri="{FF2B5EF4-FFF2-40B4-BE49-F238E27FC236}">
                    <a16:creationId xmlns:a16="http://schemas.microsoft.com/office/drawing/2014/main" id="{205D8B69-468F-DB3A-84E2-7D8A973CC77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452667" y="3643715"/>
                <a:ext cx="11288" cy="3456000"/>
              </a:xfrm>
              <a:prstGeom prst="curvedConnector3">
                <a:avLst>
                  <a:gd name="adj1" fmla="val -2025159"/>
                </a:avLst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4" name="직선 화살표 연결선 73">
                <a:extLst>
                  <a:ext uri="{FF2B5EF4-FFF2-40B4-BE49-F238E27FC236}">
                    <a16:creationId xmlns:a16="http://schemas.microsoft.com/office/drawing/2014/main" id="{9205B25A-FEB2-4679-956B-0DEFA28A0995}"/>
                  </a:ext>
                </a:extLst>
              </p:cNvPr>
              <p:cNvCxnSpPr/>
              <p:nvPr/>
            </p:nvCxnSpPr>
            <p:spPr>
              <a:xfrm>
                <a:off x="5707242" y="5181799"/>
                <a:ext cx="34215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3607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C14CD-181B-FABD-1402-E91B7D26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1E129A-9BE6-667F-22EB-ED65F14F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9DE9C5-432F-B5BE-D4C9-AA6C3E92101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DDIM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DBD56975-D82C-48A7-7DF9-08DD87AB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Non-Markovian Forward Process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4DD7F88-6634-88E9-FDEA-0E7D7837C0C7}"/>
              </a:ext>
            </a:extLst>
          </p:cNvPr>
          <p:cNvGrpSpPr/>
          <p:nvPr/>
        </p:nvGrpSpPr>
        <p:grpSpPr>
          <a:xfrm>
            <a:off x="762000" y="3220747"/>
            <a:ext cx="6619461" cy="417925"/>
            <a:chOff x="762000" y="3220747"/>
            <a:chExt cx="6619461" cy="41792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637CD3D-FE99-6F04-B6E8-A85B9034ABAB}"/>
                </a:ext>
              </a:extLst>
            </p:cNvPr>
            <p:cNvSpPr txBox="1"/>
            <p:nvPr/>
          </p:nvSpPr>
          <p:spPr>
            <a:xfrm>
              <a:off x="762000" y="3239979"/>
              <a:ext cx="6619461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Marginal: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 Placeholder 2">
                  <a:extLst>
                    <a:ext uri="{FF2B5EF4-FFF2-40B4-BE49-F238E27FC236}">
                      <a16:creationId xmlns:a16="http://schemas.microsoft.com/office/drawing/2014/main" id="{B4E3D2AA-0A11-DB3E-B623-FE2C8A96E48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06443" y="3220747"/>
                  <a:ext cx="4370059" cy="417925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rial" panose="020B0604020202020204" pitchFamily="34" charset="0"/>
                    <a:buChar char="•"/>
                    <a:defRPr sz="2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1pPr>
                  <a:lvl2pPr marL="5143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2pPr>
                  <a:lvl3pPr marL="8572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–"/>
                    <a:defRPr sz="20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3pPr>
                  <a:lvl4pPr marL="103028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4pPr>
                  <a:lvl5pPr marL="120173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5pPr>
                  <a:lvl6pPr marL="25146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rad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b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KR" sz="1600" dirty="0"/>
                </a:p>
              </p:txBody>
            </p:sp>
          </mc:Choice>
          <mc:Fallback>
            <p:sp>
              <p:nvSpPr>
                <p:cNvPr id="9" name="Text Placeholder 2">
                  <a:extLst>
                    <a:ext uri="{FF2B5EF4-FFF2-40B4-BE49-F238E27FC236}">
                      <a16:creationId xmlns:a16="http://schemas.microsoft.com/office/drawing/2014/main" id="{B4E3D2AA-0A11-DB3E-B623-FE2C8A96E4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6443" y="3220747"/>
                  <a:ext cx="4370059" cy="417925"/>
                </a:xfrm>
                <a:prstGeom prst="rect">
                  <a:avLst/>
                </a:prstGeom>
                <a:blipFill>
                  <a:blip r:embed="rId2"/>
                  <a:stretch>
                    <a:fillRect t="-1159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D2468AE7-2390-004C-45AE-8F0DA8040489}"/>
              </a:ext>
            </a:extLst>
          </p:cNvPr>
          <p:cNvGrpSpPr/>
          <p:nvPr/>
        </p:nvGrpSpPr>
        <p:grpSpPr>
          <a:xfrm>
            <a:off x="762000" y="1770162"/>
            <a:ext cx="6619461" cy="1194570"/>
            <a:chOff x="762000" y="1770162"/>
            <a:chExt cx="6619461" cy="119457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75A94CC-F8BD-4B2E-B826-FC1CF77E3FD9}"/>
                    </a:ext>
                  </a:extLst>
                </p:cNvPr>
                <p:cNvSpPr txBox="1"/>
                <p:nvPr/>
              </p:nvSpPr>
              <p:spPr>
                <a:xfrm>
                  <a:off x="1269859" y="2185864"/>
                  <a:ext cx="4428520" cy="77886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1: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sub>
                        </m:s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nary>
                          <m:naryPr>
                            <m:chr m:val="∏"/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=2</m:t>
                            </m:r>
                          </m:sub>
                          <m:sup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oMath>
                    </m:oMathPara>
                  </a14:m>
                  <a:endParaRPr lang="en-US" altLang="ko-KR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75A94CC-F8BD-4B2E-B826-FC1CF77E3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9859" y="2185864"/>
                  <a:ext cx="4428520" cy="7788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41F2FD5-92BB-43D9-32C7-5B77D89DDB6E}"/>
                    </a:ext>
                  </a:extLst>
                </p:cNvPr>
                <p:cNvSpPr txBox="1"/>
                <p:nvPr/>
              </p:nvSpPr>
              <p:spPr>
                <a:xfrm>
                  <a:off x="762000" y="1770162"/>
                  <a:ext cx="6619461" cy="338554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Assume there exists a family </a:t>
                  </a:r>
                  <a14:m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𝑄</m:t>
                      </m:r>
                    </m:oMath>
                  </a14:m>
                  <a:r>
                    <a:rPr lang="ko-KR" altLang="en-US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 </a:t>
                  </a:r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of inference distributions</a:t>
                  </a:r>
                  <a:endParaRPr lang="ko-KR" altLang="en-US" sz="16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41F2FD5-92BB-43D9-32C7-5B77D89DDB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1770162"/>
                  <a:ext cx="6619461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750" t="-5357" b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2E3D521-3A6F-89F7-D5F9-9159E3A91162}"/>
              </a:ext>
            </a:extLst>
          </p:cNvPr>
          <p:cNvGrpSpPr/>
          <p:nvPr/>
        </p:nvGrpSpPr>
        <p:grpSpPr>
          <a:xfrm>
            <a:off x="762000" y="3680123"/>
            <a:ext cx="8575261" cy="1124522"/>
            <a:chOff x="762000" y="3680123"/>
            <a:chExt cx="8575261" cy="112452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 Placeholder 2">
                  <a:extLst>
                    <a:ext uri="{FF2B5EF4-FFF2-40B4-BE49-F238E27FC236}">
                      <a16:creationId xmlns:a16="http://schemas.microsoft.com/office/drawing/2014/main" id="{3A33B0BA-639B-6993-B9EE-192F7E650C0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467559" y="3680123"/>
                  <a:ext cx="6461641" cy="838562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rial" panose="020B0604020202020204" pitchFamily="34" charset="0"/>
                    <a:buChar char="•"/>
                    <a:defRPr sz="2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1pPr>
                  <a:lvl2pPr marL="5143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2pPr>
                  <a:lvl3pPr marL="8572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–"/>
                    <a:defRPr sz="20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3pPr>
                  <a:lvl4pPr marL="103028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4pPr>
                  <a:lvl5pPr marL="120173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5pPr>
                  <a:lvl6pPr marL="25146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rad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altLang="ko-KR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Sup>
                              <m:sSubSup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  <m:sup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KR" sz="1600" dirty="0"/>
                </a:p>
              </p:txBody>
            </p:sp>
          </mc:Choice>
          <mc:Fallback>
            <p:sp>
              <p:nvSpPr>
                <p:cNvPr id="8" name="Text Placeholder 2">
                  <a:extLst>
                    <a:ext uri="{FF2B5EF4-FFF2-40B4-BE49-F238E27FC236}">
                      <a16:creationId xmlns:a16="http://schemas.microsoft.com/office/drawing/2014/main" id="{3A33B0BA-639B-6993-B9EE-192F7E650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7559" y="3680123"/>
                  <a:ext cx="6461641" cy="83856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775BCC-6221-BA3B-6434-7DC72A0844E2}"/>
                </a:ext>
              </a:extLst>
            </p:cNvPr>
            <p:cNvSpPr txBox="1"/>
            <p:nvPr/>
          </p:nvSpPr>
          <p:spPr>
            <a:xfrm>
              <a:off x="762000" y="3853035"/>
              <a:ext cx="1705559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Let posterior: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D52E7D-FCAA-9890-CCF6-77EEB44C97FE}"/>
                </a:ext>
              </a:extLst>
            </p:cNvPr>
            <p:cNvSpPr txBox="1"/>
            <p:nvPr/>
          </p:nvSpPr>
          <p:spPr>
            <a:xfrm>
              <a:off x="2717800" y="4466091"/>
              <a:ext cx="6619461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This leads to the above marginal (proof with induction)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84D0AB8-68FD-1477-2BDE-5B1670C7D1A8}"/>
                </a:ext>
              </a:extLst>
            </p:cNvPr>
            <p:cNvCxnSpPr/>
            <p:nvPr/>
          </p:nvCxnSpPr>
          <p:spPr>
            <a:xfrm>
              <a:off x="2597150" y="4394200"/>
              <a:ext cx="5873750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37B9A53-CF06-38D5-ABB1-5309FAD61E77}"/>
              </a:ext>
            </a:extLst>
          </p:cNvPr>
          <p:cNvGrpSpPr/>
          <p:nvPr/>
        </p:nvGrpSpPr>
        <p:grpSpPr>
          <a:xfrm>
            <a:off x="787243" y="5108278"/>
            <a:ext cx="7974863" cy="929862"/>
            <a:chOff x="787243" y="5108278"/>
            <a:chExt cx="7974863" cy="9298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B044A6-02DF-F7A0-3F52-DCD59ED58654}"/>
                </a:ext>
              </a:extLst>
            </p:cNvPr>
            <p:cNvSpPr txBox="1"/>
            <p:nvPr/>
          </p:nvSpPr>
          <p:spPr>
            <a:xfrm>
              <a:off x="787243" y="5180169"/>
              <a:ext cx="6619461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Forward process: 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 Placeholder 2">
                  <a:extLst>
                    <a:ext uri="{FF2B5EF4-FFF2-40B4-BE49-F238E27FC236}">
                      <a16:creationId xmlns:a16="http://schemas.microsoft.com/office/drawing/2014/main" id="{8C22C6B8-F551-29CE-8CEE-2C182DFA26F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841054" y="5108278"/>
                  <a:ext cx="4540407" cy="481977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rial" panose="020B0604020202020204" pitchFamily="34" charset="0"/>
                    <a:buChar char="•"/>
                    <a:defRPr sz="2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1pPr>
                  <a:lvl2pPr marL="5143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2pPr>
                  <a:lvl3pPr marL="8572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–"/>
                    <a:defRPr sz="20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3pPr>
                  <a:lvl4pPr marL="103028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4pPr>
                  <a:lvl5pPr marL="120173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5pPr>
                  <a:lvl6pPr marL="25146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lang="en-US" sz="1600" dirty="0"/>
                    <a:t> </a:t>
                  </a:r>
                  <a:endParaRPr lang="en-KR" sz="1600" dirty="0"/>
                </a:p>
              </p:txBody>
            </p:sp>
          </mc:Choice>
          <mc:Fallback>
            <p:sp>
              <p:nvSpPr>
                <p:cNvPr id="19" name="Text Placeholder 2">
                  <a:extLst>
                    <a:ext uri="{FF2B5EF4-FFF2-40B4-BE49-F238E27FC236}">
                      <a16:creationId xmlns:a16="http://schemas.microsoft.com/office/drawing/2014/main" id="{8C22C6B8-F551-29CE-8CEE-2C182DFA26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1054" y="5108278"/>
                  <a:ext cx="4540407" cy="4819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90E3B90-2247-70C1-2F53-F78EAD2CFC9E}"/>
                    </a:ext>
                  </a:extLst>
                </p:cNvPr>
                <p:cNvSpPr txBox="1"/>
                <p:nvPr/>
              </p:nvSpPr>
              <p:spPr>
                <a:xfrm>
                  <a:off x="2999541" y="5699586"/>
                  <a:ext cx="5762565" cy="338554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-&gt; This is non-</a:t>
                  </a:r>
                  <a:r>
                    <a:rPr lang="en-US" altLang="ko-KR" sz="1600" dirty="0" err="1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markovian</a:t>
                  </a:r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 since it depends on both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𝑡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−1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,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0</m:t>
                          </m:r>
                        </m:sub>
                      </m:sSub>
                    </m:oMath>
                  </a14:m>
                  <a:endParaRPr lang="ko-KR" altLang="en-US" sz="16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90E3B90-2247-70C1-2F53-F78EAD2CF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9541" y="5699586"/>
                  <a:ext cx="5762565" cy="338554"/>
                </a:xfrm>
                <a:prstGeom prst="rect">
                  <a:avLst/>
                </a:prstGeom>
                <a:blipFill>
                  <a:blip r:embed="rId7"/>
                  <a:stretch>
                    <a:fillRect l="-2116" t="-5357" b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EA76BF8-A05C-51C0-B764-4B660E9098AB}"/>
              </a:ext>
            </a:extLst>
          </p:cNvPr>
          <p:cNvGrpSpPr/>
          <p:nvPr/>
        </p:nvGrpSpPr>
        <p:grpSpPr>
          <a:xfrm>
            <a:off x="8929004" y="738936"/>
            <a:ext cx="2143398" cy="1024714"/>
            <a:chOff x="9185002" y="1617762"/>
            <a:chExt cx="2143398" cy="10247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CE1F076-CCDA-6215-D355-DABE17F886CF}"/>
                    </a:ext>
                  </a:extLst>
                </p:cNvPr>
                <p:cNvSpPr txBox="1"/>
                <p:nvPr/>
              </p:nvSpPr>
              <p:spPr>
                <a:xfrm>
                  <a:off x="9185002" y="2011406"/>
                  <a:ext cx="1737139" cy="631070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≔ 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rad>
                          <m:radPr>
                            <m:degHide m:val="on"/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KR" sz="1600" dirty="0" err="1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CE1F076-CCDA-6215-D355-DABE17F88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5002" y="2011406"/>
                  <a:ext cx="1737139" cy="631070"/>
                </a:xfrm>
                <a:prstGeom prst="rect">
                  <a:avLst/>
                </a:prstGeom>
                <a:blipFill>
                  <a:blip r:embed="rId8"/>
                  <a:stretch>
                    <a:fillRect l="-4211" r="-41754" b="-388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49EA821-F3F0-FB09-A74D-5F4A963EC3E4}"/>
                </a:ext>
              </a:extLst>
            </p:cNvPr>
            <p:cNvSpPr txBox="1"/>
            <p:nvPr/>
          </p:nvSpPr>
          <p:spPr>
            <a:xfrm>
              <a:off x="9648552" y="1617762"/>
              <a:ext cx="1679848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DDPM transition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3139B0D-3DAC-D564-85E2-B0387EAE3D50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Ref: Song et al., “Denoising Diffusion Implicit Models”, ICLR 2021.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7B59912-CA06-87C6-7F77-1011C8E9B72C}"/>
              </a:ext>
            </a:extLst>
          </p:cNvPr>
          <p:cNvSpPr/>
          <p:nvPr/>
        </p:nvSpPr>
        <p:spPr>
          <a:xfrm>
            <a:off x="8762106" y="620517"/>
            <a:ext cx="2743200" cy="142579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4432C1-A5A8-B6D2-5D5D-B64D197198CB}"/>
              </a:ext>
            </a:extLst>
          </p:cNvPr>
          <p:cNvSpPr/>
          <p:nvPr/>
        </p:nvSpPr>
        <p:spPr>
          <a:xfrm>
            <a:off x="8753623" y="2254334"/>
            <a:ext cx="2743200" cy="99417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2F7127-9E1A-52A7-268C-281124C69F39}"/>
              </a:ext>
            </a:extLst>
          </p:cNvPr>
          <p:cNvSpPr txBox="1"/>
          <p:nvPr/>
        </p:nvSpPr>
        <p:spPr>
          <a:xfrm>
            <a:off x="9682969" y="2304326"/>
            <a:ext cx="884507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Notation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E0CB11-C48F-2D91-7979-E262B6E07F27}"/>
                  </a:ext>
                </a:extLst>
              </p:cNvPr>
              <p:cNvSpPr txBox="1"/>
              <p:nvPr/>
            </p:nvSpPr>
            <p:spPr>
              <a:xfrm>
                <a:off x="8865865" y="2745904"/>
                <a:ext cx="2639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𝐷𝐷𝐼𝑀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𝐷𝐷𝑃𝑀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E0CB11-C48F-2D91-7979-E262B6E07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865" y="2745904"/>
                <a:ext cx="2639441" cy="276999"/>
              </a:xfrm>
              <a:prstGeom prst="rect">
                <a:avLst/>
              </a:prstGeom>
              <a:blipFill>
                <a:blip r:embed="rId9"/>
                <a:stretch>
                  <a:fillRect l="-924" b="-13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21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8B4C7-1B5C-B48C-6762-0626F264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F38DE5-7A49-C090-1001-8F087692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3F99DC-8F55-2DB7-C811-601216FADE2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DDIM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8CF7CDBF-6BDB-A3F4-EE4A-CA163765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Generative Process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04B30-FFA3-2167-F28F-7B98A8A6F551}"/>
              </a:ext>
            </a:extLst>
          </p:cNvPr>
          <p:cNvSpPr txBox="1"/>
          <p:nvPr/>
        </p:nvSpPr>
        <p:spPr>
          <a:xfrm>
            <a:off x="735496" y="1617762"/>
            <a:ext cx="661946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Then, what should the generative process be?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6D8A824-24BE-C944-130A-61D5E120C448}"/>
              </a:ext>
            </a:extLst>
          </p:cNvPr>
          <p:cNvGrpSpPr/>
          <p:nvPr/>
        </p:nvGrpSpPr>
        <p:grpSpPr>
          <a:xfrm>
            <a:off x="1027044" y="2030227"/>
            <a:ext cx="7451582" cy="838562"/>
            <a:chOff x="1027044" y="2030227"/>
            <a:chExt cx="7451582" cy="83856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 Placeholder 2">
                  <a:extLst>
                    <a:ext uri="{FF2B5EF4-FFF2-40B4-BE49-F238E27FC236}">
                      <a16:creationId xmlns:a16="http://schemas.microsoft.com/office/drawing/2014/main" id="{B173FCE0-1B67-5D29-1876-335BFE58161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16985" y="2030227"/>
                  <a:ext cx="6461641" cy="838562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rial" panose="020B0604020202020204" pitchFamily="34" charset="0"/>
                    <a:buChar char="•"/>
                    <a:defRPr sz="2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1pPr>
                  <a:lvl2pPr marL="5143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2pPr>
                  <a:lvl3pPr marL="8572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–"/>
                    <a:defRPr sz="20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3pPr>
                  <a:lvl4pPr marL="103028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4pPr>
                  <a:lvl5pPr marL="120173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5pPr>
                  <a:lvl6pPr marL="25146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rad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altLang="ko-KR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Sup>
                              <m:sSubSup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  <m:sup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KR" sz="1600" dirty="0"/>
                </a:p>
              </p:txBody>
            </p:sp>
          </mc:Choice>
          <mc:Fallback>
            <p:sp>
              <p:nvSpPr>
                <p:cNvPr id="4" name="Text Placeholder 2">
                  <a:extLst>
                    <a:ext uri="{FF2B5EF4-FFF2-40B4-BE49-F238E27FC236}">
                      <a16:creationId xmlns:a16="http://schemas.microsoft.com/office/drawing/2014/main" id="{B173FCE0-1B67-5D29-1876-335BFE581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6985" y="2030227"/>
                  <a:ext cx="6461641" cy="83856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A6B0E6-A836-9DFC-7073-92D1B481E1F7}"/>
                </a:ext>
              </a:extLst>
            </p:cNvPr>
            <p:cNvSpPr txBox="1"/>
            <p:nvPr/>
          </p:nvSpPr>
          <p:spPr>
            <a:xfrm>
              <a:off x="1027044" y="2198057"/>
              <a:ext cx="1705559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Posterior: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769F3F-8DF4-57C6-0A51-C5CFC5C8D148}"/>
                  </a:ext>
                </a:extLst>
              </p:cNvPr>
              <p:cNvSpPr txBox="1"/>
              <p:nvPr/>
            </p:nvSpPr>
            <p:spPr>
              <a:xfrm>
                <a:off x="735496" y="2992881"/>
                <a:ext cx="6619461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 </m:t>
                    </m:r>
                  </m:oMath>
                </a14:m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is known, first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sz="16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769F3F-8DF4-57C6-0A51-C5CFC5C8D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96" y="2992881"/>
                <a:ext cx="6619461" cy="338554"/>
              </a:xfrm>
              <a:prstGeom prst="rect">
                <a:avLst/>
              </a:prstGeom>
              <a:blipFill>
                <a:blip r:embed="rId3"/>
                <a:stretch>
                  <a:fillRect l="-1750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8141D374-89EA-F494-1796-9F63790BB5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7037" y="3449084"/>
                <a:ext cx="5754911" cy="41792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𝑃𝑟𝑒𝑑𝑖𝑐𝑡𝑒𝑑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≔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≔(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ad>
                        <m:radPr>
                          <m:deg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)/</m:t>
                      </m:r>
                      <m:rad>
                        <m:radPr>
                          <m:deg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KR" sz="1600" dirty="0"/>
              </a:p>
            </p:txBody>
          </p:sp>
        </mc:Choice>
        <mc:Fallback xmlns="">
          <p:sp>
            <p:nvSpPr>
              <p:cNvPr id="8" name="Text Placeholder 2">
                <a:extLst>
                  <a:ext uri="{FF2B5EF4-FFF2-40B4-BE49-F238E27FC236}">
                    <a16:creationId xmlns:a16="http://schemas.microsoft.com/office/drawing/2014/main" id="{8141D374-89EA-F494-1796-9F63790BB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037" y="3449084"/>
                <a:ext cx="5754911" cy="417925"/>
              </a:xfrm>
              <a:prstGeom prst="rect">
                <a:avLst/>
              </a:prstGeom>
              <a:blipFill>
                <a:blip r:embed="rId4"/>
                <a:stretch>
                  <a:fillRect t="-44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90CF2235-3A27-3FA7-5F7C-AD0D1992D3C6}"/>
              </a:ext>
            </a:extLst>
          </p:cNvPr>
          <p:cNvGrpSpPr/>
          <p:nvPr/>
        </p:nvGrpSpPr>
        <p:grpSpPr>
          <a:xfrm>
            <a:off x="8929200" y="2992881"/>
            <a:ext cx="2743200" cy="1146620"/>
            <a:chOff x="8929200" y="2992881"/>
            <a:chExt cx="2743200" cy="114662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EEE033E-E53F-4349-95B5-5F3243558079}"/>
                </a:ext>
              </a:extLst>
            </p:cNvPr>
            <p:cNvSpPr/>
            <p:nvPr/>
          </p:nvSpPr>
          <p:spPr>
            <a:xfrm>
              <a:off x="8929200" y="2992881"/>
              <a:ext cx="2743200" cy="114662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82FA74-8446-D0EA-D21E-9C4622F6D99C}"/>
                </a:ext>
              </a:extLst>
            </p:cNvPr>
            <p:cNvSpPr txBox="1"/>
            <p:nvPr/>
          </p:nvSpPr>
          <p:spPr>
            <a:xfrm>
              <a:off x="9978846" y="3058677"/>
              <a:ext cx="643907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Recall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0D02E8F-9844-5B32-909B-F073BDBBCF5A}"/>
                    </a:ext>
                  </a:extLst>
                </p:cNvPr>
                <p:cNvSpPr txBox="1"/>
                <p:nvPr/>
              </p:nvSpPr>
              <p:spPr>
                <a:xfrm>
                  <a:off x="9051261" y="3573176"/>
                  <a:ext cx="2531139" cy="3904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6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rad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KR" sz="16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0D02E8F-9844-5B32-909B-F073BDBBC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1261" y="3573176"/>
                  <a:ext cx="2531139" cy="39049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6088C8-10BB-42D7-8A3E-7398684B6FC5}"/>
                  </a:ext>
                </a:extLst>
              </p:cNvPr>
              <p:cNvSpPr txBox="1"/>
              <p:nvPr/>
            </p:nvSpPr>
            <p:spPr>
              <a:xfrm>
                <a:off x="770361" y="4139501"/>
                <a:ext cx="6619461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Generative process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𝑁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 (0,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𝐼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)</m:t>
                    </m:r>
                  </m:oMath>
                </a14:m>
                <a:endParaRPr lang="ko-KR" altLang="en-US" sz="16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6088C8-10BB-42D7-8A3E-7398684B6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61" y="4139501"/>
                <a:ext cx="6619461" cy="338554"/>
              </a:xfrm>
              <a:prstGeom prst="rect">
                <a:avLst/>
              </a:prstGeom>
              <a:blipFill>
                <a:blip r:embed="rId6"/>
                <a:stretch>
                  <a:fillRect l="-1750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6F3500-E2E8-013F-48FA-9F07D0421175}"/>
                  </a:ext>
                </a:extLst>
              </p:cNvPr>
              <p:cNvSpPr txBox="1"/>
              <p:nvPr/>
            </p:nvSpPr>
            <p:spPr>
              <a:xfrm>
                <a:off x="848047" y="4675075"/>
                <a:ext cx="5518247" cy="731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eqArr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𝑁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𝐼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        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𝑖𝑓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 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=1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𝜎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𝑡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)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     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6F3500-E2E8-013F-48FA-9F07D0421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047" y="4675075"/>
                <a:ext cx="5518247" cy="7318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72A48007-C6B0-8378-4A59-AFB2B8A9282C}"/>
              </a:ext>
            </a:extLst>
          </p:cNvPr>
          <p:cNvGrpSpPr/>
          <p:nvPr/>
        </p:nvGrpSpPr>
        <p:grpSpPr>
          <a:xfrm>
            <a:off x="770361" y="5605045"/>
            <a:ext cx="11096961" cy="357534"/>
            <a:chOff x="770361" y="5605045"/>
            <a:chExt cx="11096961" cy="35753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DEFA54F-5F1A-926B-B119-DD70A365DD04}"/>
                    </a:ext>
                  </a:extLst>
                </p:cNvPr>
                <p:cNvSpPr txBox="1"/>
                <p:nvPr/>
              </p:nvSpPr>
              <p:spPr>
                <a:xfrm>
                  <a:off x="770361" y="5605045"/>
                  <a:ext cx="8969987" cy="357534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Training objective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𝐽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𝜎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ko-KR" altLang="en-US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 </a:t>
                  </a:r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is almost same as the one in DDPM simplified objective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𝑠𝑖𝑚𝑝𝑙𝑒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)</m:t>
                      </m:r>
                    </m:oMath>
                  </a14:m>
                  <a:endParaRPr lang="ko-KR" altLang="en-US" sz="16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DEFA54F-5F1A-926B-B119-DD70A365DD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361" y="5605045"/>
                  <a:ext cx="8969987" cy="357534"/>
                </a:xfrm>
                <a:prstGeom prst="rect">
                  <a:avLst/>
                </a:prstGeom>
                <a:blipFill>
                  <a:blip r:embed="rId8"/>
                  <a:stretch>
                    <a:fillRect l="-1291" t="-5085" b="-152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5B7303-D981-EDF1-7DD6-ED57AB4AEADC}"/>
                </a:ext>
              </a:extLst>
            </p:cNvPr>
            <p:cNvSpPr txBox="1"/>
            <p:nvPr/>
          </p:nvSpPr>
          <p:spPr>
            <a:xfrm>
              <a:off x="9488558" y="5619641"/>
              <a:ext cx="2378764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(For detailed proof, see the paper)</a:t>
              </a:r>
              <a:endPara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2614FD8-41E7-CF07-1B91-235822E562F0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Ref: Song et al., “Denoising Diffusion Implicit Models”, ICLR 2021.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63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713A-D7BF-ED72-AA8E-47C82D35C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059661-6FF4-600E-E8ED-AC601C1E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3F5BC1-F515-FF5B-E92C-287B5542A41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DDIM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EFE7205-B19D-BE20-03E9-5B8549FF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Denoising Diffusion Implicit Models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42D73DE-68FC-B280-881F-33C83666F568}"/>
              </a:ext>
            </a:extLst>
          </p:cNvPr>
          <p:cNvGrpSpPr/>
          <p:nvPr/>
        </p:nvGrpSpPr>
        <p:grpSpPr>
          <a:xfrm>
            <a:off x="1040296" y="1818730"/>
            <a:ext cx="7491341" cy="1440689"/>
            <a:chOff x="1040296" y="1818730"/>
            <a:chExt cx="7491341" cy="144068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 Placeholder 2">
                  <a:extLst>
                    <a:ext uri="{FF2B5EF4-FFF2-40B4-BE49-F238E27FC236}">
                      <a16:creationId xmlns:a16="http://schemas.microsoft.com/office/drawing/2014/main" id="{BFBF5D40-9977-8AE3-9785-FEA443B915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69996" y="1818730"/>
                  <a:ext cx="6461641" cy="838562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rial" panose="020B0604020202020204" pitchFamily="34" charset="0"/>
                    <a:buChar char="•"/>
                    <a:defRPr sz="2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1pPr>
                  <a:lvl2pPr marL="5143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2pPr>
                  <a:lvl3pPr marL="857250" indent="-22860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–"/>
                    <a:defRPr sz="20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3pPr>
                  <a:lvl4pPr marL="103028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4pPr>
                  <a:lvl5pPr marL="1201738" indent="-171450" algn="l" defTabSz="914400" rtl="0" eaLnBrk="1" latinLnBrk="1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rial" panose="020B0604020202020204" pitchFamily="34" charset="0"/>
                    <a:buChar char="•"/>
                    <a:defRPr sz="1800" kern="1200" baseline="0">
                      <a:solidFill>
                        <a:schemeClr val="tx2"/>
                      </a:solidFill>
                      <a:latin typeface="Pretendard Variable Medium" panose="02000003000000020004" pitchFamily="2" charset="-127"/>
                      <a:ea typeface="Pretendard Variable Medium" panose="02000003000000020004" pitchFamily="2" charset="-127"/>
                      <a:cs typeface="Pretendard Variable Medium" panose="02000003000000020004" pitchFamily="2" charset="-127"/>
                    </a:defRPr>
                  </a:lvl5pPr>
                  <a:lvl6pPr marL="25146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1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rad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ko-K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ko-KR" altLang="en-US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altLang="ko-KR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Sup>
                              <m:sSubSup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  <m:sup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</m:d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KR" sz="1600" dirty="0"/>
                </a:p>
              </p:txBody>
            </p:sp>
          </mc:Choice>
          <mc:Fallback>
            <p:sp>
              <p:nvSpPr>
                <p:cNvPr id="4" name="Text Placeholder 2">
                  <a:extLst>
                    <a:ext uri="{FF2B5EF4-FFF2-40B4-BE49-F238E27FC236}">
                      <a16:creationId xmlns:a16="http://schemas.microsoft.com/office/drawing/2014/main" id="{BFBF5D40-9977-8AE3-9785-FEA443B91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9996" y="1818730"/>
                  <a:ext cx="6461641" cy="83856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F330AF-310E-30CA-3A96-476047644635}"/>
                </a:ext>
              </a:extLst>
            </p:cNvPr>
            <p:cNvSpPr txBox="1"/>
            <p:nvPr/>
          </p:nvSpPr>
          <p:spPr>
            <a:xfrm>
              <a:off x="1166192" y="1984582"/>
              <a:ext cx="1705559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Posterior: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21A3350-2A3D-D53A-CC65-B47AB0026F0D}"/>
                </a:ext>
              </a:extLst>
            </p:cNvPr>
            <p:cNvGrpSpPr/>
            <p:nvPr/>
          </p:nvGrpSpPr>
          <p:grpSpPr>
            <a:xfrm>
              <a:off x="1040296" y="2617833"/>
              <a:ext cx="5526157" cy="641586"/>
              <a:chOff x="1080053" y="2756500"/>
              <a:chExt cx="5526157" cy="6415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0B4114EA-ADF6-B0E1-B320-35F26E23BE53}"/>
                      </a:ext>
                    </a:extLst>
                  </p:cNvPr>
                  <p:cNvSpPr txBox="1"/>
                  <p:nvPr/>
                </p:nvSpPr>
                <p:spPr>
                  <a:xfrm>
                    <a:off x="1772325" y="2756500"/>
                    <a:ext cx="4833885" cy="64158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𝑡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𝑁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Pretendard" panose="02000503000000020004" pitchFamily="50" charset="-127"/>
                                              <a:cs typeface="Pretendard" panose="02000503000000020004" pitchFamily="50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Pretendard" panose="02000503000000020004" pitchFamily="50" charset="-127"/>
                                              <a:cs typeface="Pretendard" panose="02000503000000020004" pitchFamily="50" charset="-127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Pretendard" panose="02000503000000020004" pitchFamily="50" charset="-127"/>
                                              <a:cs typeface="Pretendard" panose="02000503000000020004" pitchFamily="50" charset="-127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, </m:t>
                                  </m:r>
                                  <m:sSubSup>
                                    <m:sSub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𝐼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)        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𝑖𝑓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 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𝑡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=1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𝜎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𝑡</m:t>
                                      </m:r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Pretendard" panose="02000503000000020004" pitchFamily="50" charset="-127"/>
                                          <a:cs typeface="Pretendard" panose="02000503000000020004" pitchFamily="50" charset="-12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Pretendard" panose="02000503000000020004" pitchFamily="50" charset="-127"/>
                                              <a:cs typeface="Pretendard" panose="02000503000000020004" pitchFamily="50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Pretendard" panose="02000503000000020004" pitchFamily="50" charset="-127"/>
                                              <a:cs typeface="Pretendard" panose="02000503000000020004" pitchFamily="50" charset="-127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Pretendard" panose="02000503000000020004" pitchFamily="50" charset="-127"/>
                                              <a:cs typeface="Pretendard" panose="02000503000000020004" pitchFamily="50" charset="-127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)     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𝑜𝑡h𝑒𝑟𝑤𝑖𝑠𝑒</m:t>
                                  </m:r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ko-KR" altLang="en-US" sz="16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0B4114EA-ADF6-B0E1-B320-35F26E23BE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2325" y="2756500"/>
                    <a:ext cx="4833885" cy="64158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66A111-CE8F-3381-3428-8051207CA8D3}"/>
                  </a:ext>
                </a:extLst>
              </p:cNvPr>
              <p:cNvSpPr txBox="1"/>
              <p:nvPr/>
            </p:nvSpPr>
            <p:spPr>
              <a:xfrm>
                <a:off x="1080053" y="2922082"/>
                <a:ext cx="1705559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Transition:</a:t>
                </a:r>
                <a:endParaRPr lang="ko-KR" altLang="en-US" sz="16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6CB9FA1-BE76-ED1D-9B95-AFD8F08279A8}"/>
              </a:ext>
            </a:extLst>
          </p:cNvPr>
          <p:cNvGrpSpPr/>
          <p:nvPr/>
        </p:nvGrpSpPr>
        <p:grpSpPr>
          <a:xfrm>
            <a:off x="718289" y="3553187"/>
            <a:ext cx="8290805" cy="715902"/>
            <a:chOff x="762000" y="3734538"/>
            <a:chExt cx="8290805" cy="7159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9340783-263F-500F-95FE-C6B24D4B3455}"/>
                    </a:ext>
                  </a:extLst>
                </p:cNvPr>
                <p:cNvSpPr txBox="1"/>
                <p:nvPr/>
              </p:nvSpPr>
              <p:spPr>
                <a:xfrm>
                  <a:off x="2069996" y="3734538"/>
                  <a:ext cx="6982809" cy="7159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rad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ko-KR" b="0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29340783-263F-500F-95FE-C6B24D4B3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9996" y="3734538"/>
                  <a:ext cx="6982809" cy="715902"/>
                </a:xfrm>
                <a:prstGeom prst="rect">
                  <a:avLst/>
                </a:prstGeom>
                <a:blipFill>
                  <a:blip r:embed="rId4"/>
                  <a:stretch>
                    <a:fillRect b="-85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BE86A1-3D6E-0DB1-0616-EA43C25A99D8}"/>
                    </a:ext>
                  </a:extLst>
                </p:cNvPr>
                <p:cNvSpPr txBox="1"/>
                <p:nvPr/>
              </p:nvSpPr>
              <p:spPr>
                <a:xfrm>
                  <a:off x="762000" y="3923212"/>
                  <a:ext cx="1705559" cy="338554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Sampled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𝑡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:</a:t>
                  </a:r>
                  <a:endParaRPr lang="ko-KR" altLang="en-US" sz="16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BE86A1-3D6E-0DB1-0616-EA43C25A9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3923212"/>
                  <a:ext cx="1705559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7500" t="-5455" b="-236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22FA226-03CF-3D27-1754-545E9B4527F4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Ref: Song et al., “Denoising Diffusion Implicit Models”, ICLR 2021.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C2073BF-3087-2C14-0E17-DC123A396B19}"/>
              </a:ext>
            </a:extLst>
          </p:cNvPr>
          <p:cNvGrpSpPr/>
          <p:nvPr/>
        </p:nvGrpSpPr>
        <p:grpSpPr>
          <a:xfrm>
            <a:off x="3670852" y="4452730"/>
            <a:ext cx="1981200" cy="408559"/>
            <a:chOff x="3670852" y="4452730"/>
            <a:chExt cx="1981200" cy="408559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F1257D0-3891-91C4-850F-F6A2C356E365}"/>
                </a:ext>
              </a:extLst>
            </p:cNvPr>
            <p:cNvCxnSpPr>
              <a:cxnSpLocks/>
            </p:cNvCxnSpPr>
            <p:nvPr/>
          </p:nvCxnSpPr>
          <p:spPr>
            <a:xfrm>
              <a:off x="3670852" y="4452730"/>
              <a:ext cx="1981200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09BCC57-93A7-5A92-E1D7-A24AAAFEBF4E}"/>
                    </a:ext>
                  </a:extLst>
                </p:cNvPr>
                <p:cNvSpPr txBox="1"/>
                <p:nvPr/>
              </p:nvSpPr>
              <p:spPr>
                <a:xfrm>
                  <a:off x="4048539" y="4491957"/>
                  <a:ext cx="1603513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altLang="ko-KR" dirty="0"/>
                    <a:t>Predicted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ko-KR" altLang="en-US" dirty="0" err="1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09BCC57-93A7-5A92-E1D7-A24AAAFEBF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539" y="4491957"/>
                  <a:ext cx="1603513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745"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4A86AE4-0542-BB42-8216-A827F5960D74}"/>
              </a:ext>
            </a:extLst>
          </p:cNvPr>
          <p:cNvGrpSpPr/>
          <p:nvPr/>
        </p:nvGrpSpPr>
        <p:grpSpPr>
          <a:xfrm>
            <a:off x="6096000" y="4446103"/>
            <a:ext cx="3322815" cy="886587"/>
            <a:chOff x="6096000" y="4446103"/>
            <a:chExt cx="3322815" cy="886587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7AF553F-F333-9B66-ABE6-179952387E7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446103"/>
              <a:ext cx="1981200" cy="0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6D86EE5-8B99-5E7C-7E13-55CC5668375D}"/>
                    </a:ext>
                  </a:extLst>
                </p:cNvPr>
                <p:cNvSpPr txBox="1"/>
                <p:nvPr/>
              </p:nvSpPr>
              <p:spPr>
                <a:xfrm>
                  <a:off x="6149009" y="4502950"/>
                  <a:ext cx="2173356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altLang="ko-KR" dirty="0"/>
                    <a:t>Direction toward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ko-KR" altLang="en-US" dirty="0" err="1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6D86EE5-8B99-5E7C-7E13-55CC566837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9009" y="4502950"/>
                  <a:ext cx="21733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6742"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8B2405A-DF00-0BD9-3754-2F4926639473}"/>
                    </a:ext>
                  </a:extLst>
                </p:cNvPr>
                <p:cNvSpPr txBox="1"/>
                <p:nvPr/>
              </p:nvSpPr>
              <p:spPr>
                <a:xfrm>
                  <a:off x="6149009" y="4997277"/>
                  <a:ext cx="3269806" cy="3354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ko-KR" altLang="en-US" dirty="0" err="1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8B2405A-DF00-0BD9-3754-2F4926639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9009" y="4997277"/>
                  <a:ext cx="3269806" cy="335413"/>
                </a:xfrm>
                <a:prstGeom prst="rect">
                  <a:avLst/>
                </a:prstGeom>
                <a:blipFill>
                  <a:blip r:embed="rId8"/>
                  <a:stretch>
                    <a:fillRect l="-373" b="-72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78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88A7-7E0F-469A-08D3-F0CF9E14B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73280E-28EA-20BA-7CD8-5D34C6860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C22111-7072-9539-B36D-EC153B3E447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DDIM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3EA7A05E-4FFD-EC78-85DA-F4313DC8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Comparison with DDPM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C648D80-E865-291A-97B6-5935F7D70FEA}"/>
              </a:ext>
            </a:extLst>
          </p:cNvPr>
          <p:cNvGrpSpPr/>
          <p:nvPr/>
        </p:nvGrpSpPr>
        <p:grpSpPr>
          <a:xfrm>
            <a:off x="609600" y="1911731"/>
            <a:ext cx="6982809" cy="1267979"/>
            <a:chOff x="609600" y="1911731"/>
            <a:chExt cx="6982809" cy="126797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D55656E-C5F4-E5E6-5273-75EFBA0B2C0A}"/>
                    </a:ext>
                  </a:extLst>
                </p:cNvPr>
                <p:cNvSpPr txBox="1"/>
                <p:nvPr/>
              </p:nvSpPr>
              <p:spPr>
                <a:xfrm>
                  <a:off x="609600" y="2463808"/>
                  <a:ext cx="6982809" cy="7159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rad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ko-KR" altLang="en-US" dirty="0" err="1"/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D55656E-C5F4-E5E6-5273-75EFBA0B2C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2463808"/>
                  <a:ext cx="6982809" cy="71590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64B82C9-F604-B6B3-08CA-888994641730}"/>
                    </a:ext>
                  </a:extLst>
                </p:cNvPr>
                <p:cNvSpPr txBox="1"/>
                <p:nvPr/>
              </p:nvSpPr>
              <p:spPr>
                <a:xfrm>
                  <a:off x="647695" y="1911731"/>
                  <a:ext cx="1705559" cy="338554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Sampled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𝑡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:</a:t>
                  </a:r>
                  <a:endParaRPr lang="ko-KR" altLang="en-US" sz="16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64B82C9-F604-B6B3-08CA-888994641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695" y="1911731"/>
                  <a:ext cx="1705559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7143" t="-5455" b="-236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1626258-78CA-1235-99EC-BAF5714F5026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Ref: Song et al., “Denoising Diffusion Implicit Models”, ICLR 2021.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FDDCB21-29B5-3F1A-EFBB-616D30B08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718" y="914401"/>
            <a:ext cx="6124490" cy="124751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314BCF54-4FFD-A8D5-6AD9-F189BD2D9AF3}"/>
              </a:ext>
            </a:extLst>
          </p:cNvPr>
          <p:cNvGrpSpPr/>
          <p:nvPr/>
        </p:nvGrpSpPr>
        <p:grpSpPr>
          <a:xfrm>
            <a:off x="711570" y="3513901"/>
            <a:ext cx="6698974" cy="1143427"/>
            <a:chOff x="711570" y="3513901"/>
            <a:chExt cx="6698974" cy="1143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E40A72-A083-ACCF-E0AF-47191675CCBB}"/>
                    </a:ext>
                  </a:extLst>
                </p:cNvPr>
                <p:cNvSpPr txBox="1"/>
                <p:nvPr/>
              </p:nvSpPr>
              <p:spPr>
                <a:xfrm>
                  <a:off x="711570" y="3513901"/>
                  <a:ext cx="6698974" cy="338554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When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=0</m:t>
                      </m:r>
                    </m:oMath>
                  </a14:m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, forward process becomes deterministic (not stochastic)</a:t>
                  </a:r>
                  <a:endParaRPr lang="ko-KR" altLang="en-US" sz="16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E40A72-A083-ACCF-E0AF-47191675C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570" y="3513901"/>
                  <a:ext cx="6698974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11" t="-5357" b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EE20DD2-326C-BD00-F567-91521F385AF2}"/>
                    </a:ext>
                  </a:extLst>
                </p:cNvPr>
                <p:cNvSpPr txBox="1"/>
                <p:nvPr/>
              </p:nvSpPr>
              <p:spPr>
                <a:xfrm>
                  <a:off x="1027044" y="3941426"/>
                  <a:ext cx="5592621" cy="71590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rad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ko-KR" altLang="en-US" dirty="0" err="1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EE20DD2-326C-BD00-F567-91521F385A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044" y="3941426"/>
                  <a:ext cx="5592621" cy="71590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4491D9-D701-E93C-64C1-99D062F8C8AE}"/>
                  </a:ext>
                </a:extLst>
              </p:cNvPr>
              <p:cNvSpPr txBox="1"/>
              <p:nvPr/>
            </p:nvSpPr>
            <p:spPr>
              <a:xfrm>
                <a:off x="711570" y="5084085"/>
                <a:ext cx="10300987" cy="39081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radPr>
                      <m:deg/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𝑡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)/(1−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)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radPr>
                      <m:deg/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𝑡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−1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process is same as DDPM</a:t>
                </a:r>
                <a:endParaRPr lang="ko-KR" altLang="en-US" sz="16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D4491D9-D701-E93C-64C1-99D062F8C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70" y="5084085"/>
                <a:ext cx="10300987" cy="390813"/>
              </a:xfrm>
              <a:prstGeom prst="rect">
                <a:avLst/>
              </a:prstGeom>
              <a:blipFill>
                <a:blip r:embed="rId7"/>
                <a:stretch>
                  <a:fillRect l="-1243" b="-156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4DF2FA57-9BCD-BA86-7B48-D3F99BC29097}"/>
              </a:ext>
            </a:extLst>
          </p:cNvPr>
          <p:cNvGrpSpPr/>
          <p:nvPr/>
        </p:nvGrpSpPr>
        <p:grpSpPr>
          <a:xfrm>
            <a:off x="7915275" y="3050283"/>
            <a:ext cx="4105275" cy="2438400"/>
            <a:chOff x="7934325" y="3676650"/>
            <a:chExt cx="4105275" cy="2438400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CD2ED63F-E8F1-8AEA-F1AC-58C7731FE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43571" y="4218652"/>
              <a:ext cx="3622562" cy="1730865"/>
            </a:xfrm>
            <a:prstGeom prst="rect">
              <a:avLst/>
            </a:prstGeom>
          </p:spPr>
        </p:pic>
        <p:sp>
          <p:nvSpPr>
            <p:cNvPr id="17" name="제목 12">
              <a:extLst>
                <a:ext uri="{FF2B5EF4-FFF2-40B4-BE49-F238E27FC236}">
                  <a16:creationId xmlns:a16="http://schemas.microsoft.com/office/drawing/2014/main" id="{C1E38727-BA1B-F9C4-4280-B13EA9DF7F81}"/>
                </a:ext>
              </a:extLst>
            </p:cNvPr>
            <p:cNvSpPr txBox="1">
              <a:spLocks/>
            </p:cNvSpPr>
            <p:nvPr/>
          </p:nvSpPr>
          <p:spPr>
            <a:xfrm>
              <a:off x="9179174" y="3834458"/>
              <a:ext cx="1751356" cy="341632"/>
            </a:xfrm>
            <a:prstGeom prst="rect">
              <a:avLst/>
            </a:prstGeom>
          </p:spPr>
          <p:txBody>
            <a:bodyPr vert="horz" wrap="square" lIns="0" tIns="45720" rIns="0" bIns="45720" rtlCol="0" anchor="t" anchorCtr="0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b="1" i="0" kern="1200" baseline="0">
                  <a:solidFill>
                    <a:schemeClr val="tx2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defRPr>
              </a:lvl1pPr>
            </a:lstStyle>
            <a:p>
              <a:r>
                <a:rPr lang="en-US" altLang="ko-KR" sz="1800" dirty="0"/>
                <a:t>DDPM sampling</a:t>
              </a:r>
              <a:endParaRPr lang="ko-KR" altLang="en-US" sz="1800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5583E51-32E0-C7F2-7DB6-A775C7E03564}"/>
                </a:ext>
              </a:extLst>
            </p:cNvPr>
            <p:cNvSpPr/>
            <p:nvPr/>
          </p:nvSpPr>
          <p:spPr>
            <a:xfrm>
              <a:off x="7934325" y="3676650"/>
              <a:ext cx="4105275" cy="24384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8AE3C1A-22C4-99E4-B6C7-A1657E88BEB3}"/>
                </a:ext>
              </a:extLst>
            </p:cNvPr>
            <p:cNvSpPr/>
            <p:nvPr/>
          </p:nvSpPr>
          <p:spPr>
            <a:xfrm>
              <a:off x="8524875" y="5162550"/>
              <a:ext cx="3147525" cy="35491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702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8600-2C5C-C6E8-5E8B-F4DC163A5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24E3E-FE92-5786-10A5-E63359E3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18036"/>
            <a:ext cx="7823200" cy="1421928"/>
          </a:xfrm>
        </p:spPr>
        <p:txBody>
          <a:bodyPr/>
          <a:lstStyle/>
          <a:p>
            <a:r>
              <a:rPr lang="en-US" altLang="ko-KR" dirty="0"/>
              <a:t>Score-based Modeling: Diffusion as SDE/ODE</a:t>
            </a:r>
            <a:endParaRPr lang="en-US" altLang="ko-KR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670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69D27-2758-4750-5B03-0D718080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80E9B7-5AD6-A1B9-9CD2-8628CD16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B2A51-B22A-55B2-7E62-E38FF08E178C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39F12D8A-34D8-2478-CF23-AF99C9299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Preliminaries: ODE/SDE</a:t>
            </a:r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7913A5C-1864-B4C0-D531-48073CE7570A}"/>
              </a:ext>
            </a:extLst>
          </p:cNvPr>
          <p:cNvCxnSpPr/>
          <p:nvPr/>
        </p:nvCxnSpPr>
        <p:spPr>
          <a:xfrm>
            <a:off x="5817704" y="1787039"/>
            <a:ext cx="0" cy="4141304"/>
          </a:xfrm>
          <a:prstGeom prst="line">
            <a:avLst/>
          </a:prstGeom>
          <a:ln w="19050" cap="rnd">
            <a:solidFill>
              <a:schemeClr val="tx1"/>
            </a:solidFill>
            <a:prstDash val="dash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5AB6783-8E91-25F5-4747-EB80D90CF17A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 Credit: Copyright (c) 2023 cvpr2023-tutorial-diffusion-models (MIT license)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62ACF-E2B6-E0A9-B65B-2A33DD75987F}"/>
              </a:ext>
            </a:extLst>
          </p:cNvPr>
          <p:cNvSpPr txBox="1"/>
          <p:nvPr/>
        </p:nvSpPr>
        <p:spPr>
          <a:xfrm>
            <a:off x="1265582" y="1787039"/>
            <a:ext cx="3855347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ODE: Ordinary differential equation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39077B-97CE-77B4-7184-5F587DD0CF94}"/>
                  </a:ext>
                </a:extLst>
              </p:cNvPr>
              <p:cNvSpPr txBox="1"/>
              <p:nvPr/>
            </p:nvSpPr>
            <p:spPr>
              <a:xfrm>
                <a:off x="2234488" y="2334578"/>
                <a:ext cx="1257460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39077B-97CE-77B4-7184-5F587DD0C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488" y="2334578"/>
                <a:ext cx="1257460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그림 21">
            <a:extLst>
              <a:ext uri="{FF2B5EF4-FFF2-40B4-BE49-F238E27FC236}">
                <a16:creationId xmlns:a16="http://schemas.microsoft.com/office/drawing/2014/main" id="{F64F649F-FA15-182A-1783-9BE2056F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22" y="3525078"/>
            <a:ext cx="2627708" cy="17937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DA9B0A-25F0-A49D-F79E-97BC506CB7B4}"/>
                  </a:ext>
                </a:extLst>
              </p:cNvPr>
              <p:cNvSpPr txBox="1"/>
              <p:nvPr/>
            </p:nvSpPr>
            <p:spPr>
              <a:xfrm>
                <a:off x="1078293" y="5626951"/>
                <a:ext cx="3855347" cy="42344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Solution: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𝑥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+</m:t>
                    </m:r>
                    <m:nary>
                      <m:nary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𝑜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p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, 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𝑠</m:t>
                            </m:r>
                          </m:e>
                        </m:d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𝑑𝑠</m:t>
                        </m:r>
                      </m:e>
                    </m:nary>
                  </m:oMath>
                </a14:m>
                <a:endParaRPr lang="ko-KR" altLang="en-US" sz="16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DA9B0A-25F0-A49D-F79E-97BC506CB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293" y="5626951"/>
                <a:ext cx="3855347" cy="423449"/>
              </a:xfrm>
              <a:prstGeom prst="rect">
                <a:avLst/>
              </a:prstGeom>
              <a:blipFill>
                <a:blip r:embed="rId4"/>
                <a:stretch>
                  <a:fillRect l="-3323" t="-100000" b="-16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7CCD9EA-B4F9-0943-EC2F-D250D9EAC533}"/>
              </a:ext>
            </a:extLst>
          </p:cNvPr>
          <p:cNvSpPr txBox="1"/>
          <p:nvPr/>
        </p:nvSpPr>
        <p:spPr>
          <a:xfrm>
            <a:off x="7071071" y="1787039"/>
            <a:ext cx="3855347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SDE: Stochastic differential equation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493244-8ED1-9752-598B-BA283597115D}"/>
                  </a:ext>
                </a:extLst>
              </p:cNvPr>
              <p:cNvSpPr txBox="1"/>
              <p:nvPr/>
            </p:nvSpPr>
            <p:spPr>
              <a:xfrm>
                <a:off x="7578226" y="2334578"/>
                <a:ext cx="2483564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493244-8ED1-9752-598B-BA2835971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226" y="2334578"/>
                <a:ext cx="2483564" cy="525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B951AB4C-76A8-226A-AB89-FAE171FF19BE}"/>
              </a:ext>
            </a:extLst>
          </p:cNvPr>
          <p:cNvGrpSpPr/>
          <p:nvPr/>
        </p:nvGrpSpPr>
        <p:grpSpPr>
          <a:xfrm>
            <a:off x="8143461" y="2860491"/>
            <a:ext cx="676547" cy="497512"/>
            <a:chOff x="8143461" y="2860491"/>
            <a:chExt cx="676547" cy="497512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9B6BA1A-B165-B522-3268-73BCC3B123A8}"/>
                </a:ext>
              </a:extLst>
            </p:cNvPr>
            <p:cNvCxnSpPr>
              <a:endCxn id="9" idx="2"/>
            </p:cNvCxnSpPr>
            <p:nvPr/>
          </p:nvCxnSpPr>
          <p:spPr>
            <a:xfrm>
              <a:off x="8143461" y="2860491"/>
              <a:ext cx="676547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9417E70-FF68-A3D6-8262-BAC117235637}"/>
                </a:ext>
              </a:extLst>
            </p:cNvPr>
            <p:cNvSpPr txBox="1"/>
            <p:nvPr/>
          </p:nvSpPr>
          <p:spPr>
            <a:xfrm>
              <a:off x="8143461" y="2927116"/>
              <a:ext cx="625564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Drift </a:t>
              </a:r>
            </a:p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term</a:t>
              </a:r>
              <a:endPara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BA6684E-BD38-02CC-D5DE-240E2816F64C}"/>
              </a:ext>
            </a:extLst>
          </p:cNvPr>
          <p:cNvGrpSpPr/>
          <p:nvPr/>
        </p:nvGrpSpPr>
        <p:grpSpPr>
          <a:xfrm>
            <a:off x="8945735" y="2860491"/>
            <a:ext cx="765056" cy="493527"/>
            <a:chOff x="8945735" y="2860491"/>
            <a:chExt cx="765056" cy="493527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A3641AF-F62E-3F2B-FF09-DF206E1B3E89}"/>
                </a:ext>
              </a:extLst>
            </p:cNvPr>
            <p:cNvCxnSpPr>
              <a:cxnSpLocks/>
            </p:cNvCxnSpPr>
            <p:nvPr/>
          </p:nvCxnSpPr>
          <p:spPr>
            <a:xfrm>
              <a:off x="9097616" y="2860491"/>
              <a:ext cx="556592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8DF50B-D1F1-D9B4-4871-5578EBD52B04}"/>
                </a:ext>
              </a:extLst>
            </p:cNvPr>
            <p:cNvSpPr txBox="1"/>
            <p:nvPr/>
          </p:nvSpPr>
          <p:spPr>
            <a:xfrm>
              <a:off x="8945735" y="2923131"/>
              <a:ext cx="765056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Diffusion</a:t>
              </a:r>
            </a:p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term</a:t>
              </a:r>
              <a:endPara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FE1CF9D-0440-B53D-8C0C-CBFABB9FE931}"/>
              </a:ext>
            </a:extLst>
          </p:cNvPr>
          <p:cNvGrpSpPr/>
          <p:nvPr/>
        </p:nvGrpSpPr>
        <p:grpSpPr>
          <a:xfrm>
            <a:off x="9611216" y="2860491"/>
            <a:ext cx="765056" cy="496096"/>
            <a:chOff x="9611216" y="2860491"/>
            <a:chExt cx="765056" cy="49609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2799E3-C1A3-25CA-3322-D03E7862AC70}"/>
                </a:ext>
              </a:extLst>
            </p:cNvPr>
            <p:cNvSpPr txBox="1"/>
            <p:nvPr/>
          </p:nvSpPr>
          <p:spPr>
            <a:xfrm>
              <a:off x="9611216" y="2925700"/>
              <a:ext cx="765056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Random</a:t>
              </a:r>
            </a:p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Process</a:t>
              </a:r>
              <a:endPara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ECF6EC1-6EE6-17F3-DAC8-370D1A2A71A8}"/>
                </a:ext>
              </a:extLst>
            </p:cNvPr>
            <p:cNvCxnSpPr>
              <a:cxnSpLocks/>
            </p:cNvCxnSpPr>
            <p:nvPr/>
          </p:nvCxnSpPr>
          <p:spPr>
            <a:xfrm>
              <a:off x="9758440" y="2860491"/>
              <a:ext cx="174064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A5232DB3-0E59-AC76-EB0B-CC60CDD89A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5491" y="3525077"/>
            <a:ext cx="2599120" cy="17996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8322F-0C48-1F63-E189-AB0BAE757D52}"/>
                  </a:ext>
                </a:extLst>
              </p:cNvPr>
              <p:cNvSpPr txBox="1"/>
              <p:nvPr/>
            </p:nvSpPr>
            <p:spPr>
              <a:xfrm>
                <a:off x="6555014" y="5613839"/>
                <a:ext cx="5180564" cy="42370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Solution: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𝑥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+</m:t>
                    </m:r>
                    <m:nary>
                      <m:nary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𝑜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p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𝜇</m:t>
                        </m:r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, 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𝑠</m:t>
                            </m:r>
                          </m:e>
                        </m:d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𝑑𝑠</m:t>
                        </m:r>
                      </m:e>
                    </m:nary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+ </m:t>
                    </m:r>
                    <m:nary>
                      <m:nary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p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𝜎</m:t>
                        </m:r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, 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𝑠</m:t>
                            </m:r>
                          </m:e>
                        </m:d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sSubPr>
                          <m:e>
                            <m:r>
                              <a:rPr lang="ko-KR" altLang="en-US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𝑠</m:t>
                            </m:r>
                          </m:sub>
                        </m:sSub>
                      </m:e>
                    </m:nary>
                  </m:oMath>
                </a14:m>
                <a:endParaRPr lang="ko-KR" altLang="en-US" sz="16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8322F-0C48-1F63-E189-AB0BAE757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014" y="5613839"/>
                <a:ext cx="5180564" cy="423706"/>
              </a:xfrm>
              <a:prstGeom prst="rect">
                <a:avLst/>
              </a:prstGeom>
              <a:blipFill>
                <a:blip r:embed="rId7"/>
                <a:stretch>
                  <a:fillRect l="-2353" t="-101449" b="-16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32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27" grpId="0"/>
      <p:bldP spid="7" grpId="0"/>
      <p:bldP spid="9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2E95-3124-41F0-07EA-C9A3367D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A5AB36-2D15-BF0A-4ECB-ABE7A7E9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AF8B952D-C598-908C-0533-FE7B81F75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Preliminaries: Euler’s method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31FB35-D1F2-759D-410C-3776CC9B620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22822-A47F-A98E-5012-FA8AA8ACF7CE}"/>
              </a:ext>
            </a:extLst>
          </p:cNvPr>
          <p:cNvSpPr txBox="1"/>
          <p:nvPr/>
        </p:nvSpPr>
        <p:spPr>
          <a:xfrm>
            <a:off x="798857" y="2827801"/>
            <a:ext cx="98786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However, solving the integral can be challenging, so we often resort to approximation methods.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F5107BF-D919-EF40-5245-BC93C8F7FA68}"/>
              </a:ext>
            </a:extLst>
          </p:cNvPr>
          <p:cNvGrpSpPr/>
          <p:nvPr/>
        </p:nvGrpSpPr>
        <p:grpSpPr>
          <a:xfrm>
            <a:off x="798857" y="1617762"/>
            <a:ext cx="9611968" cy="1032297"/>
            <a:chOff x="798857" y="1617762"/>
            <a:chExt cx="9611968" cy="10322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18FAE53-539A-8ED6-2A7C-F0C9473E350B}"/>
                </a:ext>
              </a:extLst>
            </p:cNvPr>
            <p:cNvSpPr txBox="1"/>
            <p:nvPr/>
          </p:nvSpPr>
          <p:spPr>
            <a:xfrm>
              <a:off x="798857" y="1617762"/>
              <a:ext cx="9611968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For ordinary differential equations, a typical solution can be written in the form of an integral.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7FFF906-AB17-BE82-0999-254DFAF69920}"/>
                    </a:ext>
                  </a:extLst>
                </p:cNvPr>
                <p:cNvSpPr txBox="1"/>
                <p:nvPr/>
              </p:nvSpPr>
              <p:spPr>
                <a:xfrm>
                  <a:off x="4462635" y="2175377"/>
                  <a:ext cx="3855347" cy="423449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US" altLang="ko-KR" sz="1600" dirty="0">
                      <a:latin typeface="Pretendard" panose="02000503000000020004" pitchFamily="50" charset="-127"/>
                      <a:ea typeface="Pretendard" panose="02000503000000020004" pitchFamily="50" charset="-127"/>
                      <a:cs typeface="Pretendard" panose="02000503000000020004" pitchFamily="50" charset="-127"/>
                    </a:rPr>
                    <a:t>Solution:  </a:t>
                  </a:r>
                  <a14:m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𝑥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𝑡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0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+</m:t>
                      </m:r>
                      <m:nary>
                        <m:nary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𝑜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𝑡</m:t>
                          </m:r>
                        </m:sup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Pretendard" panose="02000503000000020004" pitchFamily="50" charset="-127"/>
                                      <a:cs typeface="Pretendard" panose="02000503000000020004" pitchFamily="50" charset="-127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, 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Pretendard" panose="02000503000000020004" pitchFamily="50" charset="-127"/>
                                  <a:cs typeface="Pretendard" panose="02000503000000020004" pitchFamily="50" charset="-127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𝑑𝑠</m:t>
                          </m:r>
                        </m:e>
                      </m:nary>
                    </m:oMath>
                  </a14:m>
                  <a:endParaRPr lang="ko-KR" altLang="en-US" sz="1600" dirty="0" err="1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endParaRPr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7FFF906-AB17-BE82-0999-254DFAF69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2635" y="2175377"/>
                  <a:ext cx="3855347" cy="423449"/>
                </a:xfrm>
                <a:prstGeom prst="rect">
                  <a:avLst/>
                </a:prstGeom>
                <a:blipFill>
                  <a:blip r:embed="rId2"/>
                  <a:stretch>
                    <a:fillRect l="-3165" t="-101449" b="-16521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5AFFFAB-3C2A-8B95-101B-A0CBBCD56CF7}"/>
                    </a:ext>
                  </a:extLst>
                </p:cNvPr>
                <p:cNvSpPr txBox="1"/>
                <p:nvPr/>
              </p:nvSpPr>
              <p:spPr>
                <a:xfrm>
                  <a:off x="1957549" y="2124146"/>
                  <a:ext cx="1257460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dirty="0" err="1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5AFFFAB-3C2A-8B95-101B-A0CBBCD56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7549" y="2124146"/>
                  <a:ext cx="1257460" cy="52591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A025A910-4953-A83D-4BC5-3CCC2A03BC5A}"/>
                </a:ext>
              </a:extLst>
            </p:cNvPr>
            <p:cNvCxnSpPr/>
            <p:nvPr/>
          </p:nvCxnSpPr>
          <p:spPr>
            <a:xfrm>
              <a:off x="3524250" y="2396627"/>
              <a:ext cx="528015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A726EB8-DE0F-EDF4-48C6-C3948CE3FB89}"/>
              </a:ext>
            </a:extLst>
          </p:cNvPr>
          <p:cNvGrpSpPr/>
          <p:nvPr/>
        </p:nvGrpSpPr>
        <p:grpSpPr>
          <a:xfrm>
            <a:off x="798857" y="3571875"/>
            <a:ext cx="3432518" cy="2371724"/>
            <a:chOff x="798857" y="3571875"/>
            <a:chExt cx="3432518" cy="2371724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86895110-13B8-67A6-B9A2-D7F11DDBAD94}"/>
                </a:ext>
              </a:extLst>
            </p:cNvPr>
            <p:cNvCxnSpPr>
              <a:cxnSpLocks/>
            </p:cNvCxnSpPr>
            <p:nvPr/>
          </p:nvCxnSpPr>
          <p:spPr>
            <a:xfrm>
              <a:off x="1851787" y="5181600"/>
              <a:ext cx="0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3536BABB-BDC1-955D-A599-28CC06B00C89}"/>
                </a:ext>
              </a:extLst>
            </p:cNvPr>
            <p:cNvGrpSpPr/>
            <p:nvPr/>
          </p:nvGrpSpPr>
          <p:grpSpPr>
            <a:xfrm>
              <a:off x="798857" y="3571875"/>
              <a:ext cx="3316875" cy="2371724"/>
              <a:chOff x="798857" y="3571875"/>
              <a:chExt cx="3316875" cy="2371724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F696985-27A6-7458-FABF-15DD4FB82C43}"/>
                  </a:ext>
                </a:extLst>
              </p:cNvPr>
              <p:cNvSpPr/>
              <p:nvPr/>
            </p:nvSpPr>
            <p:spPr>
              <a:xfrm>
                <a:off x="798857" y="3571875"/>
                <a:ext cx="3181350" cy="237172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endParaRPr lang="ko-KR" altLang="en-US" dirty="0" err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EBF7120D-FDD7-6497-9889-74B919A8AE23}"/>
                  </a:ext>
                </a:extLst>
              </p:cNvPr>
              <p:cNvGrpSpPr/>
              <p:nvPr/>
            </p:nvGrpSpPr>
            <p:grpSpPr>
              <a:xfrm>
                <a:off x="1152525" y="3903854"/>
                <a:ext cx="2963207" cy="1396809"/>
                <a:chOff x="1152525" y="3903854"/>
                <a:chExt cx="2963207" cy="1396809"/>
              </a:xfrm>
            </p:grpSpPr>
            <p:sp>
              <p:nvSpPr>
                <p:cNvPr id="21" name="자유형: 도형 20">
                  <a:extLst>
                    <a:ext uri="{FF2B5EF4-FFF2-40B4-BE49-F238E27FC236}">
                      <a16:creationId xmlns:a16="http://schemas.microsoft.com/office/drawing/2014/main" id="{4478719B-DFF9-FD39-54E2-0BB82E590AA6}"/>
                    </a:ext>
                  </a:extLst>
                </p:cNvPr>
                <p:cNvSpPr/>
                <p:nvPr/>
              </p:nvSpPr>
              <p:spPr>
                <a:xfrm>
                  <a:off x="1152525" y="4186238"/>
                  <a:ext cx="2219325" cy="1114425"/>
                </a:xfrm>
                <a:custGeom>
                  <a:avLst/>
                  <a:gdLst>
                    <a:gd name="connsiteX0" fmla="*/ 0 w 2219325"/>
                    <a:gd name="connsiteY0" fmla="*/ 1114425 h 1114425"/>
                    <a:gd name="connsiteX1" fmla="*/ 1400175 w 2219325"/>
                    <a:gd name="connsiteY1" fmla="*/ 742950 h 1114425"/>
                    <a:gd name="connsiteX2" fmla="*/ 2219325 w 2219325"/>
                    <a:gd name="connsiteY2" fmla="*/ 0 h 1114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9325" h="1114425">
                      <a:moveTo>
                        <a:pt x="0" y="1114425"/>
                      </a:moveTo>
                      <a:cubicBezTo>
                        <a:pt x="515144" y="1021556"/>
                        <a:pt x="1030288" y="928687"/>
                        <a:pt x="1400175" y="742950"/>
                      </a:cubicBezTo>
                      <a:cubicBezTo>
                        <a:pt x="1770062" y="557213"/>
                        <a:pt x="1994693" y="278606"/>
                        <a:pt x="2219325" y="0"/>
                      </a:cubicBezTo>
                    </a:path>
                  </a:pathLst>
                </a:cu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C4B8933-7155-C6F5-F0F9-8D9D4724365E}"/>
                    </a:ext>
                  </a:extLst>
                </p:cNvPr>
                <p:cNvSpPr txBox="1"/>
                <p:nvPr/>
              </p:nvSpPr>
              <p:spPr>
                <a:xfrm>
                  <a:off x="2638117" y="3903854"/>
                  <a:ext cx="1477615" cy="307777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Real Solution</a:t>
                  </a:r>
                  <a:endParaRPr lang="ko-KR" altLang="en-US" sz="1400" dirty="0" err="1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p:grp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67EF9732-9B4C-A7A5-21EA-4BA6B810097B}"/>
                  </a:ext>
                </a:extLst>
              </p:cNvPr>
              <p:cNvCxnSpPr/>
              <p:nvPr/>
            </p:nvCxnSpPr>
            <p:spPr>
              <a:xfrm flipV="1">
                <a:off x="1152525" y="3838575"/>
                <a:ext cx="0" cy="17716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직선 화살표 연결선 16">
                <a:extLst>
                  <a:ext uri="{FF2B5EF4-FFF2-40B4-BE49-F238E27FC236}">
                    <a16:creationId xmlns:a16="http://schemas.microsoft.com/office/drawing/2014/main" id="{337079A6-62AA-E198-D0A3-7A84A1A29D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2525" y="5610225"/>
                <a:ext cx="237172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A46C362-9EC7-C0DE-15A6-099D484DD1C8}"/>
                </a:ext>
              </a:extLst>
            </p:cNvPr>
            <p:cNvCxnSpPr>
              <a:cxnSpLocks/>
            </p:cNvCxnSpPr>
            <p:nvPr/>
          </p:nvCxnSpPr>
          <p:spPr>
            <a:xfrm>
              <a:off x="2574650" y="4933950"/>
              <a:ext cx="0" cy="67627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B93923E9-456F-21D7-79C8-9A7CA957A208}"/>
                </a:ext>
              </a:extLst>
            </p:cNvPr>
            <p:cNvGrpSpPr/>
            <p:nvPr/>
          </p:nvGrpSpPr>
          <p:grpSpPr>
            <a:xfrm>
              <a:off x="1686847" y="5162550"/>
              <a:ext cx="248209" cy="724674"/>
              <a:chOff x="1686847" y="5162550"/>
              <a:chExt cx="248209" cy="724674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6D1AC664-5DD7-051C-E159-F867461F48C8}"/>
                  </a:ext>
                </a:extLst>
              </p:cNvPr>
              <p:cNvCxnSpPr/>
              <p:nvPr/>
            </p:nvCxnSpPr>
            <p:spPr>
              <a:xfrm>
                <a:off x="1827559" y="5162550"/>
                <a:ext cx="0" cy="447675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4E73FB3F-B276-5D25-53D6-2B312CC91DC7}"/>
                      </a:ext>
                    </a:extLst>
                  </p:cNvPr>
                  <p:cNvSpPr txBox="1"/>
                  <p:nvPr/>
                </p:nvSpPr>
                <p:spPr>
                  <a:xfrm>
                    <a:off x="1686847" y="5610225"/>
                    <a:ext cx="24820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altLang="ko-KR" b="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4E73FB3F-B276-5D25-53D6-2B312CC91D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6847" y="5610225"/>
                    <a:ext cx="248209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5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C4A581-C91B-B99C-F1A3-3038E9742470}"/>
                    </a:ext>
                  </a:extLst>
                </p:cNvPr>
                <p:cNvSpPr txBox="1"/>
                <p:nvPr/>
              </p:nvSpPr>
              <p:spPr>
                <a:xfrm>
                  <a:off x="2464836" y="5610225"/>
                  <a:ext cx="24288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ko-KR" b="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C4A581-C91B-B99C-F1A3-3038E97424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4836" y="5610225"/>
                  <a:ext cx="24288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000" r="-5000" b="-1304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7808C64D-5747-61F1-3D79-CA924BECD1B1}"/>
                </a:ext>
              </a:extLst>
            </p:cNvPr>
            <p:cNvCxnSpPr/>
            <p:nvPr/>
          </p:nvCxnSpPr>
          <p:spPr>
            <a:xfrm>
              <a:off x="1827559" y="5181600"/>
              <a:ext cx="747091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3C3ACDB-41C7-28C1-E57C-B32F58D375F3}"/>
                    </a:ext>
                  </a:extLst>
                </p:cNvPr>
                <p:cNvSpPr txBox="1"/>
                <p:nvPr/>
              </p:nvSpPr>
              <p:spPr>
                <a:xfrm>
                  <a:off x="2057219" y="5181600"/>
                  <a:ext cx="2877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altLang="ko-KR" b="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3C3ACDB-41C7-28C1-E57C-B32F58D375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219" y="5181600"/>
                  <a:ext cx="287771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8750" r="-14583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CA52099-3E13-C7D2-57A5-2FB5C13726CB}"/>
                </a:ext>
              </a:extLst>
            </p:cNvPr>
            <p:cNvSpPr/>
            <p:nvPr/>
          </p:nvSpPr>
          <p:spPr>
            <a:xfrm>
              <a:off x="1795740" y="5153025"/>
              <a:ext cx="67188" cy="5715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23AB5258-D655-B477-CD8B-C6D2719F9BCF}"/>
                </a:ext>
              </a:extLst>
            </p:cNvPr>
            <p:cNvGrpSpPr/>
            <p:nvPr/>
          </p:nvGrpSpPr>
          <p:grpSpPr>
            <a:xfrm>
              <a:off x="1381125" y="4602258"/>
              <a:ext cx="2850250" cy="698405"/>
              <a:chOff x="1381125" y="4602258"/>
              <a:chExt cx="2850250" cy="698405"/>
            </a:xfrm>
          </p:grpSpPr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84AD4CFE-E971-B010-5467-AFF0291AF1E5}"/>
                  </a:ext>
                </a:extLst>
              </p:cNvPr>
              <p:cNvCxnSpPr/>
              <p:nvPr/>
            </p:nvCxnSpPr>
            <p:spPr>
              <a:xfrm flipV="1">
                <a:off x="1381125" y="4862513"/>
                <a:ext cx="1738313" cy="43815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724B42A-CB91-5790-BDAF-CFAF1B0B9B79}"/>
                  </a:ext>
                </a:extLst>
              </p:cNvPr>
              <p:cNvSpPr txBox="1"/>
              <p:nvPr/>
            </p:nvSpPr>
            <p:spPr>
              <a:xfrm>
                <a:off x="2753760" y="4602258"/>
                <a:ext cx="1477615" cy="30777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rgbClr val="00B050"/>
                    </a:solidFill>
                  </a:rPr>
                  <a:t>Tangent line</a:t>
                </a:r>
                <a:endParaRPr lang="ko-KR" altLang="en-US" sz="1400" dirty="0" err="1">
                  <a:solidFill>
                    <a:srgbClr val="00B050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4A90C21-41ED-8D0E-EBCC-EC2FB59482BB}"/>
                      </a:ext>
                    </a:extLst>
                  </p:cNvPr>
                  <p:cNvSpPr txBox="1"/>
                  <p:nvPr/>
                </p:nvSpPr>
                <p:spPr>
                  <a:xfrm>
                    <a:off x="3050228" y="4881281"/>
                    <a:ext cx="90948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ko-KR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ko-KR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altLang="ko-KR" sz="1400" b="0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4A90C21-41ED-8D0E-EBCC-EC2FB59482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50228" y="4881281"/>
                    <a:ext cx="909480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000" r="-6000" b="-314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5D979477-2AE5-5141-419A-AA576F71A68A}"/>
                </a:ext>
              </a:extLst>
            </p:cNvPr>
            <p:cNvSpPr/>
            <p:nvPr/>
          </p:nvSpPr>
          <p:spPr>
            <a:xfrm>
              <a:off x="2543442" y="4895848"/>
              <a:ext cx="67188" cy="5715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EE4FEB98-894B-2CC4-94BF-60C1662343E4}"/>
                </a:ext>
              </a:extLst>
            </p:cNvPr>
            <p:cNvSpPr/>
            <p:nvPr/>
          </p:nvSpPr>
          <p:spPr>
            <a:xfrm>
              <a:off x="2541056" y="4976811"/>
              <a:ext cx="67188" cy="5715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F6ABB16-C892-43E5-EF67-FA4F1073D286}"/>
                </a:ext>
              </a:extLst>
            </p:cNvPr>
            <p:cNvSpPr txBox="1"/>
            <p:nvPr/>
          </p:nvSpPr>
          <p:spPr>
            <a:xfrm>
              <a:off x="2707723" y="5189058"/>
              <a:ext cx="948980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accent6">
                      <a:lumMod val="50000"/>
                    </a:schemeClr>
                  </a:solidFill>
                </a:rPr>
                <a:t>Approx.</a:t>
              </a:r>
              <a:endParaRPr lang="ko-KR" altLang="en-US" sz="1400" dirty="0" err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AC74AE9B-2FAF-6E44-E6AA-A94180BF3303}"/>
                </a:ext>
              </a:extLst>
            </p:cNvPr>
            <p:cNvCxnSpPr>
              <a:cxnSpLocks/>
            </p:cNvCxnSpPr>
            <p:nvPr/>
          </p:nvCxnSpPr>
          <p:spPr>
            <a:xfrm>
              <a:off x="2598033" y="5017293"/>
              <a:ext cx="416216" cy="230982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353F61B-7ACD-EFD8-C2BA-1B811D4CA300}"/>
              </a:ext>
            </a:extLst>
          </p:cNvPr>
          <p:cNvSpPr txBox="1"/>
          <p:nvPr/>
        </p:nvSpPr>
        <p:spPr>
          <a:xfrm>
            <a:off x="4462635" y="3522369"/>
            <a:ext cx="6062489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 begin by discretizing the function into small steps and then use these to approximate the next value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75834B-7CF2-9C96-7C92-BE395AEE1A29}"/>
                  </a:ext>
                </a:extLst>
              </p:cNvPr>
              <p:cNvSpPr txBox="1"/>
              <p:nvPr/>
            </p:nvSpPr>
            <p:spPr>
              <a:xfrm>
                <a:off x="5811975" y="4265300"/>
                <a:ext cx="36376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D75834B-7CF2-9C96-7C92-BE395AEE1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75" y="4265300"/>
                <a:ext cx="3637662" cy="307777"/>
              </a:xfrm>
              <a:prstGeom prst="rect">
                <a:avLst/>
              </a:prstGeom>
              <a:blipFill>
                <a:blip r:embed="rId8"/>
                <a:stretch>
                  <a:fillRect l="-335" t="-4000" r="-838" b="-3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CE4D1942-DE9F-04F1-D03D-F8310DEE4E00}"/>
              </a:ext>
            </a:extLst>
          </p:cNvPr>
          <p:cNvSpPr txBox="1"/>
          <p:nvPr/>
        </p:nvSpPr>
        <p:spPr>
          <a:xfrm>
            <a:off x="4509987" y="5312169"/>
            <a:ext cx="606248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-&gt;  This is the </a:t>
            </a:r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Euler’s method</a:t>
            </a:r>
            <a:endParaRPr lang="ko-KR" altLang="en-US" sz="1600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237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9" grpId="0"/>
      <p:bldP spid="31" grpId="0"/>
      <p:bldP spid="5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D431A-4B45-3980-4F37-BF22913EB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6712B72-5A07-F014-E389-341CBCE2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61293BB3-6757-F37C-448D-F023B787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Preliminaries: Euler-Maruyama method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B38B3-20ED-B59A-0C8E-7886DA685DF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D8EE3-7F99-DF44-2172-EF260858454F}"/>
              </a:ext>
            </a:extLst>
          </p:cNvPr>
          <p:cNvSpPr txBox="1"/>
          <p:nvPr/>
        </p:nvSpPr>
        <p:spPr>
          <a:xfrm>
            <a:off x="798857" y="1617762"/>
            <a:ext cx="96119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Similarly, for stochastic differential equations, we should solve an integral to get the solution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B3F4CB1-6196-568B-5F52-1ADB85C93CF6}"/>
              </a:ext>
            </a:extLst>
          </p:cNvPr>
          <p:cNvCxnSpPr/>
          <p:nvPr/>
        </p:nvCxnSpPr>
        <p:spPr>
          <a:xfrm>
            <a:off x="4181475" y="2412004"/>
            <a:ext cx="52801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9AC9E8-1FDC-3B63-91BC-16C5342269DB}"/>
                  </a:ext>
                </a:extLst>
              </p:cNvPr>
              <p:cNvSpPr txBox="1"/>
              <p:nvPr/>
            </p:nvSpPr>
            <p:spPr>
              <a:xfrm>
                <a:off x="1453651" y="2124146"/>
                <a:ext cx="2483564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9AC9E8-1FDC-3B63-91BC-16C534226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651" y="2124146"/>
                <a:ext cx="2483564" cy="5259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1D6F58-E25F-A0D0-63C1-EEF7A0E116DB}"/>
                  </a:ext>
                </a:extLst>
              </p:cNvPr>
              <p:cNvSpPr txBox="1"/>
              <p:nvPr/>
            </p:nvSpPr>
            <p:spPr>
              <a:xfrm>
                <a:off x="4953750" y="2175249"/>
                <a:ext cx="5180564" cy="42370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Solution: 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𝑥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+</m:t>
                    </m:r>
                    <m:nary>
                      <m:nary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𝑜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p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𝜇</m:t>
                        </m:r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, 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𝑠</m:t>
                            </m:r>
                          </m:e>
                        </m:d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𝑑𝑠</m:t>
                        </m:r>
                      </m:e>
                    </m:nary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+ </m:t>
                    </m:r>
                    <m:nary>
                      <m:nary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𝑡</m:t>
                        </m:r>
                      </m:sup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𝜎</m:t>
                        </m:r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Pretendard" panose="02000503000000020004" pitchFamily="50" charset="-127"/>
                                    <a:cs typeface="Pretendard" panose="02000503000000020004" pitchFamily="50" charset="-127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, 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𝑠</m:t>
                            </m:r>
                          </m:e>
                        </m:d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</m:ctrlPr>
                          </m:sSubPr>
                          <m:e>
                            <m:r>
                              <a:rPr lang="ko-KR" altLang="en-US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Pretendard" panose="02000503000000020004" pitchFamily="50" charset="-127"/>
                                <a:cs typeface="Pretendard" panose="02000503000000020004" pitchFamily="50" charset="-127"/>
                              </a:rPr>
                              <m:t>𝑠</m:t>
                            </m:r>
                          </m:sub>
                        </m:sSub>
                      </m:e>
                    </m:nary>
                  </m:oMath>
                </a14:m>
                <a:endParaRPr lang="ko-KR" altLang="en-US" sz="16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1D6F58-E25F-A0D0-63C1-EEF7A0E11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750" y="2175249"/>
                <a:ext cx="5180564" cy="423706"/>
              </a:xfrm>
              <a:prstGeom prst="rect">
                <a:avLst/>
              </a:prstGeom>
              <a:blipFill>
                <a:blip r:embed="rId3"/>
                <a:stretch>
                  <a:fillRect l="-2473" t="-101449" b="-16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2D937CC5-5992-937F-91D3-2BD7A1BAE9C3}"/>
              </a:ext>
            </a:extLst>
          </p:cNvPr>
          <p:cNvGrpSpPr/>
          <p:nvPr/>
        </p:nvGrpSpPr>
        <p:grpSpPr>
          <a:xfrm>
            <a:off x="798857" y="2827872"/>
            <a:ext cx="9611968" cy="1501897"/>
            <a:chOff x="798857" y="2827872"/>
            <a:chExt cx="9611968" cy="150189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119DF7-09D5-BD9E-BAA5-BEB7BA688400}"/>
                </a:ext>
              </a:extLst>
            </p:cNvPr>
            <p:cNvSpPr txBox="1"/>
            <p:nvPr/>
          </p:nvSpPr>
          <p:spPr>
            <a:xfrm>
              <a:off x="798857" y="2827872"/>
              <a:ext cx="9611968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For simplicity, we again discretize into small step size and then approximate</a:t>
              </a:r>
              <a:endPara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E21E71B-1FCE-CEA5-FD41-D0BCBDA09985}"/>
                    </a:ext>
                  </a:extLst>
                </p:cNvPr>
                <p:cNvSpPr txBox="1"/>
                <p:nvPr/>
              </p:nvSpPr>
              <p:spPr>
                <a:xfrm>
                  <a:off x="2821162" y="3470511"/>
                  <a:ext cx="556735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en-US" altLang="ko-KR" sz="20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E21E71B-1FCE-CEA5-FD41-D0BCBDA09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1162" y="3470511"/>
                  <a:ext cx="5567358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19" r="-219" b="-215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471B9C1-0DB7-A6C2-7C23-F278C0A04454}"/>
                    </a:ext>
                  </a:extLst>
                </p:cNvPr>
                <p:cNvSpPr txBox="1"/>
                <p:nvPr/>
              </p:nvSpPr>
              <p:spPr>
                <a:xfrm>
                  <a:off x="3429881" y="3991215"/>
                  <a:ext cx="5332238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ko-KR" altLang="en-US" sz="16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 </a:t>
                  </a:r>
                  <a:r>
                    <a:rPr lang="en-US" altLang="ko-KR" sz="160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is a Wiener process which </a:t>
                  </a:r>
                  <a14:m>
                    <m:oMath xmlns:m="http://schemas.openxmlformats.org/officeDocument/2006/math"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∆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𝑡𝐼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471B9C1-0DB7-A6C2-7C23-F278C0A044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881" y="3991215"/>
                  <a:ext cx="5332238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5455" b="-236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A0AB11-776C-6A8B-51B0-431445E0E0AA}"/>
              </a:ext>
            </a:extLst>
          </p:cNvPr>
          <p:cNvGrpSpPr/>
          <p:nvPr/>
        </p:nvGrpSpPr>
        <p:grpSpPr>
          <a:xfrm>
            <a:off x="798857" y="4631652"/>
            <a:ext cx="9335457" cy="1371600"/>
            <a:chOff x="798857" y="4631652"/>
            <a:chExt cx="9335457" cy="137160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588E40A-5A9F-A5AE-574F-D4389A6F5EDB}"/>
                </a:ext>
              </a:extLst>
            </p:cNvPr>
            <p:cNvSpPr/>
            <p:nvPr/>
          </p:nvSpPr>
          <p:spPr>
            <a:xfrm>
              <a:off x="798857" y="4631652"/>
              <a:ext cx="9335457" cy="13716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C55062-5B81-6DAF-BAF1-8E8EA8583C2E}"/>
                </a:ext>
              </a:extLst>
            </p:cNvPr>
            <p:cNvSpPr txBox="1"/>
            <p:nvPr/>
          </p:nvSpPr>
          <p:spPr>
            <a:xfrm>
              <a:off x="894728" y="4725812"/>
              <a:ext cx="914371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Wiener process</a:t>
              </a:r>
              <a:r>
                <a:rPr lang="en-US" altLang="ko-KR" sz="16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: models the random, continuous motion of a particle in Brownian motion.</a:t>
              </a:r>
              <a:endParaRPr lang="ko-KR" altLang="en-US" sz="16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DF533D7-E8DA-5620-0A30-891EE76B0484}"/>
                    </a:ext>
                  </a:extLst>
                </p:cNvPr>
                <p:cNvSpPr txBox="1"/>
                <p:nvPr/>
              </p:nvSpPr>
              <p:spPr>
                <a:xfrm>
                  <a:off x="1238250" y="5395309"/>
                  <a:ext cx="97411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dirty="0" err="1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DF533D7-E8DA-5620-0A30-891EE76B04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8250" y="5395309"/>
                  <a:ext cx="97411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125" r="-5625" b="-888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C99306D-33D6-E237-4235-17B48AA291E8}"/>
                    </a:ext>
                  </a:extLst>
                </p:cNvPr>
                <p:cNvSpPr txBox="1"/>
                <p:nvPr/>
              </p:nvSpPr>
              <p:spPr>
                <a:xfrm>
                  <a:off x="2695433" y="5395309"/>
                  <a:ext cx="354661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+∆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)=∆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~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(0, ∆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𝑡𝐼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dirty="0" err="1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C99306D-33D6-E237-4235-17B48AA29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433" y="5395309"/>
                  <a:ext cx="354661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515" t="-2222" r="-1890" b="-355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905535-EF6D-6BC9-A4D1-9258BD004586}"/>
                </a:ext>
              </a:extLst>
            </p:cNvPr>
            <p:cNvSpPr txBox="1"/>
            <p:nvPr/>
          </p:nvSpPr>
          <p:spPr>
            <a:xfrm>
              <a:off x="6572374" y="5240238"/>
              <a:ext cx="170457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Path is continuous</a:t>
              </a:r>
              <a:br>
                <a:rPr lang="en-US" altLang="ko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(Almost surely)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E535FE6-A0F6-AAC1-0FD6-F026220410CD}"/>
                </a:ext>
              </a:extLst>
            </p:cNvPr>
            <p:cNvSpPr txBox="1"/>
            <p:nvPr/>
          </p:nvSpPr>
          <p:spPr>
            <a:xfrm>
              <a:off x="8333867" y="5254213"/>
              <a:ext cx="170457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Independent</a:t>
              </a:r>
              <a:br>
                <a:rPr lang="en-US" altLang="ko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4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Increment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1839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0AC5D-5FE7-B1AA-E18B-B6B90F79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4D6587E-E63F-423F-C436-AF26CF32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4A0473F4-ABFE-ADD4-807D-48391542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Preliminaries: Fokker-Planck Equation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E6151-FA1C-1B42-7E1C-92BB8E5B830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0ECA17-D463-FA7A-1F86-B74219F59722}"/>
              </a:ext>
            </a:extLst>
          </p:cNvPr>
          <p:cNvSpPr txBox="1"/>
          <p:nvPr/>
        </p:nvSpPr>
        <p:spPr>
          <a:xfrm>
            <a:off x="817907" y="1636812"/>
            <a:ext cx="10221568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 physics, the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Fokker-Planck equation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describes how the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probability density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of a particle’s position evolves over time under stochastic dynamics.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614B2F-4265-5527-0A81-FDF53326F212}"/>
                  </a:ext>
                </a:extLst>
              </p:cNvPr>
              <p:cNvSpPr txBox="1"/>
              <p:nvPr/>
            </p:nvSpPr>
            <p:spPr>
              <a:xfrm>
                <a:off x="1872751" y="2484518"/>
                <a:ext cx="5083058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)∙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614B2F-4265-5527-0A81-FDF53326F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751" y="2484518"/>
                <a:ext cx="5083058" cy="5275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42378A-43A6-8E20-1526-C4DD140CEB4E}"/>
                  </a:ext>
                </a:extLst>
              </p:cNvPr>
              <p:cNvSpPr txBox="1"/>
              <p:nvPr/>
            </p:nvSpPr>
            <p:spPr>
              <a:xfrm>
                <a:off x="7296150" y="2408467"/>
                <a:ext cx="385762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probability density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drift term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diffusion term</a:t>
                </a:r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942378A-43A6-8E20-1526-C4DD140CE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150" y="2408467"/>
                <a:ext cx="3857625" cy="923330"/>
              </a:xfrm>
              <a:prstGeom prst="rect">
                <a:avLst/>
              </a:prstGeom>
              <a:blipFill>
                <a:blip r:embed="rId3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251414-2FE0-EFBE-E2B9-406C5501B3C9}"/>
                  </a:ext>
                </a:extLst>
              </p:cNvPr>
              <p:cNvSpPr txBox="1"/>
              <p:nvPr/>
            </p:nvSpPr>
            <p:spPr>
              <a:xfrm>
                <a:off x="817907" y="3494317"/>
                <a:ext cx="10221568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Over time, the Fokker-Planck process may converge to a </a:t>
                </a:r>
                <a:r>
                  <a:rPr lang="en-US" altLang="ko-KR" sz="16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stationary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p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𝒑</m:t>
                        </m:r>
                      </m:e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∗</m:t>
                        </m:r>
                      </m:sup>
                    </m:sSup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(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𝒙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)</m:t>
                    </m:r>
                  </m:oMath>
                </a14:m>
                <a:endParaRPr lang="ko-KR" altLang="en-US" sz="16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A251414-2FE0-EFBE-E2B9-406C5501B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07" y="3494317"/>
                <a:ext cx="10221568" cy="338554"/>
              </a:xfrm>
              <a:prstGeom prst="rect">
                <a:avLst/>
              </a:prstGeom>
              <a:blipFill>
                <a:blip r:embed="rId4"/>
                <a:stretch>
                  <a:fillRect l="-1133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66D20A-484A-E176-E6D3-16150392ADBD}"/>
                  </a:ext>
                </a:extLst>
              </p:cNvPr>
              <p:cNvSpPr txBox="1"/>
              <p:nvPr/>
            </p:nvSpPr>
            <p:spPr>
              <a:xfrm>
                <a:off x="4977901" y="4050648"/>
                <a:ext cx="1353832" cy="5284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66D20A-484A-E176-E6D3-16150392A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901" y="4050648"/>
                <a:ext cx="1353832" cy="5284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07CC62-05F2-C4BA-6B8D-AF610D10F765}"/>
                  </a:ext>
                </a:extLst>
              </p:cNvPr>
              <p:cNvSpPr txBox="1"/>
              <p:nvPr/>
            </p:nvSpPr>
            <p:spPr>
              <a:xfrm>
                <a:off x="817907" y="5015984"/>
                <a:ext cx="10221568" cy="58477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In the machine learning perspective, we can think of this as designing a stochastic process such that its stationary distribution matches the data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𝑑𝑎𝑡𝑎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)</m:t>
                    </m:r>
                  </m:oMath>
                </a14:m>
                <a:endParaRPr lang="ko-KR" altLang="en-US" sz="16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07CC62-05F2-C4BA-6B8D-AF610D10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907" y="5015984"/>
                <a:ext cx="10221568" cy="584775"/>
              </a:xfrm>
              <a:prstGeom prst="rect">
                <a:avLst/>
              </a:prstGeom>
              <a:blipFill>
                <a:blip r:embed="rId6"/>
                <a:stretch>
                  <a:fillRect l="-1133"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4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7547-4500-8AC5-07D5-B75F34588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5DC56F-A7DF-32E7-C351-AA693DA6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07DA52A9-1BB7-78E6-2F0F-4B7CDB1D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Preliminaries: Langevin dynamics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6C712-F313-F08F-5E1C-C2DD08E32231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507FF-4114-28B5-5C13-85757CDA75C9}"/>
              </a:ext>
            </a:extLst>
          </p:cNvPr>
          <p:cNvSpPr txBox="1"/>
          <p:nvPr/>
        </p:nvSpPr>
        <p:spPr>
          <a:xfrm>
            <a:off x="609600" y="1618544"/>
            <a:ext cx="102215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Langevin dynamics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describes the motion of a particle under both deterministic forces and random noise.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D69AA-9C5F-51CB-3DDF-0D506672EC8B}"/>
              </a:ext>
            </a:extLst>
          </p:cNvPr>
          <p:cNvSpPr txBox="1"/>
          <p:nvPr/>
        </p:nvSpPr>
        <p:spPr>
          <a:xfrm>
            <a:off x="609600" y="2018629"/>
            <a:ext cx="102215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 can use it to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simulate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samples from the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stationary distribution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of the Fokker–Planck equation.</a:t>
            </a:r>
            <a:endParaRPr lang="ko-KR" altLang="en-US" sz="1600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53636-E587-ED16-6BA8-C28A23949AAB}"/>
              </a:ext>
            </a:extLst>
          </p:cNvPr>
          <p:cNvSpPr txBox="1"/>
          <p:nvPr/>
        </p:nvSpPr>
        <p:spPr>
          <a:xfrm>
            <a:off x="609600" y="2919558"/>
            <a:ext cx="102215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General Langevin equation: </a:t>
            </a:r>
            <a:endParaRPr lang="ko-KR" altLang="en-US" sz="1600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5B3CEC-3BC7-E602-17D3-BCCBBD358D0D}"/>
                  </a:ext>
                </a:extLst>
              </p:cNvPr>
              <p:cNvSpPr txBox="1"/>
              <p:nvPr/>
            </p:nvSpPr>
            <p:spPr>
              <a:xfrm>
                <a:off x="3020668" y="3482766"/>
                <a:ext cx="4796506" cy="442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rad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ko-KR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 err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5B3CEC-3BC7-E602-17D3-BCCBBD358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668" y="3482766"/>
                <a:ext cx="4796506" cy="4424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54CA920-97C1-511B-2892-04C1315F3B66}"/>
                  </a:ext>
                </a:extLst>
              </p:cNvPr>
              <p:cNvSpPr txBox="1"/>
              <p:nvPr/>
            </p:nvSpPr>
            <p:spPr>
              <a:xfrm>
                <a:off x="3073634" y="5093963"/>
                <a:ext cx="5293500" cy="586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54CA920-97C1-511B-2892-04C1315F3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634" y="5093963"/>
                <a:ext cx="5293500" cy="586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0999B9BB-E2C5-DB0B-DA03-BC3F9C3906D8}"/>
              </a:ext>
            </a:extLst>
          </p:cNvPr>
          <p:cNvSpPr txBox="1"/>
          <p:nvPr/>
        </p:nvSpPr>
        <p:spPr>
          <a:xfrm>
            <a:off x="609600" y="4340334"/>
            <a:ext cx="312544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Corresponding Fokker-Planck: </a:t>
            </a:r>
            <a:endParaRPr lang="ko-KR" altLang="en-US" sz="1600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99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6" grpId="0"/>
      <p:bldP spid="11" grpId="0"/>
      <p:bldP spid="32" grpId="0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8C19-CA55-1DC2-1D6D-2C680B16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99D264-50A5-FFF1-5D2E-CA0F0A06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22559985-46B8-7C23-A296-9BD747689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Preliminaries: Langevin dynamics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5E3206-C74F-9CD0-C006-7E079115B9E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BD82A-6606-859C-34B5-36963FBFA2C7}"/>
              </a:ext>
            </a:extLst>
          </p:cNvPr>
          <p:cNvSpPr txBox="1"/>
          <p:nvPr/>
        </p:nvSpPr>
        <p:spPr>
          <a:xfrm>
            <a:off x="609599" y="1687864"/>
            <a:ext cx="102215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General Langevin equation: </a:t>
            </a:r>
            <a:endParaRPr lang="ko-KR" altLang="en-US" sz="1600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CA4D16-C898-AB87-FB7F-FC35DAF024AF}"/>
                  </a:ext>
                </a:extLst>
              </p:cNvPr>
              <p:cNvSpPr txBox="1"/>
              <p:nvPr/>
            </p:nvSpPr>
            <p:spPr>
              <a:xfrm>
                <a:off x="3611217" y="1699131"/>
                <a:ext cx="3656322" cy="331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CA4D16-C898-AB87-FB7F-FC35DAF02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217" y="1699131"/>
                <a:ext cx="3656322" cy="331886"/>
              </a:xfrm>
              <a:prstGeom prst="rect">
                <a:avLst/>
              </a:prstGeom>
              <a:blipFill>
                <a:blip r:embed="rId2"/>
                <a:stretch>
                  <a:fillRect l="-500" r="-116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38FD90-9B2B-2305-CBE6-D61A131811D7}"/>
                  </a:ext>
                </a:extLst>
              </p:cNvPr>
              <p:cNvSpPr txBox="1"/>
              <p:nvPr/>
            </p:nvSpPr>
            <p:spPr>
              <a:xfrm>
                <a:off x="4047409" y="2288002"/>
                <a:ext cx="4776757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38FD90-9B2B-2305-CBE6-D61A13181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409" y="2288002"/>
                <a:ext cx="4776757" cy="527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95B7638-B952-83ED-AC9A-377E24CBC345}"/>
              </a:ext>
            </a:extLst>
          </p:cNvPr>
          <p:cNvSpPr txBox="1"/>
          <p:nvPr/>
        </p:nvSpPr>
        <p:spPr>
          <a:xfrm>
            <a:off x="609599" y="2410302"/>
            <a:ext cx="312544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Corresponding Fokker-Planck: </a:t>
            </a:r>
            <a:endParaRPr lang="ko-KR" altLang="en-US" sz="1600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D5FB6-B37C-CADC-44F4-B67E747FB362}"/>
              </a:ext>
            </a:extLst>
          </p:cNvPr>
          <p:cNvSpPr txBox="1"/>
          <p:nvPr/>
        </p:nvSpPr>
        <p:spPr>
          <a:xfrm>
            <a:off x="609599" y="3194867"/>
            <a:ext cx="3125443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Stationary distribution: </a:t>
            </a:r>
            <a:endParaRPr lang="ko-KR" altLang="en-US" sz="1600" b="1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364D46-50F9-5156-72FF-7CE792987F4A}"/>
                  </a:ext>
                </a:extLst>
              </p:cNvPr>
              <p:cNvSpPr txBox="1"/>
              <p:nvPr/>
            </p:nvSpPr>
            <p:spPr>
              <a:xfrm>
                <a:off x="3353084" y="3816052"/>
                <a:ext cx="1388650" cy="586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364D46-50F9-5156-72FF-7CE792987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084" y="3816052"/>
                <a:ext cx="1388650" cy="586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05488A8-D7AF-A018-14AD-C4A8BD06F208}"/>
              </a:ext>
            </a:extLst>
          </p:cNvPr>
          <p:cNvCxnSpPr/>
          <p:nvPr/>
        </p:nvCxnSpPr>
        <p:spPr>
          <a:xfrm>
            <a:off x="4867445" y="4130569"/>
            <a:ext cx="3143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6EF4736-69A2-BCDA-CB49-E713035D20E0}"/>
                  </a:ext>
                </a:extLst>
              </p:cNvPr>
              <p:cNvSpPr txBox="1"/>
              <p:nvPr/>
            </p:nvSpPr>
            <p:spPr>
              <a:xfrm>
                <a:off x="5157137" y="3705424"/>
                <a:ext cx="2642780" cy="687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6EF4736-69A2-BCDA-CB49-E713035D2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137" y="3705424"/>
                <a:ext cx="2642780" cy="6876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C7BA82-8ABF-CB45-F257-A75E1997C9B2}"/>
                  </a:ext>
                </a:extLst>
              </p:cNvPr>
              <p:cNvSpPr txBox="1"/>
              <p:nvPr/>
            </p:nvSpPr>
            <p:spPr>
              <a:xfrm>
                <a:off x="609599" y="4818193"/>
                <a:ext cx="5763868" cy="483466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If we choose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𝐷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,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𝑈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=− </m:t>
                    </m:r>
                    <m:f>
                      <m:f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50" charset="-127"/>
                      </a:rPr>
                      <m:t>∇</m:t>
                    </m:r>
                    <m:func>
                      <m:func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50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50" charset="-127"/>
                          </a:rPr>
                          <m:t>log</m:t>
                        </m:r>
                      </m:fName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50" charset="-127"/>
                          </a:rPr>
                          <m:t>𝑝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50" charset="-127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50" charset="-127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50" charset="-127"/>
                          </a:rPr>
                          <m:t>)</m:t>
                        </m:r>
                      </m:e>
                    </m:func>
                  </m:oMath>
                </a14:m>
                <a:endParaRPr lang="ko-KR" altLang="en-US" sz="16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C7BA82-8ABF-CB45-F257-A75E1997C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4818193"/>
                <a:ext cx="5763868" cy="483466"/>
              </a:xfrm>
              <a:prstGeom prst="rect">
                <a:avLst/>
              </a:prstGeom>
              <a:blipFill>
                <a:blip r:embed="rId6"/>
                <a:stretch>
                  <a:fillRect l="-2008" b="-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103CA3-6FBD-2AF5-14C5-C364D84C49FD}"/>
                  </a:ext>
                </a:extLst>
              </p:cNvPr>
              <p:cNvSpPr txBox="1"/>
              <p:nvPr/>
            </p:nvSpPr>
            <p:spPr>
              <a:xfrm>
                <a:off x="5720383" y="4702179"/>
                <a:ext cx="4776757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" panose="02000503000000020004" pitchFamily="50" charset="-127"/>
                                    </a:rPr>
                                    <m:t>∇</m:t>
                                  </m:r>
                                  <m:func>
                                    <m:func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" panose="02000503000000020004" pitchFamily="50" charset="-127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" panose="02000503000000020004" pitchFamily="50" charset="-127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" panose="02000503000000020004" pitchFamily="50" charset="-127"/>
                                        </a:rPr>
                                        <m:t>𝑝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" panose="02000503000000020004" pitchFamily="50" charset="-127"/>
                                        </a:rPr>
                                        <m:t>(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" panose="02000503000000020004" pitchFamily="50" charset="-127"/>
                                        </a:rPr>
                                        <m:t>𝑥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Pretendard" panose="02000503000000020004" pitchFamily="50" charset="-127"/>
                                        </a:rPr>
                                        <m:t>)</m:t>
                                      </m:r>
                                    </m:e>
                                  </m:func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Pretendard" panose="02000503000000020004" pitchFamily="50" charset="-127"/>
                                    </a:rPr>
                                    <m:t>/2</m:t>
                                  </m:r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1/2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103CA3-6FBD-2AF5-14C5-C364D84C4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383" y="4702179"/>
                <a:ext cx="4776757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E1574AB-0997-8FC2-4F89-C8B17D8F1BDB}"/>
              </a:ext>
            </a:extLst>
          </p:cNvPr>
          <p:cNvCxnSpPr/>
          <p:nvPr/>
        </p:nvCxnSpPr>
        <p:spPr>
          <a:xfrm>
            <a:off x="5549103" y="5059520"/>
            <a:ext cx="3143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ECFD3CB-1871-89BB-0A6B-5866C0B1DC1B}"/>
              </a:ext>
            </a:extLst>
          </p:cNvPr>
          <p:cNvCxnSpPr/>
          <p:nvPr/>
        </p:nvCxnSpPr>
        <p:spPr>
          <a:xfrm>
            <a:off x="5563220" y="5859620"/>
            <a:ext cx="3143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6691DB-3F25-4B7D-34BF-61DB3A97DF20}"/>
                  </a:ext>
                </a:extLst>
              </p:cNvPr>
              <p:cNvSpPr txBox="1"/>
              <p:nvPr/>
            </p:nvSpPr>
            <p:spPr>
              <a:xfrm>
                <a:off x="2508165" y="5609961"/>
                <a:ext cx="2453753" cy="52322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Think of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50" charset="-127"/>
                      </a:rPr>
                      <m:t>𝑝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50" charset="-127"/>
                      </a:rPr>
                      <m:t>(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50" charset="-127"/>
                      </a:rPr>
                      <m:t>𝑥</m:t>
                    </m:r>
                  </m:oMath>
                </a14:m>
                <a:r>
                  <a:rPr lang="en-US" altLang="ko-KR" sz="14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) as data distribution we want to target</a:t>
                </a:r>
                <a:endParaRPr lang="ko-KR" altLang="en-US" sz="14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6691DB-3F25-4B7D-34BF-61DB3A97D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165" y="5609961"/>
                <a:ext cx="2453753" cy="523220"/>
              </a:xfrm>
              <a:prstGeom prst="rect">
                <a:avLst/>
              </a:prstGeom>
              <a:blipFill>
                <a:blip r:embed="rId8"/>
                <a:stretch>
                  <a:fillRect l="-4467" t="-1163" b="-11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B5FAA3A-87DD-EE65-C817-624560CD00BC}"/>
              </a:ext>
            </a:extLst>
          </p:cNvPr>
          <p:cNvSpPr txBox="1"/>
          <p:nvPr/>
        </p:nvSpPr>
        <p:spPr>
          <a:xfrm>
            <a:off x="6279438" y="5677820"/>
            <a:ext cx="539296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Stationary distribution matches our target distribution!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7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1" grpId="0"/>
      <p:bldP spid="4" grpId="0"/>
      <p:bldP spid="7" grpId="0"/>
      <p:bldP spid="17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FC3B-2BC6-BBD9-D316-0A0F26EDD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951903E-A877-20E3-E57E-24E80BE0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1B979775-E60D-54F7-9D81-EA5CF853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Preliminaries: Langevin dynamics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F72E2-F90B-DF89-D099-B43EFFF3BFE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66541B-04BE-61F8-2F73-04BECE6DA3ED}"/>
                  </a:ext>
                </a:extLst>
              </p:cNvPr>
              <p:cNvSpPr txBox="1"/>
              <p:nvPr/>
            </p:nvSpPr>
            <p:spPr>
              <a:xfrm>
                <a:off x="3875567" y="3026542"/>
                <a:ext cx="3583417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Pretendard" panose="02000503000000020004" pitchFamily="50" charset="-127"/>
                        </a:rPr>
                        <m:t>∇</m:t>
                      </m:r>
                      <m:func>
                        <m:func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log</m:t>
                          </m:r>
                        </m:fName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𝑝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(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𝑥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Pretendard" panose="02000503000000020004" pitchFamily="50" charset="-127"/>
                            </a:rPr>
                            <m:t>)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E66541B-04BE-61F8-2F73-04BECE6DA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567" y="3026542"/>
                <a:ext cx="3583417" cy="5761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01911B41-FF92-1606-3BD7-789D0928A6B1}"/>
              </a:ext>
            </a:extLst>
          </p:cNvPr>
          <p:cNvSpPr txBox="1"/>
          <p:nvPr/>
        </p:nvSpPr>
        <p:spPr>
          <a:xfrm>
            <a:off x="3942242" y="2151774"/>
            <a:ext cx="395494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Generative SDE we wish to solve !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6FA080B-D110-934B-5536-A2C4316C3D43}"/>
              </a:ext>
            </a:extLst>
          </p:cNvPr>
          <p:cNvCxnSpPr/>
          <p:nvPr/>
        </p:nvCxnSpPr>
        <p:spPr>
          <a:xfrm>
            <a:off x="5095875" y="3716801"/>
            <a:ext cx="952500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2DBB45D-D3B2-F476-973F-D2A0CAD7B9D8}"/>
              </a:ext>
            </a:extLst>
          </p:cNvPr>
          <p:cNvCxnSpPr>
            <a:cxnSpLocks/>
          </p:cNvCxnSpPr>
          <p:nvPr/>
        </p:nvCxnSpPr>
        <p:spPr>
          <a:xfrm>
            <a:off x="6763659" y="3716801"/>
            <a:ext cx="789666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E40798-37A3-733D-95C0-90E9E5D163FA}"/>
              </a:ext>
            </a:extLst>
          </p:cNvPr>
          <p:cNvSpPr txBox="1"/>
          <p:nvPr/>
        </p:nvSpPr>
        <p:spPr>
          <a:xfrm>
            <a:off x="4857096" y="3767373"/>
            <a:ext cx="162035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Score function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BAC95-F17B-BDD7-0113-CD2650E77471}"/>
              </a:ext>
            </a:extLst>
          </p:cNvPr>
          <p:cNvSpPr txBox="1"/>
          <p:nvPr/>
        </p:nvSpPr>
        <p:spPr>
          <a:xfrm>
            <a:off x="6801531" y="3767373"/>
            <a:ext cx="71392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Noise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A555C0-D86B-E5F7-09C3-6DFEE0B91966}"/>
              </a:ext>
            </a:extLst>
          </p:cNvPr>
          <p:cNvSpPr txBox="1"/>
          <p:nvPr/>
        </p:nvSpPr>
        <p:spPr>
          <a:xfrm>
            <a:off x="789921" y="4912497"/>
            <a:ext cx="7677804" cy="87472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Score function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gradient of the log-probability density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               = direction in which the density increases fastest at point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𝑥</a:t>
            </a:r>
          </a:p>
        </p:txBody>
      </p:sp>
    </p:spTree>
    <p:extLst>
      <p:ext uri="{BB962C8B-B14F-4D97-AF65-F5344CB8AC3E}">
        <p14:creationId xmlns:p14="http://schemas.microsoft.com/office/powerpoint/2010/main" val="4926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BA3E0-4E7C-4336-A038-F4C88942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147E8F3-F27C-868F-D5D2-2C203E5D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53ED92F5-0A35-5127-699F-673A7218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Diffusion as SDE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A0F2C-0235-6E38-3676-145422A725CA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15F7F4-6A2C-90F7-C6D6-BEC7D18169BD}"/>
                  </a:ext>
                </a:extLst>
              </p:cNvPr>
              <p:cNvSpPr txBox="1"/>
              <p:nvPr/>
            </p:nvSpPr>
            <p:spPr>
              <a:xfrm>
                <a:off x="1726163" y="2242612"/>
                <a:ext cx="3806620" cy="427746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≔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 err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15F7F4-6A2C-90F7-C6D6-BEC7D1816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163" y="2242612"/>
                <a:ext cx="3806620" cy="427746"/>
              </a:xfrm>
              <a:prstGeom prst="rect">
                <a:avLst/>
              </a:prstGeom>
              <a:blipFill>
                <a:blip r:embed="rId2"/>
                <a:stretch>
                  <a:fillRect l="-1120" r="-1760"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DEB139E-D64A-3DB3-66A1-89A919A65AB7}"/>
              </a:ext>
            </a:extLst>
          </p:cNvPr>
          <p:cNvSpPr txBox="1"/>
          <p:nvPr/>
        </p:nvSpPr>
        <p:spPr>
          <a:xfrm>
            <a:off x="609600" y="1747421"/>
            <a:ext cx="240030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Recall: DDPM forward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47B06C0-6EF0-D8FD-5934-0C1A3BC51FE9}"/>
              </a:ext>
            </a:extLst>
          </p:cNvPr>
          <p:cNvCxnSpPr/>
          <p:nvPr/>
        </p:nvCxnSpPr>
        <p:spPr>
          <a:xfrm>
            <a:off x="1752599" y="3147897"/>
            <a:ext cx="4286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DA9C72-E5FA-4684-09FC-867E4B69CCC9}"/>
                  </a:ext>
                </a:extLst>
              </p:cNvPr>
              <p:cNvSpPr txBox="1"/>
              <p:nvPr/>
            </p:nvSpPr>
            <p:spPr>
              <a:xfrm>
                <a:off x="2362199" y="2946582"/>
                <a:ext cx="3096040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ra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DA9C72-E5FA-4684-09FC-867E4B69C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99" y="2946582"/>
                <a:ext cx="3096040" cy="335413"/>
              </a:xfrm>
              <a:prstGeom prst="rect">
                <a:avLst/>
              </a:prstGeom>
              <a:blipFill>
                <a:blip r:embed="rId3"/>
                <a:stretch>
                  <a:fillRect l="-394" r="-591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295B12-9E33-1E49-D302-40B112AF8F93}"/>
                  </a:ext>
                </a:extLst>
              </p:cNvPr>
              <p:cNvSpPr txBox="1"/>
              <p:nvPr/>
            </p:nvSpPr>
            <p:spPr>
              <a:xfrm>
                <a:off x="609600" y="3613403"/>
                <a:ext cx="4989410" cy="49379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𝑖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𝑇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  <m:t>0,1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, </m:t>
                    </m:r>
                  </m:oMath>
                </a14:m>
                <a:r>
                  <a:rPr lang="en-US" altLang="ko-KR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Assume the step size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" panose="02000503000000020004" pitchFamily="2" charset="-127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Pretendard" panose="02000503000000020004" pitchFamily="2" charset="-127"/>
                          </a:rPr>
                          <m:t>𝑇</m:t>
                        </m:r>
                      </m:den>
                    </m:f>
                  </m:oMath>
                </a14:m>
                <a:endParaRPr lang="ko-KR" altLang="en-US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295B12-9E33-1E49-D302-40B112AF8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613403"/>
                <a:ext cx="4989410" cy="493790"/>
              </a:xfrm>
              <a:prstGeom prst="rect">
                <a:avLst/>
              </a:prstGeom>
              <a:blipFill>
                <a:blip r:embed="rId4"/>
                <a:stretch>
                  <a:fillRect l="-2812" b="-61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B28FBF-4C23-E263-ADBB-561D301F3D33}"/>
                  </a:ext>
                </a:extLst>
              </p:cNvPr>
              <p:cNvSpPr txBox="1"/>
              <p:nvPr/>
            </p:nvSpPr>
            <p:spPr>
              <a:xfrm>
                <a:off x="2362199" y="4404991"/>
                <a:ext cx="3419654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B28FBF-4C23-E263-ADBB-561D301F3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99" y="4404991"/>
                <a:ext cx="3419654" cy="335413"/>
              </a:xfrm>
              <a:prstGeom prst="rect">
                <a:avLst/>
              </a:prstGeom>
              <a:blipFill>
                <a:blip r:embed="rId5"/>
                <a:stretch>
                  <a:fillRect l="-357" r="-535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2B917AF-945A-E3CA-6330-47ACCF6ECE45}"/>
              </a:ext>
            </a:extLst>
          </p:cNvPr>
          <p:cNvCxnSpPr/>
          <p:nvPr/>
        </p:nvCxnSpPr>
        <p:spPr>
          <a:xfrm>
            <a:off x="1655786" y="4647007"/>
            <a:ext cx="4286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A284564-F051-DDB4-2047-AED24233A1CE}"/>
              </a:ext>
            </a:extLst>
          </p:cNvPr>
          <p:cNvCxnSpPr/>
          <p:nvPr/>
        </p:nvCxnSpPr>
        <p:spPr>
          <a:xfrm>
            <a:off x="1655785" y="5184731"/>
            <a:ext cx="4286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6FE456-0F83-62D3-8C02-EE250A62D98F}"/>
                  </a:ext>
                </a:extLst>
              </p:cNvPr>
              <p:cNvSpPr txBox="1"/>
              <p:nvPr/>
            </p:nvSpPr>
            <p:spPr>
              <a:xfrm>
                <a:off x="2362199" y="4906379"/>
                <a:ext cx="3790077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6FE456-0F83-62D3-8C02-EE250A62D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99" y="4906379"/>
                <a:ext cx="3790077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F2FE3B9-FF32-33F7-EAC9-EED58E13134A}"/>
              </a:ext>
            </a:extLst>
          </p:cNvPr>
          <p:cNvSpPr txBox="1"/>
          <p:nvPr/>
        </p:nvSpPr>
        <p:spPr>
          <a:xfrm>
            <a:off x="6943388" y="4981015"/>
            <a:ext cx="3320333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</a:t>
            </a:r>
            <a:r>
              <a:rPr lang="en-US" altLang="ko-KR" baseline="30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order Taylor expansion)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8DDD6FE-72AA-53F7-13CD-812A585B41A7}"/>
              </a:ext>
            </a:extLst>
          </p:cNvPr>
          <p:cNvCxnSpPr/>
          <p:nvPr/>
        </p:nvCxnSpPr>
        <p:spPr>
          <a:xfrm>
            <a:off x="1655785" y="5737181"/>
            <a:ext cx="4286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022D893-5D84-4134-F5F6-922B6C8E8A86}"/>
                  </a:ext>
                </a:extLst>
              </p:cNvPr>
              <p:cNvSpPr txBox="1"/>
              <p:nvPr/>
            </p:nvSpPr>
            <p:spPr>
              <a:xfrm>
                <a:off x="2362199" y="5404502"/>
                <a:ext cx="394133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022D893-5D84-4134-F5F6-922B6C8E8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99" y="5404502"/>
                <a:ext cx="3941335" cy="518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그림 19">
            <a:extLst>
              <a:ext uri="{FF2B5EF4-FFF2-40B4-BE49-F238E27FC236}">
                <a16:creationId xmlns:a16="http://schemas.microsoft.com/office/drawing/2014/main" id="{523A5DE0-9EFD-2671-FD41-1649CFF084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8334" y="1760303"/>
            <a:ext cx="5344066" cy="18842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58CC519-49C6-D7C2-9B98-C47F61DF4C07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 Credit: Copyright (c) 2023 cvpr2023-tutorial-diffusion-models (MIT license)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497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9" grpId="0"/>
      <p:bldP spid="10" grpId="0"/>
      <p:bldP spid="14" grpId="0"/>
      <p:bldP spid="15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89717-05CF-AA4D-D960-E4ECC8732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AC3DA7-E474-3AE7-B3B2-BCDD0F04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E6C75E3D-253C-BBDA-E35F-E21423E8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Diffusion as SDE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2179FB-3ECD-6B7B-7DAD-B6EA53342816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39215B3-82BD-29DE-2E5F-D82821CDE4C8}"/>
              </a:ext>
            </a:extLst>
          </p:cNvPr>
          <p:cNvCxnSpPr/>
          <p:nvPr/>
        </p:nvCxnSpPr>
        <p:spPr>
          <a:xfrm>
            <a:off x="1133474" y="2039265"/>
            <a:ext cx="4286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0E848E-74DD-E891-EACB-3B44BD7D1D85}"/>
                  </a:ext>
                </a:extLst>
              </p:cNvPr>
              <p:cNvSpPr txBox="1"/>
              <p:nvPr/>
            </p:nvSpPr>
            <p:spPr>
              <a:xfrm>
                <a:off x="1839888" y="1706586"/>
                <a:ext cx="4368632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)∆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0E848E-74DD-E891-EACB-3B44BD7D1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888" y="1706586"/>
                <a:ext cx="4368632" cy="5761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0C8543C-FC76-1DEA-A6B7-5B9BD90BEB76}"/>
              </a:ext>
            </a:extLst>
          </p:cNvPr>
          <p:cNvCxnSpPr/>
          <p:nvPr/>
        </p:nvCxnSpPr>
        <p:spPr>
          <a:xfrm>
            <a:off x="1133474" y="2930617"/>
            <a:ext cx="4286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563A3E-6316-4EB1-D3A8-CB62EA833103}"/>
                  </a:ext>
                </a:extLst>
              </p:cNvPr>
              <p:cNvSpPr txBox="1"/>
              <p:nvPr/>
            </p:nvSpPr>
            <p:spPr>
              <a:xfrm>
                <a:off x="1839888" y="2642525"/>
                <a:ext cx="437972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 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563A3E-6316-4EB1-D3A8-CB62EA833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888" y="2642525"/>
                <a:ext cx="4379725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B9FB060-F724-7FE9-8F39-EF41B4C25A6B}"/>
              </a:ext>
            </a:extLst>
          </p:cNvPr>
          <p:cNvSpPr txBox="1"/>
          <p:nvPr/>
        </p:nvSpPr>
        <p:spPr>
          <a:xfrm>
            <a:off x="6904267" y="2745950"/>
            <a:ext cx="3320333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(Wiener process property)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20E9AC-4821-0765-7B3E-E640E1B3BCCB}"/>
              </a:ext>
            </a:extLst>
          </p:cNvPr>
          <p:cNvSpPr/>
          <p:nvPr/>
        </p:nvSpPr>
        <p:spPr>
          <a:xfrm>
            <a:off x="1762125" y="2457860"/>
            <a:ext cx="4533900" cy="9711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FA0C8D-1252-5866-A69A-5177DA7F2543}"/>
              </a:ext>
            </a:extLst>
          </p:cNvPr>
          <p:cNvSpPr txBox="1"/>
          <p:nvPr/>
        </p:nvSpPr>
        <p:spPr>
          <a:xfrm>
            <a:off x="2229719" y="3604089"/>
            <a:ext cx="397880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SDE for diffusion forward process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475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6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5B90-C665-7C7C-D768-738DDEBA9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7BD410-E486-A257-A249-CB8E8A9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1529AA2A-C47F-5C61-B1A9-5EB04FD58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Diffusion as SDE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C8CD8-FC7C-692F-DBB8-F0F9F24B67F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776B12-D8B7-9CBC-5457-6F32965E16C3}"/>
                  </a:ext>
                </a:extLst>
              </p:cNvPr>
              <p:cNvSpPr txBox="1"/>
              <p:nvPr/>
            </p:nvSpPr>
            <p:spPr>
              <a:xfrm>
                <a:off x="770632" y="2581335"/>
                <a:ext cx="437972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 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776B12-D8B7-9CBC-5457-6F32965E1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32" y="2581335"/>
                <a:ext cx="4379725" cy="5761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A97A484-74EA-7136-D249-17C4CA7ED679}"/>
              </a:ext>
            </a:extLst>
          </p:cNvPr>
          <p:cNvSpPr txBox="1"/>
          <p:nvPr/>
        </p:nvSpPr>
        <p:spPr>
          <a:xfrm>
            <a:off x="770631" y="1940462"/>
            <a:ext cx="155170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Forward SDE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B74B17-04A6-B665-441D-E1A95F27BCA0}"/>
              </a:ext>
            </a:extLst>
          </p:cNvPr>
          <p:cNvSpPr txBox="1"/>
          <p:nvPr/>
        </p:nvSpPr>
        <p:spPr>
          <a:xfrm>
            <a:off x="770631" y="3987619"/>
            <a:ext cx="155170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Reverse SDE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34CA35-0D26-4B9C-AB82-D18F00EC8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455" y="1449932"/>
            <a:ext cx="5777490" cy="267267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E68F09-0FE6-C8F1-974A-900CCD23B093}"/>
                  </a:ext>
                </a:extLst>
              </p:cNvPr>
              <p:cNvSpPr txBox="1"/>
              <p:nvPr/>
            </p:nvSpPr>
            <p:spPr>
              <a:xfrm>
                <a:off x="770631" y="4609502"/>
                <a:ext cx="6924396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=[−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̅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dirty="0" err="1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E68F09-0FE6-C8F1-974A-900CCD23B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31" y="4609502"/>
                <a:ext cx="6924396" cy="5761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D301813F-F648-F309-91B2-99568AFC55E8}"/>
              </a:ext>
            </a:extLst>
          </p:cNvPr>
          <p:cNvSpPr/>
          <p:nvPr/>
        </p:nvSpPr>
        <p:spPr>
          <a:xfrm>
            <a:off x="693544" y="2486025"/>
            <a:ext cx="4533900" cy="847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9DDB03-B84C-61DE-95A8-C41D1FE35EDC}"/>
              </a:ext>
            </a:extLst>
          </p:cNvPr>
          <p:cNvSpPr/>
          <p:nvPr/>
        </p:nvSpPr>
        <p:spPr>
          <a:xfrm>
            <a:off x="693544" y="4473731"/>
            <a:ext cx="7184518" cy="847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D1F1FE-4261-F152-1CBA-70467F50C982}"/>
              </a:ext>
            </a:extLst>
          </p:cNvPr>
          <p:cNvSpPr/>
          <p:nvPr/>
        </p:nvSpPr>
        <p:spPr>
          <a:xfrm>
            <a:off x="4000500" y="4724400"/>
            <a:ext cx="1619250" cy="4612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567D27-514E-55F4-C328-DE9FFCD2BB49}"/>
              </a:ext>
            </a:extLst>
          </p:cNvPr>
          <p:cNvSpPr txBox="1"/>
          <p:nvPr/>
        </p:nvSpPr>
        <p:spPr>
          <a:xfrm>
            <a:off x="4059744" y="5329683"/>
            <a:ext cx="218122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Score Function</a:t>
            </a:r>
            <a:endParaRPr lang="ko-KR" altLang="en-US" dirty="0" err="1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929FF1-661D-906B-E20C-CA15BF9887E8}"/>
              </a:ext>
            </a:extLst>
          </p:cNvPr>
          <p:cNvSpPr txBox="1"/>
          <p:nvPr/>
        </p:nvSpPr>
        <p:spPr>
          <a:xfrm>
            <a:off x="609600" y="6472062"/>
            <a:ext cx="592455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Ref: Song et al., “SCORE-BASED GENERATIVE MODELING THROUGH STOCHASTIC DIFFERENTIAL EQUATIONS”, ICLR 2021.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543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6645-0CDD-B087-DFE2-913A8A58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28D4090-BAA3-BB02-AEE5-90DA4C17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47DF2B3E-9553-7080-E213-E9FCB56F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Score Matching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8C92B-8F1D-D3DE-4C77-C345F58E7BE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7FB59-8328-C3ED-AF69-8761CE9494C4}"/>
              </a:ext>
            </a:extLst>
          </p:cNvPr>
          <p:cNvSpPr txBox="1"/>
          <p:nvPr/>
        </p:nvSpPr>
        <p:spPr>
          <a:xfrm>
            <a:off x="609599" y="1706914"/>
            <a:ext cx="102215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Calculating the score function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B1E22-AB95-07EC-7829-6E44A0A2EB8F}"/>
                  </a:ext>
                </a:extLst>
              </p:cNvPr>
              <p:cNvSpPr txBox="1"/>
              <p:nvPr/>
            </p:nvSpPr>
            <p:spPr>
              <a:xfrm>
                <a:off x="3584714" y="1654649"/>
                <a:ext cx="18288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sz="18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B1E22-AB95-07EC-7829-6E44A0A2E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714" y="1654649"/>
                <a:ext cx="1828800" cy="404983"/>
              </a:xfrm>
              <a:prstGeom prst="rect">
                <a:avLst/>
              </a:prstGeom>
              <a:blipFill>
                <a:blip r:embed="rId2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B33DDF0-4664-B41D-DECF-E922A5767C73}"/>
              </a:ext>
            </a:extLst>
          </p:cNvPr>
          <p:cNvCxnSpPr>
            <a:cxnSpLocks/>
          </p:cNvCxnSpPr>
          <p:nvPr/>
        </p:nvCxnSpPr>
        <p:spPr>
          <a:xfrm>
            <a:off x="4432439" y="2126307"/>
            <a:ext cx="711061" cy="0"/>
          </a:xfrm>
          <a:prstGeom prst="line">
            <a:avLst/>
          </a:prstGeom>
          <a:ln w="19050" cap="rnd">
            <a:solidFill>
              <a:srgbClr val="FFC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47F2C9-7396-1980-D2E6-EC736942EE5D}"/>
              </a:ext>
            </a:extLst>
          </p:cNvPr>
          <p:cNvSpPr txBox="1"/>
          <p:nvPr/>
        </p:nvSpPr>
        <p:spPr>
          <a:xfrm>
            <a:off x="3584714" y="2192983"/>
            <a:ext cx="377190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dirty="0">
                <a:solidFill>
                  <a:srgbClr val="FFC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This marginal is intractable</a:t>
            </a:r>
            <a:endParaRPr lang="ko-KR" altLang="en-US" dirty="0" err="1">
              <a:solidFill>
                <a:srgbClr val="FFC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68088B-CB1A-A969-5FAA-EC12BC4FF090}"/>
                  </a:ext>
                </a:extLst>
              </p:cNvPr>
              <p:cNvSpPr txBox="1"/>
              <p:nvPr/>
            </p:nvSpPr>
            <p:spPr>
              <a:xfrm>
                <a:off x="609599" y="3005811"/>
                <a:ext cx="10221568" cy="33855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Diffused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ko-KR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(0)</m:t>
                        </m:r>
                      </m:e>
                    </m:d>
                    <m:r>
                      <a:rPr lang="en-US" altLang="ko-KR" sz="16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a:rPr lang="en-US" altLang="ko-K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tractable</m:t>
                    </m:r>
                  </m:oMath>
                </a14:m>
                <a:r>
                  <a:rPr lang="en-US" altLang="ko-KR" sz="1600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endParaRPr lang="ko-KR" altLang="en-US" sz="16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68088B-CB1A-A969-5FAA-EC12BC4FF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3005811"/>
                <a:ext cx="10221568" cy="338554"/>
              </a:xfrm>
              <a:prstGeom prst="rect">
                <a:avLst/>
              </a:prstGeom>
              <a:blipFill>
                <a:blip r:embed="rId3"/>
                <a:stretch>
                  <a:fillRect l="-1133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12F7EC50-E850-7B42-B71F-F4963C9BC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896" y="3751994"/>
            <a:ext cx="6406107" cy="1102882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68BEC38-3926-8480-9A92-1CA3F536D073}"/>
              </a:ext>
            </a:extLst>
          </p:cNvPr>
          <p:cNvCxnSpPr/>
          <p:nvPr/>
        </p:nvCxnSpPr>
        <p:spPr>
          <a:xfrm>
            <a:off x="1924050" y="4340570"/>
            <a:ext cx="695325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CEB05A-CE74-90B1-21E6-891E69C700BA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Slide Credit: Copyright (c) 2023 cvpr2023-tutorial-diffusion-models (MIT license)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608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FECF-4745-8348-5C7E-AA81DBA2C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590508-41B9-E8A5-20F2-1E8C7880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6657117C-5D68-C216-AE88-CBD3C4E3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Relation of DDPM with SDE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09178-61F0-B055-4018-734A90741F6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17A75A-3AE3-43A0-B213-95275AB1BC3D}"/>
              </a:ext>
            </a:extLst>
          </p:cNvPr>
          <p:cNvSpPr txBox="1"/>
          <p:nvPr/>
        </p:nvSpPr>
        <p:spPr>
          <a:xfrm>
            <a:off x="714374" y="1680139"/>
            <a:ext cx="102215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Prove: DDPM is the discrete time Euler-Maruyama approximation for above SDE. 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A829D6-050D-D7D7-4D09-041DA200DB1A}"/>
                  </a:ext>
                </a:extLst>
              </p:cNvPr>
              <p:cNvSpPr txBox="1"/>
              <p:nvPr/>
            </p:nvSpPr>
            <p:spPr>
              <a:xfrm>
                <a:off x="1217589" y="2593067"/>
                <a:ext cx="623600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=[−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̅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A829D6-050D-D7D7-4D09-041DA200D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589" y="2593067"/>
                <a:ext cx="6236001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04BCDC4-0CED-FB5B-891E-091A95D95822}"/>
              </a:ext>
            </a:extLst>
          </p:cNvPr>
          <p:cNvSpPr txBox="1"/>
          <p:nvPr/>
        </p:nvSpPr>
        <p:spPr>
          <a:xfrm>
            <a:off x="736738" y="3331250"/>
            <a:ext cx="337185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Discrete grid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3B2263-84F1-2438-E86A-5AEF6F7780E9}"/>
                  </a:ext>
                </a:extLst>
              </p:cNvPr>
              <p:cNvSpPr txBox="1"/>
              <p:nvPr/>
            </p:nvSpPr>
            <p:spPr>
              <a:xfrm>
                <a:off x="1317763" y="3850520"/>
                <a:ext cx="2884508" cy="542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3B2263-84F1-2438-E86A-5AEF6F77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63" y="3850520"/>
                <a:ext cx="2884508" cy="5424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39C33F5-0D13-D42F-394E-4F99ED7AEFA5}"/>
              </a:ext>
            </a:extLst>
          </p:cNvPr>
          <p:cNvSpPr txBox="1"/>
          <p:nvPr/>
        </p:nvSpPr>
        <p:spPr>
          <a:xfrm>
            <a:off x="714374" y="2268269"/>
            <a:ext cx="337185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Reverse SDE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D6E5D-22B7-04CD-8F0B-2C3ADC6D9C8A}"/>
              </a:ext>
            </a:extLst>
          </p:cNvPr>
          <p:cNvSpPr txBox="1"/>
          <p:nvPr/>
        </p:nvSpPr>
        <p:spPr>
          <a:xfrm>
            <a:off x="736738" y="4573692"/>
            <a:ext cx="337185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Euler-Maruyama discretization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F2A4D3-FD88-5DC9-E911-6F110572CB63}"/>
                  </a:ext>
                </a:extLst>
              </p:cNvPr>
              <p:cNvSpPr txBox="1"/>
              <p:nvPr/>
            </p:nvSpPr>
            <p:spPr>
              <a:xfrm>
                <a:off x="1317763" y="5071544"/>
                <a:ext cx="6119047" cy="391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ra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F2A4D3-FD88-5DC9-E911-6F110572C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63" y="5071544"/>
                <a:ext cx="6119047" cy="391133"/>
              </a:xfrm>
              <a:prstGeom prst="rect">
                <a:avLst/>
              </a:prstGeom>
              <a:blipFill>
                <a:blip r:embed="rId4"/>
                <a:stretch>
                  <a:fillRect l="-996" t="-4688" b="-21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92160B-0350-07CC-FA6F-71CD268EF927}"/>
                  </a:ext>
                </a:extLst>
              </p:cNvPr>
              <p:cNvSpPr txBox="1"/>
              <p:nvPr/>
            </p:nvSpPr>
            <p:spPr>
              <a:xfrm>
                <a:off x="1317763" y="5659674"/>
                <a:ext cx="4585294" cy="391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92160B-0350-07CC-FA6F-71CD268EF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63" y="5659674"/>
                <a:ext cx="4585294" cy="391133"/>
              </a:xfrm>
              <a:prstGeom prst="rect">
                <a:avLst/>
              </a:prstGeom>
              <a:blipFill>
                <a:blip r:embed="rId5"/>
                <a:stretch>
                  <a:fillRect l="-1330" t="-4615" b="-2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69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  <p:bldP spid="12" grpId="0"/>
      <p:bldP spid="14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626CF-FD96-F9EF-0E7F-951493E1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E6944C-3675-836B-FC85-13FC50428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D3F9A682-B5D8-87BE-67BE-D5E45923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Relation of DDPM with SDE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9B150-8FD1-C4BA-D7CF-0E0B1B476A6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DB4227-CDF0-D283-26D0-262BF9396E0B}"/>
              </a:ext>
            </a:extLst>
          </p:cNvPr>
          <p:cNvSpPr txBox="1"/>
          <p:nvPr/>
        </p:nvSpPr>
        <p:spPr>
          <a:xfrm>
            <a:off x="736738" y="2563254"/>
            <a:ext cx="337185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Let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CD7ADA-85F4-3969-B583-252A2B076179}"/>
                  </a:ext>
                </a:extLst>
              </p:cNvPr>
              <p:cNvSpPr txBox="1"/>
              <p:nvPr/>
            </p:nvSpPr>
            <p:spPr>
              <a:xfrm>
                <a:off x="812169" y="2392770"/>
                <a:ext cx="4788531" cy="72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CD7ADA-85F4-3969-B583-252A2B076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69" y="2392770"/>
                <a:ext cx="4788531" cy="7290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104109-844E-B849-0CC3-A21654FA6D43}"/>
                  </a:ext>
                </a:extLst>
              </p:cNvPr>
              <p:cNvSpPr txBox="1"/>
              <p:nvPr/>
            </p:nvSpPr>
            <p:spPr>
              <a:xfrm>
                <a:off x="1070113" y="3284458"/>
                <a:ext cx="4701543" cy="451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acc>
                          </m:e>
                        </m:rad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104109-844E-B849-0CC3-A21654FA6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113" y="3284458"/>
                <a:ext cx="4701543" cy="451727"/>
              </a:xfrm>
              <a:prstGeom prst="rect">
                <a:avLst/>
              </a:prstGeom>
              <a:blipFill>
                <a:blip r:embed="rId3"/>
                <a:stretch>
                  <a:fillRect l="-1297" t="-4054" b="-67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313F3E-851A-964D-025D-8FBBB4E20AA0}"/>
                  </a:ext>
                </a:extLst>
              </p:cNvPr>
              <p:cNvSpPr txBox="1"/>
              <p:nvPr/>
            </p:nvSpPr>
            <p:spPr>
              <a:xfrm>
                <a:off x="725318" y="1725784"/>
                <a:ext cx="4614597" cy="3911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313F3E-851A-964D-025D-8FBBB4E20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18" y="1725784"/>
                <a:ext cx="4614597" cy="391133"/>
              </a:xfrm>
              <a:prstGeom prst="rect">
                <a:avLst/>
              </a:prstGeom>
              <a:blipFill>
                <a:blip r:embed="rId4"/>
                <a:stretch>
                  <a:fillRect l="-1321" t="-4688" b="-23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98E1EE3-7668-34F3-4D56-CFD56E3BA218}"/>
              </a:ext>
            </a:extLst>
          </p:cNvPr>
          <p:cNvSpPr txBox="1"/>
          <p:nvPr/>
        </p:nvSpPr>
        <p:spPr>
          <a:xfrm>
            <a:off x="736738" y="4222941"/>
            <a:ext cx="102215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Recall DDPM reverse process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23801D-9227-2B50-7C32-8C4AC5CC73A0}"/>
                  </a:ext>
                </a:extLst>
              </p:cNvPr>
              <p:cNvSpPr txBox="1"/>
              <p:nvPr/>
            </p:nvSpPr>
            <p:spPr>
              <a:xfrm>
                <a:off x="1070113" y="4817131"/>
                <a:ext cx="3958456" cy="451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acc>
                          </m:e>
                        </m:rad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23801D-9227-2B50-7C32-8C4AC5CC7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113" y="4817131"/>
                <a:ext cx="3958456" cy="451727"/>
              </a:xfrm>
              <a:prstGeom prst="rect">
                <a:avLst/>
              </a:prstGeom>
              <a:blipFill>
                <a:blip r:embed="rId5"/>
                <a:stretch>
                  <a:fillRect l="-1541" t="-4054" b="-67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0678634-8D88-83A7-ADB5-CFD85EC06570}"/>
              </a:ext>
            </a:extLst>
          </p:cNvPr>
          <p:cNvCxnSpPr/>
          <p:nvPr/>
        </p:nvCxnSpPr>
        <p:spPr>
          <a:xfrm>
            <a:off x="5423039" y="5048252"/>
            <a:ext cx="424483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9B52FE-2CAB-B59D-F970-C9041AF20B53}"/>
                  </a:ext>
                </a:extLst>
              </p:cNvPr>
              <p:cNvSpPr txBox="1"/>
              <p:nvPr/>
            </p:nvSpPr>
            <p:spPr>
              <a:xfrm>
                <a:off x="6241992" y="4737947"/>
                <a:ext cx="1784695" cy="529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9B52FE-2CAB-B59D-F970-C9041AF20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992" y="4737947"/>
                <a:ext cx="1784695" cy="5295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979261C-4E53-DEE6-F86B-4CAE585A7ABB}"/>
              </a:ext>
            </a:extLst>
          </p:cNvPr>
          <p:cNvSpPr txBox="1"/>
          <p:nvPr/>
        </p:nvSpPr>
        <p:spPr>
          <a:xfrm>
            <a:off x="8201024" y="4873717"/>
            <a:ext cx="166687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</a:t>
            </a:r>
            <a:r>
              <a:rPr lang="en-US" altLang="ko-KR" sz="1600" baseline="30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order Taylor)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BBD274-DBE1-C8E3-0A2E-508AFCDC1FFA}"/>
              </a:ext>
            </a:extLst>
          </p:cNvPr>
          <p:cNvSpPr txBox="1"/>
          <p:nvPr/>
        </p:nvSpPr>
        <p:spPr>
          <a:xfrm>
            <a:off x="1791340" y="5674817"/>
            <a:ext cx="855281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Euler-Maruyama approximation of SDE is same as the 1st order Taylor expansion of DDPM</a:t>
            </a:r>
            <a:r>
              <a:rPr lang="en-US" altLang="ko-KR" sz="1600" baseline="30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5A55054-CB8A-D3AF-EDD4-6B1B3C7C7907}"/>
              </a:ext>
            </a:extLst>
          </p:cNvPr>
          <p:cNvCxnSpPr/>
          <p:nvPr/>
        </p:nvCxnSpPr>
        <p:spPr>
          <a:xfrm>
            <a:off x="1185883" y="5844094"/>
            <a:ext cx="424483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8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6" grpId="0"/>
      <p:bldP spid="17" grpId="0"/>
      <p:bldP spid="19" grpId="0"/>
      <p:bldP spid="20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8970-335F-E2BC-3F4A-502DC43E3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BD9976E-1AA6-72D9-DBE9-969AFABC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8390C82D-FB4F-2997-DB12-02E17E30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Relation of DDIM with ODE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1EC7F-BBD3-23E7-93FD-FDF9BC495C8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926514-FBC7-89D7-4993-98820213ADD0}"/>
                  </a:ext>
                </a:extLst>
              </p:cNvPr>
              <p:cNvSpPr txBox="1"/>
              <p:nvPr/>
            </p:nvSpPr>
            <p:spPr>
              <a:xfrm>
                <a:off x="1228321" y="2295372"/>
                <a:ext cx="4867679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=[−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926514-FBC7-89D7-4993-98820213A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321" y="2295372"/>
                <a:ext cx="4867679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3866A0A-4B5F-1FCF-5813-5BDEFD0E4C05}"/>
              </a:ext>
            </a:extLst>
          </p:cNvPr>
          <p:cNvSpPr txBox="1"/>
          <p:nvPr/>
        </p:nvSpPr>
        <p:spPr>
          <a:xfrm>
            <a:off x="695324" y="1787039"/>
            <a:ext cx="337185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Probability flow ODE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6618FCE-1ABC-E0BE-826C-F5F6BACB9D30}"/>
              </a:ext>
            </a:extLst>
          </p:cNvPr>
          <p:cNvCxnSpPr/>
          <p:nvPr/>
        </p:nvCxnSpPr>
        <p:spPr>
          <a:xfrm>
            <a:off x="6659218" y="2554674"/>
            <a:ext cx="713132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0C7925-17E8-7320-F454-5691D0FAA881}"/>
                  </a:ext>
                </a:extLst>
              </p:cNvPr>
              <p:cNvSpPr txBox="1"/>
              <p:nvPr/>
            </p:nvSpPr>
            <p:spPr>
              <a:xfrm>
                <a:off x="7634908" y="2369527"/>
                <a:ext cx="4404692" cy="37029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This leads to same</a:t>
                </a:r>
                <a:r>
                  <a:rPr lang="en-US" altLang="ko-K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with Reverse SDE</a:t>
                </a:r>
                <a:endParaRPr lang="ko-KR" altLang="en-US" sz="16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0C7925-17E8-7320-F454-5691D0FAA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908" y="2369527"/>
                <a:ext cx="4404692" cy="370294"/>
              </a:xfrm>
              <a:prstGeom prst="rect">
                <a:avLst/>
              </a:prstGeom>
              <a:blipFill>
                <a:blip r:embed="rId3"/>
                <a:stretch>
                  <a:fillRect l="-2766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43A1C853-1C5B-E870-3583-80ABBC886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4" y="3429000"/>
            <a:ext cx="5035446" cy="218154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51811DC-DFAF-FFE9-6722-55985B2C8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404" y="3423886"/>
            <a:ext cx="5395996" cy="21815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666433-1FC8-79C9-217D-DCA4E916A6E7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 Credit: Copyright (c) 2023 cvpr2023-tutorial-diffusion-models (MIT license)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054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7A153-8384-8471-BE7D-A4B71013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8212DA1-D1E9-4049-8FCE-4F93671F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5C796E49-7B3F-680B-3CE3-0AAC9972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Relation of DDIM with ODE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095DD-DC52-0833-EBB5-E77ECA7E919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C7B8BD-DBAD-2FC5-44E9-A0A5FBFE9E98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 Credit: Copyright (c) 2023 cvpr2023-tutorial-diffusion-models (MIT license)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73536-1E5D-0469-553A-02F3668DF78C}"/>
              </a:ext>
            </a:extLst>
          </p:cNvPr>
          <p:cNvSpPr txBox="1"/>
          <p:nvPr/>
        </p:nvSpPr>
        <p:spPr>
          <a:xfrm>
            <a:off x="714374" y="1680139"/>
            <a:ext cx="10221568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Prove: DDIM is the discrete time Euler approximation for above ODE. 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2F01EA-6112-4462-D8F6-98FA3D96975B}"/>
                  </a:ext>
                </a:extLst>
              </p:cNvPr>
              <p:cNvSpPr txBox="1"/>
              <p:nvPr/>
            </p:nvSpPr>
            <p:spPr>
              <a:xfrm>
                <a:off x="1247371" y="2751907"/>
                <a:ext cx="4867679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=[−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2F01EA-6112-4462-D8F6-98FA3D969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371" y="2751907"/>
                <a:ext cx="4867679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F692C43-24B5-82E2-91F8-5347D7656723}"/>
              </a:ext>
            </a:extLst>
          </p:cNvPr>
          <p:cNvSpPr txBox="1"/>
          <p:nvPr/>
        </p:nvSpPr>
        <p:spPr>
          <a:xfrm>
            <a:off x="714374" y="2243574"/>
            <a:ext cx="337185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Probability flow ODE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2AEA98-87A9-A279-C3F1-F9BB9C1B1317}"/>
              </a:ext>
            </a:extLst>
          </p:cNvPr>
          <p:cNvSpPr txBox="1"/>
          <p:nvPr/>
        </p:nvSpPr>
        <p:spPr>
          <a:xfrm>
            <a:off x="736738" y="3331250"/>
            <a:ext cx="337185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Discrete grid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D08C38-D2D7-F24C-9E66-557B4DE11762}"/>
                  </a:ext>
                </a:extLst>
              </p:cNvPr>
              <p:cNvSpPr txBox="1"/>
              <p:nvPr/>
            </p:nvSpPr>
            <p:spPr>
              <a:xfrm>
                <a:off x="1317763" y="3850520"/>
                <a:ext cx="2884508" cy="5424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9D08C38-D2D7-F24C-9E66-557B4DE11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63" y="3850520"/>
                <a:ext cx="2884508" cy="5424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45A2698-532A-3B20-C538-B9495D2F8903}"/>
              </a:ext>
            </a:extLst>
          </p:cNvPr>
          <p:cNvSpPr txBox="1"/>
          <p:nvPr/>
        </p:nvSpPr>
        <p:spPr>
          <a:xfrm>
            <a:off x="736738" y="4661214"/>
            <a:ext cx="337185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Euler discretization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D18D90-E113-636B-0688-A625488CB925}"/>
                  </a:ext>
                </a:extLst>
              </p:cNvPr>
              <p:cNvSpPr txBox="1"/>
              <p:nvPr/>
            </p:nvSpPr>
            <p:spPr>
              <a:xfrm>
                <a:off x="1317763" y="5090295"/>
                <a:ext cx="5147563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D18D90-E113-636B-0688-A625488CB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63" y="5090295"/>
                <a:ext cx="5147563" cy="518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9DA06F-397C-33CA-16CF-8CF6FAE0EF7E}"/>
                  </a:ext>
                </a:extLst>
              </p:cNvPr>
              <p:cNvSpPr txBox="1"/>
              <p:nvPr/>
            </p:nvSpPr>
            <p:spPr>
              <a:xfrm>
                <a:off x="1247371" y="5697087"/>
                <a:ext cx="406765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9DA06F-397C-33CA-16CF-8CF6FAE0E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371" y="5697087"/>
                <a:ext cx="4067652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15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4" grpId="0"/>
      <p:bldP spid="17" grpId="0"/>
      <p:bldP spid="18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33A35-966C-67E8-9AA6-C4D939107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975DB4-B3AA-3192-627E-F9CD1372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E3C6C372-23E2-3839-0644-E8803E41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Relation of DDIM with ODE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C70FC-7ABF-6B2A-E162-757BF74663F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BAC946-7B7A-16F8-2503-160896CBEC25}"/>
              </a:ext>
            </a:extLst>
          </p:cNvPr>
          <p:cNvSpPr txBox="1"/>
          <p:nvPr/>
        </p:nvSpPr>
        <p:spPr>
          <a:xfrm>
            <a:off x="609600" y="6472062"/>
            <a:ext cx="379012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 Credit: Copyright (c) 2023 cvpr2023-tutorial-diffusion-models (MIT license)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D633B4-AC4A-311A-45C9-E8D2D660F695}"/>
                  </a:ext>
                </a:extLst>
              </p:cNvPr>
              <p:cNvSpPr txBox="1"/>
              <p:nvPr/>
            </p:nvSpPr>
            <p:spPr>
              <a:xfrm>
                <a:off x="510210" y="1610862"/>
                <a:ext cx="406765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D633B4-AC4A-311A-45C9-E8D2D660F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10" y="1610862"/>
                <a:ext cx="4067652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F951DA-385E-C44C-8DE3-8B9B35E24DF0}"/>
                  </a:ext>
                </a:extLst>
              </p:cNvPr>
              <p:cNvSpPr txBox="1"/>
              <p:nvPr/>
            </p:nvSpPr>
            <p:spPr>
              <a:xfrm>
                <a:off x="812169" y="2392770"/>
                <a:ext cx="4788531" cy="729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F951DA-385E-C44C-8DE3-8B9B35E24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69" y="2392770"/>
                <a:ext cx="4788531" cy="7290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69544F5-CA9F-F9E3-E207-D520C25F0BDC}"/>
              </a:ext>
            </a:extLst>
          </p:cNvPr>
          <p:cNvSpPr txBox="1"/>
          <p:nvPr/>
        </p:nvSpPr>
        <p:spPr>
          <a:xfrm>
            <a:off x="736738" y="2563254"/>
            <a:ext cx="3371851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Let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1433D7-684B-B0AC-2D81-00CE0AB48CE9}"/>
                  </a:ext>
                </a:extLst>
              </p:cNvPr>
              <p:cNvSpPr txBox="1"/>
              <p:nvPr/>
            </p:nvSpPr>
            <p:spPr>
              <a:xfrm>
                <a:off x="919785" y="3290827"/>
                <a:ext cx="7754046" cy="505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1433D7-684B-B0AC-2D81-00CE0AB48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85" y="3290827"/>
                <a:ext cx="7754046" cy="505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6560E8-C546-A9B9-5247-E08965A77DE0}"/>
                  </a:ext>
                </a:extLst>
              </p:cNvPr>
              <p:cNvSpPr txBox="1"/>
              <p:nvPr/>
            </p:nvSpPr>
            <p:spPr>
              <a:xfrm>
                <a:off x="1351722" y="3965810"/>
                <a:ext cx="5039553" cy="569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(1+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acc>
                          </m:e>
                        </m:rad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6560E8-C546-A9B9-5247-E08965A77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22" y="3965810"/>
                <a:ext cx="5039553" cy="5691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07AC783-091A-F0EE-FF00-13BA07D5B161}"/>
                  </a:ext>
                </a:extLst>
              </p:cNvPr>
              <p:cNvSpPr txBox="1"/>
              <p:nvPr/>
            </p:nvSpPr>
            <p:spPr>
              <a:xfrm>
                <a:off x="1351721" y="4678146"/>
                <a:ext cx="5039553" cy="569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acc>
                          </m:e>
                        </m:rad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07AC783-091A-F0EE-FF00-13BA07D5B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21" y="4678146"/>
                <a:ext cx="5039553" cy="5691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2C63EB-9BBC-4BD9-28EE-9A72D8A12696}"/>
                  </a:ext>
                </a:extLst>
              </p:cNvPr>
              <p:cNvSpPr txBox="1"/>
              <p:nvPr/>
            </p:nvSpPr>
            <p:spPr>
              <a:xfrm>
                <a:off x="1351721" y="5358482"/>
                <a:ext cx="5039553" cy="564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  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acc>
                          </m:e>
                        </m:rad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2C63EB-9BBC-4BD9-28EE-9A72D8A12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21" y="5358482"/>
                <a:ext cx="5039553" cy="5646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3C8EF41-71B0-8529-5E3A-74BD3EE7F739}"/>
              </a:ext>
            </a:extLst>
          </p:cNvPr>
          <p:cNvCxnSpPr/>
          <p:nvPr/>
        </p:nvCxnSpPr>
        <p:spPr>
          <a:xfrm>
            <a:off x="4867275" y="5640803"/>
            <a:ext cx="438150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E8567F-B125-A7EF-790A-66B452743687}"/>
                  </a:ext>
                </a:extLst>
              </p:cNvPr>
              <p:cNvSpPr txBox="1"/>
              <p:nvPr/>
            </p:nvSpPr>
            <p:spPr>
              <a:xfrm>
                <a:off x="5653407" y="5358824"/>
                <a:ext cx="3342635" cy="58477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When plugging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</a:t>
                </a: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formula, this leads to same DDIM reverse</a:t>
                </a:r>
                <a:endParaRPr lang="ko-KR" altLang="en-US" sz="16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E8567F-B125-A7EF-790A-66B452743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407" y="5358824"/>
                <a:ext cx="3342635" cy="584775"/>
              </a:xfrm>
              <a:prstGeom prst="rect">
                <a:avLst/>
              </a:prstGeom>
              <a:blipFill>
                <a:blip r:embed="rId8"/>
                <a:stretch>
                  <a:fillRect l="-3643" t="-3125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2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5" grpId="0"/>
      <p:bldP spid="20" grpId="0"/>
      <p:bldP spid="22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DD14-82DB-C0DA-000D-8F5ED1B9D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D0D0D9-61BC-7426-0856-9C4021AB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45779FCE-9044-35DB-3E91-CEC2B3A9C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443" y="819151"/>
            <a:ext cx="10972800" cy="535531"/>
          </a:xfrm>
        </p:spPr>
        <p:txBody>
          <a:bodyPr/>
          <a:lstStyle/>
          <a:p>
            <a:r>
              <a:rPr lang="en-US" altLang="ko-KR" dirty="0"/>
              <a:t>Other SDE/ODE solvers could be utilized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645E06-46C8-C332-3FED-70CC66447B53}"/>
              </a:ext>
            </a:extLst>
          </p:cNvPr>
          <p:cNvSpPr txBox="1"/>
          <p:nvPr/>
        </p:nvSpPr>
        <p:spPr>
          <a:xfrm>
            <a:off x="329235" y="313853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Score-based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659FF5-0887-EF3B-089A-D782D6DF25D9}"/>
              </a:ext>
            </a:extLst>
          </p:cNvPr>
          <p:cNvSpPr txBox="1"/>
          <p:nvPr/>
        </p:nvSpPr>
        <p:spPr>
          <a:xfrm>
            <a:off x="590030" y="1911048"/>
            <a:ext cx="2762250" cy="17543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Euler method (ODE)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Euler-Maruyama (SDE)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Runge-</a:t>
            </a:r>
            <a:r>
              <a:rPr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Kutta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(ODE)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Heun’s method (ODE)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DPM-Solver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…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525A17D-D4D8-1BFA-4DBB-AE71DD414E17}"/>
              </a:ext>
            </a:extLst>
          </p:cNvPr>
          <p:cNvCxnSpPr/>
          <p:nvPr/>
        </p:nvCxnSpPr>
        <p:spPr>
          <a:xfrm>
            <a:off x="3686174" y="1911048"/>
            <a:ext cx="0" cy="3908727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84558B04-DC7A-EB67-EFF5-F47B6E0CB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989"/>
          <a:stretch>
            <a:fillRect/>
          </a:stretch>
        </p:blipFill>
        <p:spPr>
          <a:xfrm>
            <a:off x="5266527" y="2012440"/>
            <a:ext cx="5111982" cy="171954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DCE80F6-49E8-7226-C9EE-9DFD44FBD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075" y="3857309"/>
            <a:ext cx="4758887" cy="218154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35DE84-8A85-52E0-8D30-99F4FC74E0C2}"/>
              </a:ext>
            </a:extLst>
          </p:cNvPr>
          <p:cNvSpPr txBox="1"/>
          <p:nvPr/>
        </p:nvSpPr>
        <p:spPr>
          <a:xfrm>
            <a:off x="6196634" y="1578238"/>
            <a:ext cx="2947361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DPM-Solver(Lu et al., 2022)</a:t>
            </a:r>
            <a:endParaRPr lang="ko-KR" altLang="en-US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4A690F-08E0-C42D-60EE-21587B8DD178}"/>
              </a:ext>
            </a:extLst>
          </p:cNvPr>
          <p:cNvSpPr txBox="1"/>
          <p:nvPr/>
        </p:nvSpPr>
        <p:spPr>
          <a:xfrm>
            <a:off x="609600" y="6472062"/>
            <a:ext cx="592455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Ref: Lu et al., “DPM-Solver: A Fast ODE Solver for Diffusion Probabilistic Model Sampling in Around 10 Steps”, (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2022).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453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4BC1-F7C8-2AC1-5668-9D1487A2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817BBAF-BE0A-808E-A120-E69BCDD4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1DA0808E-0400-92E1-E730-AC9B1A17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508960"/>
            <a:ext cx="10972800" cy="535531"/>
          </a:xfrm>
        </p:spPr>
        <p:txBody>
          <a:bodyPr/>
          <a:lstStyle/>
          <a:p>
            <a:r>
              <a:rPr lang="en-US" altLang="ko-KR" dirty="0"/>
              <a:t>Next week</a:t>
            </a:r>
            <a:endParaRPr lang="ko-KR" altLang="en-US" dirty="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E8D12064-3423-169E-661C-0C7EB821C20A}"/>
              </a:ext>
            </a:extLst>
          </p:cNvPr>
          <p:cNvSpPr/>
          <p:nvPr/>
        </p:nvSpPr>
        <p:spPr>
          <a:xfrm>
            <a:off x="609600" y="1680837"/>
            <a:ext cx="2861734" cy="12934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Week 6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Various diffusion spaces</a:t>
            </a:r>
            <a:endParaRPr lang="en-KR" sz="1600" dirty="0">
              <a:solidFill>
                <a:schemeClr val="tx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D45B3019-B381-F46E-8EE4-06BE675588DA}"/>
              </a:ext>
            </a:extLst>
          </p:cNvPr>
          <p:cNvSpPr/>
          <p:nvPr/>
        </p:nvSpPr>
        <p:spPr>
          <a:xfrm>
            <a:off x="609600" y="3824161"/>
            <a:ext cx="2861734" cy="12934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KR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Week 7</a:t>
            </a:r>
          </a:p>
          <a:p>
            <a:pPr algn="ctr"/>
            <a:r>
              <a:rPr lang="en-KR" sz="1600" dirty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Technical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B2D058-975E-4DEC-E1E6-5B7B0D955BC0}"/>
              </a:ext>
            </a:extLst>
          </p:cNvPr>
          <p:cNvSpPr txBox="1"/>
          <p:nvPr/>
        </p:nvSpPr>
        <p:spPr>
          <a:xfrm>
            <a:off x="3809632" y="1865903"/>
            <a:ext cx="7927745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 models for </a:t>
            </a:r>
            <a:r>
              <a:rPr lang="en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discrete space</a:t>
            </a:r>
            <a:endParaRPr 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Diffusion f</a:t>
            </a:r>
            <a:r>
              <a:rPr lang="en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</a:t>
            </a:r>
            <a:r>
              <a:rPr lang="en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atent space</a:t>
            </a:r>
            <a:endParaRPr 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DiT</a:t>
            </a: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(Diffusion transformers)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E7626-9DE5-EF14-C0A7-C563B961B722}"/>
              </a:ext>
            </a:extLst>
          </p:cNvPr>
          <p:cNvSpPr txBox="1"/>
          <p:nvPr/>
        </p:nvSpPr>
        <p:spPr>
          <a:xfrm>
            <a:off x="3809632" y="4009227"/>
            <a:ext cx="7927745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Conditional generation (classifier guidance, CFG)</a:t>
            </a:r>
            <a:endParaRPr 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Noise schedule</a:t>
            </a:r>
            <a:endParaRPr 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Distillation, consistency models</a:t>
            </a:r>
            <a:endParaRPr lang="en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908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6B4981B-A76D-0E2C-074D-FDD859975E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3FE5C2F-CC4B-69D5-6C7D-8A76A017BB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8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AWS (AED+맑은고딕)">
      <a:majorFont>
        <a:latin typeface="Amazon Ember Display"/>
        <a:ea typeface="맑은 고딕"/>
        <a:cs typeface=""/>
      </a:majorFont>
      <a:minorFont>
        <a:latin typeface="Amazon Ember Display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Confidential_Dark_2023" id="{72E2B4FE-C42D-464A-9B49-FB69F189B67A}" vid="{83355037-DD83-FB46-B5CB-DF9A297C7AF7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8B642EF64ED0F47B920132EBB4BA1B1" ma:contentTypeVersion="19" ma:contentTypeDescription="새 문서를 만듭니다." ma:contentTypeScope="" ma:versionID="80e348e2e4ab8159d9dc33ee247191d0">
  <xsd:schema xmlns:xsd="http://www.w3.org/2001/XMLSchema" xmlns:xs="http://www.w3.org/2001/XMLSchema" xmlns:p="http://schemas.microsoft.com/office/2006/metadata/properties" xmlns:ns2="bcb2b4a5-cb44-4291-9886-2edaa9e85bdf" xmlns:ns3="e88e242b-24fc-4e0f-9d1e-ff21a8f51232" targetNamespace="http://schemas.microsoft.com/office/2006/metadata/properties" ma:root="true" ma:fieldsID="bb43ea3dc43c3bf6afd2e4364d3117d0" ns2:_="" ns3:_="">
    <xsd:import namespace="bcb2b4a5-cb44-4291-9886-2edaa9e85bdf"/>
    <xsd:import namespace="e88e242b-24fc-4e0f-9d1e-ff21a8f512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xbbf8__xb9ac__xbcf4__xae3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2b4a5-cb44-4291-9886-2edaa9e85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2641299d-3420-4534-9c49-27313639e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bbf8__xb9ac__xbcf4__xae30_" ma:index="25" nillable="true" ma:displayName="미리보기" ma:format="Thumbnail" ma:internalName="_xbbf8__xb9ac__xbcf4__xae30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e242b-24fc-4e0f-9d1e-ff21a8f5123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543c7f-4928-4de1-899e-5400b04075d5}" ma:internalName="TaxCatchAll" ma:showField="CatchAllData" ma:web="e88e242b-24fc-4e0f-9d1e-ff21a8f512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1B9F3A-A732-4BF1-8CA3-DA8DB77979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2b4a5-cb44-4291-9886-2edaa9e85bdf"/>
    <ds:schemaRef ds:uri="e88e242b-24fc-4e0f-9d1e-ff21a8f512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43260A-B934-4D8D-BBAA-0C9A0F678E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AWS_Powerpoint Template_Confidential_Dark_2023</Template>
  <TotalTime>2027</TotalTime>
  <Words>2390</Words>
  <Application>Microsoft Office PowerPoint</Application>
  <PresentationFormat>와이드스크린</PresentationFormat>
  <Paragraphs>351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5" baseType="lpstr">
      <vt:lpstr>Cambria Math</vt:lpstr>
      <vt:lpstr>Pretendard Variable Black</vt:lpstr>
      <vt:lpstr>Amazon Ember</vt:lpstr>
      <vt:lpstr>Wingdings</vt:lpstr>
      <vt:lpstr>Pretendard SemiBold</vt:lpstr>
      <vt:lpstr>Arial</vt:lpstr>
      <vt:lpstr>Pretendard</vt:lpstr>
      <vt:lpstr>Pretendard Medium</vt:lpstr>
      <vt:lpstr>Pretendard Variable Medium</vt:lpstr>
      <vt:lpstr>AWS Confidential Light</vt:lpstr>
      <vt:lpstr>SDE, ODE/ Score-based Modeling</vt:lpstr>
      <vt:lpstr>Table of contents</vt:lpstr>
      <vt:lpstr>Recap: DDPM (Denoising Diffusion Probabilistic Models)</vt:lpstr>
      <vt:lpstr>DDPM: Denoising Diffusion Probabilistic Models</vt:lpstr>
      <vt:lpstr>DDPM: Denoising Diffusion Probabilistic Models</vt:lpstr>
      <vt:lpstr>DDPM: Denoising Diffusion Probabilistic Models</vt:lpstr>
      <vt:lpstr>DDPM: Denoising Diffusion Probabilistic Models</vt:lpstr>
      <vt:lpstr>DDIM: Denoising Diffusion Implicit Models</vt:lpstr>
      <vt:lpstr>Generative Learning Trilemma</vt:lpstr>
      <vt:lpstr>DDPM sampling is slow</vt:lpstr>
      <vt:lpstr>Matching the Marginal</vt:lpstr>
      <vt:lpstr>Non-Markovian Forward Process</vt:lpstr>
      <vt:lpstr>Generative Process</vt:lpstr>
      <vt:lpstr>Denoising Diffusion Implicit Models</vt:lpstr>
      <vt:lpstr>Comparison with DDPM</vt:lpstr>
      <vt:lpstr>Score-based Modeling: Diffusion as SDE/ODE</vt:lpstr>
      <vt:lpstr>Preliminaries: ODE/SDE</vt:lpstr>
      <vt:lpstr>Preliminaries: Euler’s method</vt:lpstr>
      <vt:lpstr>Preliminaries: Euler-Maruyama method</vt:lpstr>
      <vt:lpstr>Preliminaries: Fokker-Planck Equation</vt:lpstr>
      <vt:lpstr>Preliminaries: Langevin dynamics</vt:lpstr>
      <vt:lpstr>Preliminaries: Langevin dynamics</vt:lpstr>
      <vt:lpstr>Preliminaries: Langevin dynamics</vt:lpstr>
      <vt:lpstr>Diffusion as SDE</vt:lpstr>
      <vt:lpstr>Diffusion as SDE</vt:lpstr>
      <vt:lpstr>Diffusion as SDE</vt:lpstr>
      <vt:lpstr>Score Matching</vt:lpstr>
      <vt:lpstr>Relation of DDPM with SDE</vt:lpstr>
      <vt:lpstr>Relation of DDPM with SDE</vt:lpstr>
      <vt:lpstr>Relation of DDIM with ODE</vt:lpstr>
      <vt:lpstr>Relation of DDIM with ODE</vt:lpstr>
      <vt:lpstr>Relation of DDIM with ODE</vt:lpstr>
      <vt:lpstr>Other SDE/ODE solvers could be utilized</vt:lpstr>
      <vt:lpstr>Next week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이나경</dc:creator>
  <cp:lastModifiedBy>우진 김</cp:lastModifiedBy>
  <cp:revision>22</cp:revision>
  <dcterms:created xsi:type="dcterms:W3CDTF">2024-05-08T02:10:43Z</dcterms:created>
  <dcterms:modified xsi:type="dcterms:W3CDTF">2025-07-22T23:05:10Z</dcterms:modified>
</cp:coreProperties>
</file>