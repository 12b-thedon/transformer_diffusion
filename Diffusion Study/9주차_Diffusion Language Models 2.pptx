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3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3"/>
  </p:sldMasterIdLst>
  <p:notesMasterIdLst>
    <p:notesMasterId r:id="rId52"/>
  </p:notesMasterIdLst>
  <p:handoutMasterIdLst>
    <p:handoutMasterId r:id="rId53"/>
  </p:handoutMasterIdLst>
  <p:sldIdLst>
    <p:sldId id="324" r:id="rId4"/>
    <p:sldId id="378" r:id="rId5"/>
    <p:sldId id="379" r:id="rId6"/>
    <p:sldId id="426" r:id="rId7"/>
    <p:sldId id="427" r:id="rId8"/>
    <p:sldId id="435" r:id="rId9"/>
    <p:sldId id="439" r:id="rId10"/>
    <p:sldId id="425" r:id="rId11"/>
    <p:sldId id="442" r:id="rId12"/>
    <p:sldId id="453" r:id="rId13"/>
    <p:sldId id="454" r:id="rId14"/>
    <p:sldId id="455" r:id="rId15"/>
    <p:sldId id="456" r:id="rId16"/>
    <p:sldId id="458" r:id="rId17"/>
    <p:sldId id="457" r:id="rId18"/>
    <p:sldId id="459" r:id="rId19"/>
    <p:sldId id="460" r:id="rId20"/>
    <p:sldId id="473" r:id="rId21"/>
    <p:sldId id="474" r:id="rId22"/>
    <p:sldId id="461" r:id="rId23"/>
    <p:sldId id="475" r:id="rId24"/>
    <p:sldId id="476" r:id="rId25"/>
    <p:sldId id="463" r:id="rId26"/>
    <p:sldId id="477" r:id="rId27"/>
    <p:sldId id="487" r:id="rId28"/>
    <p:sldId id="440" r:id="rId29"/>
    <p:sldId id="465" r:id="rId30"/>
    <p:sldId id="479" r:id="rId31"/>
    <p:sldId id="480" r:id="rId32"/>
    <p:sldId id="481" r:id="rId33"/>
    <p:sldId id="482" r:id="rId34"/>
    <p:sldId id="483" r:id="rId35"/>
    <p:sldId id="466" r:id="rId36"/>
    <p:sldId id="484" r:id="rId37"/>
    <p:sldId id="485" r:id="rId38"/>
    <p:sldId id="486" r:id="rId39"/>
    <p:sldId id="488" r:id="rId40"/>
    <p:sldId id="470" r:id="rId41"/>
    <p:sldId id="471" r:id="rId42"/>
    <p:sldId id="489" r:id="rId43"/>
    <p:sldId id="490" r:id="rId44"/>
    <p:sldId id="491" r:id="rId45"/>
    <p:sldId id="492" r:id="rId46"/>
    <p:sldId id="472" r:id="rId47"/>
    <p:sldId id="404" r:id="rId48"/>
    <p:sldId id="478" r:id="rId49"/>
    <p:sldId id="493" r:id="rId50"/>
    <p:sldId id="362" r:id="rId51"/>
  </p:sldIdLst>
  <p:sldSz cx="12192000" cy="6858000"/>
  <p:notesSz cx="6858000" cy="9144000"/>
  <p:embeddedFontLst>
    <p:embeddedFont>
      <p:font typeface="Amazon Ember" panose="020B0600000101010101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Pretendard" panose="02000503000000020004" pitchFamily="50" charset="-127"/>
      <p:regular r:id="rId59"/>
      <p:bold r:id="rId60"/>
    </p:embeddedFont>
    <p:embeddedFont>
      <p:font typeface="Pretendard Medium" panose="02000603000000020004" pitchFamily="50" charset="-127"/>
      <p:regular r:id="rId61"/>
    </p:embeddedFont>
    <p:embeddedFont>
      <p:font typeface="Pretendard SemiBold" panose="02000703000000020004" pitchFamily="50" charset="-127"/>
      <p:regular r:id="rId62"/>
      <p:bold r:id="rId63"/>
    </p:embeddedFont>
    <p:embeddedFont>
      <p:font typeface="Pretendard Variable Black" panose="02000003000000020004" pitchFamily="2" charset="-127"/>
      <p:bold r:id="rId64"/>
    </p:embeddedFont>
    <p:embeddedFont>
      <p:font typeface="Pretendard Variable Medium" panose="02000003000000020004" pitchFamily="2" charset="-127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A2F373-DADC-4C40-BF5E-7B5D25C153D3}">
          <p14:sldIdLst>
            <p14:sldId id="324"/>
          </p14:sldIdLst>
        </p14:section>
        <p14:section name="제목 없는 구역" id="{17FCF665-CD2B-44E4-996F-496B6D315D16}">
          <p14:sldIdLst>
            <p14:sldId id="378"/>
          </p14:sldIdLst>
        </p14:section>
        <p14:section name="Recap" id="{A40B485B-E797-4D29-9289-69C1575F4BA1}">
          <p14:sldIdLst>
            <p14:sldId id="379"/>
            <p14:sldId id="426"/>
            <p14:sldId id="427"/>
            <p14:sldId id="435"/>
            <p14:sldId id="439"/>
            <p14:sldId id="425"/>
            <p14:sldId id="442"/>
            <p14:sldId id="453"/>
            <p14:sldId id="454"/>
            <p14:sldId id="455"/>
            <p14:sldId id="456"/>
            <p14:sldId id="458"/>
            <p14:sldId id="457"/>
            <p14:sldId id="459"/>
            <p14:sldId id="460"/>
            <p14:sldId id="473"/>
            <p14:sldId id="474"/>
            <p14:sldId id="461"/>
            <p14:sldId id="475"/>
            <p14:sldId id="476"/>
            <p14:sldId id="463"/>
            <p14:sldId id="477"/>
            <p14:sldId id="487"/>
            <p14:sldId id="440"/>
            <p14:sldId id="465"/>
            <p14:sldId id="479"/>
            <p14:sldId id="480"/>
            <p14:sldId id="481"/>
            <p14:sldId id="482"/>
            <p14:sldId id="483"/>
            <p14:sldId id="466"/>
            <p14:sldId id="484"/>
            <p14:sldId id="485"/>
            <p14:sldId id="486"/>
            <p14:sldId id="488"/>
            <p14:sldId id="470"/>
            <p14:sldId id="471"/>
            <p14:sldId id="489"/>
            <p14:sldId id="490"/>
            <p14:sldId id="491"/>
            <p14:sldId id="492"/>
            <p14:sldId id="472"/>
            <p14:sldId id="404"/>
            <p14:sldId id="478"/>
            <p14:sldId id="493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FFAD97"/>
    <a:srgbClr val="9FFCEA"/>
    <a:srgbClr val="7CE8F4"/>
    <a:srgbClr val="FFD7BC"/>
    <a:srgbClr val="FFFFFF"/>
    <a:srgbClr val="191919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F9317-11A9-46EA-8704-4A033ACEB577}" v="3413" dt="2025-08-20T00:44:09.387"/>
    <p1510:client id="{42CA3157-B955-44A3-9721-9B5AE803B38A}" v="418" dt="2025-08-20T04:32:02.176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3" autoAdjust="0"/>
    <p:restoredTop sz="94358" autoAdjust="0"/>
  </p:normalViewPr>
  <p:slideViewPr>
    <p:cSldViewPr snapToGrid="0">
      <p:cViewPr varScale="1">
        <p:scale>
          <a:sx n="71" d="100"/>
          <a:sy n="71" d="100"/>
        </p:scale>
        <p:origin x="12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7" d="100"/>
          <a:sy n="57" d="100"/>
        </p:scale>
        <p:origin x="304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0.fntdata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font" Target="fonts/font8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6.fntdata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4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김" userId="9d5916cb77183fd7" providerId="LiveId" clId="{F9202396-4282-4284-9302-FA9E27C2F0E1}"/>
    <pc:docChg chg="undo custSel addSld modSld sldOrd modMainMaster">
      <pc:chgData name="우진 김" userId="9d5916cb77183fd7" providerId="LiveId" clId="{F9202396-4282-4284-9302-FA9E27C2F0E1}" dt="2025-08-08T08:07:20.721" v="5855"/>
      <pc:docMkLst>
        <pc:docMk/>
      </pc:docMkLst>
      <pc:sldChg chg="addSp delSp modSp mod modTransition modAnim">
        <pc:chgData name="우진 김" userId="9d5916cb77183fd7" providerId="LiveId" clId="{F9202396-4282-4284-9302-FA9E27C2F0E1}" dt="2025-08-08T07:49:16.680" v="5813"/>
        <pc:sldMkLst>
          <pc:docMk/>
          <pc:sldMk cId="2712422305" sldId="324"/>
        </pc:sldMkLst>
        <pc:spChg chg="add del mod">
          <ac:chgData name="우진 김" userId="9d5916cb77183fd7" providerId="LiveId" clId="{F9202396-4282-4284-9302-FA9E27C2F0E1}" dt="2025-07-21T04:15:14.456" v="72" actId="20577"/>
          <ac:spMkLst>
            <pc:docMk/>
            <pc:sldMk cId="2712422305" sldId="324"/>
            <ac:spMk id="2" creationId="{451842AD-51B6-1C23-4E72-00565032CAFC}"/>
          </ac:spMkLst>
        </pc:spChg>
        <pc:spChg chg="add mod">
          <ac:chgData name="우진 김" userId="9d5916cb77183fd7" providerId="LiveId" clId="{F9202396-4282-4284-9302-FA9E27C2F0E1}" dt="2025-07-21T04:14:10.183" v="5" actId="20577"/>
          <ac:spMkLst>
            <pc:docMk/>
            <pc:sldMk cId="2712422305" sldId="324"/>
            <ac:spMk id="4" creationId="{DAF71B29-AAE2-F406-9C3C-7F4D981833D2}"/>
          </ac:spMkLst>
        </pc:spChg>
        <pc:spChg chg="mod">
          <ac:chgData name="우진 김" userId="9d5916cb77183fd7" providerId="LiveId" clId="{F9202396-4282-4284-9302-FA9E27C2F0E1}" dt="2025-07-21T04:15:21.946" v="82" actId="20577"/>
          <ac:spMkLst>
            <pc:docMk/>
            <pc:sldMk cId="2712422305" sldId="324"/>
            <ac:spMk id="5" creationId="{53C8FE73-30E8-5B94-794F-A35BB3E87C7A}"/>
          </ac:spMkLst>
        </pc:spChg>
        <pc:spChg chg="mod">
          <ac:chgData name="우진 김" userId="9d5916cb77183fd7" providerId="LiveId" clId="{F9202396-4282-4284-9302-FA9E27C2F0E1}" dt="2025-07-21T04:15:42.069" v="135" actId="20577"/>
          <ac:spMkLst>
            <pc:docMk/>
            <pc:sldMk cId="2712422305" sldId="324"/>
            <ac:spMk id="6" creationId="{65BDDAA9-2219-0266-AB20-FC2718CDB416}"/>
          </ac:spMkLst>
        </pc:spChg>
      </pc:sldChg>
      <pc:sldChg chg="addSp delSp modSp mod modTransition modNotesTx">
        <pc:chgData name="우진 김" userId="9d5916cb77183fd7" providerId="LiveId" clId="{F9202396-4282-4284-9302-FA9E27C2F0E1}" dt="2025-08-08T07:38:09.127" v="5801"/>
        <pc:sldMkLst>
          <pc:docMk/>
          <pc:sldMk cId="1661184582" sldId="362"/>
        </pc:sldMkLst>
        <pc:picChg chg="add mod">
          <ac:chgData name="우진 김" userId="9d5916cb77183fd7" providerId="LiveId" clId="{F9202396-4282-4284-9302-FA9E27C2F0E1}" dt="2025-08-08T05:03:47.011" v="5482"/>
          <ac:picMkLst>
            <pc:docMk/>
            <pc:sldMk cId="1661184582" sldId="362"/>
            <ac:picMk id="2" creationId="{D16E63F9-8302-7092-AF03-D57439901D95}"/>
          </ac:picMkLst>
        </pc:picChg>
        <pc:picChg chg="add mod">
          <ac:chgData name="우진 김" userId="9d5916cb77183fd7" providerId="LiveId" clId="{F9202396-4282-4284-9302-FA9E27C2F0E1}" dt="2025-08-08T07:38:09.127" v="5801"/>
          <ac:picMkLst>
            <pc:docMk/>
            <pc:sldMk cId="1661184582" sldId="362"/>
            <ac:picMk id="5" creationId="{CAB6615F-7987-1147-1054-DAF5C6ABBA88}"/>
          </ac:picMkLst>
        </pc:picChg>
      </pc:sldChg>
      <pc:sldChg chg="addSp delSp modSp mod modTransition modAnim">
        <pc:chgData name="우진 김" userId="9d5916cb77183fd7" providerId="LiveId" clId="{F9202396-4282-4284-9302-FA9E27C2F0E1}" dt="2025-08-08T05:32:42.156" v="5516"/>
        <pc:sldMkLst>
          <pc:docMk/>
          <pc:sldMk cId="2863175468" sldId="378"/>
        </pc:sldMkLst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4" creationId="{02465187-F215-A8C0-FB47-8517C9008FCA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6" creationId="{E02FC87D-9616-EF6A-A837-A851191A3DAE}"/>
          </ac:spMkLst>
        </pc:spChg>
        <pc:spChg chg="add mod">
          <ac:chgData name="우진 김" userId="9d5916cb77183fd7" providerId="LiveId" clId="{F9202396-4282-4284-9302-FA9E27C2F0E1}" dt="2025-07-21T04:35:44.734" v="163" actId="20577"/>
          <ac:spMkLst>
            <pc:docMk/>
            <pc:sldMk cId="2863175468" sldId="378"/>
            <ac:spMk id="7" creationId="{2655A25F-32D3-F5D3-6DCB-DD7CCC3167C5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8" creationId="{A119BFB0-132C-EC31-3951-BA10AAC6A88B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9" creationId="{C93D8ABD-95E2-9C4C-B82D-CD7A4AEAE960}"/>
          </ac:spMkLst>
        </pc:spChg>
        <pc:spChg chg="add mod">
          <ac:chgData name="우진 김" userId="9d5916cb77183fd7" providerId="LiveId" clId="{F9202396-4282-4284-9302-FA9E27C2F0E1}" dt="2025-07-21T06:49:12.724" v="1131" actId="1076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F9202396-4282-4284-9302-FA9E27C2F0E1}" dt="2025-07-21T06:49:28.788" v="1136" actId="1076"/>
          <ac:spMkLst>
            <pc:docMk/>
            <pc:sldMk cId="2863175468" sldId="378"/>
            <ac:spMk id="11" creationId="{37098ADA-7E7C-01A0-D824-16F9A71322D2}"/>
          </ac:spMkLst>
        </pc:spChg>
      </pc:sldChg>
      <pc:sldChg chg="addSp delSp modSp new mod modTransition modAnim">
        <pc:chgData name="우진 김" userId="9d5916cb77183fd7" providerId="LiveId" clId="{F9202396-4282-4284-9302-FA9E27C2F0E1}" dt="2025-08-08T05:33:39.306" v="5520"/>
        <pc:sldMkLst>
          <pc:docMk/>
          <pc:sldMk cId="1822041746" sldId="379"/>
        </pc:sldMkLst>
        <pc:spChg chg="mod">
          <ac:chgData name="우진 김" userId="9d5916cb77183fd7" providerId="LiveId" clId="{F9202396-4282-4284-9302-FA9E27C2F0E1}" dt="2025-07-21T05:13:42.428" v="661" actId="404"/>
          <ac:spMkLst>
            <pc:docMk/>
            <pc:sldMk cId="1822041746" sldId="379"/>
            <ac:spMk id="2" creationId="{A8080E15-B7E4-9F16-A37B-594089A520EB}"/>
          </ac:spMkLst>
        </pc:spChg>
        <pc:picChg chg="add mod">
          <ac:chgData name="우진 김" userId="9d5916cb77183fd7" providerId="LiveId" clId="{F9202396-4282-4284-9302-FA9E27C2F0E1}" dt="2025-08-08T05:33:39.306" v="5520"/>
          <ac:picMkLst>
            <pc:docMk/>
            <pc:sldMk cId="1822041746" sldId="379"/>
            <ac:picMk id="12" creationId="{379B0289-AE39-E031-1EA2-4B6D1A4F918F}"/>
          </ac:picMkLst>
        </pc:picChg>
      </pc:sldChg>
      <pc:sldChg chg="addSp delSp modSp add mod ord modTransition">
        <pc:chgData name="우진 김" userId="9d5916cb77183fd7" providerId="LiveId" clId="{F9202396-4282-4284-9302-FA9E27C2F0E1}" dt="2025-08-08T05:34:33.134" v="5521"/>
        <pc:sldMkLst>
          <pc:docMk/>
          <pc:sldMk cId="1280036450" sldId="380"/>
        </pc:sldMkLst>
      </pc:sldChg>
      <pc:sldChg chg="addSp delSp modSp add mod modTransition modAnim">
        <pc:chgData name="우진 김" userId="9d5916cb77183fd7" providerId="LiveId" clId="{F9202396-4282-4284-9302-FA9E27C2F0E1}" dt="2025-08-08T07:51:52.224" v="5819"/>
        <pc:sldMkLst>
          <pc:docMk/>
          <pc:sldMk cId="2969185520" sldId="381"/>
        </pc:sldMkLst>
      </pc:sldChg>
      <pc:sldChg chg="addSp delSp modSp add mod modTransition modAnim">
        <pc:chgData name="우진 김" userId="9d5916cb77183fd7" providerId="LiveId" clId="{F9202396-4282-4284-9302-FA9E27C2F0E1}" dt="2025-08-08T05:41:39.689" v="5541"/>
        <pc:sldMkLst>
          <pc:docMk/>
          <pc:sldMk cId="2972959314" sldId="382"/>
        </pc:sldMkLst>
      </pc:sldChg>
      <pc:sldChg chg="addSp delSp modSp add mod modTransition modAnim">
        <pc:chgData name="우진 김" userId="9d5916cb77183fd7" providerId="LiveId" clId="{F9202396-4282-4284-9302-FA9E27C2F0E1}" dt="2025-08-08T07:55:31.877" v="5828"/>
        <pc:sldMkLst>
          <pc:docMk/>
          <pc:sldMk cId="3125816518" sldId="383"/>
        </pc:sldMkLst>
      </pc:sldChg>
      <pc:sldChg chg="addSp delSp modSp add mod ord modTransition modAnim modNotesTx">
        <pc:chgData name="우진 김" userId="9d5916cb77183fd7" providerId="LiveId" clId="{F9202396-4282-4284-9302-FA9E27C2F0E1}" dt="2025-08-08T05:49:28.879" v="5570"/>
        <pc:sldMkLst>
          <pc:docMk/>
          <pc:sldMk cId="1163096262" sldId="384"/>
        </pc:sldMkLst>
      </pc:sldChg>
      <pc:sldChg chg="addSp delSp modSp add mod ord modTransition modAnim modNotesTx">
        <pc:chgData name="우진 김" userId="9d5916cb77183fd7" providerId="LiveId" clId="{F9202396-4282-4284-9302-FA9E27C2F0E1}" dt="2025-08-08T06:00:01.483" v="5599"/>
        <pc:sldMkLst>
          <pc:docMk/>
          <pc:sldMk cId="3014498565" sldId="385"/>
        </pc:sldMkLst>
      </pc:sldChg>
      <pc:sldChg chg="addSp delSp modSp add mod modTransition modAnim">
        <pc:chgData name="우진 김" userId="9d5916cb77183fd7" providerId="LiveId" clId="{F9202396-4282-4284-9302-FA9E27C2F0E1}" dt="2025-08-08T07:57:54.030" v="5834"/>
        <pc:sldMkLst>
          <pc:docMk/>
          <pc:sldMk cId="736076436" sldId="386"/>
        </pc:sldMkLst>
      </pc:sldChg>
      <pc:sldChg chg="addSp delSp modSp add mod modTransition modAnim modNotesTx">
        <pc:chgData name="우진 김" userId="9d5916cb77183fd7" providerId="LiveId" clId="{F9202396-4282-4284-9302-FA9E27C2F0E1}" dt="2025-08-08T06:21:16.580" v="5669"/>
        <pc:sldMkLst>
          <pc:docMk/>
          <pc:sldMk cId="954211891" sldId="387"/>
        </pc:sldMkLst>
      </pc:sldChg>
      <pc:sldChg chg="addSp delSp modSp add mod modTransition modAnim modNotes">
        <pc:chgData name="우진 김" userId="9d5916cb77183fd7" providerId="LiveId" clId="{F9202396-4282-4284-9302-FA9E27C2F0E1}" dt="2025-08-08T06:24:45.418" v="5676"/>
        <pc:sldMkLst>
          <pc:docMk/>
          <pc:sldMk cId="796638153" sldId="388"/>
        </pc:sldMkLst>
      </pc:sldChg>
      <pc:sldChg chg="addSp delSp modSp add mod modTransition modAnim modNotes">
        <pc:chgData name="우진 김" userId="9d5916cb77183fd7" providerId="LiveId" clId="{F9202396-4282-4284-9302-FA9E27C2F0E1}" dt="2025-08-08T06:59:04.594" v="5698"/>
        <pc:sldMkLst>
          <pc:docMk/>
          <pc:sldMk cId="967856410" sldId="389"/>
        </pc:sldMkLst>
      </pc:sldChg>
      <pc:sldChg chg="addSp modSp add mod">
        <pc:chgData name="우진 김" userId="9d5916cb77183fd7" providerId="LiveId" clId="{F9202396-4282-4284-9302-FA9E27C2F0E1}" dt="2025-07-22T11:23:45.288" v="4905" actId="20577"/>
        <pc:sldMkLst>
          <pc:docMk/>
          <pc:sldMk cId="2119384900" sldId="390"/>
        </pc:sldMkLst>
      </pc:sldChg>
      <pc:sldChg chg="addSp delSp modSp add mod ord modTransition modAnim modNotes">
        <pc:chgData name="우진 김" userId="9d5916cb77183fd7" providerId="LiveId" clId="{F9202396-4282-4284-9302-FA9E27C2F0E1}" dt="2025-08-08T07:05:06.729" v="5715"/>
        <pc:sldMkLst>
          <pc:docMk/>
          <pc:sldMk cId="1196701872" sldId="391"/>
        </pc:sldMkLst>
      </pc:sldChg>
      <pc:sldChg chg="addSp delSp modSp add mod ord modTransition modAnim modNotes">
        <pc:chgData name="우진 김" userId="9d5916cb77183fd7" providerId="LiveId" clId="{F9202396-4282-4284-9302-FA9E27C2F0E1}" dt="2025-08-08T07:08:10.132" v="5722"/>
        <pc:sldMkLst>
          <pc:docMk/>
          <pc:sldMk cId="2198328896" sldId="392"/>
        </pc:sldMkLst>
      </pc:sldChg>
      <pc:sldChg chg="addSp delSp modSp add mod modTransition modAnim modNotesTx">
        <pc:chgData name="우진 김" userId="9d5916cb77183fd7" providerId="LiveId" clId="{F9202396-4282-4284-9302-FA9E27C2F0E1}" dt="2025-08-08T07:11:39.511" v="5726"/>
        <pc:sldMkLst>
          <pc:docMk/>
          <pc:sldMk cId="2802374561" sldId="393"/>
        </pc:sldMkLst>
      </pc:sldChg>
      <pc:sldChg chg="addSp delSp modSp add mod modTransition modAnim modNotesTx">
        <pc:chgData name="우진 김" userId="9d5916cb77183fd7" providerId="LiveId" clId="{F9202396-4282-4284-9302-FA9E27C2F0E1}" dt="2025-08-08T07:14:05.563" v="5733"/>
        <pc:sldMkLst>
          <pc:docMk/>
          <pc:sldMk cId="2518397829" sldId="394"/>
        </pc:sldMkLst>
      </pc:sldChg>
      <pc:sldChg chg="addSp delSp modSp add mod modTransition modAnim modNotes">
        <pc:chgData name="우진 김" userId="9d5916cb77183fd7" providerId="LiveId" clId="{F9202396-4282-4284-9302-FA9E27C2F0E1}" dt="2025-08-08T08:04:46.370" v="5849"/>
        <pc:sldMkLst>
          <pc:docMk/>
          <pc:sldMk cId="148147053" sldId="395"/>
        </pc:sldMkLst>
      </pc:sldChg>
      <pc:sldChg chg="addSp delSp modSp add mod modTransition modAnim modNotesTx">
        <pc:chgData name="우진 김" userId="9d5916cb77183fd7" providerId="LiveId" clId="{F9202396-4282-4284-9302-FA9E27C2F0E1}" dt="2025-08-08T08:07:20.721" v="5855"/>
        <pc:sldMkLst>
          <pc:docMk/>
          <pc:sldMk cId="2594974166" sldId="396"/>
        </pc:sldMkLst>
      </pc:sldChg>
      <pc:sldChg chg="addSp delSp modSp add mod modTransition modAnim modNotes">
        <pc:chgData name="우진 김" userId="9d5916cb77183fd7" providerId="LiveId" clId="{F9202396-4282-4284-9302-FA9E27C2F0E1}" dt="2025-08-08T07:28:33.078" v="5774"/>
        <pc:sldMkLst>
          <pc:docMk/>
          <pc:sldMk cId="1886081644" sldId="397"/>
        </pc:sldMkLst>
      </pc:sldChg>
      <pc:sldChg chg="addSp delSp modSp add mod">
        <pc:chgData name="우진 김" userId="9d5916cb77183fd7" providerId="LiveId" clId="{F9202396-4282-4284-9302-FA9E27C2F0E1}" dt="2025-07-21T07:45:11.795" v="1343" actId="20577"/>
        <pc:sldMkLst>
          <pc:docMk/>
          <pc:sldMk cId="2271484296" sldId="398"/>
        </pc:sldMkLst>
      </pc:sldChg>
      <pc:sldChg chg="addSp modSp add mod modTransition modNotes">
        <pc:chgData name="우진 김" userId="9d5916cb77183fd7" providerId="LiveId" clId="{F9202396-4282-4284-9302-FA9E27C2F0E1}" dt="2025-08-08T07:31:21.080" v="5779"/>
        <pc:sldMkLst>
          <pc:docMk/>
          <pc:sldMk cId="1260540756" sldId="399"/>
        </pc:sldMkLst>
      </pc:sldChg>
      <pc:sldChg chg="modSp add mod ord">
        <pc:chgData name="우진 김" userId="9d5916cb77183fd7" providerId="LiveId" clId="{F9202396-4282-4284-9302-FA9E27C2F0E1}" dt="2025-07-21T07:47:35.176" v="1368" actId="20577"/>
        <pc:sldMkLst>
          <pc:docMk/>
          <pc:sldMk cId="2991457619" sldId="400"/>
        </pc:sldMkLst>
      </pc:sldChg>
      <pc:sldChg chg="addSp delSp modSp add mod ord modTransition modAnim modNotes">
        <pc:chgData name="우진 김" userId="9d5916cb77183fd7" providerId="LiveId" clId="{F9202396-4282-4284-9302-FA9E27C2F0E1}" dt="2025-08-08T07:35:51.355" v="5793"/>
        <pc:sldMkLst>
          <pc:docMk/>
          <pc:sldMk cId="1734530735" sldId="401"/>
        </pc:sldMkLst>
      </pc:sldChg>
      <pc:sldChg chg="modSp add mod">
        <pc:chgData name="우진 김" userId="9d5916cb77183fd7" providerId="LiveId" clId="{F9202396-4282-4284-9302-FA9E27C2F0E1}" dt="2025-07-21T07:53:19.688" v="1480" actId="20577"/>
        <pc:sldMkLst>
          <pc:docMk/>
          <pc:sldMk cId="1044491356" sldId="402"/>
        </pc:sldMkLst>
      </pc:sldChg>
      <pc:sldChg chg="modSp add mod">
        <pc:chgData name="우진 김" userId="9d5916cb77183fd7" providerId="LiveId" clId="{F9202396-4282-4284-9302-FA9E27C2F0E1}" dt="2025-07-21T07:53:25.783" v="1491" actId="20577"/>
        <pc:sldMkLst>
          <pc:docMk/>
          <pc:sldMk cId="57628316" sldId="403"/>
        </pc:sldMkLst>
      </pc:sldChg>
      <pc:sldChg chg="addSp delSp modSp add mod modTransition delAnim modAnim modNotes">
        <pc:chgData name="우진 김" userId="9d5916cb77183fd7" providerId="LiveId" clId="{F9202396-4282-4284-9302-FA9E27C2F0E1}" dt="2025-08-08T07:37:47.322" v="5800"/>
        <pc:sldMkLst>
          <pc:docMk/>
          <pc:sldMk cId="3089082808" sldId="404"/>
        </pc:sldMkLst>
        <pc:spChg chg="add mod">
          <ac:chgData name="우진 김" userId="9d5916cb77183fd7" providerId="LiveId" clId="{F9202396-4282-4284-9302-FA9E27C2F0E1}" dt="2025-07-21T07:55:23.071" v="1508" actId="207"/>
          <ac:spMkLst>
            <pc:docMk/>
            <pc:sldMk cId="3089082808" sldId="404"/>
            <ac:spMk id="2" creationId="{E8D12064-3423-169E-661C-0C7EB821C20A}"/>
          </ac:spMkLst>
        </pc:spChg>
        <pc:spChg chg="add mod">
          <ac:chgData name="우진 김" userId="9d5916cb77183fd7" providerId="LiveId" clId="{F9202396-4282-4284-9302-FA9E27C2F0E1}" dt="2025-07-21T07:55:29.484" v="1510" actId="2085"/>
          <ac:spMkLst>
            <pc:docMk/>
            <pc:sldMk cId="3089082808" sldId="404"/>
            <ac:spMk id="4" creationId="{D45B3019-B381-F46E-8EE4-06BE675588DA}"/>
          </ac:spMkLst>
        </pc:spChg>
        <pc:spChg chg="add mod">
          <ac:chgData name="우진 김" userId="9d5916cb77183fd7" providerId="LiveId" clId="{F9202396-4282-4284-9302-FA9E27C2F0E1}" dt="2025-07-21T07:58:51.941" v="1708" actId="1076"/>
          <ac:spMkLst>
            <pc:docMk/>
            <pc:sldMk cId="3089082808" sldId="404"/>
            <ac:spMk id="8" creationId="{5C6E7626-9DE5-EF14-C0A7-C563B961B722}"/>
          </ac:spMkLst>
        </pc:spChg>
        <pc:spChg chg="mod">
          <ac:chgData name="우진 김" userId="9d5916cb77183fd7" providerId="LiveId" clId="{F9202396-4282-4284-9302-FA9E27C2F0E1}" dt="2025-07-21T07:59:00.468" v="1709" actId="1076"/>
          <ac:spMkLst>
            <pc:docMk/>
            <pc:sldMk cId="3089082808" sldId="404"/>
            <ac:spMk id="13" creationId="{1DA0808E-0400-92E1-E730-AC9B1A17D616}"/>
          </ac:spMkLst>
        </pc:spChg>
      </pc:sldChg>
      <pc:sldChg chg="addSp delSp modSp add mod ord modTransition delAnim modAnim modNotesTx">
        <pc:chgData name="우진 김" userId="9d5916cb77183fd7" providerId="LiveId" clId="{F9202396-4282-4284-9302-FA9E27C2F0E1}" dt="2025-08-08T05:52:41.350" v="5577"/>
        <pc:sldMkLst>
          <pc:docMk/>
          <pc:sldMk cId="1210876351" sldId="405"/>
        </pc:sldMkLst>
      </pc:sldChg>
      <pc:sldChg chg="addSp delSp modSp add mod modTransition modAnim modNotes">
        <pc:chgData name="우진 김" userId="9d5916cb77183fd7" providerId="LiveId" clId="{F9202396-4282-4284-9302-FA9E27C2F0E1}" dt="2025-08-08T07:01:18.158" v="5705"/>
        <pc:sldMkLst>
          <pc:docMk/>
          <pc:sldMk cId="1357024136" sldId="406"/>
        </pc:sldMkLst>
      </pc:sldChg>
      <pc:sldChg chg="addSp delSp modSp mod modTransition modAnim modNotes">
        <pc:chgData name="우진 김" userId="9d5916cb77183fd7" providerId="LiveId" clId="{F9202396-4282-4284-9302-FA9E27C2F0E1}" dt="2025-08-08T08:02:57.783" v="5846"/>
        <pc:sldMkLst>
          <pc:docMk/>
          <pc:sldMk cId="168993211" sldId="407"/>
        </pc:sldMkLst>
      </pc:sldChg>
      <pc:sldChg chg="addSp delSp modSp mod modTransition modAnim modNotes">
        <pc:chgData name="우진 김" userId="9d5916cb77183fd7" providerId="LiveId" clId="{F9202396-4282-4284-9302-FA9E27C2F0E1}" dt="2025-08-08T07:20:15.508" v="5751"/>
        <pc:sldMkLst>
          <pc:docMk/>
          <pc:sldMk cId="30979262" sldId="408"/>
        </pc:sldMkLst>
      </pc:sldChg>
      <pc:sldChg chg="addSp delSp modSp mod modTransition modAnim modNotes">
        <pc:chgData name="우진 김" userId="9d5916cb77183fd7" providerId="LiveId" clId="{F9202396-4282-4284-9302-FA9E27C2F0E1}" dt="2025-08-08T08:00:51.991" v="5840"/>
        <pc:sldMkLst>
          <pc:docMk/>
          <pc:sldMk cId="492626652" sldId="409"/>
        </pc:sldMkLst>
      </pc:sldChg>
      <pc:sldChg chg="addSp modSp modTransition modNotes">
        <pc:chgData name="우진 김" userId="9d5916cb77183fd7" providerId="LiveId" clId="{F9202396-4282-4284-9302-FA9E27C2F0E1}" dt="2025-08-08T07:24:12.637" v="5760"/>
        <pc:sldMkLst>
          <pc:docMk/>
          <pc:sldMk cId="2544759687" sldId="410"/>
        </pc:sldMkLst>
      </pc:sldChg>
      <pc:sldChg chg="addSp delSp modSp mod modTransition modAnim modNotes">
        <pc:chgData name="우진 김" userId="9d5916cb77183fd7" providerId="LiveId" clId="{F9202396-4282-4284-9302-FA9E27C2F0E1}" dt="2025-08-08T07:26:08.663" v="5764"/>
        <pc:sldMkLst>
          <pc:docMk/>
          <pc:sldMk cId="2925435494" sldId="411"/>
        </pc:sldMkLst>
      </pc:sldChg>
      <pc:sldChg chg="addSp delSp modSp mod modTransition modAnim modNotes">
        <pc:chgData name="우진 김" userId="9d5916cb77183fd7" providerId="LiveId" clId="{F9202396-4282-4284-9302-FA9E27C2F0E1}" dt="2025-08-08T07:29:37.435" v="5777"/>
        <pc:sldMkLst>
          <pc:docMk/>
          <pc:sldMk cId="964698161" sldId="413"/>
        </pc:sldMkLst>
      </pc:sldChg>
      <pc:sldChg chg="addSp modSp modTransition modNotes">
        <pc:chgData name="우진 김" userId="9d5916cb77183fd7" providerId="LiveId" clId="{F9202396-4282-4284-9302-FA9E27C2F0E1}" dt="2025-08-08T07:30:34.145" v="5778"/>
        <pc:sldMkLst>
          <pc:docMk/>
          <pc:sldMk cId="80486073" sldId="414"/>
        </pc:sldMkLst>
      </pc:sldChg>
      <pc:sldChg chg="addSp modSp modTransition modNotes">
        <pc:chgData name="우진 김" userId="9d5916cb77183fd7" providerId="LiveId" clId="{F9202396-4282-4284-9302-FA9E27C2F0E1}" dt="2025-08-08T07:32:00.943" v="5780"/>
        <pc:sldMkLst>
          <pc:docMk/>
          <pc:sldMk cId="2408156295" sldId="415"/>
        </pc:sldMkLst>
      </pc:sldChg>
      <pc:sldChg chg="addSp delSp modSp mod modTransition modAnim modNotes">
        <pc:chgData name="우진 김" userId="9d5916cb77183fd7" providerId="LiveId" clId="{F9202396-4282-4284-9302-FA9E27C2F0E1}" dt="2025-08-08T07:33:27.048" v="5784"/>
        <pc:sldMkLst>
          <pc:docMk/>
          <pc:sldMk cId="344128383" sldId="416"/>
        </pc:sldMkLst>
      </pc:sldChg>
      <pc:sldMasterChg chg="modSp mod modSldLayout">
        <pc:chgData name="우진 김" userId="9d5916cb77183fd7" providerId="LiveId" clId="{F9202396-4282-4284-9302-FA9E27C2F0E1}" dt="2025-07-30T03:44:14.909" v="5366" actId="478"/>
        <pc:sldMasterMkLst>
          <pc:docMk/>
          <pc:sldMasterMk cId="471148940" sldId="2147483648"/>
        </pc:sldMasterMkLst>
        <pc:spChg chg="mod">
          <ac:chgData name="우진 김" userId="9d5916cb77183fd7" providerId="LiveId" clId="{F9202396-4282-4284-9302-FA9E27C2F0E1}" dt="2025-07-30T03:38:56.145" v="5324" actId="20577"/>
          <ac:spMkLst>
            <pc:docMk/>
            <pc:sldMasterMk cId="471148940" sldId="2147483648"/>
            <ac:spMk id="6" creationId="{09925A29-F4EF-4A12-9095-1B88A1BDDE58}"/>
          </ac:spMkLst>
        </pc:spChg>
        <pc:sldLayoutChg chg="modSp mod">
          <pc:chgData name="우진 김" userId="9d5916cb77183fd7" providerId="LiveId" clId="{F9202396-4282-4284-9302-FA9E27C2F0E1}" dt="2025-07-30T03:41:14.709" v="5333" actId="20577"/>
          <pc:sldLayoutMkLst>
            <pc:docMk/>
            <pc:sldMasterMk cId="471148940" sldId="2147483648"/>
            <pc:sldLayoutMk cId="2597322292" sldId="2147483650"/>
          </pc:sldLayoutMkLst>
          <pc:spChg chg="mod">
            <ac:chgData name="우진 김" userId="9d5916cb77183fd7" providerId="LiveId" clId="{F9202396-4282-4284-9302-FA9E27C2F0E1}" dt="2025-07-30T03:41:14.709" v="5333" actId="20577"/>
            <ac:spMkLst>
              <pc:docMk/>
              <pc:sldMasterMk cId="471148940" sldId="2147483648"/>
              <pc:sldLayoutMk cId="2597322292" sldId="2147483650"/>
              <ac:spMk id="6" creationId="{02391B74-659E-4EB1-8DB0-B962093F0B4C}"/>
            </ac:spMkLst>
          </pc:spChg>
        </pc:sldLayoutChg>
        <pc:sldLayoutChg chg="modSp mod">
          <pc:chgData name="우진 김" userId="9d5916cb77183fd7" providerId="LiveId" clId="{F9202396-4282-4284-9302-FA9E27C2F0E1}" dt="2025-07-30T03:38:42.953" v="5321" actId="20577"/>
          <pc:sldLayoutMkLst>
            <pc:docMk/>
            <pc:sldMasterMk cId="471148940" sldId="2147483648"/>
            <pc:sldLayoutMk cId="1425795397" sldId="2147483654"/>
          </pc:sldLayoutMkLst>
          <pc:spChg chg="mod">
            <ac:chgData name="우진 김" userId="9d5916cb77183fd7" providerId="LiveId" clId="{F9202396-4282-4284-9302-FA9E27C2F0E1}" dt="2025-07-30T03:38:42.953" v="5321" actId="20577"/>
            <ac:spMkLst>
              <pc:docMk/>
              <pc:sldMasterMk cId="471148940" sldId="2147483648"/>
              <pc:sldLayoutMk cId="1425795397" sldId="2147483654"/>
              <ac:spMk id="5" creationId="{6D907AE9-2A8E-446F-AC5C-E522F1C0231C}"/>
            </ac:spMkLst>
          </pc:spChg>
        </pc:sldLayoutChg>
        <pc:sldLayoutChg chg="modSp mod">
          <pc:chgData name="우진 김" userId="9d5916cb77183fd7" providerId="LiveId" clId="{F9202396-4282-4284-9302-FA9E27C2F0E1}" dt="2025-07-30T03:41:34.484" v="5337" actId="20577"/>
          <pc:sldLayoutMkLst>
            <pc:docMk/>
            <pc:sldMasterMk cId="471148940" sldId="2147483648"/>
            <pc:sldLayoutMk cId="70614007" sldId="2147483661"/>
          </pc:sldLayoutMkLst>
          <pc:spChg chg="mod">
            <ac:chgData name="우진 김" userId="9d5916cb77183fd7" providerId="LiveId" clId="{F9202396-4282-4284-9302-FA9E27C2F0E1}" dt="2025-07-30T03:41:34.484" v="5337" actId="20577"/>
            <ac:spMkLst>
              <pc:docMk/>
              <pc:sldMasterMk cId="471148940" sldId="2147483648"/>
              <pc:sldLayoutMk cId="70614007" sldId="2147483661"/>
              <ac:spMk id="5" creationId="{784C0F27-F073-46C5-99AA-D6BC67A40F51}"/>
            </ac:spMkLst>
          </pc:spChg>
        </pc:sldLayoutChg>
        <pc:sldLayoutChg chg="addSp delSp modSp mod">
          <pc:chgData name="우진 김" userId="9d5916cb77183fd7" providerId="LiveId" clId="{F9202396-4282-4284-9302-FA9E27C2F0E1}" dt="2025-07-30T03:40:56.049" v="5329"/>
          <pc:sldLayoutMkLst>
            <pc:docMk/>
            <pc:sldMasterMk cId="471148940" sldId="2147483648"/>
            <pc:sldLayoutMk cId="1024204732" sldId="2147483663"/>
          </pc:sldLayoutMkLst>
          <pc:spChg chg="add mod">
            <ac:chgData name="우진 김" userId="9d5916cb77183fd7" providerId="LiveId" clId="{F9202396-4282-4284-9302-FA9E27C2F0E1}" dt="2025-07-30T03:40:56.049" v="5329"/>
            <ac:spMkLst>
              <pc:docMk/>
              <pc:sldMasterMk cId="471148940" sldId="2147483648"/>
              <pc:sldLayoutMk cId="1024204732" sldId="2147483663"/>
              <ac:spMk id="5" creationId="{2487156B-F916-99B6-8716-F1120F4F5135}"/>
            </ac:spMkLst>
          </pc:spChg>
        </pc:sldLayoutChg>
        <pc:sldLayoutChg chg="addSp delSp modSp mod">
          <pc:chgData name="우진 김" userId="9d5916cb77183fd7" providerId="LiveId" clId="{F9202396-4282-4284-9302-FA9E27C2F0E1}" dt="2025-07-30T03:44:14.909" v="5366" actId="478"/>
          <pc:sldLayoutMkLst>
            <pc:docMk/>
            <pc:sldMasterMk cId="471148940" sldId="2147483648"/>
            <pc:sldLayoutMk cId="3174197712" sldId="2147483664"/>
          </pc:sldLayoutMkLst>
          <pc:spChg chg="mod">
            <ac:chgData name="우진 김" userId="9d5916cb77183fd7" providerId="LiveId" clId="{F9202396-4282-4284-9302-FA9E27C2F0E1}" dt="2025-07-30T03:43:31.724" v="5353" actId="6549"/>
            <ac:spMkLst>
              <pc:docMk/>
              <pc:sldMasterMk cId="471148940" sldId="2147483648"/>
              <pc:sldLayoutMk cId="3174197712" sldId="2147483664"/>
              <ac:spMk id="6" creationId="{8827DE2B-5658-4ECD-9AB5-497E1D05E00C}"/>
            </ac:spMkLst>
          </pc:spChg>
        </pc:sldLayoutChg>
      </pc:sldMasterChg>
    </pc:docChg>
  </pc:docChgLst>
  <pc:docChgLst>
    <pc:chgData name="우진 김" userId="9d5916cb77183fd7" providerId="LiveId" clId="{04DF9317-11A9-46EA-8704-4A033ACEB577}"/>
    <pc:docChg chg="undo custSel addSld delSld modSld sldOrd modSection">
      <pc:chgData name="우진 김" userId="9d5916cb77183fd7" providerId="LiveId" clId="{04DF9317-11A9-46EA-8704-4A033ACEB577}" dt="2025-08-20T00:48:56.719" v="7150" actId="20577"/>
      <pc:docMkLst>
        <pc:docMk/>
      </pc:docMkLst>
      <pc:sldChg chg="modSp mod">
        <pc:chgData name="우진 김" userId="9d5916cb77183fd7" providerId="LiveId" clId="{04DF9317-11A9-46EA-8704-4A033ACEB577}" dt="2025-08-19T13:25:26.731" v="3" actId="20577"/>
        <pc:sldMkLst>
          <pc:docMk/>
          <pc:sldMk cId="2712422305" sldId="324"/>
        </pc:sldMkLst>
        <pc:spChg chg="mod">
          <ac:chgData name="우진 김" userId="9d5916cb77183fd7" providerId="LiveId" clId="{04DF9317-11A9-46EA-8704-4A033ACEB577}" dt="2025-08-19T13:25:23.868" v="1" actId="20577"/>
          <ac:spMkLst>
            <pc:docMk/>
            <pc:sldMk cId="2712422305" sldId="324"/>
            <ac:spMk id="2" creationId="{451842AD-51B6-1C23-4E72-00565032CAFC}"/>
          </ac:spMkLst>
        </pc:spChg>
        <pc:spChg chg="mod">
          <ac:chgData name="우진 김" userId="9d5916cb77183fd7" providerId="LiveId" clId="{04DF9317-11A9-46EA-8704-4A033ACEB577}" dt="2025-08-19T13:25:26.731" v="3" actId="20577"/>
          <ac:spMkLst>
            <pc:docMk/>
            <pc:sldMk cId="2712422305" sldId="324"/>
            <ac:spMk id="4" creationId="{DAF71B29-AAE2-F406-9C3C-7F4D981833D2}"/>
          </ac:spMkLst>
        </pc:spChg>
      </pc:sldChg>
      <pc:sldChg chg="addSp modSp mod">
        <pc:chgData name="우진 김" userId="9d5916cb77183fd7" providerId="LiveId" clId="{04DF9317-11A9-46EA-8704-4A033ACEB577}" dt="2025-08-19T19:59:02.372" v="2742" actId="20577"/>
        <pc:sldMkLst>
          <pc:docMk/>
          <pc:sldMk cId="2863175468" sldId="378"/>
        </pc:sldMkLst>
        <pc:spChg chg="add mod">
          <ac:chgData name="우진 김" userId="9d5916cb77183fd7" providerId="LiveId" clId="{04DF9317-11A9-46EA-8704-4A033ACEB577}" dt="2025-08-19T14:02:36.498" v="200" actId="20577"/>
          <ac:spMkLst>
            <pc:docMk/>
            <pc:sldMk cId="2863175468" sldId="378"/>
            <ac:spMk id="5" creationId="{6A496198-2791-620A-ED56-4BB034F6324D}"/>
          </ac:spMkLst>
        </pc:spChg>
        <pc:spChg chg="mod">
          <ac:chgData name="우진 김" userId="9d5916cb77183fd7" providerId="LiveId" clId="{04DF9317-11A9-46EA-8704-4A033ACEB577}" dt="2025-08-19T14:06:15.516" v="222" actId="1076"/>
          <ac:spMkLst>
            <pc:docMk/>
            <pc:sldMk cId="2863175468" sldId="378"/>
            <ac:spMk id="7" creationId="{2655A25F-32D3-F5D3-6DCB-DD7CCC3167C5}"/>
          </ac:spMkLst>
        </pc:spChg>
        <pc:spChg chg="mod">
          <ac:chgData name="우진 김" userId="9d5916cb77183fd7" providerId="LiveId" clId="{04DF9317-11A9-46EA-8704-4A033ACEB577}" dt="2025-08-19T14:05:59.576" v="219" actId="1076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04DF9317-11A9-46EA-8704-4A033ACEB577}" dt="2025-08-19T14:06:07.533" v="220" actId="108"/>
          <ac:spMkLst>
            <pc:docMk/>
            <pc:sldMk cId="2863175468" sldId="378"/>
            <ac:spMk id="11" creationId="{37098ADA-7E7C-01A0-D824-16F9A71322D2}"/>
          </ac:spMkLst>
        </pc:spChg>
        <pc:spChg chg="mod">
          <ac:chgData name="우진 김" userId="9d5916cb77183fd7" providerId="LiveId" clId="{04DF9317-11A9-46EA-8704-4A033ACEB577}" dt="2025-08-19T13:56:08.399" v="173" actId="108"/>
          <ac:spMkLst>
            <pc:docMk/>
            <pc:sldMk cId="2863175468" sldId="378"/>
            <ac:spMk id="13" creationId="{6643DBB5-677B-0757-6EB7-528141897443}"/>
          </ac:spMkLst>
        </pc:spChg>
        <pc:spChg chg="add mod">
          <ac:chgData name="우진 김" userId="9d5916cb77183fd7" providerId="LiveId" clId="{04DF9317-11A9-46EA-8704-4A033ACEB577}" dt="2025-08-19T19:59:02.372" v="2742" actId="20577"/>
          <ac:spMkLst>
            <pc:docMk/>
            <pc:sldMk cId="2863175468" sldId="378"/>
            <ac:spMk id="14" creationId="{B8572546-B22A-D1AE-708A-6221A39D0682}"/>
          </ac:spMkLst>
        </pc:spChg>
        <pc:spChg chg="mod">
          <ac:chgData name="우진 김" userId="9d5916cb77183fd7" providerId="LiveId" clId="{04DF9317-11A9-46EA-8704-4A033ACEB577}" dt="2025-08-19T14:06:22.293" v="223" actId="108"/>
          <ac:spMkLst>
            <pc:docMk/>
            <pc:sldMk cId="2863175468" sldId="378"/>
            <ac:spMk id="17" creationId="{127FC307-63C8-069F-3B94-691EB7F5CD69}"/>
          </ac:spMkLst>
        </pc:spChg>
      </pc:sldChg>
      <pc:sldChg chg="modSp">
        <pc:chgData name="우진 김" userId="9d5916cb77183fd7" providerId="LiveId" clId="{04DF9317-11A9-46EA-8704-4A033ACEB577}" dt="2025-08-19T14:10:36.693" v="225"/>
        <pc:sldMkLst>
          <pc:docMk/>
          <pc:sldMk cId="1822041746" sldId="379"/>
        </pc:sldMkLst>
        <pc:spChg chg="mod">
          <ac:chgData name="우진 김" userId="9d5916cb77183fd7" providerId="LiveId" clId="{04DF9317-11A9-46EA-8704-4A033ACEB577}" dt="2025-08-19T14:10:36.693" v="225"/>
          <ac:spMkLst>
            <pc:docMk/>
            <pc:sldMk cId="1822041746" sldId="379"/>
            <ac:spMk id="2" creationId="{A8080E15-B7E4-9F16-A37B-594089A520EB}"/>
          </ac:spMkLst>
        </pc:spChg>
      </pc:sldChg>
      <pc:sldChg chg="del">
        <pc:chgData name="우진 김" userId="9d5916cb77183fd7" providerId="LiveId" clId="{04DF9317-11A9-46EA-8704-4A033ACEB577}" dt="2025-08-19T14:11:09.488" v="228" actId="2696"/>
        <pc:sldMkLst>
          <pc:docMk/>
          <pc:sldMk cId="3537827683" sldId="417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2188655536" sldId="418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2912142347" sldId="419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4107177209" sldId="420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2206224731" sldId="421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359152800" sldId="422"/>
        </pc:sldMkLst>
      </pc:sldChg>
      <pc:sldChg chg="del">
        <pc:chgData name="우진 김" userId="9d5916cb77183fd7" providerId="LiveId" clId="{04DF9317-11A9-46EA-8704-4A033ACEB577}" dt="2025-08-19T14:10:49.310" v="227" actId="2696"/>
        <pc:sldMkLst>
          <pc:docMk/>
          <pc:sldMk cId="2934031354" sldId="423"/>
        </pc:sldMkLst>
      </pc:sldChg>
      <pc:sldChg chg="del">
        <pc:chgData name="우진 김" userId="9d5916cb77183fd7" providerId="LiveId" clId="{04DF9317-11A9-46EA-8704-4A033ACEB577}" dt="2025-08-19T14:10:49.310" v="227" actId="2696"/>
        <pc:sldMkLst>
          <pc:docMk/>
          <pc:sldMk cId="2710845988" sldId="424"/>
        </pc:sldMkLst>
      </pc:sldChg>
      <pc:sldChg chg="modSp mod">
        <pc:chgData name="우진 김" userId="9d5916cb77183fd7" providerId="LiveId" clId="{04DF9317-11A9-46EA-8704-4A033ACEB577}" dt="2025-08-19T14:13:15.980" v="266" actId="20577"/>
        <pc:sldMkLst>
          <pc:docMk/>
          <pc:sldMk cId="2400302449" sldId="425"/>
        </pc:sldMkLst>
        <pc:spChg chg="mod">
          <ac:chgData name="우진 김" userId="9d5916cb77183fd7" providerId="LiveId" clId="{04DF9317-11A9-46EA-8704-4A033ACEB577}" dt="2025-08-19T14:13:15.980" v="266" actId="20577"/>
          <ac:spMkLst>
            <pc:docMk/>
            <pc:sldMk cId="2400302449" sldId="425"/>
            <ac:spMk id="2" creationId="{DB3DD6B4-ACA1-BB01-7B14-1A1FC1330288}"/>
          </ac:spMkLst>
        </pc:spChg>
      </pc:sldChg>
      <pc:sldChg chg="modSp mod">
        <pc:chgData name="우진 김" userId="9d5916cb77183fd7" providerId="LiveId" clId="{04DF9317-11A9-46EA-8704-4A033ACEB577}" dt="2025-08-19T16:00:16.834" v="271" actId="20577"/>
        <pc:sldMkLst>
          <pc:docMk/>
          <pc:sldMk cId="3531411043" sldId="426"/>
        </pc:sldMkLst>
        <pc:spChg chg="mod">
          <ac:chgData name="우진 김" userId="9d5916cb77183fd7" providerId="LiveId" clId="{04DF9317-11A9-46EA-8704-4A033ACEB577}" dt="2025-08-19T16:00:16.834" v="271" actId="20577"/>
          <ac:spMkLst>
            <pc:docMk/>
            <pc:sldMk cId="3531411043" sldId="426"/>
            <ac:spMk id="2" creationId="{FE8F7421-9B52-F382-C306-9E50B9740D75}"/>
          </ac:spMkLst>
        </pc:spChg>
      </pc:sldChg>
      <pc:sldChg chg="addSp delSp modSp mod">
        <pc:chgData name="우진 김" userId="9d5916cb77183fd7" providerId="LiveId" clId="{04DF9317-11A9-46EA-8704-4A033ACEB577}" dt="2025-08-19T16:00:22.925" v="273"/>
        <pc:sldMkLst>
          <pc:docMk/>
          <pc:sldMk cId="2536581800" sldId="427"/>
        </pc:sldMkLst>
        <pc:spChg chg="add mod">
          <ac:chgData name="우진 김" userId="9d5916cb77183fd7" providerId="LiveId" clId="{04DF9317-11A9-46EA-8704-4A033ACEB577}" dt="2025-08-19T16:00:22.925" v="273"/>
          <ac:spMkLst>
            <pc:docMk/>
            <pc:sldMk cId="2536581800" sldId="427"/>
            <ac:spMk id="8" creationId="{E305724E-D3CE-03DB-C634-28AAB37CD3D8}"/>
          </ac:spMkLst>
        </pc:spChg>
        <pc:spChg chg="del">
          <ac:chgData name="우진 김" userId="9d5916cb77183fd7" providerId="LiveId" clId="{04DF9317-11A9-46EA-8704-4A033ACEB577}" dt="2025-08-19T16:00:22.771" v="272" actId="478"/>
          <ac:spMkLst>
            <pc:docMk/>
            <pc:sldMk cId="2536581800" sldId="427"/>
            <ac:spMk id="9" creationId="{4513FCD6-FD0F-4E0C-4D1F-167E26851C0C}"/>
          </ac:spMkLst>
        </pc:spChg>
      </pc:sldChg>
      <pc:sldChg chg="del">
        <pc:chgData name="우진 김" userId="9d5916cb77183fd7" providerId="LiveId" clId="{04DF9317-11A9-46EA-8704-4A033ACEB577}" dt="2025-08-19T14:11:33.031" v="229" actId="2696"/>
        <pc:sldMkLst>
          <pc:docMk/>
          <pc:sldMk cId="2343617760" sldId="428"/>
        </pc:sldMkLst>
      </pc:sldChg>
      <pc:sldChg chg="del">
        <pc:chgData name="우진 김" userId="9d5916cb77183fd7" providerId="LiveId" clId="{04DF9317-11A9-46EA-8704-4A033ACEB577}" dt="2025-08-19T14:11:54.172" v="234" actId="2696"/>
        <pc:sldMkLst>
          <pc:docMk/>
          <pc:sldMk cId="4135360270" sldId="429"/>
        </pc:sldMkLst>
      </pc:sldChg>
      <pc:sldChg chg="addSp delSp modSp mod ord">
        <pc:chgData name="우진 김" userId="9d5916cb77183fd7" providerId="LiveId" clId="{04DF9317-11A9-46EA-8704-4A033ACEB577}" dt="2025-08-19T16:00:26.078" v="275"/>
        <pc:sldMkLst>
          <pc:docMk/>
          <pc:sldMk cId="740634538" sldId="435"/>
        </pc:sldMkLst>
        <pc:spChg chg="del">
          <ac:chgData name="우진 김" userId="9d5916cb77183fd7" providerId="LiveId" clId="{04DF9317-11A9-46EA-8704-4A033ACEB577}" dt="2025-08-19T16:00:25.867" v="274" actId="478"/>
          <ac:spMkLst>
            <pc:docMk/>
            <pc:sldMk cId="740634538" sldId="435"/>
            <ac:spMk id="2" creationId="{2F743EF6-9E45-8D1A-16D5-620D460D485E}"/>
          </ac:spMkLst>
        </pc:spChg>
        <pc:spChg chg="add mod">
          <ac:chgData name="우진 김" userId="9d5916cb77183fd7" providerId="LiveId" clId="{04DF9317-11A9-46EA-8704-4A033ACEB577}" dt="2025-08-19T16:00:26.078" v="275"/>
          <ac:spMkLst>
            <pc:docMk/>
            <pc:sldMk cId="740634538" sldId="435"/>
            <ac:spMk id="8" creationId="{5BD272E3-0130-3C2F-800E-0552B56A46E3}"/>
          </ac:spMkLst>
        </pc:spChg>
      </pc:sldChg>
      <pc:sldChg chg="del ord">
        <pc:chgData name="우진 김" userId="9d5916cb77183fd7" providerId="LiveId" clId="{04DF9317-11A9-46EA-8704-4A033ACEB577}" dt="2025-08-19T14:12:11.314" v="235" actId="2696"/>
        <pc:sldMkLst>
          <pc:docMk/>
          <pc:sldMk cId="2202930638" sldId="436"/>
        </pc:sldMkLst>
      </pc:sldChg>
      <pc:sldChg chg="del ord">
        <pc:chgData name="우진 김" userId="9d5916cb77183fd7" providerId="LiveId" clId="{04DF9317-11A9-46EA-8704-4A033ACEB577}" dt="2025-08-19T14:12:11.314" v="235" actId="2696"/>
        <pc:sldMkLst>
          <pc:docMk/>
          <pc:sldMk cId="1101785127" sldId="437"/>
        </pc:sldMkLst>
      </pc:sldChg>
      <pc:sldChg chg="addSp delSp modSp mod ord">
        <pc:chgData name="우진 김" userId="9d5916cb77183fd7" providerId="LiveId" clId="{04DF9317-11A9-46EA-8704-4A033ACEB577}" dt="2025-08-19T16:00:32.965" v="277"/>
        <pc:sldMkLst>
          <pc:docMk/>
          <pc:sldMk cId="1005495404" sldId="439"/>
        </pc:sldMkLst>
        <pc:spChg chg="del">
          <ac:chgData name="우진 김" userId="9d5916cb77183fd7" providerId="LiveId" clId="{04DF9317-11A9-46EA-8704-4A033ACEB577}" dt="2025-08-19T16:00:28.563" v="276" actId="478"/>
          <ac:spMkLst>
            <pc:docMk/>
            <pc:sldMk cId="1005495404" sldId="439"/>
            <ac:spMk id="3" creationId="{A330D56E-F142-98B8-8D69-80E1F586E408}"/>
          </ac:spMkLst>
        </pc:spChg>
        <pc:spChg chg="add mod">
          <ac:chgData name="우진 김" userId="9d5916cb77183fd7" providerId="LiveId" clId="{04DF9317-11A9-46EA-8704-4A033ACEB577}" dt="2025-08-19T16:00:32.965" v="277"/>
          <ac:spMkLst>
            <pc:docMk/>
            <pc:sldMk cId="1005495404" sldId="439"/>
            <ac:spMk id="8" creationId="{57907054-6158-4AC3-4481-90327674C9BC}"/>
          </ac:spMkLst>
        </pc:spChg>
      </pc:sldChg>
      <pc:sldChg chg="modSp mod">
        <pc:chgData name="우진 김" userId="9d5916cb77183fd7" providerId="LiveId" clId="{04DF9317-11A9-46EA-8704-4A033ACEB577}" dt="2025-08-19T18:54:37.549" v="2440" actId="20577"/>
        <pc:sldMkLst>
          <pc:docMk/>
          <pc:sldMk cId="1147131642" sldId="440"/>
        </pc:sldMkLst>
        <pc:spChg chg="mod">
          <ac:chgData name="우진 김" userId="9d5916cb77183fd7" providerId="LiveId" clId="{04DF9317-11A9-46EA-8704-4A033ACEB577}" dt="2025-08-19T18:54:37.549" v="2440" actId="20577"/>
          <ac:spMkLst>
            <pc:docMk/>
            <pc:sldMk cId="1147131642" sldId="440"/>
            <ac:spMk id="2" creationId="{669F6EF2-0CDF-CBDB-D485-DE3E07EC4B56}"/>
          </ac:spMkLst>
        </pc:spChg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139442293" sldId="441"/>
        </pc:sldMkLst>
      </pc:sldChg>
      <pc:sldChg chg="addSp delSp modSp mod ord">
        <pc:chgData name="우진 김" userId="9d5916cb77183fd7" providerId="LiveId" clId="{04DF9317-11A9-46EA-8704-4A033ACEB577}" dt="2025-08-19T19:08:03.841" v="2538"/>
        <pc:sldMkLst>
          <pc:docMk/>
          <pc:sldMk cId="2587390173" sldId="442"/>
        </pc:sldMkLst>
        <pc:spChg chg="mod">
          <ac:chgData name="우진 김" userId="9d5916cb77183fd7" providerId="LiveId" clId="{04DF9317-11A9-46EA-8704-4A033ACEB577}" dt="2025-08-19T18:57:31.568" v="2526" actId="20577"/>
          <ac:spMkLst>
            <pc:docMk/>
            <pc:sldMk cId="2587390173" sldId="442"/>
            <ac:spMk id="2" creationId="{6935F2E1-F6C7-7FC9-258D-00D98ED19EC6}"/>
          </ac:spMkLst>
        </pc:spChg>
        <pc:spChg chg="del mod">
          <ac:chgData name="우진 김" userId="9d5916cb77183fd7" providerId="LiveId" clId="{04DF9317-11A9-46EA-8704-4A033ACEB577}" dt="2025-08-19T19:08:03.678" v="2537" actId="478"/>
          <ac:spMkLst>
            <pc:docMk/>
            <pc:sldMk cId="2587390173" sldId="442"/>
            <ac:spMk id="3" creationId="{0DBC9E05-6771-75C5-D3AA-16B891591287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4" creationId="{779175AC-4CAA-9AC7-838A-951300C01B43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7" creationId="{0A6C0E47-1D7A-E0EC-28B7-0CBDACCB967B}"/>
          </ac:spMkLst>
        </pc:spChg>
        <pc:spChg chg="add mod">
          <ac:chgData name="우진 김" userId="9d5916cb77183fd7" providerId="LiveId" clId="{04DF9317-11A9-46EA-8704-4A033ACEB577}" dt="2025-08-19T18:56:29.256" v="2511" actId="20577"/>
          <ac:spMkLst>
            <pc:docMk/>
            <pc:sldMk cId="2587390173" sldId="442"/>
            <ac:spMk id="9" creationId="{154FDD05-E3DF-7778-F565-9D7797A5EE2F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10" creationId="{C2D8BF82-7F80-4381-64FF-59C867343805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12" creationId="{2BC6FBBE-386F-81CF-DFC3-9FA473066E46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13" creationId="{21BCB651-7ACA-AAC4-42B7-CDD231FA8C41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14" creationId="{F4C275FC-1D7F-7F5B-0B8A-A7F40D0AAC3F}"/>
          </ac:spMkLst>
        </pc:spChg>
        <pc:spChg chg="del">
          <ac:chgData name="우진 김" userId="9d5916cb77183fd7" providerId="LiveId" clId="{04DF9317-11A9-46EA-8704-4A033ACEB577}" dt="2025-08-19T18:55:15.188" v="2441" actId="478"/>
          <ac:spMkLst>
            <pc:docMk/>
            <pc:sldMk cId="2587390173" sldId="442"/>
            <ac:spMk id="15" creationId="{D1DE526A-9A15-BC48-47E8-194706D4785F}"/>
          </ac:spMkLst>
        </pc:spChg>
        <pc:spChg chg="add mod">
          <ac:chgData name="우진 김" userId="9d5916cb77183fd7" providerId="LiveId" clId="{04DF9317-11A9-46EA-8704-4A033ACEB577}" dt="2025-08-19T19:08:03.841" v="2538"/>
          <ac:spMkLst>
            <pc:docMk/>
            <pc:sldMk cId="2587390173" sldId="442"/>
            <ac:spMk id="17" creationId="{3D1173A2-F42F-94BD-6C8A-1B06CBB4C891}"/>
          </ac:spMkLst>
        </pc:spChg>
        <pc:picChg chg="del">
          <ac:chgData name="우진 김" userId="9d5916cb77183fd7" providerId="LiveId" clId="{04DF9317-11A9-46EA-8704-4A033ACEB577}" dt="2025-08-19T18:55:15.188" v="2441" actId="478"/>
          <ac:picMkLst>
            <pc:docMk/>
            <pc:sldMk cId="2587390173" sldId="442"/>
            <ac:picMk id="6" creationId="{D575D1EE-30ED-2555-1EE4-B65F229B9A9D}"/>
          </ac:picMkLst>
        </pc:picChg>
        <pc:picChg chg="add mod">
          <ac:chgData name="우진 김" userId="9d5916cb77183fd7" providerId="LiveId" clId="{04DF9317-11A9-46EA-8704-4A033ACEB577}" dt="2025-08-19T18:55:47.230" v="2456" actId="1076"/>
          <ac:picMkLst>
            <pc:docMk/>
            <pc:sldMk cId="2587390173" sldId="442"/>
            <ac:picMk id="16" creationId="{8523656E-7573-FBBA-7479-BBD82879FE8F}"/>
          </ac:picMkLst>
        </pc:picChg>
      </pc:sldChg>
      <pc:sldChg chg="del">
        <pc:chgData name="우진 김" userId="9d5916cb77183fd7" providerId="LiveId" clId="{04DF9317-11A9-46EA-8704-4A033ACEB577}" dt="2025-08-19T19:49:01.333" v="2628" actId="2696"/>
        <pc:sldMkLst>
          <pc:docMk/>
          <pc:sldMk cId="4258911746" sldId="443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2414032160" sldId="444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1815798053" sldId="445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97616189" sldId="446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491416665" sldId="447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025201000" sldId="448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191578725" sldId="449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49146373" sldId="450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918876948" sldId="451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726051797" sldId="452"/>
        </pc:sldMkLst>
      </pc:sldChg>
      <pc:sldChg chg="addSp delSp modSp add mod ord">
        <pc:chgData name="우진 김" userId="9d5916cb77183fd7" providerId="LiveId" clId="{04DF9317-11A9-46EA-8704-4A033ACEB577}" dt="2025-08-19T16:13:33.470" v="420" actId="113"/>
        <pc:sldMkLst>
          <pc:docMk/>
          <pc:sldMk cId="776872451" sldId="453"/>
        </pc:sldMkLst>
        <pc:spChg chg="del">
          <ac:chgData name="우진 김" userId="9d5916cb77183fd7" providerId="LiveId" clId="{04DF9317-11A9-46EA-8704-4A033ACEB577}" dt="2025-08-19T16:10:01.396" v="369" actId="478"/>
          <ac:spMkLst>
            <pc:docMk/>
            <pc:sldMk cId="776872451" sldId="453"/>
            <ac:spMk id="2" creationId="{419A169C-A0C7-FE55-7E6B-26D0484D0BBC}"/>
          </ac:spMkLst>
        </pc:spChg>
        <pc:spChg chg="del">
          <ac:chgData name="우진 김" userId="9d5916cb77183fd7" providerId="LiveId" clId="{04DF9317-11A9-46EA-8704-4A033ACEB577}" dt="2025-08-19T16:00:36.980" v="278" actId="478"/>
          <ac:spMkLst>
            <pc:docMk/>
            <pc:sldMk cId="776872451" sldId="453"/>
            <ac:spMk id="3" creationId="{A2ADB63B-B0A7-C546-F880-654CFCE561D8}"/>
          </ac:spMkLst>
        </pc:spChg>
        <pc:spChg chg="mod">
          <ac:chgData name="우진 김" userId="9d5916cb77183fd7" providerId="LiveId" clId="{04DF9317-11A9-46EA-8704-4A033ACEB577}" dt="2025-08-19T16:07:20.214" v="355"/>
          <ac:spMkLst>
            <pc:docMk/>
            <pc:sldMk cId="776872451" sldId="453"/>
            <ac:spMk id="4" creationId="{05640119-A0D5-8606-DE55-C5C910A4A176}"/>
          </ac:spMkLst>
        </pc:spChg>
        <pc:spChg chg="del">
          <ac:chgData name="우진 김" userId="9d5916cb77183fd7" providerId="LiveId" clId="{04DF9317-11A9-46EA-8704-4A033ACEB577}" dt="2025-08-19T16:01:30.324" v="354" actId="478"/>
          <ac:spMkLst>
            <pc:docMk/>
            <pc:sldMk cId="776872451" sldId="453"/>
            <ac:spMk id="7" creationId="{0B90A070-EF97-4092-7CC8-9FAFE60D8A5F}"/>
          </ac:spMkLst>
        </pc:spChg>
        <pc:spChg chg="add mod">
          <ac:chgData name="우진 김" userId="9d5916cb77183fd7" providerId="LiveId" clId="{04DF9317-11A9-46EA-8704-4A033ACEB577}" dt="2025-08-19T16:00:48.730" v="308" actId="20577"/>
          <ac:spMkLst>
            <pc:docMk/>
            <pc:sldMk cId="776872451" sldId="453"/>
            <ac:spMk id="8" creationId="{0DEE2EDD-CE0F-57F6-DDC1-990A73F07DF0}"/>
          </ac:spMkLst>
        </pc:spChg>
        <pc:spChg chg="add mod">
          <ac:chgData name="우진 김" userId="9d5916cb77183fd7" providerId="LiveId" clId="{04DF9317-11A9-46EA-8704-4A033ACEB577}" dt="2025-08-19T16:13:33.470" v="420" actId="113"/>
          <ac:spMkLst>
            <pc:docMk/>
            <pc:sldMk cId="776872451" sldId="453"/>
            <ac:spMk id="9" creationId="{63FD71B4-E151-7A93-FFFF-070F2D8BB11F}"/>
          </ac:spMkLst>
        </pc:spChg>
        <pc:spChg chg="mod">
          <ac:chgData name="우진 김" userId="9d5916cb77183fd7" providerId="LiveId" clId="{04DF9317-11A9-46EA-8704-4A033ACEB577}" dt="2025-08-19T16:12:57.333" v="405" actId="1076"/>
          <ac:spMkLst>
            <pc:docMk/>
            <pc:sldMk cId="776872451" sldId="453"/>
            <ac:spMk id="10" creationId="{64E01440-8BF7-9C15-4117-861BB59B49F7}"/>
          </ac:spMkLst>
        </pc:spChg>
        <pc:spChg chg="del">
          <ac:chgData name="우진 김" userId="9d5916cb77183fd7" providerId="LiveId" clId="{04DF9317-11A9-46EA-8704-4A033ACEB577}" dt="2025-08-19T16:01:30.324" v="354" actId="478"/>
          <ac:spMkLst>
            <pc:docMk/>
            <pc:sldMk cId="776872451" sldId="453"/>
            <ac:spMk id="12" creationId="{1C229663-B700-9B28-BF30-131BED71D612}"/>
          </ac:spMkLst>
        </pc:spChg>
        <pc:spChg chg="del">
          <ac:chgData name="우진 김" userId="9d5916cb77183fd7" providerId="LiveId" clId="{04DF9317-11A9-46EA-8704-4A033ACEB577}" dt="2025-08-19T16:01:30.324" v="354" actId="478"/>
          <ac:spMkLst>
            <pc:docMk/>
            <pc:sldMk cId="776872451" sldId="453"/>
            <ac:spMk id="13" creationId="{87DEDA01-728D-2670-D032-8D97BBD75CFB}"/>
          </ac:spMkLst>
        </pc:spChg>
        <pc:spChg chg="del">
          <ac:chgData name="우진 김" userId="9d5916cb77183fd7" providerId="LiveId" clId="{04DF9317-11A9-46EA-8704-4A033ACEB577}" dt="2025-08-19T16:01:30.324" v="354" actId="478"/>
          <ac:spMkLst>
            <pc:docMk/>
            <pc:sldMk cId="776872451" sldId="453"/>
            <ac:spMk id="14" creationId="{1B515BC4-BB5E-BF83-82C0-AE8904C8C1BE}"/>
          </ac:spMkLst>
        </pc:spChg>
        <pc:spChg chg="del">
          <ac:chgData name="우진 김" userId="9d5916cb77183fd7" providerId="LiveId" clId="{04DF9317-11A9-46EA-8704-4A033ACEB577}" dt="2025-08-19T16:01:30.324" v="354" actId="478"/>
          <ac:spMkLst>
            <pc:docMk/>
            <pc:sldMk cId="776872451" sldId="453"/>
            <ac:spMk id="15" creationId="{4032E6F1-EFCB-4F45-9CA8-48629933B409}"/>
          </ac:spMkLst>
        </pc:spChg>
        <pc:spChg chg="add mod">
          <ac:chgData name="우진 김" userId="9d5916cb77183fd7" providerId="LiveId" clId="{04DF9317-11A9-46EA-8704-4A033ACEB577}" dt="2025-08-19T16:12:11.021" v="403" actId="1076"/>
          <ac:spMkLst>
            <pc:docMk/>
            <pc:sldMk cId="776872451" sldId="453"/>
            <ac:spMk id="16" creationId="{83F75300-31AE-3122-CA99-8FBCCD4B0FAD}"/>
          </ac:spMkLst>
        </pc:spChg>
        <pc:spChg chg="add mod">
          <ac:chgData name="우진 김" userId="9d5916cb77183fd7" providerId="LiveId" clId="{04DF9317-11A9-46EA-8704-4A033ACEB577}" dt="2025-08-19T16:12:07.526" v="402" actId="20577"/>
          <ac:spMkLst>
            <pc:docMk/>
            <pc:sldMk cId="776872451" sldId="453"/>
            <ac:spMk id="19" creationId="{2A06445A-FDEB-3C7E-CB4E-4E962B037D6E}"/>
          </ac:spMkLst>
        </pc:spChg>
        <pc:spChg chg="add mod">
          <ac:chgData name="우진 김" userId="9d5916cb77183fd7" providerId="LiveId" clId="{04DF9317-11A9-46EA-8704-4A033ACEB577}" dt="2025-08-19T16:13:26.591" v="418" actId="1036"/>
          <ac:spMkLst>
            <pc:docMk/>
            <pc:sldMk cId="776872451" sldId="453"/>
            <ac:spMk id="20" creationId="{5AE82340-2956-C6B1-BE55-3075C49BB3C3}"/>
          </ac:spMkLst>
        </pc:spChg>
        <pc:picChg chg="del">
          <ac:chgData name="우진 김" userId="9d5916cb77183fd7" providerId="LiveId" clId="{04DF9317-11A9-46EA-8704-4A033ACEB577}" dt="2025-08-19T16:01:28.827" v="353" actId="478"/>
          <ac:picMkLst>
            <pc:docMk/>
            <pc:sldMk cId="776872451" sldId="453"/>
            <ac:picMk id="6" creationId="{6C64DD03-BCCE-243D-C182-1721CDE20973}"/>
          </ac:picMkLst>
        </pc:picChg>
        <pc:picChg chg="add del mod">
          <ac:chgData name="우진 김" userId="9d5916cb77183fd7" providerId="LiveId" clId="{04DF9317-11A9-46EA-8704-4A033ACEB577}" dt="2025-08-19T16:11:24.225" v="389" actId="1076"/>
          <ac:picMkLst>
            <pc:docMk/>
            <pc:sldMk cId="776872451" sldId="453"/>
            <ac:picMk id="11" creationId="{98665943-53DE-E580-538C-4810F6716F6D}"/>
          </ac:picMkLst>
        </pc:picChg>
        <pc:picChg chg="add mod modCrop">
          <ac:chgData name="우진 김" userId="9d5916cb77183fd7" providerId="LiveId" clId="{04DF9317-11A9-46EA-8704-4A033ACEB577}" dt="2025-08-19T16:11:22.833" v="388" actId="1076"/>
          <ac:picMkLst>
            <pc:docMk/>
            <pc:sldMk cId="776872451" sldId="453"/>
            <ac:picMk id="18" creationId="{1B3116A8-B239-07A1-A33C-9ACFDD1F949F}"/>
          </ac:picMkLst>
        </pc:picChg>
      </pc:sldChg>
      <pc:sldChg chg="del">
        <pc:chgData name="우진 김" userId="9d5916cb77183fd7" providerId="LiveId" clId="{04DF9317-11A9-46EA-8704-4A033ACEB577}" dt="2025-08-19T14:10:49.310" v="227" actId="2696"/>
        <pc:sldMkLst>
          <pc:docMk/>
          <pc:sldMk cId="2157467786" sldId="453"/>
        </pc:sldMkLst>
      </pc:sldChg>
      <pc:sldChg chg="addSp delSp modSp add mod">
        <pc:chgData name="우진 김" userId="9d5916cb77183fd7" providerId="LiveId" clId="{04DF9317-11A9-46EA-8704-4A033ACEB577}" dt="2025-08-19T17:16:18.548" v="1624" actId="20577"/>
        <pc:sldMkLst>
          <pc:docMk/>
          <pc:sldMk cId="304622955" sldId="454"/>
        </pc:sldMkLst>
        <pc:spChg chg="add mod">
          <ac:chgData name="우진 김" userId="9d5916cb77183fd7" providerId="LiveId" clId="{04DF9317-11A9-46EA-8704-4A033ACEB577}" dt="2025-08-19T16:18:00.887" v="583" actId="20577"/>
          <ac:spMkLst>
            <pc:docMk/>
            <pc:sldMk cId="304622955" sldId="454"/>
            <ac:spMk id="2" creationId="{A2935E11-CA64-D954-8A9F-A496B402EA75}"/>
          </ac:spMkLst>
        </pc:spChg>
        <pc:spChg chg="add mod">
          <ac:chgData name="우진 김" userId="9d5916cb77183fd7" providerId="LiveId" clId="{04DF9317-11A9-46EA-8704-4A033ACEB577}" dt="2025-08-19T16:19:17.323" v="641" actId="1076"/>
          <ac:spMkLst>
            <pc:docMk/>
            <pc:sldMk cId="304622955" sldId="454"/>
            <ac:spMk id="3" creationId="{D86586C5-87BE-3253-47D7-CFB25B874650}"/>
          </ac:spMkLst>
        </pc:spChg>
        <pc:spChg chg="mod">
          <ac:chgData name="우진 김" userId="9d5916cb77183fd7" providerId="LiveId" clId="{04DF9317-11A9-46EA-8704-4A033ACEB577}" dt="2025-08-19T16:14:19.929" v="443" actId="20577"/>
          <ac:spMkLst>
            <pc:docMk/>
            <pc:sldMk cId="304622955" sldId="454"/>
            <ac:spMk id="4" creationId="{ABE193CB-3AA1-8B61-6A41-042FCB0C3D20}"/>
          </ac:spMkLst>
        </pc:spChg>
        <pc:spChg chg="add mod">
          <ac:chgData name="우진 김" userId="9d5916cb77183fd7" providerId="LiveId" clId="{04DF9317-11A9-46EA-8704-4A033ACEB577}" dt="2025-08-19T16:26:37.200" v="748" actId="2711"/>
          <ac:spMkLst>
            <pc:docMk/>
            <pc:sldMk cId="304622955" sldId="454"/>
            <ac:spMk id="6" creationId="{4C4DD14A-4466-6C88-BC0D-915D1A27B653}"/>
          </ac:spMkLst>
        </pc:spChg>
        <pc:spChg chg="add mod">
          <ac:chgData name="우진 김" userId="9d5916cb77183fd7" providerId="LiveId" clId="{04DF9317-11A9-46EA-8704-4A033ACEB577}" dt="2025-08-19T16:22:18.079" v="741" actId="1076"/>
          <ac:spMkLst>
            <pc:docMk/>
            <pc:sldMk cId="304622955" sldId="454"/>
            <ac:spMk id="7" creationId="{FDFCA074-EB0F-3ACD-82D9-5A4ABC4F8630}"/>
          </ac:spMkLst>
        </pc:spChg>
        <pc:spChg chg="del">
          <ac:chgData name="우진 김" userId="9d5916cb77183fd7" providerId="LiveId" clId="{04DF9317-11A9-46EA-8704-4A033ACEB577}" dt="2025-08-19T16:15:23.724" v="447" actId="478"/>
          <ac:spMkLst>
            <pc:docMk/>
            <pc:sldMk cId="304622955" sldId="454"/>
            <ac:spMk id="9" creationId="{2690C67B-E9E7-00A5-1BC2-AB0341867B23}"/>
          </ac:spMkLst>
        </pc:spChg>
        <pc:spChg chg="mod">
          <ac:chgData name="우진 김" userId="9d5916cb77183fd7" providerId="LiveId" clId="{04DF9317-11A9-46EA-8704-4A033ACEB577}" dt="2025-08-19T16:16:54.664" v="505" actId="20577"/>
          <ac:spMkLst>
            <pc:docMk/>
            <pc:sldMk cId="304622955" sldId="454"/>
            <ac:spMk id="10" creationId="{C569E638-A4E3-D076-4113-547F1D0917E9}"/>
          </ac:spMkLst>
        </pc:spChg>
        <pc:spChg chg="add mod">
          <ac:chgData name="우진 김" userId="9d5916cb77183fd7" providerId="LiveId" clId="{04DF9317-11A9-46EA-8704-4A033ACEB577}" dt="2025-08-19T16:27:33.130" v="805" actId="1076"/>
          <ac:spMkLst>
            <pc:docMk/>
            <pc:sldMk cId="304622955" sldId="454"/>
            <ac:spMk id="14" creationId="{E7AEB646-2626-C4A9-0135-B2B8E63A1BAC}"/>
          </ac:spMkLst>
        </pc:spChg>
        <pc:spChg chg="del">
          <ac:chgData name="우진 김" userId="9d5916cb77183fd7" providerId="LiveId" clId="{04DF9317-11A9-46EA-8704-4A033ACEB577}" dt="2025-08-19T17:15:41.667" v="1609" actId="478"/>
          <ac:spMkLst>
            <pc:docMk/>
            <pc:sldMk cId="304622955" sldId="454"/>
            <ac:spMk id="16" creationId="{85BA728F-8CA8-B340-5E5C-5A5CB7AF2352}"/>
          </ac:spMkLst>
        </pc:spChg>
        <pc:spChg chg="add mod">
          <ac:chgData name="우진 김" userId="9d5916cb77183fd7" providerId="LiveId" clId="{04DF9317-11A9-46EA-8704-4A033ACEB577}" dt="2025-08-19T16:29:45.656" v="911" actId="20577"/>
          <ac:spMkLst>
            <pc:docMk/>
            <pc:sldMk cId="304622955" sldId="454"/>
            <ac:spMk id="17" creationId="{7FAD25A9-39A7-CB2B-176E-6C098BC380DB}"/>
          </ac:spMkLst>
        </pc:spChg>
        <pc:spChg chg="mod">
          <ac:chgData name="우진 김" userId="9d5916cb77183fd7" providerId="LiveId" clId="{04DF9317-11A9-46EA-8704-4A033ACEB577}" dt="2025-08-19T17:16:18.548" v="1624" actId="20577"/>
          <ac:spMkLst>
            <pc:docMk/>
            <pc:sldMk cId="304622955" sldId="454"/>
            <ac:spMk id="19" creationId="{EEEADEE0-3261-B7B8-98AF-D8452B9660EC}"/>
          </ac:spMkLst>
        </pc:spChg>
        <pc:spChg chg="del">
          <ac:chgData name="우진 김" userId="9d5916cb77183fd7" providerId="LiveId" clId="{04DF9317-11A9-46EA-8704-4A033ACEB577}" dt="2025-08-19T16:15:22.963" v="446" actId="478"/>
          <ac:spMkLst>
            <pc:docMk/>
            <pc:sldMk cId="304622955" sldId="454"/>
            <ac:spMk id="20" creationId="{ACA3CFC0-0925-853A-A317-BB7A0FB82A61}"/>
          </ac:spMkLst>
        </pc:spChg>
        <pc:picChg chg="del">
          <ac:chgData name="우진 김" userId="9d5916cb77183fd7" providerId="LiveId" clId="{04DF9317-11A9-46EA-8704-4A033ACEB577}" dt="2025-08-19T16:14:24.650" v="445" actId="478"/>
          <ac:picMkLst>
            <pc:docMk/>
            <pc:sldMk cId="304622955" sldId="454"/>
            <ac:picMk id="11" creationId="{8A6DFF84-27CF-7466-9512-DC835A5051C1}"/>
          </ac:picMkLst>
        </pc:picChg>
        <pc:picChg chg="del">
          <ac:chgData name="우진 김" userId="9d5916cb77183fd7" providerId="LiveId" clId="{04DF9317-11A9-46EA-8704-4A033ACEB577}" dt="2025-08-19T16:14:24.274" v="444" actId="478"/>
          <ac:picMkLst>
            <pc:docMk/>
            <pc:sldMk cId="304622955" sldId="454"/>
            <ac:picMk id="18" creationId="{9464431F-1E90-7BB4-19AC-F17FF713853B}"/>
          </ac:picMkLst>
        </pc:picChg>
        <pc:cxnChg chg="add mod">
          <ac:chgData name="우진 김" userId="9d5916cb77183fd7" providerId="LiveId" clId="{04DF9317-11A9-46EA-8704-4A033ACEB577}" dt="2025-08-19T16:27:09.650" v="785" actId="14100"/>
          <ac:cxnSpMkLst>
            <pc:docMk/>
            <pc:sldMk cId="304622955" sldId="454"/>
            <ac:cxnSpMk id="13" creationId="{E903D4FB-C3A0-3DB1-3F1C-E4D9AEE91330}"/>
          </ac:cxnSpMkLst>
        </pc:cxnChg>
      </pc:sldChg>
      <pc:sldChg chg="addSp delSp modSp add mod">
        <pc:chgData name="우진 김" userId="9d5916cb77183fd7" providerId="LiveId" clId="{04DF9317-11A9-46EA-8704-4A033ACEB577}" dt="2025-08-19T17:16:23.849" v="1627"/>
        <pc:sldMkLst>
          <pc:docMk/>
          <pc:sldMk cId="4238253505" sldId="455"/>
        </pc:sldMkLst>
        <pc:spChg chg="del">
          <ac:chgData name="우진 김" userId="9d5916cb77183fd7" providerId="LiveId" clId="{04DF9317-11A9-46EA-8704-4A033ACEB577}" dt="2025-08-19T16:30:46.870" v="913" actId="478"/>
          <ac:spMkLst>
            <pc:docMk/>
            <pc:sldMk cId="4238253505" sldId="455"/>
            <ac:spMk id="2" creationId="{9CA15C9F-FF94-9F54-4ECC-855A53746020}"/>
          </ac:spMkLst>
        </pc:spChg>
        <pc:spChg chg="del">
          <ac:chgData name="우진 김" userId="9d5916cb77183fd7" providerId="LiveId" clId="{04DF9317-11A9-46EA-8704-4A033ACEB577}" dt="2025-08-19T16:30:57.422" v="942" actId="478"/>
          <ac:spMkLst>
            <pc:docMk/>
            <pc:sldMk cId="4238253505" sldId="455"/>
            <ac:spMk id="3" creationId="{101F7C8D-1C01-F9DA-D4DA-C9DFB5C44F96}"/>
          </ac:spMkLst>
        </pc:spChg>
        <pc:spChg chg="del">
          <ac:chgData name="우진 김" userId="9d5916cb77183fd7" providerId="LiveId" clId="{04DF9317-11A9-46EA-8704-4A033ACEB577}" dt="2025-08-19T16:30:57.998" v="943" actId="478"/>
          <ac:spMkLst>
            <pc:docMk/>
            <pc:sldMk cId="4238253505" sldId="455"/>
            <ac:spMk id="6" creationId="{0C29E9BC-9679-F350-3393-B94A5A5455E8}"/>
          </ac:spMkLst>
        </pc:spChg>
        <pc:spChg chg="del">
          <ac:chgData name="우진 김" userId="9d5916cb77183fd7" providerId="LiveId" clId="{04DF9317-11A9-46EA-8704-4A033ACEB577}" dt="2025-08-19T16:31:01.494" v="945" actId="478"/>
          <ac:spMkLst>
            <pc:docMk/>
            <pc:sldMk cId="4238253505" sldId="455"/>
            <ac:spMk id="7" creationId="{CD084BF6-AAE8-B2D9-BDD0-590B5F7729A7}"/>
          </ac:spMkLst>
        </pc:spChg>
        <pc:spChg chg="add mod">
          <ac:chgData name="우진 김" userId="9d5916cb77183fd7" providerId="LiveId" clId="{04DF9317-11A9-46EA-8704-4A033ACEB577}" dt="2025-08-19T16:32:25.359" v="1003" actId="20577"/>
          <ac:spMkLst>
            <pc:docMk/>
            <pc:sldMk cId="4238253505" sldId="455"/>
            <ac:spMk id="9" creationId="{DBF6BC11-CB06-AFB4-0E85-715C6C58A87B}"/>
          </ac:spMkLst>
        </pc:spChg>
        <pc:spChg chg="mod">
          <ac:chgData name="우진 김" userId="9d5916cb77183fd7" providerId="LiveId" clId="{04DF9317-11A9-46EA-8704-4A033ACEB577}" dt="2025-08-19T16:32:42.821" v="1004" actId="1076"/>
          <ac:spMkLst>
            <pc:docMk/>
            <pc:sldMk cId="4238253505" sldId="455"/>
            <ac:spMk id="10" creationId="{57C00E36-AF09-826D-0176-DE3551907E1B}"/>
          </ac:spMkLst>
        </pc:spChg>
        <pc:spChg chg="add mod">
          <ac:chgData name="우진 김" userId="9d5916cb77183fd7" providerId="LiveId" clId="{04DF9317-11A9-46EA-8704-4A033ACEB577}" dt="2025-08-19T16:32:56.505" v="1033" actId="20577"/>
          <ac:spMkLst>
            <pc:docMk/>
            <pc:sldMk cId="4238253505" sldId="455"/>
            <ac:spMk id="11" creationId="{768D5BD8-C05E-735E-04B6-9767658A3974}"/>
          </ac:spMkLst>
        </pc:spChg>
        <pc:spChg chg="add mod">
          <ac:chgData name="우진 김" userId="9d5916cb77183fd7" providerId="LiveId" clId="{04DF9317-11A9-46EA-8704-4A033ACEB577}" dt="2025-08-19T16:43:49.018" v="1151" actId="20577"/>
          <ac:spMkLst>
            <pc:docMk/>
            <pc:sldMk cId="4238253505" sldId="455"/>
            <ac:spMk id="12" creationId="{7FC42D99-9505-AEF0-D391-61F51B4C78E7}"/>
          </ac:spMkLst>
        </pc:spChg>
        <pc:spChg chg="del">
          <ac:chgData name="우진 김" userId="9d5916cb77183fd7" providerId="LiveId" clId="{04DF9317-11A9-46EA-8704-4A033ACEB577}" dt="2025-08-19T16:31:02.406" v="946" actId="478"/>
          <ac:spMkLst>
            <pc:docMk/>
            <pc:sldMk cId="4238253505" sldId="455"/>
            <ac:spMk id="14" creationId="{CDA8BFE8-8C59-CB26-07FC-29BB2D7C4C2B}"/>
          </ac:spMkLst>
        </pc:spChg>
        <pc:spChg chg="del">
          <ac:chgData name="우진 김" userId="9d5916cb77183fd7" providerId="LiveId" clId="{04DF9317-11A9-46EA-8704-4A033ACEB577}" dt="2025-08-19T17:16:23.669" v="1626" actId="478"/>
          <ac:spMkLst>
            <pc:docMk/>
            <pc:sldMk cId="4238253505" sldId="455"/>
            <ac:spMk id="16" creationId="{B42DBE7C-51EE-4DD7-E4F3-534F39E1D8C0}"/>
          </ac:spMkLst>
        </pc:spChg>
        <pc:spChg chg="del">
          <ac:chgData name="우진 김" userId="9d5916cb77183fd7" providerId="LiveId" clId="{04DF9317-11A9-46EA-8704-4A033ACEB577}" dt="2025-08-19T16:30:59.782" v="944" actId="478"/>
          <ac:spMkLst>
            <pc:docMk/>
            <pc:sldMk cId="4238253505" sldId="455"/>
            <ac:spMk id="17" creationId="{0485E681-9F25-F0BE-3AFC-59BC9F690765}"/>
          </ac:spMkLst>
        </pc:spChg>
        <pc:spChg chg="del">
          <ac:chgData name="우진 김" userId="9d5916cb77183fd7" providerId="LiveId" clId="{04DF9317-11A9-46EA-8704-4A033ACEB577}" dt="2025-08-19T17:16:22.221" v="1625" actId="478"/>
          <ac:spMkLst>
            <pc:docMk/>
            <pc:sldMk cId="4238253505" sldId="455"/>
            <ac:spMk id="19" creationId="{2B6FED70-0278-E086-9BD6-E7F1B006218E}"/>
          </ac:spMkLst>
        </pc:spChg>
        <pc:spChg chg="add mod">
          <ac:chgData name="우진 김" userId="9d5916cb77183fd7" providerId="LiveId" clId="{04DF9317-11A9-46EA-8704-4A033ACEB577}" dt="2025-08-19T17:03:05.241" v="1190" actId="6549"/>
          <ac:spMkLst>
            <pc:docMk/>
            <pc:sldMk cId="4238253505" sldId="455"/>
            <ac:spMk id="20" creationId="{8B98DEAB-136B-992D-7AC7-9E2AA02D0254}"/>
          </ac:spMkLst>
        </pc:spChg>
        <pc:spChg chg="add mod">
          <ac:chgData name="우진 김" userId="9d5916cb77183fd7" providerId="LiveId" clId="{04DF9317-11A9-46EA-8704-4A033ACEB577}" dt="2025-08-19T17:04:24.813" v="1222" actId="20577"/>
          <ac:spMkLst>
            <pc:docMk/>
            <pc:sldMk cId="4238253505" sldId="455"/>
            <ac:spMk id="21" creationId="{ADF45D7A-3A2E-F201-D548-F473C71BAB99}"/>
          </ac:spMkLst>
        </pc:spChg>
        <pc:spChg chg="add mod">
          <ac:chgData name="우진 김" userId="9d5916cb77183fd7" providerId="LiveId" clId="{04DF9317-11A9-46EA-8704-4A033ACEB577}" dt="2025-08-19T17:16:23.849" v="1627"/>
          <ac:spMkLst>
            <pc:docMk/>
            <pc:sldMk cId="4238253505" sldId="455"/>
            <ac:spMk id="22" creationId="{50B3E961-D7B0-FEFE-0015-5C537504F9B5}"/>
          </ac:spMkLst>
        </pc:spChg>
        <pc:cxnChg chg="del">
          <ac:chgData name="우진 김" userId="9d5916cb77183fd7" providerId="LiveId" clId="{04DF9317-11A9-46EA-8704-4A033ACEB577}" dt="2025-08-19T16:31:02.406" v="946" actId="478"/>
          <ac:cxnSpMkLst>
            <pc:docMk/>
            <pc:sldMk cId="4238253505" sldId="455"/>
            <ac:cxnSpMk id="13" creationId="{A6F59001-B989-7CCC-FE4C-7DC004BEEA8F}"/>
          </ac:cxnSpMkLst>
        </pc:cxnChg>
        <pc:cxnChg chg="add mod">
          <ac:chgData name="우진 김" userId="9d5916cb77183fd7" providerId="LiveId" clId="{04DF9317-11A9-46EA-8704-4A033ACEB577}" dt="2025-08-19T17:00:44.529" v="1154" actId="14100"/>
          <ac:cxnSpMkLst>
            <pc:docMk/>
            <pc:sldMk cId="4238253505" sldId="455"/>
            <ac:cxnSpMk id="15" creationId="{2F787A44-8CDC-1567-61CF-EB2D2B0D4756}"/>
          </ac:cxnSpMkLst>
        </pc:cxnChg>
      </pc:sldChg>
      <pc:sldChg chg="addSp delSp modSp add mod">
        <pc:chgData name="우진 김" userId="9d5916cb77183fd7" providerId="LiveId" clId="{04DF9317-11A9-46EA-8704-4A033ACEB577}" dt="2025-08-19T17:16:27.297" v="1629"/>
        <pc:sldMkLst>
          <pc:docMk/>
          <pc:sldMk cId="2403790899" sldId="456"/>
        </pc:sldMkLst>
        <pc:spChg chg="add mod">
          <ac:chgData name="우진 김" userId="9d5916cb77183fd7" providerId="LiveId" clId="{04DF9317-11A9-46EA-8704-4A033ACEB577}" dt="2025-08-19T17:09:21.455" v="1432" actId="20577"/>
          <ac:spMkLst>
            <pc:docMk/>
            <pc:sldMk cId="2403790899" sldId="456"/>
            <ac:spMk id="2" creationId="{072D587E-37A9-DB0D-A50D-CC79A214CB9D}"/>
          </ac:spMkLst>
        </pc:spChg>
        <pc:spChg chg="add del mod">
          <ac:chgData name="우진 김" userId="9d5916cb77183fd7" providerId="LiveId" clId="{04DF9317-11A9-46EA-8704-4A033ACEB577}" dt="2025-08-19T17:10:40.355" v="1485" actId="478"/>
          <ac:spMkLst>
            <pc:docMk/>
            <pc:sldMk cId="2403790899" sldId="456"/>
            <ac:spMk id="3" creationId="{1822E7E3-D7C8-6AA5-20CC-BEF297DE32FE}"/>
          </ac:spMkLst>
        </pc:spChg>
        <pc:spChg chg="add del mod">
          <ac:chgData name="우진 김" userId="9d5916cb77183fd7" providerId="LiveId" clId="{04DF9317-11A9-46EA-8704-4A033ACEB577}" dt="2025-08-19T17:10:45.722" v="1488" actId="478"/>
          <ac:spMkLst>
            <pc:docMk/>
            <pc:sldMk cId="2403790899" sldId="456"/>
            <ac:spMk id="6" creationId="{DE495D2D-91ED-A916-532E-79B86B1DD420}"/>
          </ac:spMkLst>
        </pc:spChg>
        <pc:spChg chg="add mod">
          <ac:chgData name="우진 김" userId="9d5916cb77183fd7" providerId="LiveId" clId="{04DF9317-11A9-46EA-8704-4A033ACEB577}" dt="2025-08-19T17:12:04.957" v="1527" actId="20577"/>
          <ac:spMkLst>
            <pc:docMk/>
            <pc:sldMk cId="2403790899" sldId="456"/>
            <ac:spMk id="7" creationId="{F9CF2A34-2EF8-6864-9621-696FA5B9977A}"/>
          </ac:spMkLst>
        </pc:spChg>
        <pc:spChg chg="del">
          <ac:chgData name="우진 김" userId="9d5916cb77183fd7" providerId="LiveId" clId="{04DF9317-11A9-46EA-8704-4A033ACEB577}" dt="2025-08-19T17:04:52.856" v="1225" actId="478"/>
          <ac:spMkLst>
            <pc:docMk/>
            <pc:sldMk cId="2403790899" sldId="456"/>
            <ac:spMk id="9" creationId="{A10E3096-CB74-6FBA-D09D-4F2617651658}"/>
          </ac:spMkLst>
        </pc:spChg>
        <pc:spChg chg="mod">
          <ac:chgData name="우진 김" userId="9d5916cb77183fd7" providerId="LiveId" clId="{04DF9317-11A9-46EA-8704-4A033ACEB577}" dt="2025-08-19T17:10:20.060" v="1462" actId="113"/>
          <ac:spMkLst>
            <pc:docMk/>
            <pc:sldMk cId="2403790899" sldId="456"/>
            <ac:spMk id="10" creationId="{9B3259F7-889F-C7AA-0952-55766350D454}"/>
          </ac:spMkLst>
        </pc:spChg>
        <pc:spChg chg="del">
          <ac:chgData name="우진 김" userId="9d5916cb77183fd7" providerId="LiveId" clId="{04DF9317-11A9-46EA-8704-4A033ACEB577}" dt="2025-08-19T17:04:48.576" v="1224" actId="478"/>
          <ac:spMkLst>
            <pc:docMk/>
            <pc:sldMk cId="2403790899" sldId="456"/>
            <ac:spMk id="11" creationId="{649B3C66-5047-0A25-ACA7-47CAD5B80B48}"/>
          </ac:spMkLst>
        </pc:spChg>
        <pc:spChg chg="del">
          <ac:chgData name="우진 김" userId="9d5916cb77183fd7" providerId="LiveId" clId="{04DF9317-11A9-46EA-8704-4A033ACEB577}" dt="2025-08-19T17:04:48.576" v="1224" actId="478"/>
          <ac:spMkLst>
            <pc:docMk/>
            <pc:sldMk cId="2403790899" sldId="456"/>
            <ac:spMk id="12" creationId="{42555CD7-9A12-03FB-84DA-59851583D76F}"/>
          </ac:spMkLst>
        </pc:spChg>
        <pc:spChg chg="add mod">
          <ac:chgData name="우진 김" userId="9d5916cb77183fd7" providerId="LiveId" clId="{04DF9317-11A9-46EA-8704-4A033ACEB577}" dt="2025-08-19T17:12:38.981" v="1546" actId="20577"/>
          <ac:spMkLst>
            <pc:docMk/>
            <pc:sldMk cId="2403790899" sldId="456"/>
            <ac:spMk id="13" creationId="{8DBCC1C0-8F70-DF2D-4D0B-0285C389A14E}"/>
          </ac:spMkLst>
        </pc:spChg>
        <pc:spChg chg="add mod">
          <ac:chgData name="우진 김" userId="9d5916cb77183fd7" providerId="LiveId" clId="{04DF9317-11A9-46EA-8704-4A033ACEB577}" dt="2025-08-19T17:13:58.478" v="1596" actId="1076"/>
          <ac:spMkLst>
            <pc:docMk/>
            <pc:sldMk cId="2403790899" sldId="456"/>
            <ac:spMk id="14" creationId="{FEC5AA0D-16B4-2636-8EAA-C1A8F9E939A2}"/>
          </ac:spMkLst>
        </pc:spChg>
        <pc:spChg chg="del">
          <ac:chgData name="우진 김" userId="9d5916cb77183fd7" providerId="LiveId" clId="{04DF9317-11A9-46EA-8704-4A033ACEB577}" dt="2025-08-19T17:16:27.108" v="1628" actId="478"/>
          <ac:spMkLst>
            <pc:docMk/>
            <pc:sldMk cId="2403790899" sldId="456"/>
            <ac:spMk id="16" creationId="{E496521F-059E-4838-C101-83E70964C2C1}"/>
          </ac:spMkLst>
        </pc:spChg>
        <pc:spChg chg="add mod">
          <ac:chgData name="우진 김" userId="9d5916cb77183fd7" providerId="LiveId" clId="{04DF9317-11A9-46EA-8704-4A033ACEB577}" dt="2025-08-19T17:13:58.478" v="1596" actId="1076"/>
          <ac:spMkLst>
            <pc:docMk/>
            <pc:sldMk cId="2403790899" sldId="456"/>
            <ac:spMk id="17" creationId="{B36B9A02-3ED8-9395-2318-3BE00BCBF397}"/>
          </ac:spMkLst>
        </pc:spChg>
        <pc:spChg chg="add del mod">
          <ac:chgData name="우진 김" userId="9d5916cb77183fd7" providerId="LiveId" clId="{04DF9317-11A9-46EA-8704-4A033ACEB577}" dt="2025-08-19T17:14:12.385" v="1599" actId="478"/>
          <ac:spMkLst>
            <pc:docMk/>
            <pc:sldMk cId="2403790899" sldId="456"/>
            <ac:spMk id="18" creationId="{01FABB91-F856-C517-B59D-C931F3ACBA07}"/>
          </ac:spMkLst>
        </pc:spChg>
        <pc:spChg chg="del">
          <ac:chgData name="우진 김" userId="9d5916cb77183fd7" providerId="LiveId" clId="{04DF9317-11A9-46EA-8704-4A033ACEB577}" dt="2025-08-19T17:16:27.108" v="1628" actId="478"/>
          <ac:spMkLst>
            <pc:docMk/>
            <pc:sldMk cId="2403790899" sldId="456"/>
            <ac:spMk id="19" creationId="{ABCD2448-78CE-2937-BE2D-C2F6EF98D668}"/>
          </ac:spMkLst>
        </pc:spChg>
        <pc:spChg chg="del">
          <ac:chgData name="우진 김" userId="9d5916cb77183fd7" providerId="LiveId" clId="{04DF9317-11A9-46EA-8704-4A033ACEB577}" dt="2025-08-19T17:04:48.576" v="1224" actId="478"/>
          <ac:spMkLst>
            <pc:docMk/>
            <pc:sldMk cId="2403790899" sldId="456"/>
            <ac:spMk id="20" creationId="{47C60222-4CFA-EE7A-2217-35F5103AAA48}"/>
          </ac:spMkLst>
        </pc:spChg>
        <pc:spChg chg="del">
          <ac:chgData name="우진 김" userId="9d5916cb77183fd7" providerId="LiveId" clId="{04DF9317-11A9-46EA-8704-4A033ACEB577}" dt="2025-08-19T17:04:48.576" v="1224" actId="478"/>
          <ac:spMkLst>
            <pc:docMk/>
            <pc:sldMk cId="2403790899" sldId="456"/>
            <ac:spMk id="21" creationId="{4F818FBD-65CB-384B-D069-760C64C932F2}"/>
          </ac:spMkLst>
        </pc:spChg>
        <pc:spChg chg="add mod">
          <ac:chgData name="우진 김" userId="9d5916cb77183fd7" providerId="LiveId" clId="{04DF9317-11A9-46EA-8704-4A033ACEB577}" dt="2025-08-19T17:16:27.297" v="1629"/>
          <ac:spMkLst>
            <pc:docMk/>
            <pc:sldMk cId="2403790899" sldId="456"/>
            <ac:spMk id="22" creationId="{9FA1C3CA-061A-509B-F546-B93163ED0BDC}"/>
          </ac:spMkLst>
        </pc:spChg>
        <pc:cxnChg chg="del">
          <ac:chgData name="우진 김" userId="9d5916cb77183fd7" providerId="LiveId" clId="{04DF9317-11A9-46EA-8704-4A033ACEB577}" dt="2025-08-19T17:04:48.576" v="1224" actId="478"/>
          <ac:cxnSpMkLst>
            <pc:docMk/>
            <pc:sldMk cId="2403790899" sldId="456"/>
            <ac:cxnSpMk id="15" creationId="{8C853B84-ECD7-126C-04A5-00E152625CD0}"/>
          </ac:cxnSpMkLst>
        </pc:cxnChg>
      </pc:sldChg>
      <pc:sldChg chg="addSp delSp modSp add mod">
        <pc:chgData name="우진 김" userId="9d5916cb77183fd7" providerId="LiveId" clId="{04DF9317-11A9-46EA-8704-4A033ACEB577}" dt="2025-08-19T18:24:54.520" v="1940"/>
        <pc:sldMkLst>
          <pc:docMk/>
          <pc:sldMk cId="1242238927" sldId="457"/>
        </pc:sldMkLst>
        <pc:spChg chg="del">
          <ac:chgData name="우진 김" userId="9d5916cb77183fd7" providerId="LiveId" clId="{04DF9317-11A9-46EA-8704-4A033ACEB577}" dt="2025-08-19T17:14:57.666" v="1604" actId="478"/>
          <ac:spMkLst>
            <pc:docMk/>
            <pc:sldMk cId="1242238927" sldId="457"/>
            <ac:spMk id="2" creationId="{6466E5CA-5D3E-3AF6-9DA2-8E4B312EF8AE}"/>
          </ac:spMkLst>
        </pc:spChg>
        <pc:spChg chg="del">
          <ac:chgData name="우진 김" userId="9d5916cb77183fd7" providerId="LiveId" clId="{04DF9317-11A9-46EA-8704-4A033ACEB577}" dt="2025-08-19T17:14:59.184" v="1605" actId="478"/>
          <ac:spMkLst>
            <pc:docMk/>
            <pc:sldMk cId="1242238927" sldId="457"/>
            <ac:spMk id="7" creationId="{F823B503-CA5C-3A97-488A-EEC218DD581F}"/>
          </ac:spMkLst>
        </pc:spChg>
        <pc:spChg chg="add mod">
          <ac:chgData name="우진 김" userId="9d5916cb77183fd7" providerId="LiveId" clId="{04DF9317-11A9-46EA-8704-4A033ACEB577}" dt="2025-08-19T17:16:29.977" v="1631"/>
          <ac:spMkLst>
            <pc:docMk/>
            <pc:sldMk cId="1242238927" sldId="457"/>
            <ac:spMk id="9" creationId="{BFC3D4FD-C134-B07C-7226-5274949C2FA5}"/>
          </ac:spMkLst>
        </pc:spChg>
        <pc:spChg chg="mod">
          <ac:chgData name="우진 김" userId="9d5916cb77183fd7" providerId="LiveId" clId="{04DF9317-11A9-46EA-8704-4A033ACEB577}" dt="2025-08-19T17:14:55.900" v="1603"/>
          <ac:spMkLst>
            <pc:docMk/>
            <pc:sldMk cId="1242238927" sldId="457"/>
            <ac:spMk id="10" creationId="{9499A13F-4BB0-382B-0F69-2B4573D7E6A9}"/>
          </ac:spMkLst>
        </pc:spChg>
        <pc:spChg chg="add mod">
          <ac:chgData name="우진 김" userId="9d5916cb77183fd7" providerId="LiveId" clId="{04DF9317-11A9-46EA-8704-4A033ACEB577}" dt="2025-08-19T18:24:54.520" v="1940"/>
          <ac:spMkLst>
            <pc:docMk/>
            <pc:sldMk cId="1242238927" sldId="457"/>
            <ac:spMk id="11" creationId="{AAE29806-ED54-F878-C179-AB0B03BABB93}"/>
          </ac:spMkLst>
        </pc:spChg>
        <pc:spChg chg="del">
          <ac:chgData name="우진 김" userId="9d5916cb77183fd7" providerId="LiveId" clId="{04DF9317-11A9-46EA-8704-4A033ACEB577}" dt="2025-08-19T17:14:59.184" v="1605" actId="478"/>
          <ac:spMkLst>
            <pc:docMk/>
            <pc:sldMk cId="1242238927" sldId="457"/>
            <ac:spMk id="13" creationId="{41074999-2101-6E32-EE89-80D81D35D3C3}"/>
          </ac:spMkLst>
        </pc:spChg>
        <pc:spChg chg="del">
          <ac:chgData name="우진 김" userId="9d5916cb77183fd7" providerId="LiveId" clId="{04DF9317-11A9-46EA-8704-4A033ACEB577}" dt="2025-08-19T17:14:59.184" v="1605" actId="478"/>
          <ac:spMkLst>
            <pc:docMk/>
            <pc:sldMk cId="1242238927" sldId="457"/>
            <ac:spMk id="14" creationId="{E83AC8F9-148A-E276-3EFA-1602C52B9FBE}"/>
          </ac:spMkLst>
        </pc:spChg>
        <pc:spChg chg="del">
          <ac:chgData name="우진 김" userId="9d5916cb77183fd7" providerId="LiveId" clId="{04DF9317-11A9-46EA-8704-4A033ACEB577}" dt="2025-08-19T17:16:29.796" v="1630" actId="478"/>
          <ac:spMkLst>
            <pc:docMk/>
            <pc:sldMk cId="1242238927" sldId="457"/>
            <ac:spMk id="16" creationId="{53337D28-FEEC-8354-A3EF-CC9C1C15AD34}"/>
          </ac:spMkLst>
        </pc:spChg>
        <pc:spChg chg="del">
          <ac:chgData name="우진 김" userId="9d5916cb77183fd7" providerId="LiveId" clId="{04DF9317-11A9-46EA-8704-4A033ACEB577}" dt="2025-08-19T17:14:59.184" v="1605" actId="478"/>
          <ac:spMkLst>
            <pc:docMk/>
            <pc:sldMk cId="1242238927" sldId="457"/>
            <ac:spMk id="17" creationId="{8E90AE78-1D4D-0E0E-76DB-77E269554C3C}"/>
          </ac:spMkLst>
        </pc:spChg>
        <pc:spChg chg="del">
          <ac:chgData name="우진 김" userId="9d5916cb77183fd7" providerId="LiveId" clId="{04DF9317-11A9-46EA-8704-4A033ACEB577}" dt="2025-08-19T17:16:29.796" v="1630" actId="478"/>
          <ac:spMkLst>
            <pc:docMk/>
            <pc:sldMk cId="1242238927" sldId="457"/>
            <ac:spMk id="19" creationId="{CC2A9F85-A6B5-7A2F-9A7D-0C77FAB4E056}"/>
          </ac:spMkLst>
        </pc:spChg>
        <pc:picChg chg="add mod">
          <ac:chgData name="우진 김" userId="9d5916cb77183fd7" providerId="LiveId" clId="{04DF9317-11A9-46EA-8704-4A033ACEB577}" dt="2025-08-19T17:17:24.630" v="1633" actId="1076"/>
          <ac:picMkLst>
            <pc:docMk/>
            <pc:sldMk cId="1242238927" sldId="457"/>
            <ac:picMk id="6" creationId="{4A8E8C45-772C-36BD-6B97-51A68C894F47}"/>
          </ac:picMkLst>
        </pc:picChg>
      </pc:sldChg>
      <pc:sldChg chg="addSp delSp modSp add mod ord">
        <pc:chgData name="우진 김" userId="9d5916cb77183fd7" providerId="LiveId" clId="{04DF9317-11A9-46EA-8704-4A033ACEB577}" dt="2025-08-19T18:09:30.251" v="1857" actId="1076"/>
        <pc:sldMkLst>
          <pc:docMk/>
          <pc:sldMk cId="3465738632" sldId="458"/>
        </pc:sldMkLst>
        <pc:spChg chg="add mod">
          <ac:chgData name="우진 김" userId="9d5916cb77183fd7" providerId="LiveId" clId="{04DF9317-11A9-46EA-8704-4A033ACEB577}" dt="2025-08-19T18:04:25.415" v="1749" actId="1035"/>
          <ac:spMkLst>
            <pc:docMk/>
            <pc:sldMk cId="3465738632" sldId="458"/>
            <ac:spMk id="2" creationId="{2070BF73-DB59-A40F-5293-C2D6AE23B9AB}"/>
          </ac:spMkLst>
        </pc:spChg>
        <pc:spChg chg="add mod ord">
          <ac:chgData name="우진 김" userId="9d5916cb77183fd7" providerId="LiveId" clId="{04DF9317-11A9-46EA-8704-4A033ACEB577}" dt="2025-08-19T18:04:40.793" v="1768" actId="1076"/>
          <ac:spMkLst>
            <pc:docMk/>
            <pc:sldMk cId="3465738632" sldId="458"/>
            <ac:spMk id="11" creationId="{E9B90321-F1C7-8A9D-A4D2-0EE869B143A6}"/>
          </ac:spMkLst>
        </pc:spChg>
        <pc:spChg chg="add mod">
          <ac:chgData name="우진 김" userId="9d5916cb77183fd7" providerId="LiveId" clId="{04DF9317-11A9-46EA-8704-4A033ACEB577}" dt="2025-08-19T18:04:33.606" v="1763" actId="1076"/>
          <ac:spMkLst>
            <pc:docMk/>
            <pc:sldMk cId="3465738632" sldId="458"/>
            <ac:spMk id="14" creationId="{14393B22-1BA8-4283-2857-6C702CABC802}"/>
          </ac:spMkLst>
        </pc:spChg>
        <pc:spChg chg="add mod">
          <ac:chgData name="우진 김" userId="9d5916cb77183fd7" providerId="LiveId" clId="{04DF9317-11A9-46EA-8704-4A033ACEB577}" dt="2025-08-19T18:04:50.543" v="1770" actId="1076"/>
          <ac:spMkLst>
            <pc:docMk/>
            <pc:sldMk cId="3465738632" sldId="458"/>
            <ac:spMk id="18" creationId="{58344DAD-9995-4DCA-21B7-C1509A3F0BDE}"/>
          </ac:spMkLst>
        </pc:spChg>
        <pc:spChg chg="add mod">
          <ac:chgData name="우진 김" userId="9d5916cb77183fd7" providerId="LiveId" clId="{04DF9317-11A9-46EA-8704-4A033ACEB577}" dt="2025-08-19T18:05:54.537" v="1790" actId="1582"/>
          <ac:spMkLst>
            <pc:docMk/>
            <pc:sldMk cId="3465738632" sldId="458"/>
            <ac:spMk id="21" creationId="{7CA87AC7-D6EA-4D98-E893-9419BC9D69CB}"/>
          </ac:spMkLst>
        </pc:spChg>
        <pc:spChg chg="add mod">
          <ac:chgData name="우진 김" userId="9d5916cb77183fd7" providerId="LiveId" clId="{04DF9317-11A9-46EA-8704-4A033ACEB577}" dt="2025-08-19T18:06:07.973" v="1792" actId="1076"/>
          <ac:spMkLst>
            <pc:docMk/>
            <pc:sldMk cId="3465738632" sldId="458"/>
            <ac:spMk id="24" creationId="{DF5970F8-992C-483E-4ED3-9354FDBCAD02}"/>
          </ac:spMkLst>
        </pc:spChg>
        <pc:spChg chg="add del mod">
          <ac:chgData name="우진 김" userId="9d5916cb77183fd7" providerId="LiveId" clId="{04DF9317-11A9-46EA-8704-4A033ACEB577}" dt="2025-08-19T18:07:51.397" v="1804" actId="478"/>
          <ac:spMkLst>
            <pc:docMk/>
            <pc:sldMk cId="3465738632" sldId="458"/>
            <ac:spMk id="29" creationId="{AE78B7D3-0763-9809-4811-9C3FAFEE0850}"/>
          </ac:spMkLst>
        </pc:spChg>
        <pc:spChg chg="add mod">
          <ac:chgData name="우진 김" userId="9d5916cb77183fd7" providerId="LiveId" clId="{04DF9317-11A9-46EA-8704-4A033ACEB577}" dt="2025-08-19T18:08:04.117" v="1809" actId="1036"/>
          <ac:spMkLst>
            <pc:docMk/>
            <pc:sldMk cId="3465738632" sldId="458"/>
            <ac:spMk id="30" creationId="{B0F11BEA-1A77-D120-26BA-1695C41AAE27}"/>
          </ac:spMkLst>
        </pc:spChg>
        <pc:spChg chg="add mod">
          <ac:chgData name="우진 김" userId="9d5916cb77183fd7" providerId="LiveId" clId="{04DF9317-11A9-46EA-8704-4A033ACEB577}" dt="2025-08-19T18:08:24.418" v="1837" actId="1076"/>
          <ac:spMkLst>
            <pc:docMk/>
            <pc:sldMk cId="3465738632" sldId="458"/>
            <ac:spMk id="31" creationId="{1A85D284-9F49-73BD-F566-53E70A4983DC}"/>
          </ac:spMkLst>
        </pc:spChg>
        <pc:spChg chg="add mod">
          <ac:chgData name="우진 김" userId="9d5916cb77183fd7" providerId="LiveId" clId="{04DF9317-11A9-46EA-8704-4A033ACEB577}" dt="2025-08-19T18:08:30.497" v="1839" actId="1076"/>
          <ac:spMkLst>
            <pc:docMk/>
            <pc:sldMk cId="3465738632" sldId="458"/>
            <ac:spMk id="32" creationId="{CF88883A-1C2B-EB1F-6DBF-265A08F7B907}"/>
          </ac:spMkLst>
        </pc:spChg>
        <pc:spChg chg="add mod">
          <ac:chgData name="우진 김" userId="9d5916cb77183fd7" providerId="LiveId" clId="{04DF9317-11A9-46EA-8704-4A033ACEB577}" dt="2025-08-19T18:08:59.382" v="1855" actId="20577"/>
          <ac:spMkLst>
            <pc:docMk/>
            <pc:sldMk cId="3465738632" sldId="458"/>
            <ac:spMk id="33" creationId="{A6B26DCD-2EEA-BB08-C5BE-0EF426F170BF}"/>
          </ac:spMkLst>
        </pc:spChg>
        <pc:spChg chg="add mod">
          <ac:chgData name="우진 김" userId="9d5916cb77183fd7" providerId="LiveId" clId="{04DF9317-11A9-46EA-8704-4A033ACEB577}" dt="2025-08-19T18:09:30.251" v="1857" actId="1076"/>
          <ac:spMkLst>
            <pc:docMk/>
            <pc:sldMk cId="3465738632" sldId="458"/>
            <ac:spMk id="34" creationId="{FE8793EA-5A79-AD71-8591-6E3B636E861B}"/>
          </ac:spMkLst>
        </pc:spChg>
        <pc:spChg chg="add mod">
          <ac:chgData name="우진 김" userId="9d5916cb77183fd7" providerId="LiveId" clId="{04DF9317-11A9-46EA-8704-4A033ACEB577}" dt="2025-08-19T18:09:30.251" v="1857" actId="1076"/>
          <ac:spMkLst>
            <pc:docMk/>
            <pc:sldMk cId="3465738632" sldId="458"/>
            <ac:spMk id="35" creationId="{F824EA42-4F5A-5D59-5FC9-890DD0DE4339}"/>
          </ac:spMkLst>
        </pc:spChg>
        <pc:picChg chg="del">
          <ac:chgData name="우진 김" userId="9d5916cb77183fd7" providerId="LiveId" clId="{04DF9317-11A9-46EA-8704-4A033ACEB577}" dt="2025-08-19T17:17:30.398" v="1637" actId="478"/>
          <ac:picMkLst>
            <pc:docMk/>
            <pc:sldMk cId="3465738632" sldId="458"/>
            <ac:picMk id="6" creationId="{0A0A532D-E2A4-6965-91EC-58B24E87EF62}"/>
          </ac:picMkLst>
        </pc:picChg>
        <pc:picChg chg="add mod">
          <ac:chgData name="우진 김" userId="9d5916cb77183fd7" providerId="LiveId" clId="{04DF9317-11A9-46EA-8704-4A033ACEB577}" dt="2025-08-19T18:04:27.711" v="1755" actId="1035"/>
          <ac:picMkLst>
            <pc:docMk/>
            <pc:sldMk cId="3465738632" sldId="458"/>
            <ac:picMk id="7" creationId="{C1510203-98A1-FD38-F23C-A4291B314713}"/>
          </ac:picMkLst>
        </pc:picChg>
        <pc:picChg chg="add mod">
          <ac:chgData name="우진 김" userId="9d5916cb77183fd7" providerId="LiveId" clId="{04DF9317-11A9-46EA-8704-4A033ACEB577}" dt="2025-08-19T18:04:35.462" v="1764" actId="1076"/>
          <ac:picMkLst>
            <pc:docMk/>
            <pc:sldMk cId="3465738632" sldId="458"/>
            <ac:picMk id="17" creationId="{EEB0DEB7-DF5C-C1C4-C684-8D6F61BEFFA9}"/>
          </ac:picMkLst>
        </pc:picChg>
        <pc:picChg chg="add mod">
          <ac:chgData name="우진 김" userId="9d5916cb77183fd7" providerId="LiveId" clId="{04DF9317-11A9-46EA-8704-4A033ACEB577}" dt="2025-08-19T18:04:53.683" v="1771" actId="1076"/>
          <ac:picMkLst>
            <pc:docMk/>
            <pc:sldMk cId="3465738632" sldId="458"/>
            <ac:picMk id="20" creationId="{5628CDA6-7EDD-FFCE-E16F-E613EFA5BB9D}"/>
          </ac:picMkLst>
        </pc:picChg>
        <pc:picChg chg="add mod">
          <ac:chgData name="우진 김" userId="9d5916cb77183fd7" providerId="LiveId" clId="{04DF9317-11A9-46EA-8704-4A033ACEB577}" dt="2025-08-19T18:06:50.652" v="1802" actId="1076"/>
          <ac:picMkLst>
            <pc:docMk/>
            <pc:sldMk cId="3465738632" sldId="458"/>
            <ac:picMk id="23" creationId="{17BB80C0-F250-D500-7A0A-723E3EF5F2EF}"/>
          </ac:picMkLst>
        </pc:picChg>
        <pc:picChg chg="add del mod modCrop">
          <ac:chgData name="우진 김" userId="9d5916cb77183fd7" providerId="LiveId" clId="{04DF9317-11A9-46EA-8704-4A033ACEB577}" dt="2025-08-19T18:06:28.348" v="1795" actId="478"/>
          <ac:picMkLst>
            <pc:docMk/>
            <pc:sldMk cId="3465738632" sldId="458"/>
            <ac:picMk id="26" creationId="{1319DDCB-567F-C5C1-1083-AAD4B6DF4080}"/>
          </ac:picMkLst>
        </pc:picChg>
        <pc:picChg chg="add mod">
          <ac:chgData name="우진 김" userId="9d5916cb77183fd7" providerId="LiveId" clId="{04DF9317-11A9-46EA-8704-4A033ACEB577}" dt="2025-08-19T18:06:46.078" v="1800" actId="1076"/>
          <ac:picMkLst>
            <pc:docMk/>
            <pc:sldMk cId="3465738632" sldId="458"/>
            <ac:picMk id="28" creationId="{24586D9C-6EE8-937A-0AFC-9797D637178B}"/>
          </ac:picMkLst>
        </pc:picChg>
        <pc:cxnChg chg="add mod">
          <ac:chgData name="우진 김" userId="9d5916cb77183fd7" providerId="LiveId" clId="{04DF9317-11A9-46EA-8704-4A033ACEB577}" dt="2025-08-19T18:04:31.319" v="1762" actId="1035"/>
          <ac:cxnSpMkLst>
            <pc:docMk/>
            <pc:sldMk cId="3465738632" sldId="458"/>
            <ac:cxnSpMk id="13" creationId="{A389B54D-F895-4C12-1A50-203C84E9AB7B}"/>
          </ac:cxnSpMkLst>
        </pc:cxnChg>
        <pc:cxnChg chg="add mod">
          <ac:chgData name="우진 김" userId="9d5916cb77183fd7" providerId="LiveId" clId="{04DF9317-11A9-46EA-8704-4A033ACEB577}" dt="2025-08-19T18:04:45.738" v="1769" actId="1076"/>
          <ac:cxnSpMkLst>
            <pc:docMk/>
            <pc:sldMk cId="3465738632" sldId="458"/>
            <ac:cxnSpMk id="15" creationId="{9B459870-D2E4-D43D-EABF-3BF4A5316B79}"/>
          </ac:cxnSpMkLst>
        </pc:cxnChg>
      </pc:sldChg>
      <pc:sldChg chg="addSp delSp modSp add mod">
        <pc:chgData name="우진 김" userId="9d5916cb77183fd7" providerId="LiveId" clId="{04DF9317-11A9-46EA-8704-4A033ACEB577}" dt="2025-08-19T23:11:16.289" v="5574" actId="1076"/>
        <pc:sldMkLst>
          <pc:docMk/>
          <pc:sldMk cId="2953655984" sldId="459"/>
        </pc:sldMkLst>
        <pc:spChg chg="add mod">
          <ac:chgData name="우진 김" userId="9d5916cb77183fd7" providerId="LiveId" clId="{04DF9317-11A9-46EA-8704-4A033ACEB577}" dt="2025-08-19T18:31:05.978" v="2132" actId="403"/>
          <ac:spMkLst>
            <pc:docMk/>
            <pc:sldMk cId="2953655984" sldId="459"/>
            <ac:spMk id="2" creationId="{FFA61762-2135-ABA4-77F4-EDC56FCD9F7B}"/>
          </ac:spMkLst>
        </pc:spChg>
        <pc:spChg chg="add mod">
          <ac:chgData name="우진 김" userId="9d5916cb77183fd7" providerId="LiveId" clId="{04DF9317-11A9-46EA-8704-4A033ACEB577}" dt="2025-08-19T20:33:08.619" v="2870" actId="14100"/>
          <ac:spMkLst>
            <pc:docMk/>
            <pc:sldMk cId="2953655984" sldId="459"/>
            <ac:spMk id="3" creationId="{253F8786-0A09-56D1-731C-B237C1319D5F}"/>
          </ac:spMkLst>
        </pc:spChg>
        <pc:spChg chg="add mod">
          <ac:chgData name="우진 김" userId="9d5916cb77183fd7" providerId="LiveId" clId="{04DF9317-11A9-46EA-8704-4A033ACEB577}" dt="2025-08-19T18:32:34.996" v="2189" actId="1076"/>
          <ac:spMkLst>
            <pc:docMk/>
            <pc:sldMk cId="2953655984" sldId="459"/>
            <ac:spMk id="7" creationId="{8EAEFDAC-C342-9279-D924-E77E1AB0FFFA}"/>
          </ac:spMkLst>
        </pc:spChg>
        <pc:spChg chg="mod">
          <ac:chgData name="우진 김" userId="9d5916cb77183fd7" providerId="LiveId" clId="{04DF9317-11A9-46EA-8704-4A033ACEB577}" dt="2025-08-19T18:27:23.528" v="2040" actId="20577"/>
          <ac:spMkLst>
            <pc:docMk/>
            <pc:sldMk cId="2953655984" sldId="459"/>
            <ac:spMk id="10" creationId="{A282E68A-7B55-1368-910F-D9A6B7A92FCA}"/>
          </ac:spMkLst>
        </pc:spChg>
        <pc:spChg chg="add mod">
          <ac:chgData name="우진 김" userId="9d5916cb77183fd7" providerId="LiveId" clId="{04DF9317-11A9-46EA-8704-4A033ACEB577}" dt="2025-08-19T18:32:34.996" v="2189" actId="1076"/>
          <ac:spMkLst>
            <pc:docMk/>
            <pc:sldMk cId="2953655984" sldId="459"/>
            <ac:spMk id="11" creationId="{F2AA1426-BCB0-3AA7-323F-482D2D9865DE}"/>
          </ac:spMkLst>
        </pc:spChg>
        <pc:spChg chg="add mod">
          <ac:chgData name="우진 김" userId="9d5916cb77183fd7" providerId="LiveId" clId="{04DF9317-11A9-46EA-8704-4A033ACEB577}" dt="2025-08-19T18:47:53.232" v="2370" actId="14100"/>
          <ac:spMkLst>
            <pc:docMk/>
            <pc:sldMk cId="2953655984" sldId="459"/>
            <ac:spMk id="13" creationId="{4B77EE6D-DD27-BE51-8F64-AA3F5921032F}"/>
          </ac:spMkLst>
        </pc:spChg>
        <pc:spChg chg="add mod">
          <ac:chgData name="우진 김" userId="9d5916cb77183fd7" providerId="LiveId" clId="{04DF9317-11A9-46EA-8704-4A033ACEB577}" dt="2025-08-19T23:11:16.289" v="5574" actId="1076"/>
          <ac:spMkLst>
            <pc:docMk/>
            <pc:sldMk cId="2953655984" sldId="459"/>
            <ac:spMk id="16" creationId="{7CC20655-A924-1187-4C0D-FE304F3C925B}"/>
          </ac:spMkLst>
        </pc:spChg>
        <pc:spChg chg="add mod">
          <ac:chgData name="우진 김" userId="9d5916cb77183fd7" providerId="LiveId" clId="{04DF9317-11A9-46EA-8704-4A033ACEB577}" dt="2025-08-19T18:37:01.546" v="2262" actId="1076"/>
          <ac:spMkLst>
            <pc:docMk/>
            <pc:sldMk cId="2953655984" sldId="459"/>
            <ac:spMk id="18" creationId="{471400FD-B8B8-343A-4473-0478B1A26E60}"/>
          </ac:spMkLst>
        </pc:spChg>
        <pc:spChg chg="add mod">
          <ac:chgData name="우진 김" userId="9d5916cb77183fd7" providerId="LiveId" clId="{04DF9317-11A9-46EA-8704-4A033ACEB577}" dt="2025-08-19T18:46:56.039" v="2355" actId="1076"/>
          <ac:spMkLst>
            <pc:docMk/>
            <pc:sldMk cId="2953655984" sldId="459"/>
            <ac:spMk id="24" creationId="{6544995B-D849-82B0-D4AB-C99282460B92}"/>
          </ac:spMkLst>
        </pc:spChg>
        <pc:spChg chg="add del mod">
          <ac:chgData name="우진 김" userId="9d5916cb77183fd7" providerId="LiveId" clId="{04DF9317-11A9-46EA-8704-4A033ACEB577}" dt="2025-08-19T18:39:57.084" v="2299" actId="478"/>
          <ac:spMkLst>
            <pc:docMk/>
            <pc:sldMk cId="2953655984" sldId="459"/>
            <ac:spMk id="28" creationId="{254EAE36-7675-BFFA-DBE8-07B9BA58F60F}"/>
          </ac:spMkLst>
        </pc:spChg>
        <pc:spChg chg="add mod">
          <ac:chgData name="우진 김" userId="9d5916cb77183fd7" providerId="LiveId" clId="{04DF9317-11A9-46EA-8704-4A033ACEB577}" dt="2025-08-19T18:46:58.825" v="2356" actId="1076"/>
          <ac:spMkLst>
            <pc:docMk/>
            <pc:sldMk cId="2953655984" sldId="459"/>
            <ac:spMk id="30" creationId="{34D123A4-676D-BD16-2E57-4CA785345015}"/>
          </ac:spMkLst>
        </pc:spChg>
        <pc:spChg chg="add del mod">
          <ac:chgData name="우진 김" userId="9d5916cb77183fd7" providerId="LiveId" clId="{04DF9317-11A9-46EA-8704-4A033ACEB577}" dt="2025-08-19T18:47:26.977" v="2362" actId="478"/>
          <ac:spMkLst>
            <pc:docMk/>
            <pc:sldMk cId="2953655984" sldId="459"/>
            <ac:spMk id="34" creationId="{6497DD72-BF50-B307-FF93-AD23D4870AF7}"/>
          </ac:spMkLst>
        </pc:spChg>
        <pc:spChg chg="add mod">
          <ac:chgData name="우진 김" userId="9d5916cb77183fd7" providerId="LiveId" clId="{04DF9317-11A9-46EA-8704-4A033ACEB577}" dt="2025-08-19T18:53:51.236" v="2436" actId="2711"/>
          <ac:spMkLst>
            <pc:docMk/>
            <pc:sldMk cId="2953655984" sldId="459"/>
            <ac:spMk id="36" creationId="{2ED82531-D2CA-2D33-60FC-7C613175391C}"/>
          </ac:spMkLst>
        </pc:spChg>
        <pc:spChg chg="add mod">
          <ac:chgData name="우진 김" userId="9d5916cb77183fd7" providerId="LiveId" clId="{04DF9317-11A9-46EA-8704-4A033ACEB577}" dt="2025-08-19T23:11:14.993" v="5572" actId="1076"/>
          <ac:spMkLst>
            <pc:docMk/>
            <pc:sldMk cId="2953655984" sldId="459"/>
            <ac:spMk id="37" creationId="{B56E0E98-1F7D-621B-6775-C05AFCF5F94B}"/>
          </ac:spMkLst>
        </pc:spChg>
        <pc:picChg chg="del">
          <ac:chgData name="우진 김" userId="9d5916cb77183fd7" providerId="LiveId" clId="{04DF9317-11A9-46EA-8704-4A033ACEB577}" dt="2025-08-19T18:13:57.799" v="1884" actId="478"/>
          <ac:picMkLst>
            <pc:docMk/>
            <pc:sldMk cId="2953655984" sldId="459"/>
            <ac:picMk id="6" creationId="{8945E8BC-3FF4-D6B5-0C89-6466DEC5DCDE}"/>
          </ac:picMkLst>
        </pc:picChg>
        <pc:picChg chg="add mod">
          <ac:chgData name="우진 김" userId="9d5916cb77183fd7" providerId="LiveId" clId="{04DF9317-11A9-46EA-8704-4A033ACEB577}" dt="2025-08-19T18:33:03.940" v="2190"/>
          <ac:picMkLst>
            <pc:docMk/>
            <pc:sldMk cId="2953655984" sldId="459"/>
            <ac:picMk id="12" creationId="{BCCAFDED-030F-BFA5-0918-2DC37D7F38C6}"/>
          </ac:picMkLst>
        </pc:picChg>
        <pc:picChg chg="add mod">
          <ac:chgData name="우진 김" userId="9d5916cb77183fd7" providerId="LiveId" clId="{04DF9317-11A9-46EA-8704-4A033ACEB577}" dt="2025-08-19T18:46:50.133" v="2351" actId="14100"/>
          <ac:picMkLst>
            <pc:docMk/>
            <pc:sldMk cId="2953655984" sldId="459"/>
            <ac:picMk id="15" creationId="{2BA03DE8-C069-552E-D125-B24BF38DFC45}"/>
          </ac:picMkLst>
        </pc:picChg>
        <pc:cxnChg chg="add del mod">
          <ac:chgData name="우진 김" userId="9d5916cb77183fd7" providerId="LiveId" clId="{04DF9317-11A9-46EA-8704-4A033ACEB577}" dt="2025-08-19T18:37:06.790" v="2263" actId="478"/>
          <ac:cxnSpMkLst>
            <pc:docMk/>
            <pc:sldMk cId="2953655984" sldId="459"/>
            <ac:cxnSpMk id="20" creationId="{6C25BA4B-96F1-2DDE-A457-D01702DB03EB}"/>
          </ac:cxnSpMkLst>
        </pc:cxnChg>
        <pc:cxnChg chg="add mod">
          <ac:chgData name="우진 김" userId="9d5916cb77183fd7" providerId="LiveId" clId="{04DF9317-11A9-46EA-8704-4A033ACEB577}" dt="2025-08-19T18:46:52.111" v="2352" actId="1076"/>
          <ac:cxnSpMkLst>
            <pc:docMk/>
            <pc:sldMk cId="2953655984" sldId="459"/>
            <ac:cxnSpMk id="22" creationId="{2E927253-EFCF-34DC-1115-82AA3AB1285C}"/>
          </ac:cxnSpMkLst>
        </pc:cxnChg>
        <pc:cxnChg chg="add del mod">
          <ac:chgData name="우진 김" userId="9d5916cb77183fd7" providerId="LiveId" clId="{04DF9317-11A9-46EA-8704-4A033ACEB577}" dt="2025-08-19T18:44:57.860" v="2325" actId="478"/>
          <ac:cxnSpMkLst>
            <pc:docMk/>
            <pc:sldMk cId="2953655984" sldId="459"/>
            <ac:cxnSpMk id="26" creationId="{5AE14EDE-C087-4FC8-6BD3-83963716E800}"/>
          </ac:cxnSpMkLst>
        </pc:cxnChg>
        <pc:cxnChg chg="add mod">
          <ac:chgData name="우진 김" userId="9d5916cb77183fd7" providerId="LiveId" clId="{04DF9317-11A9-46EA-8704-4A033ACEB577}" dt="2025-08-19T18:47:05.693" v="2358" actId="13822"/>
          <ac:cxnSpMkLst>
            <pc:docMk/>
            <pc:sldMk cId="2953655984" sldId="459"/>
            <ac:cxnSpMk id="32" creationId="{8E31BE8E-E408-4DBF-B7D9-243640C0ADE1}"/>
          </ac:cxnSpMkLst>
        </pc:cxnChg>
      </pc:sldChg>
      <pc:sldChg chg="addSp delSp modSp add mod">
        <pc:chgData name="우진 김" userId="9d5916cb77183fd7" providerId="LiveId" clId="{04DF9317-11A9-46EA-8704-4A033ACEB577}" dt="2025-08-19T20:35:21.117" v="2921"/>
        <pc:sldMkLst>
          <pc:docMk/>
          <pc:sldMk cId="3723981995" sldId="460"/>
        </pc:sldMkLst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2" creationId="{DFA4270E-F744-2CCE-D4D6-92A5B7494D7D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3" creationId="{13AC89E0-241C-5242-26E7-E35D011A41C4}"/>
          </ac:spMkLst>
        </pc:spChg>
        <pc:spChg chg="mod">
          <ac:chgData name="우진 김" userId="9d5916cb77183fd7" providerId="LiveId" clId="{04DF9317-11A9-46EA-8704-4A033ACEB577}" dt="2025-08-19T19:08:44.289" v="2543"/>
          <ac:spMkLst>
            <pc:docMk/>
            <pc:sldMk cId="3723981995" sldId="460"/>
            <ac:spMk id="4" creationId="{58ED284D-1309-075E-B825-7672638D3618}"/>
          </ac:spMkLst>
        </pc:spChg>
        <pc:spChg chg="add mod">
          <ac:chgData name="우진 김" userId="9d5916cb77183fd7" providerId="LiveId" clId="{04DF9317-11A9-46EA-8704-4A033ACEB577}" dt="2025-08-19T20:33:37.072" v="2897" actId="20577"/>
          <ac:spMkLst>
            <pc:docMk/>
            <pc:sldMk cId="3723981995" sldId="460"/>
            <ac:spMk id="6" creationId="{FD3E34EE-8159-A873-2212-0A2F6B642234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7" creationId="{924C130A-F822-4B8A-CD6B-4098591E2B0E}"/>
          </ac:spMkLst>
        </pc:spChg>
        <pc:spChg chg="mod">
          <ac:chgData name="우진 김" userId="9d5916cb77183fd7" providerId="LiveId" clId="{04DF9317-11A9-46EA-8704-4A033ACEB577}" dt="2025-08-19T19:09:46.095" v="2566" actId="20577"/>
          <ac:spMkLst>
            <pc:docMk/>
            <pc:sldMk cId="3723981995" sldId="460"/>
            <ac:spMk id="9" creationId="{4431D58F-3104-B02C-621A-EA93EBF2B504}"/>
          </ac:spMkLst>
        </pc:spChg>
        <pc:spChg chg="del">
          <ac:chgData name="우진 김" userId="9d5916cb77183fd7" providerId="LiveId" clId="{04DF9317-11A9-46EA-8704-4A033ACEB577}" dt="2025-08-19T19:09:18.728" v="2545" actId="478"/>
          <ac:spMkLst>
            <pc:docMk/>
            <pc:sldMk cId="3723981995" sldId="460"/>
            <ac:spMk id="10" creationId="{07B125D0-0842-04A4-F01B-3944D61CF167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11" creationId="{587DBBFF-B644-113D-F94E-ABB3A9599D2F}"/>
          </ac:spMkLst>
        </pc:spChg>
        <pc:spChg chg="add mod">
          <ac:chgData name="우진 김" userId="9d5916cb77183fd7" providerId="LiveId" clId="{04DF9317-11A9-46EA-8704-4A033ACEB577}" dt="2025-08-19T20:33:47.033" v="2902" actId="1076"/>
          <ac:spMkLst>
            <pc:docMk/>
            <pc:sldMk cId="3723981995" sldId="460"/>
            <ac:spMk id="12" creationId="{AC410037-8349-2616-6365-53144ACE479A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13" creationId="{0BC95072-A40E-4760-847F-3492A18A6EB8}"/>
          </ac:spMkLst>
        </pc:spChg>
        <pc:spChg chg="add mod">
          <ac:chgData name="우진 김" userId="9d5916cb77183fd7" providerId="LiveId" clId="{04DF9317-11A9-46EA-8704-4A033ACEB577}" dt="2025-08-19T20:33:44.529" v="2901" actId="14100"/>
          <ac:spMkLst>
            <pc:docMk/>
            <pc:sldMk cId="3723981995" sldId="460"/>
            <ac:spMk id="14" creationId="{FE9F4834-776B-4469-3E96-9D4CE849127E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16" creationId="{A39D2682-0949-737D-F0BA-637E8C57610C}"/>
          </ac:spMkLst>
        </pc:spChg>
        <pc:spChg chg="add mod">
          <ac:chgData name="우진 김" userId="9d5916cb77183fd7" providerId="LiveId" clId="{04DF9317-11A9-46EA-8704-4A033ACEB577}" dt="2025-08-19T20:34:34.483" v="2908" actId="113"/>
          <ac:spMkLst>
            <pc:docMk/>
            <pc:sldMk cId="3723981995" sldId="460"/>
            <ac:spMk id="17" creationId="{00AAD877-8DE6-3D99-6380-97A0C35B35F7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18" creationId="{53338CC0-2D0C-8C46-7052-7623BEF2FA82}"/>
          </ac:spMkLst>
        </pc:spChg>
        <pc:spChg chg="add mod">
          <ac:chgData name="우진 김" userId="9d5916cb77183fd7" providerId="LiveId" clId="{04DF9317-11A9-46EA-8704-4A033ACEB577}" dt="2025-08-19T20:35:03.993" v="2916"/>
          <ac:spMkLst>
            <pc:docMk/>
            <pc:sldMk cId="3723981995" sldId="460"/>
            <ac:spMk id="19" creationId="{32EF3C73-C3F8-DCEF-78E9-CEEBB622E741}"/>
          </ac:spMkLst>
        </pc:spChg>
        <pc:spChg chg="add mod">
          <ac:chgData name="우진 김" userId="9d5916cb77183fd7" providerId="LiveId" clId="{04DF9317-11A9-46EA-8704-4A033ACEB577}" dt="2025-08-19T20:35:21.117" v="2921"/>
          <ac:spMkLst>
            <pc:docMk/>
            <pc:sldMk cId="3723981995" sldId="460"/>
            <ac:spMk id="20" creationId="{C38EF11C-B96A-A52A-0311-460FD8A5DE05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24" creationId="{5CB4CD96-5960-F128-2B98-DB6D6239E295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30" creationId="{CBDECCE4-08E5-9F65-1EAB-B65D8362B94C}"/>
          </ac:spMkLst>
        </pc:spChg>
        <pc:spChg chg="del">
          <ac:chgData name="우진 김" userId="9d5916cb77183fd7" providerId="LiveId" clId="{04DF9317-11A9-46EA-8704-4A033ACEB577}" dt="2025-08-19T19:08:50.054" v="2544" actId="478"/>
          <ac:spMkLst>
            <pc:docMk/>
            <pc:sldMk cId="3723981995" sldId="460"/>
            <ac:spMk id="36" creationId="{0892F097-8E4E-F5C4-E6CB-49F92125A237}"/>
          </ac:spMkLst>
        </pc:spChg>
      </pc:sldChg>
      <pc:sldChg chg="addSp delSp modSp add mod">
        <pc:chgData name="우진 김" userId="9d5916cb77183fd7" providerId="LiveId" clId="{04DF9317-11A9-46EA-8704-4A033ACEB577}" dt="2025-08-19T23:54:15.051" v="6589" actId="207"/>
        <pc:sldMkLst>
          <pc:docMk/>
          <pc:sldMk cId="2261924794" sldId="461"/>
        </pc:sldMkLst>
        <pc:spChg chg="add mod">
          <ac:chgData name="우진 김" userId="9d5916cb77183fd7" providerId="LiveId" clId="{04DF9317-11A9-46EA-8704-4A033ACEB577}" dt="2025-08-19T21:29:58.636" v="3819" actId="14100"/>
          <ac:spMkLst>
            <pc:docMk/>
            <pc:sldMk cId="2261924794" sldId="461"/>
            <ac:spMk id="2" creationId="{AB2212BC-126C-F311-B4CC-B0B4C18F2FD3}"/>
          </ac:spMkLst>
        </pc:spChg>
        <pc:spChg chg="add mod">
          <ac:chgData name="우진 김" userId="9d5916cb77183fd7" providerId="LiveId" clId="{04DF9317-11A9-46EA-8704-4A033ACEB577}" dt="2025-08-19T21:30:38.889" v="3906" actId="1036"/>
          <ac:spMkLst>
            <pc:docMk/>
            <pc:sldMk cId="2261924794" sldId="461"/>
            <ac:spMk id="3" creationId="{A5C33F27-DC4F-3B56-99A1-6B93E53E3B76}"/>
          </ac:spMkLst>
        </pc:spChg>
        <pc:spChg chg="mod">
          <ac:chgData name="우진 김" userId="9d5916cb77183fd7" providerId="LiveId" clId="{04DF9317-11A9-46EA-8704-4A033ACEB577}" dt="2025-08-19T19:15:20.120" v="2594" actId="20577"/>
          <ac:spMkLst>
            <pc:docMk/>
            <pc:sldMk cId="2261924794" sldId="461"/>
            <ac:spMk id="4" creationId="{67C40741-9DB4-E524-8B19-402D181D5C3A}"/>
          </ac:spMkLst>
        </pc:spChg>
        <pc:spChg chg="add del mod">
          <ac:chgData name="우진 김" userId="9d5916cb77183fd7" providerId="LiveId" clId="{04DF9317-11A9-46EA-8704-4A033ACEB577}" dt="2025-08-19T21:34:27.929" v="3942" actId="478"/>
          <ac:spMkLst>
            <pc:docMk/>
            <pc:sldMk cId="2261924794" sldId="461"/>
            <ac:spMk id="6" creationId="{BFEC8D1F-9F73-C5ED-0E58-D4377B7A40C5}"/>
          </ac:spMkLst>
        </pc:spChg>
        <pc:spChg chg="add mod">
          <ac:chgData name="우진 김" userId="9d5916cb77183fd7" providerId="LiveId" clId="{04DF9317-11A9-46EA-8704-4A033ACEB577}" dt="2025-08-19T21:34:36.449" v="3946" actId="1076"/>
          <ac:spMkLst>
            <pc:docMk/>
            <pc:sldMk cId="2261924794" sldId="461"/>
            <ac:spMk id="7" creationId="{B52C6455-A774-3234-B1B6-59D4D3A4D3AB}"/>
          </ac:spMkLst>
        </pc:spChg>
        <pc:spChg chg="mod">
          <ac:chgData name="우진 김" userId="9d5916cb77183fd7" providerId="LiveId" clId="{04DF9317-11A9-46EA-8704-4A033ACEB577}" dt="2025-08-19T19:15:05.818" v="2588"/>
          <ac:spMkLst>
            <pc:docMk/>
            <pc:sldMk cId="2261924794" sldId="461"/>
            <ac:spMk id="9" creationId="{BA337F16-78D5-8F24-616B-7D8C0150B523}"/>
          </ac:spMkLst>
        </pc:spChg>
        <pc:spChg chg="add mod">
          <ac:chgData name="우진 김" userId="9d5916cb77183fd7" providerId="LiveId" clId="{04DF9317-11A9-46EA-8704-4A033ACEB577}" dt="2025-08-19T21:35:12.058" v="3996" actId="1076"/>
          <ac:spMkLst>
            <pc:docMk/>
            <pc:sldMk cId="2261924794" sldId="461"/>
            <ac:spMk id="10" creationId="{6C25F335-9B54-1BE4-62E2-4E468479242D}"/>
          </ac:spMkLst>
        </pc:spChg>
        <pc:spChg chg="add mod">
          <ac:chgData name="우진 김" userId="9d5916cb77183fd7" providerId="LiveId" clId="{04DF9317-11A9-46EA-8704-4A033ACEB577}" dt="2025-08-19T21:36:32.050" v="4063" actId="113"/>
          <ac:spMkLst>
            <pc:docMk/>
            <pc:sldMk cId="2261924794" sldId="461"/>
            <ac:spMk id="11" creationId="{9581F644-04F7-D187-F6F5-9ECBC72C9C17}"/>
          </ac:spMkLst>
        </pc:spChg>
        <pc:spChg chg="add mod">
          <ac:chgData name="우진 김" userId="9d5916cb77183fd7" providerId="LiveId" clId="{04DF9317-11A9-46EA-8704-4A033ACEB577}" dt="2025-08-19T23:54:15.051" v="6589" actId="207"/>
          <ac:spMkLst>
            <pc:docMk/>
            <pc:sldMk cId="2261924794" sldId="461"/>
            <ac:spMk id="15" creationId="{D9D50367-42A3-E3BF-9528-C4BCA7477AC8}"/>
          </ac:spMkLst>
        </pc:spChg>
        <pc:spChg chg="add mod">
          <ac:chgData name="우진 김" userId="9d5916cb77183fd7" providerId="LiveId" clId="{04DF9317-11A9-46EA-8704-4A033ACEB577}" dt="2025-08-19T21:38:18.733" v="4083"/>
          <ac:spMkLst>
            <pc:docMk/>
            <pc:sldMk cId="2261924794" sldId="461"/>
            <ac:spMk id="16" creationId="{892D73E0-6EF8-3FDA-0E0C-DAC8D2420E68}"/>
          </ac:spMkLst>
        </pc:spChg>
        <pc:spChg chg="add mod">
          <ac:chgData name="우진 김" userId="9d5916cb77183fd7" providerId="LiveId" clId="{04DF9317-11A9-46EA-8704-4A033ACEB577}" dt="2025-08-19T21:42:58.552" v="4166" actId="1076"/>
          <ac:spMkLst>
            <pc:docMk/>
            <pc:sldMk cId="2261924794" sldId="461"/>
            <ac:spMk id="17" creationId="{B5C3CFC6-E3DF-437B-006E-3708DA8A1A87}"/>
          </ac:spMkLst>
        </pc:spChg>
        <pc:cxnChg chg="add mod">
          <ac:chgData name="우진 김" userId="9d5916cb77183fd7" providerId="LiveId" clId="{04DF9317-11A9-46EA-8704-4A033ACEB577}" dt="2025-08-19T21:36:42.719" v="4066" actId="208"/>
          <ac:cxnSpMkLst>
            <pc:docMk/>
            <pc:sldMk cId="2261924794" sldId="461"/>
            <ac:cxnSpMk id="13" creationId="{E64E396A-BC5E-0CD3-BEA0-6AB3FE31169F}"/>
          </ac:cxnSpMkLst>
        </pc:cxnChg>
      </pc:sldChg>
      <pc:sldChg chg="modSp add del mod">
        <pc:chgData name="우진 김" userId="9d5916cb77183fd7" providerId="LiveId" clId="{04DF9317-11A9-46EA-8704-4A033ACEB577}" dt="2025-08-19T22:22:08.850" v="4641" actId="2696"/>
        <pc:sldMkLst>
          <pc:docMk/>
          <pc:sldMk cId="1740793535" sldId="462"/>
        </pc:sldMkLst>
        <pc:spChg chg="mod">
          <ac:chgData name="우진 김" userId="9d5916cb77183fd7" providerId="LiveId" clId="{04DF9317-11A9-46EA-8704-4A033ACEB577}" dt="2025-08-19T19:15:33.977" v="2618" actId="20577"/>
          <ac:spMkLst>
            <pc:docMk/>
            <pc:sldMk cId="1740793535" sldId="462"/>
            <ac:spMk id="4" creationId="{42046A97-7B7D-5ECB-5EB5-3F679D53EBE3}"/>
          </ac:spMkLst>
        </pc:spChg>
      </pc:sldChg>
      <pc:sldChg chg="addSp modSp add mod modAnim">
        <pc:chgData name="우진 김" userId="9d5916cb77183fd7" providerId="LiveId" clId="{04DF9317-11A9-46EA-8704-4A033ACEB577}" dt="2025-08-19T22:37:03.398" v="4833" actId="1076"/>
        <pc:sldMkLst>
          <pc:docMk/>
          <pc:sldMk cId="2196882934" sldId="463"/>
        </pc:sldMkLst>
        <pc:spChg chg="add mod">
          <ac:chgData name="우진 김" userId="9d5916cb77183fd7" providerId="LiveId" clId="{04DF9317-11A9-46EA-8704-4A033ACEB577}" dt="2025-08-19T22:28:02.809" v="4697" actId="14100"/>
          <ac:spMkLst>
            <pc:docMk/>
            <pc:sldMk cId="2196882934" sldId="463"/>
            <ac:spMk id="2" creationId="{1DFAD627-FF6A-48E7-D681-D2E4FFC98211}"/>
          </ac:spMkLst>
        </pc:spChg>
        <pc:spChg chg="add mod">
          <ac:chgData name="우진 김" userId="9d5916cb77183fd7" providerId="LiveId" clId="{04DF9317-11A9-46EA-8704-4A033ACEB577}" dt="2025-08-19T22:32:22.194" v="4718" actId="1076"/>
          <ac:spMkLst>
            <pc:docMk/>
            <pc:sldMk cId="2196882934" sldId="463"/>
            <ac:spMk id="3" creationId="{8A87F5DC-0C7D-A20A-6658-D021BB242CCE}"/>
          </ac:spMkLst>
        </pc:spChg>
        <pc:spChg chg="mod">
          <ac:chgData name="우진 김" userId="9d5916cb77183fd7" providerId="LiveId" clId="{04DF9317-11A9-46EA-8704-4A033ACEB577}" dt="2025-08-19T19:16:39.256" v="2626"/>
          <ac:spMkLst>
            <pc:docMk/>
            <pc:sldMk cId="2196882934" sldId="463"/>
            <ac:spMk id="4" creationId="{03F58477-102A-6F17-826C-C54315590C33}"/>
          </ac:spMkLst>
        </pc:spChg>
        <pc:spChg chg="add mod">
          <ac:chgData name="우진 김" userId="9d5916cb77183fd7" providerId="LiveId" clId="{04DF9317-11A9-46EA-8704-4A033ACEB577}" dt="2025-08-19T22:32:17.950" v="4717" actId="1076"/>
          <ac:spMkLst>
            <pc:docMk/>
            <pc:sldMk cId="2196882934" sldId="463"/>
            <ac:spMk id="6" creationId="{36082222-3CCF-02DE-BD3E-50A150DB561D}"/>
          </ac:spMkLst>
        </pc:spChg>
        <pc:spChg chg="add mod">
          <ac:chgData name="우진 김" userId="9d5916cb77183fd7" providerId="LiveId" clId="{04DF9317-11A9-46EA-8704-4A033ACEB577}" dt="2025-08-19T22:32:17.950" v="4717" actId="1076"/>
          <ac:spMkLst>
            <pc:docMk/>
            <pc:sldMk cId="2196882934" sldId="463"/>
            <ac:spMk id="7" creationId="{579777BC-2A7C-EB78-6057-BD657AF49357}"/>
          </ac:spMkLst>
        </pc:spChg>
        <pc:spChg chg="mod">
          <ac:chgData name="우진 김" userId="9d5916cb77183fd7" providerId="LiveId" clId="{04DF9317-11A9-46EA-8704-4A033ACEB577}" dt="2025-08-19T22:22:58.571" v="4660" actId="20577"/>
          <ac:spMkLst>
            <pc:docMk/>
            <pc:sldMk cId="2196882934" sldId="463"/>
            <ac:spMk id="9" creationId="{5394344B-5DB1-15E9-EDF5-A7E6AA5BFEB9}"/>
          </ac:spMkLst>
        </pc:spChg>
        <pc:spChg chg="add mod">
          <ac:chgData name="우진 김" userId="9d5916cb77183fd7" providerId="LiveId" clId="{04DF9317-11A9-46EA-8704-4A033ACEB577}" dt="2025-08-19T22:32:17.950" v="4717" actId="1076"/>
          <ac:spMkLst>
            <pc:docMk/>
            <pc:sldMk cId="2196882934" sldId="463"/>
            <ac:spMk id="10" creationId="{47160FFA-FB85-9E3A-E1A4-438267294451}"/>
          </ac:spMkLst>
        </pc:spChg>
        <pc:spChg chg="add mod">
          <ac:chgData name="우진 김" userId="9d5916cb77183fd7" providerId="LiveId" clId="{04DF9317-11A9-46EA-8704-4A033ACEB577}" dt="2025-08-19T22:36:49.644" v="4814" actId="1076"/>
          <ac:spMkLst>
            <pc:docMk/>
            <pc:sldMk cId="2196882934" sldId="463"/>
            <ac:spMk id="11" creationId="{2F09CC4D-7282-99EE-682A-85209BAB1BB3}"/>
          </ac:spMkLst>
        </pc:spChg>
        <pc:spChg chg="add mod ord">
          <ac:chgData name="우진 김" userId="9d5916cb77183fd7" providerId="LiveId" clId="{04DF9317-11A9-46EA-8704-4A033ACEB577}" dt="2025-08-19T22:37:00.974" v="4832" actId="1076"/>
          <ac:spMkLst>
            <pc:docMk/>
            <pc:sldMk cId="2196882934" sldId="463"/>
            <ac:spMk id="14" creationId="{B0B1FDFC-A938-AABF-40B7-4C429420E482}"/>
          </ac:spMkLst>
        </pc:spChg>
        <pc:spChg chg="add mod">
          <ac:chgData name="우진 김" userId="9d5916cb77183fd7" providerId="LiveId" clId="{04DF9317-11A9-46EA-8704-4A033ACEB577}" dt="2025-08-19T22:33:36.726" v="4741" actId="1076"/>
          <ac:spMkLst>
            <pc:docMk/>
            <pc:sldMk cId="2196882934" sldId="463"/>
            <ac:spMk id="15" creationId="{A40DF012-FB3B-828B-5E97-E86EB7F6D66B}"/>
          </ac:spMkLst>
        </pc:spChg>
        <pc:spChg chg="add mod">
          <ac:chgData name="우진 김" userId="9d5916cb77183fd7" providerId="LiveId" clId="{04DF9317-11A9-46EA-8704-4A033ACEB577}" dt="2025-08-19T22:34:17.747" v="4756" actId="1076"/>
          <ac:spMkLst>
            <pc:docMk/>
            <pc:sldMk cId="2196882934" sldId="463"/>
            <ac:spMk id="18" creationId="{17990AAE-8ED2-3359-ECB7-D1C7E57D4556}"/>
          </ac:spMkLst>
        </pc:spChg>
        <pc:spChg chg="add mod">
          <ac:chgData name="우진 김" userId="9d5916cb77183fd7" providerId="LiveId" clId="{04DF9317-11A9-46EA-8704-4A033ACEB577}" dt="2025-08-19T22:36:26.927" v="4794" actId="1076"/>
          <ac:spMkLst>
            <pc:docMk/>
            <pc:sldMk cId="2196882934" sldId="463"/>
            <ac:spMk id="24" creationId="{293078B0-F33A-3F07-37BF-EB73354CCDEA}"/>
          </ac:spMkLst>
        </pc:spChg>
        <pc:spChg chg="add mod">
          <ac:chgData name="우진 김" userId="9d5916cb77183fd7" providerId="LiveId" clId="{04DF9317-11A9-46EA-8704-4A033ACEB577}" dt="2025-08-19T22:36:37.945" v="4798" actId="14100"/>
          <ac:spMkLst>
            <pc:docMk/>
            <pc:sldMk cId="2196882934" sldId="463"/>
            <ac:spMk id="29" creationId="{C6278EF1-F56D-48F6-E8B8-4D1981DFC316}"/>
          </ac:spMkLst>
        </pc:spChg>
        <pc:spChg chg="add mod">
          <ac:chgData name="우진 김" userId="9d5916cb77183fd7" providerId="LiveId" clId="{04DF9317-11A9-46EA-8704-4A033ACEB577}" dt="2025-08-19T22:37:03.398" v="4833" actId="1076"/>
          <ac:spMkLst>
            <pc:docMk/>
            <pc:sldMk cId="2196882934" sldId="463"/>
            <ac:spMk id="30" creationId="{1FAD481C-153A-E133-7DDC-B41A9FF82F7A}"/>
          </ac:spMkLst>
        </pc:spChg>
        <pc:picChg chg="add mod">
          <ac:chgData name="우진 김" userId="9d5916cb77183fd7" providerId="LiveId" clId="{04DF9317-11A9-46EA-8704-4A033ACEB577}" dt="2025-08-19T22:33:14.501" v="4726" actId="1076"/>
          <ac:picMkLst>
            <pc:docMk/>
            <pc:sldMk cId="2196882934" sldId="463"/>
            <ac:picMk id="13" creationId="{DCB1F5A9-4E6E-063E-2B09-763EEAB03397}"/>
          </ac:picMkLst>
        </pc:picChg>
        <pc:picChg chg="add mod modCrop">
          <ac:chgData name="우진 김" userId="9d5916cb77183fd7" providerId="LiveId" clId="{04DF9317-11A9-46EA-8704-4A033ACEB577}" dt="2025-08-19T22:35:10.377" v="4771" actId="1076"/>
          <ac:picMkLst>
            <pc:docMk/>
            <pc:sldMk cId="2196882934" sldId="463"/>
            <ac:picMk id="20" creationId="{0F99AC66-1923-48D5-8340-7667B90EEA67}"/>
          </ac:picMkLst>
        </pc:picChg>
        <pc:picChg chg="add mod">
          <ac:chgData name="우진 김" userId="9d5916cb77183fd7" providerId="LiveId" clId="{04DF9317-11A9-46EA-8704-4A033ACEB577}" dt="2025-08-19T22:35:10.377" v="4771" actId="1076"/>
          <ac:picMkLst>
            <pc:docMk/>
            <pc:sldMk cId="2196882934" sldId="463"/>
            <ac:picMk id="22" creationId="{0CE6344D-12B9-BBBB-B67D-177968B7B62F}"/>
          </ac:picMkLst>
        </pc:picChg>
        <pc:picChg chg="add mod">
          <ac:chgData name="우진 김" userId="9d5916cb77183fd7" providerId="LiveId" clId="{04DF9317-11A9-46EA-8704-4A033ACEB577}" dt="2025-08-19T22:36:24.482" v="4793" actId="1076"/>
          <ac:picMkLst>
            <pc:docMk/>
            <pc:sldMk cId="2196882934" sldId="463"/>
            <ac:picMk id="26" creationId="{A3A6AB0B-ED47-5D38-8215-5768311185C0}"/>
          </ac:picMkLst>
        </pc:picChg>
        <pc:cxnChg chg="add mod">
          <ac:chgData name="우진 김" userId="9d5916cb77183fd7" providerId="LiveId" clId="{04DF9317-11A9-46EA-8704-4A033ACEB577}" dt="2025-08-19T22:36:13.090" v="4790" actId="14100"/>
          <ac:cxnSpMkLst>
            <pc:docMk/>
            <pc:sldMk cId="2196882934" sldId="463"/>
            <ac:cxnSpMk id="17" creationId="{AB6E2C90-121F-27A3-89DE-7DF8EBA9D9DC}"/>
          </ac:cxnSpMkLst>
        </pc:cxnChg>
        <pc:cxnChg chg="add mod">
          <ac:chgData name="우진 김" userId="9d5916cb77183fd7" providerId="LiveId" clId="{04DF9317-11A9-46EA-8704-4A033ACEB577}" dt="2025-08-19T22:36:15.618" v="4791" actId="14100"/>
          <ac:cxnSpMkLst>
            <pc:docMk/>
            <pc:sldMk cId="2196882934" sldId="463"/>
            <ac:cxnSpMk id="23" creationId="{81D41C35-8261-6DC8-657C-0087FAADED0A}"/>
          </ac:cxnSpMkLst>
        </pc:cxnChg>
      </pc:sldChg>
      <pc:sldChg chg="modSp add del mod ord">
        <pc:chgData name="우진 김" userId="9d5916cb77183fd7" providerId="LiveId" clId="{04DF9317-11A9-46EA-8704-4A033ACEB577}" dt="2025-08-19T23:33:01.968" v="6189" actId="2696"/>
        <pc:sldMkLst>
          <pc:docMk/>
          <pc:sldMk cId="8790274" sldId="464"/>
        </pc:sldMkLst>
        <pc:spChg chg="mod">
          <ac:chgData name="우진 김" userId="9d5916cb77183fd7" providerId="LiveId" clId="{04DF9317-11A9-46EA-8704-4A033ACEB577}" dt="2025-08-19T19:50:08.044" v="2652" actId="20577"/>
          <ac:spMkLst>
            <pc:docMk/>
            <pc:sldMk cId="8790274" sldId="464"/>
            <ac:spMk id="4" creationId="{209F854A-3023-5866-F722-F68A6386B7A9}"/>
          </ac:spMkLst>
        </pc:spChg>
        <pc:spChg chg="mod">
          <ac:chgData name="우진 김" userId="9d5916cb77183fd7" providerId="LiveId" clId="{04DF9317-11A9-46EA-8704-4A033ACEB577}" dt="2025-08-19T19:49:33.836" v="2639" actId="20577"/>
          <ac:spMkLst>
            <pc:docMk/>
            <pc:sldMk cId="8790274" sldId="464"/>
            <ac:spMk id="8" creationId="{4C461364-E164-5DAF-03FD-69081A0DE389}"/>
          </ac:spMkLst>
        </pc:spChg>
      </pc:sldChg>
      <pc:sldChg chg="addSp modSp add mod">
        <pc:chgData name="우진 김" userId="9d5916cb77183fd7" providerId="LiveId" clId="{04DF9317-11A9-46EA-8704-4A033ACEB577}" dt="2025-08-20T00:23:34.491" v="6702" actId="20577"/>
        <pc:sldMkLst>
          <pc:docMk/>
          <pc:sldMk cId="3522871725" sldId="465"/>
        </pc:sldMkLst>
        <pc:spChg chg="add mod">
          <ac:chgData name="우진 김" userId="9d5916cb77183fd7" providerId="LiveId" clId="{04DF9317-11A9-46EA-8704-4A033ACEB577}" dt="2025-08-19T23:02:50.680" v="5270" actId="20577"/>
          <ac:spMkLst>
            <pc:docMk/>
            <pc:sldMk cId="3522871725" sldId="465"/>
            <ac:spMk id="2" creationId="{6E706D04-882E-CACC-BAE0-FF4B7E3ADB80}"/>
          </ac:spMkLst>
        </pc:spChg>
        <pc:spChg chg="add mod">
          <ac:chgData name="우진 김" userId="9d5916cb77183fd7" providerId="LiveId" clId="{04DF9317-11A9-46EA-8704-4A033ACEB577}" dt="2025-08-19T23:03:30.209" v="5341" actId="20577"/>
          <ac:spMkLst>
            <pc:docMk/>
            <pc:sldMk cId="3522871725" sldId="465"/>
            <ac:spMk id="3" creationId="{55C251CB-659E-2FD3-14BC-71DC798043CF}"/>
          </ac:spMkLst>
        </pc:spChg>
        <pc:spChg chg="mod">
          <ac:chgData name="우진 김" userId="9d5916cb77183fd7" providerId="LiveId" clId="{04DF9317-11A9-46EA-8704-4A033ACEB577}" dt="2025-08-19T19:50:47.878" v="2658" actId="404"/>
          <ac:spMkLst>
            <pc:docMk/>
            <pc:sldMk cId="3522871725" sldId="465"/>
            <ac:spMk id="4" creationId="{0DF86ED3-9A44-3B40-4F8C-7F2F6CC2918E}"/>
          </ac:spMkLst>
        </pc:spChg>
        <pc:spChg chg="add mod">
          <ac:chgData name="우진 김" userId="9d5916cb77183fd7" providerId="LiveId" clId="{04DF9317-11A9-46EA-8704-4A033ACEB577}" dt="2025-08-19T23:05:19.852" v="5437" actId="20577"/>
          <ac:spMkLst>
            <pc:docMk/>
            <pc:sldMk cId="3522871725" sldId="465"/>
            <ac:spMk id="6" creationId="{E81C1FEF-44E3-7C54-8B99-18E5C0005D65}"/>
          </ac:spMkLst>
        </pc:spChg>
        <pc:spChg chg="mod">
          <ac:chgData name="우진 김" userId="9d5916cb77183fd7" providerId="LiveId" clId="{04DF9317-11A9-46EA-8704-4A033ACEB577}" dt="2025-08-19T23:11:50.703" v="5586" actId="20577"/>
          <ac:spMkLst>
            <pc:docMk/>
            <pc:sldMk cId="3522871725" sldId="465"/>
            <ac:spMk id="9" creationId="{F233F718-E73D-4EF7-F384-FC2C47F14BAA}"/>
          </ac:spMkLst>
        </pc:spChg>
        <pc:spChg chg="add mod ord">
          <ac:chgData name="우진 김" userId="9d5916cb77183fd7" providerId="LiveId" clId="{04DF9317-11A9-46EA-8704-4A033ACEB577}" dt="2025-08-19T23:09:37.796" v="5536" actId="14100"/>
          <ac:spMkLst>
            <pc:docMk/>
            <pc:sldMk cId="3522871725" sldId="465"/>
            <ac:spMk id="11" creationId="{B546148E-F8BC-A126-4DAA-12A25E5522DA}"/>
          </ac:spMkLst>
        </pc:spChg>
        <pc:spChg chg="add mod">
          <ac:chgData name="우진 김" userId="9d5916cb77183fd7" providerId="LiveId" clId="{04DF9317-11A9-46EA-8704-4A033ACEB577}" dt="2025-08-19T23:07:58.808" v="5478" actId="1076"/>
          <ac:spMkLst>
            <pc:docMk/>
            <pc:sldMk cId="3522871725" sldId="465"/>
            <ac:spMk id="14" creationId="{6ACD6FDE-06B0-A00F-5BA9-E2F866542DE1}"/>
          </ac:spMkLst>
        </pc:spChg>
        <pc:spChg chg="add mod">
          <ac:chgData name="우진 김" userId="9d5916cb77183fd7" providerId="LiveId" clId="{04DF9317-11A9-46EA-8704-4A033ACEB577}" dt="2025-08-20T00:23:34.491" v="6702" actId="20577"/>
          <ac:spMkLst>
            <pc:docMk/>
            <pc:sldMk cId="3522871725" sldId="465"/>
            <ac:spMk id="15" creationId="{F821021E-71E9-F1E0-DF9C-C6BF8C2A1B0E}"/>
          </ac:spMkLst>
        </pc:spChg>
        <pc:spChg chg="add mod ord">
          <ac:chgData name="우진 김" userId="9d5916cb77183fd7" providerId="LiveId" clId="{04DF9317-11A9-46EA-8704-4A033ACEB577}" dt="2025-08-19T23:10:25.489" v="5547" actId="14100"/>
          <ac:spMkLst>
            <pc:docMk/>
            <pc:sldMk cId="3522871725" sldId="465"/>
            <ac:spMk id="20" creationId="{D42D442B-3DEA-84D6-5251-5A9C3CF546C2}"/>
          </ac:spMkLst>
        </pc:spChg>
        <pc:spChg chg="add mod">
          <ac:chgData name="우진 김" userId="9d5916cb77183fd7" providerId="LiveId" clId="{04DF9317-11A9-46EA-8704-4A033ACEB577}" dt="2025-08-19T23:10:48.491" v="5549" actId="1076"/>
          <ac:spMkLst>
            <pc:docMk/>
            <pc:sldMk cId="3522871725" sldId="465"/>
            <ac:spMk id="21" creationId="{66F77BB5-86A4-2BA4-8B05-260291CC0B32}"/>
          </ac:spMkLst>
        </pc:spChg>
        <pc:spChg chg="add mod">
          <ac:chgData name="우진 김" userId="9d5916cb77183fd7" providerId="LiveId" clId="{04DF9317-11A9-46EA-8704-4A033ACEB577}" dt="2025-08-19T23:10:48.491" v="5549" actId="1076"/>
          <ac:spMkLst>
            <pc:docMk/>
            <pc:sldMk cId="3522871725" sldId="465"/>
            <ac:spMk id="22" creationId="{CB2D8A51-1517-8550-E25A-A69FE707DB47}"/>
          </ac:spMkLst>
        </pc:spChg>
        <pc:spChg chg="add mod">
          <ac:chgData name="우진 김" userId="9d5916cb77183fd7" providerId="LiveId" clId="{04DF9317-11A9-46EA-8704-4A033ACEB577}" dt="2025-08-19T23:11:09.535" v="5570" actId="1076"/>
          <ac:spMkLst>
            <pc:docMk/>
            <pc:sldMk cId="3522871725" sldId="465"/>
            <ac:spMk id="23" creationId="{83CF020C-76C5-4015-A355-5163A1636FA4}"/>
          </ac:spMkLst>
        </pc:spChg>
        <pc:picChg chg="add mod">
          <ac:chgData name="우진 김" userId="9d5916cb77183fd7" providerId="LiveId" clId="{04DF9317-11A9-46EA-8704-4A033ACEB577}" dt="2025-08-19T23:07:14.620" v="5450" actId="1076"/>
          <ac:picMkLst>
            <pc:docMk/>
            <pc:sldMk cId="3522871725" sldId="465"/>
            <ac:picMk id="10" creationId="{CB3CB1CC-A671-24DE-1F75-ED25D3E833AD}"/>
          </ac:picMkLst>
        </pc:picChg>
        <pc:picChg chg="add mod">
          <ac:chgData name="우진 김" userId="9d5916cb77183fd7" providerId="LiveId" clId="{04DF9317-11A9-46EA-8704-4A033ACEB577}" dt="2025-08-19T23:10:20.596" v="5546" actId="1035"/>
          <ac:picMkLst>
            <pc:docMk/>
            <pc:sldMk cId="3522871725" sldId="465"/>
            <ac:picMk id="17" creationId="{EA2E5CCE-0301-D8F4-2AAB-F5E4161E74CC}"/>
          </ac:picMkLst>
        </pc:picChg>
        <pc:cxnChg chg="add mod">
          <ac:chgData name="우진 김" userId="9d5916cb77183fd7" providerId="LiveId" clId="{04DF9317-11A9-46EA-8704-4A033ACEB577}" dt="2025-08-19T23:07:22.845" v="5453" actId="13822"/>
          <ac:cxnSpMkLst>
            <pc:docMk/>
            <pc:sldMk cId="3522871725" sldId="465"/>
            <ac:cxnSpMk id="13" creationId="{A8C5BEF4-9FDE-F091-B090-BB82CC9E8406}"/>
          </ac:cxnSpMkLst>
        </pc:cxnChg>
        <pc:cxnChg chg="add">
          <ac:chgData name="우진 김" userId="9d5916cb77183fd7" providerId="LiveId" clId="{04DF9317-11A9-46EA-8704-4A033ACEB577}" dt="2025-08-19T23:10:05.788" v="5539" actId="11529"/>
          <ac:cxnSpMkLst>
            <pc:docMk/>
            <pc:sldMk cId="3522871725" sldId="465"/>
            <ac:cxnSpMk id="19" creationId="{391F88B9-9FA6-9196-274E-2F6DF72D9952}"/>
          </ac:cxnSpMkLst>
        </pc:cxnChg>
      </pc:sldChg>
      <pc:sldChg chg="addSp delSp modSp add mod">
        <pc:chgData name="우진 김" userId="9d5916cb77183fd7" providerId="LiveId" clId="{04DF9317-11A9-46EA-8704-4A033ACEB577}" dt="2025-08-19T23:52:29.784" v="6587" actId="1076"/>
        <pc:sldMkLst>
          <pc:docMk/>
          <pc:sldMk cId="1809259166" sldId="466"/>
        </pc:sldMkLst>
        <pc:spChg chg="add mod">
          <ac:chgData name="우진 김" userId="9d5916cb77183fd7" providerId="LiveId" clId="{04DF9317-11A9-46EA-8704-4A033ACEB577}" dt="2025-08-19T23:48:02.566" v="6433" actId="20577"/>
          <ac:spMkLst>
            <pc:docMk/>
            <pc:sldMk cId="1809259166" sldId="466"/>
            <ac:spMk id="2" creationId="{A5E9FFC1-09CA-FAD1-F3B3-1D9D941AF66B}"/>
          </ac:spMkLst>
        </pc:spChg>
        <pc:spChg chg="del mod">
          <ac:chgData name="우진 김" userId="9d5916cb77183fd7" providerId="LiveId" clId="{04DF9317-11A9-46EA-8704-4A033ACEB577}" dt="2025-08-19T23:52:24.369" v="6584" actId="478"/>
          <ac:spMkLst>
            <pc:docMk/>
            <pc:sldMk cId="1809259166" sldId="466"/>
            <ac:spMk id="4" creationId="{061F523F-9C81-EC49-FEC8-796D48B8777E}"/>
          </ac:spMkLst>
        </pc:spChg>
        <pc:spChg chg="add mod">
          <ac:chgData name="우진 김" userId="9d5916cb77183fd7" providerId="LiveId" clId="{04DF9317-11A9-46EA-8704-4A033ACEB577}" dt="2025-08-19T23:49:57.514" v="6511" actId="1076"/>
          <ac:spMkLst>
            <pc:docMk/>
            <pc:sldMk cId="1809259166" sldId="466"/>
            <ac:spMk id="7" creationId="{660AE688-62E2-9506-42E6-E544D6E1CFD6}"/>
          </ac:spMkLst>
        </pc:spChg>
        <pc:spChg chg="add mod">
          <ac:chgData name="우진 김" userId="9d5916cb77183fd7" providerId="LiveId" clId="{04DF9317-11A9-46EA-8704-4A033ACEB577}" dt="2025-08-19T23:49:54.478" v="6510" actId="1076"/>
          <ac:spMkLst>
            <pc:docMk/>
            <pc:sldMk cId="1809259166" sldId="466"/>
            <ac:spMk id="10" creationId="{D725A7CE-96E4-8223-16B3-592A4DC9A3EE}"/>
          </ac:spMkLst>
        </pc:spChg>
        <pc:spChg chg="add mod">
          <ac:chgData name="우진 김" userId="9d5916cb77183fd7" providerId="LiveId" clId="{04DF9317-11A9-46EA-8704-4A033ACEB577}" dt="2025-08-19T23:49:39.704" v="6508" actId="20577"/>
          <ac:spMkLst>
            <pc:docMk/>
            <pc:sldMk cId="1809259166" sldId="466"/>
            <ac:spMk id="11" creationId="{41F08271-08F2-30A1-75AE-89E787C70D07}"/>
          </ac:spMkLst>
        </pc:spChg>
        <pc:spChg chg="add mod">
          <ac:chgData name="우진 김" userId="9d5916cb77183fd7" providerId="LiveId" clId="{04DF9317-11A9-46EA-8704-4A033ACEB577}" dt="2025-08-19T23:50:28.921" v="6535" actId="1076"/>
          <ac:spMkLst>
            <pc:docMk/>
            <pc:sldMk cId="1809259166" sldId="466"/>
            <ac:spMk id="12" creationId="{6C203915-FFCC-82BB-9BF9-2C4DA04B4A4C}"/>
          </ac:spMkLst>
        </pc:spChg>
        <pc:spChg chg="add mod">
          <ac:chgData name="우진 김" userId="9d5916cb77183fd7" providerId="LiveId" clId="{04DF9317-11A9-46EA-8704-4A033ACEB577}" dt="2025-08-19T23:50:41.571" v="6537" actId="1076"/>
          <ac:spMkLst>
            <pc:docMk/>
            <pc:sldMk cId="1809259166" sldId="466"/>
            <ac:spMk id="13" creationId="{DFF13D85-CFE9-E55C-3CA9-E0EBABCDE80E}"/>
          </ac:spMkLst>
        </pc:spChg>
        <pc:spChg chg="add mod">
          <ac:chgData name="우진 김" userId="9d5916cb77183fd7" providerId="LiveId" clId="{04DF9317-11A9-46EA-8704-4A033ACEB577}" dt="2025-08-19T23:51:45.523" v="6582" actId="207"/>
          <ac:spMkLst>
            <pc:docMk/>
            <pc:sldMk cId="1809259166" sldId="466"/>
            <ac:spMk id="18" creationId="{0F50B7B5-FDEC-467C-9229-008758ABA2B6}"/>
          </ac:spMkLst>
        </pc:spChg>
        <pc:spChg chg="add del mod">
          <ac:chgData name="우진 김" userId="9d5916cb77183fd7" providerId="LiveId" clId="{04DF9317-11A9-46EA-8704-4A033ACEB577}" dt="2025-08-19T23:52:26.318" v="6586" actId="478"/>
          <ac:spMkLst>
            <pc:docMk/>
            <pc:sldMk cId="1809259166" sldId="466"/>
            <ac:spMk id="20" creationId="{691CBE24-3D9D-D240-63C5-D8B196BA7A02}"/>
          </ac:spMkLst>
        </pc:spChg>
        <pc:spChg chg="add mod">
          <ac:chgData name="우진 김" userId="9d5916cb77183fd7" providerId="LiveId" clId="{04DF9317-11A9-46EA-8704-4A033ACEB577}" dt="2025-08-19T23:52:29.784" v="6587" actId="1076"/>
          <ac:spMkLst>
            <pc:docMk/>
            <pc:sldMk cId="1809259166" sldId="466"/>
            <ac:spMk id="21" creationId="{66394AB0-85B4-EA2C-1394-7ED7576D8889}"/>
          </ac:spMkLst>
        </pc:spChg>
        <pc:picChg chg="add mod ord">
          <ac:chgData name="우진 김" userId="9d5916cb77183fd7" providerId="LiveId" clId="{04DF9317-11A9-46EA-8704-4A033ACEB577}" dt="2025-08-19T23:49:57.514" v="6511" actId="1076"/>
          <ac:picMkLst>
            <pc:docMk/>
            <pc:sldMk cId="1809259166" sldId="466"/>
            <ac:picMk id="6" creationId="{EBD8FCDD-EDD3-3158-3D08-3F78C26B998B}"/>
          </ac:picMkLst>
        </pc:picChg>
        <pc:picChg chg="add mod">
          <ac:chgData name="우진 김" userId="9d5916cb77183fd7" providerId="LiveId" clId="{04DF9317-11A9-46EA-8704-4A033ACEB577}" dt="2025-08-19T23:50:58.276" v="6543" actId="1076"/>
          <ac:picMkLst>
            <pc:docMk/>
            <pc:sldMk cId="1809259166" sldId="466"/>
            <ac:picMk id="15" creationId="{E93D1DD4-5FC5-72A6-D176-2E2853DF6B04}"/>
          </ac:picMkLst>
        </pc:picChg>
        <pc:cxnChg chg="add">
          <ac:chgData name="우진 김" userId="9d5916cb77183fd7" providerId="LiveId" clId="{04DF9317-11A9-46EA-8704-4A033ACEB577}" dt="2025-08-19T23:51:13.357" v="6544" actId="11529"/>
          <ac:cxnSpMkLst>
            <pc:docMk/>
            <pc:sldMk cId="1809259166" sldId="466"/>
            <ac:cxnSpMk id="17" creationId="{B43DA985-DB82-C7CA-6004-A7F6F3171245}"/>
          </ac:cxnSpMkLst>
        </pc:cxnChg>
      </pc:sldChg>
      <pc:sldChg chg="modSp add mod ord">
        <pc:chgData name="우진 김" userId="9d5916cb77183fd7" providerId="LiveId" clId="{04DF9317-11A9-46EA-8704-4A033ACEB577}" dt="2025-08-19T19:54:54.973" v="2707" actId="20577"/>
        <pc:sldMkLst>
          <pc:docMk/>
          <pc:sldMk cId="1097575580" sldId="467"/>
        </pc:sldMkLst>
        <pc:spChg chg="mod">
          <ac:chgData name="우진 김" userId="9d5916cb77183fd7" providerId="LiveId" clId="{04DF9317-11A9-46EA-8704-4A033ACEB577}" dt="2025-08-19T19:54:54.973" v="2707" actId="20577"/>
          <ac:spMkLst>
            <pc:docMk/>
            <pc:sldMk cId="1097575580" sldId="467"/>
            <ac:spMk id="2" creationId="{38300A7B-C063-7D04-9201-3E39699127AA}"/>
          </ac:spMkLst>
        </pc:spChg>
      </pc:sldChg>
      <pc:sldChg chg="modSp add mod ord">
        <pc:chgData name="우진 김" userId="9d5916cb77183fd7" providerId="LiveId" clId="{04DF9317-11A9-46EA-8704-4A033ACEB577}" dt="2025-08-19T19:57:54.226" v="2730" actId="20577"/>
        <pc:sldMkLst>
          <pc:docMk/>
          <pc:sldMk cId="4201449618" sldId="468"/>
        </pc:sldMkLst>
        <pc:spChg chg="mod">
          <ac:chgData name="우진 김" userId="9d5916cb77183fd7" providerId="LiveId" clId="{04DF9317-11A9-46EA-8704-4A033ACEB577}" dt="2025-08-19T19:57:54.226" v="2730" actId="20577"/>
          <ac:spMkLst>
            <pc:docMk/>
            <pc:sldMk cId="4201449618" sldId="468"/>
            <ac:spMk id="4" creationId="{844F2CF8-D522-D7A3-926E-E878779D6AB1}"/>
          </ac:spMkLst>
        </pc:spChg>
        <pc:spChg chg="mod">
          <ac:chgData name="우진 김" userId="9d5916cb77183fd7" providerId="LiveId" clId="{04DF9317-11A9-46EA-8704-4A033ACEB577}" dt="2025-08-19T19:55:11.430" v="2717" actId="20577"/>
          <ac:spMkLst>
            <pc:docMk/>
            <pc:sldMk cId="4201449618" sldId="468"/>
            <ac:spMk id="8" creationId="{7016BF97-C953-1EA5-2247-95B498090ACA}"/>
          </ac:spMkLst>
        </pc:spChg>
      </pc:sldChg>
      <pc:sldChg chg="modSp add mod">
        <pc:chgData name="우진 김" userId="9d5916cb77183fd7" providerId="LiveId" clId="{04DF9317-11A9-46EA-8704-4A033ACEB577}" dt="2025-08-19T19:58:44.317" v="2733" actId="20577"/>
        <pc:sldMkLst>
          <pc:docMk/>
          <pc:sldMk cId="639584539" sldId="469"/>
        </pc:sldMkLst>
        <pc:spChg chg="mod">
          <ac:chgData name="우진 김" userId="9d5916cb77183fd7" providerId="LiveId" clId="{04DF9317-11A9-46EA-8704-4A033ACEB577}" dt="2025-08-19T19:58:44.317" v="2733" actId="20577"/>
          <ac:spMkLst>
            <pc:docMk/>
            <pc:sldMk cId="639584539" sldId="469"/>
            <ac:spMk id="4" creationId="{53F495CA-6CD1-A83B-E603-8B39014A74EE}"/>
          </ac:spMkLst>
        </pc:spChg>
      </pc:sldChg>
      <pc:sldChg chg="modSp add mod ord">
        <pc:chgData name="우진 김" userId="9d5916cb77183fd7" providerId="LiveId" clId="{04DF9317-11A9-46EA-8704-4A033ACEB577}" dt="2025-08-19T19:59:26.173" v="2769" actId="20577"/>
        <pc:sldMkLst>
          <pc:docMk/>
          <pc:sldMk cId="3204268027" sldId="470"/>
        </pc:sldMkLst>
        <pc:spChg chg="mod">
          <ac:chgData name="우진 김" userId="9d5916cb77183fd7" providerId="LiveId" clId="{04DF9317-11A9-46EA-8704-4A033ACEB577}" dt="2025-08-19T19:59:26.173" v="2769" actId="20577"/>
          <ac:spMkLst>
            <pc:docMk/>
            <pc:sldMk cId="3204268027" sldId="470"/>
            <ac:spMk id="2" creationId="{258B24F4-56AF-833D-6AC4-365BDED0C508}"/>
          </ac:spMkLst>
        </pc:spChg>
      </pc:sldChg>
      <pc:sldChg chg="modSp add mod ord">
        <pc:chgData name="우진 김" userId="9d5916cb77183fd7" providerId="LiveId" clId="{04DF9317-11A9-46EA-8704-4A033ACEB577}" dt="2025-08-19T20:12:46.412" v="2806" actId="20577"/>
        <pc:sldMkLst>
          <pc:docMk/>
          <pc:sldMk cId="487528784" sldId="471"/>
        </pc:sldMkLst>
        <pc:spChg chg="mod">
          <ac:chgData name="우진 김" userId="9d5916cb77183fd7" providerId="LiveId" clId="{04DF9317-11A9-46EA-8704-4A033ACEB577}" dt="2025-08-19T20:12:46.412" v="2806" actId="20577"/>
          <ac:spMkLst>
            <pc:docMk/>
            <pc:sldMk cId="487528784" sldId="471"/>
            <ac:spMk id="4" creationId="{90AC51F4-A31B-C63F-B3AC-066B5E077DF0}"/>
          </ac:spMkLst>
        </pc:spChg>
        <pc:spChg chg="mod">
          <ac:chgData name="우진 김" userId="9d5916cb77183fd7" providerId="LiveId" clId="{04DF9317-11A9-46EA-8704-4A033ACEB577}" dt="2025-08-19T19:59:43.501" v="2797" actId="20577"/>
          <ac:spMkLst>
            <pc:docMk/>
            <pc:sldMk cId="487528784" sldId="471"/>
            <ac:spMk id="8" creationId="{D975366F-395D-220B-5924-71AA2C6D0D6A}"/>
          </ac:spMkLst>
        </pc:spChg>
      </pc:sldChg>
      <pc:sldChg chg="modSp add mod">
        <pc:chgData name="우진 김" userId="9d5916cb77183fd7" providerId="LiveId" clId="{04DF9317-11A9-46EA-8704-4A033ACEB577}" dt="2025-08-19T20:13:43.462" v="2809" actId="20577"/>
        <pc:sldMkLst>
          <pc:docMk/>
          <pc:sldMk cId="696651168" sldId="472"/>
        </pc:sldMkLst>
        <pc:spChg chg="mod">
          <ac:chgData name="우진 김" userId="9d5916cb77183fd7" providerId="LiveId" clId="{04DF9317-11A9-46EA-8704-4A033ACEB577}" dt="2025-08-19T20:13:43.462" v="2809" actId="20577"/>
          <ac:spMkLst>
            <pc:docMk/>
            <pc:sldMk cId="696651168" sldId="472"/>
            <ac:spMk id="4" creationId="{B3D621AB-6BB0-5699-47C9-4E6DEA637339}"/>
          </ac:spMkLst>
        </pc:spChg>
      </pc:sldChg>
      <pc:sldChg chg="addSp delSp modSp add mod">
        <pc:chgData name="우진 김" userId="9d5916cb77183fd7" providerId="LiveId" clId="{04DF9317-11A9-46EA-8704-4A033ACEB577}" dt="2025-08-19T21:03:14.522" v="3472" actId="6549"/>
        <pc:sldMkLst>
          <pc:docMk/>
          <pc:sldMk cId="2897082227" sldId="473"/>
        </pc:sldMkLst>
        <pc:spChg chg="add mod">
          <ac:chgData name="우진 김" userId="9d5916cb77183fd7" providerId="LiveId" clId="{04DF9317-11A9-46EA-8704-4A033ACEB577}" dt="2025-08-19T20:53:37.995" v="3014" actId="1076"/>
          <ac:spMkLst>
            <pc:docMk/>
            <pc:sldMk cId="2897082227" sldId="473"/>
            <ac:spMk id="2" creationId="{1CE3E94D-6C32-15A6-6992-E4D9D7583E9E}"/>
          </ac:spMkLst>
        </pc:spChg>
        <pc:spChg chg="add mod">
          <ac:chgData name="우진 김" userId="9d5916cb77183fd7" providerId="LiveId" clId="{04DF9317-11A9-46EA-8704-4A033ACEB577}" dt="2025-08-19T20:54:25.571" v="3086" actId="20577"/>
          <ac:spMkLst>
            <pc:docMk/>
            <pc:sldMk cId="2897082227" sldId="473"/>
            <ac:spMk id="3" creationId="{BC317C60-B31A-C083-9C7D-D897007DA4B4}"/>
          </ac:spMkLst>
        </pc:spChg>
        <pc:spChg chg="mod">
          <ac:chgData name="우진 김" userId="9d5916cb77183fd7" providerId="LiveId" clId="{04DF9317-11A9-46EA-8704-4A033ACEB577}" dt="2025-08-19T20:52:46.553" v="2971" actId="20577"/>
          <ac:spMkLst>
            <pc:docMk/>
            <pc:sldMk cId="2897082227" sldId="473"/>
            <ac:spMk id="6" creationId="{D3882A92-9056-0B55-3C7A-9F8D07E824BA}"/>
          </ac:spMkLst>
        </pc:spChg>
        <pc:spChg chg="add mod">
          <ac:chgData name="우진 김" userId="9d5916cb77183fd7" providerId="LiveId" clId="{04DF9317-11A9-46EA-8704-4A033ACEB577}" dt="2025-08-19T20:57:43.661" v="3199" actId="20577"/>
          <ac:spMkLst>
            <pc:docMk/>
            <pc:sldMk cId="2897082227" sldId="473"/>
            <ac:spMk id="7" creationId="{CA53E80F-EEE7-51EF-02AC-50E9C9BADA2C}"/>
          </ac:spMkLst>
        </pc:spChg>
        <pc:spChg chg="add mod">
          <ac:chgData name="우진 김" userId="9d5916cb77183fd7" providerId="LiveId" clId="{04DF9317-11A9-46EA-8704-4A033ACEB577}" dt="2025-08-19T21:02:06.623" v="3393" actId="6549"/>
          <ac:spMkLst>
            <pc:docMk/>
            <pc:sldMk cId="2897082227" sldId="473"/>
            <ac:spMk id="10" creationId="{6BC1F135-0A0A-68EE-3AB2-B9E7C244FED2}"/>
          </ac:spMkLst>
        </pc:spChg>
        <pc:spChg chg="add mod">
          <ac:chgData name="우진 김" userId="9d5916cb77183fd7" providerId="LiveId" clId="{04DF9317-11A9-46EA-8704-4A033ACEB577}" dt="2025-08-19T21:03:14.522" v="3472" actId="6549"/>
          <ac:spMkLst>
            <pc:docMk/>
            <pc:sldMk cId="2897082227" sldId="473"/>
            <ac:spMk id="11" creationId="{B8268D33-3A9D-A9EA-83FB-F93FD141CA00}"/>
          </ac:spMkLst>
        </pc:spChg>
        <pc:spChg chg="del">
          <ac:chgData name="우진 김" userId="9d5916cb77183fd7" providerId="LiveId" clId="{04DF9317-11A9-46EA-8704-4A033ACEB577}" dt="2025-08-19T20:52:18.687" v="2967" actId="478"/>
          <ac:spMkLst>
            <pc:docMk/>
            <pc:sldMk cId="2897082227" sldId="473"/>
            <ac:spMk id="12" creationId="{A10AB5E2-EC52-19FF-00BB-72258A5ED06E}"/>
          </ac:spMkLst>
        </pc:spChg>
        <pc:spChg chg="add del mod">
          <ac:chgData name="우진 김" userId="9d5916cb77183fd7" providerId="LiveId" clId="{04DF9317-11A9-46EA-8704-4A033ACEB577}" dt="2025-08-19T21:02:07.511" v="3395"/>
          <ac:spMkLst>
            <pc:docMk/>
            <pc:sldMk cId="2897082227" sldId="473"/>
            <ac:spMk id="13" creationId="{46A29761-40B5-B4CD-655D-59E05E5A13CC}"/>
          </ac:spMkLst>
        </pc:spChg>
        <pc:spChg chg="del">
          <ac:chgData name="우진 김" userId="9d5916cb77183fd7" providerId="LiveId" clId="{04DF9317-11A9-46EA-8704-4A033ACEB577}" dt="2025-08-19T20:52:18.687" v="2967" actId="478"/>
          <ac:spMkLst>
            <pc:docMk/>
            <pc:sldMk cId="2897082227" sldId="473"/>
            <ac:spMk id="14" creationId="{65F3AD15-9A87-D583-6A11-9F90AB65978A}"/>
          </ac:spMkLst>
        </pc:spChg>
        <pc:spChg chg="del">
          <ac:chgData name="우진 김" userId="9d5916cb77183fd7" providerId="LiveId" clId="{04DF9317-11A9-46EA-8704-4A033ACEB577}" dt="2025-08-19T20:52:20.136" v="2968" actId="478"/>
          <ac:spMkLst>
            <pc:docMk/>
            <pc:sldMk cId="2897082227" sldId="473"/>
            <ac:spMk id="17" creationId="{72394576-4E8C-19C9-B5DE-160B9F7AC97F}"/>
          </ac:spMkLst>
        </pc:spChg>
        <pc:spChg chg="del">
          <ac:chgData name="우진 김" userId="9d5916cb77183fd7" providerId="LiveId" clId="{04DF9317-11A9-46EA-8704-4A033ACEB577}" dt="2025-08-19T20:52:20.136" v="2968" actId="478"/>
          <ac:spMkLst>
            <pc:docMk/>
            <pc:sldMk cId="2897082227" sldId="473"/>
            <ac:spMk id="19" creationId="{AF0860D7-57E1-1DF3-A668-0300DDDF2814}"/>
          </ac:spMkLst>
        </pc:spChg>
        <pc:spChg chg="del">
          <ac:chgData name="우진 김" userId="9d5916cb77183fd7" providerId="LiveId" clId="{04DF9317-11A9-46EA-8704-4A033ACEB577}" dt="2025-08-19T20:52:20.136" v="2968" actId="478"/>
          <ac:spMkLst>
            <pc:docMk/>
            <pc:sldMk cId="2897082227" sldId="473"/>
            <ac:spMk id="20" creationId="{A7391CEE-8D23-EA42-9950-DB1B68AE6E70}"/>
          </ac:spMkLst>
        </pc:spChg>
      </pc:sldChg>
      <pc:sldChg chg="addSp delSp modSp add mod">
        <pc:chgData name="우진 김" userId="9d5916cb77183fd7" providerId="LiveId" clId="{04DF9317-11A9-46EA-8704-4A033ACEB577}" dt="2025-08-20T00:17:27.496" v="6624" actId="1037"/>
        <pc:sldMkLst>
          <pc:docMk/>
          <pc:sldMk cId="1451802265" sldId="474"/>
        </pc:sldMkLst>
        <pc:spChg chg="del">
          <ac:chgData name="우진 김" userId="9d5916cb77183fd7" providerId="LiveId" clId="{04DF9317-11A9-46EA-8704-4A033ACEB577}" dt="2025-08-19T21:20:52.089" v="3477" actId="478"/>
          <ac:spMkLst>
            <pc:docMk/>
            <pc:sldMk cId="1451802265" sldId="474"/>
            <ac:spMk id="2" creationId="{CC1D5F77-C6CD-2820-C8E2-AC8513EC1ABD}"/>
          </ac:spMkLst>
        </pc:spChg>
        <pc:spChg chg="del">
          <ac:chgData name="우진 김" userId="9d5916cb77183fd7" providerId="LiveId" clId="{04DF9317-11A9-46EA-8704-4A033ACEB577}" dt="2025-08-19T21:20:53.089" v="3478" actId="478"/>
          <ac:spMkLst>
            <pc:docMk/>
            <pc:sldMk cId="1451802265" sldId="474"/>
            <ac:spMk id="3" creationId="{0969E1C2-2C4B-95A2-3888-1E3A93587611}"/>
          </ac:spMkLst>
        </pc:spChg>
        <pc:spChg chg="mod">
          <ac:chgData name="우진 김" userId="9d5916cb77183fd7" providerId="LiveId" clId="{04DF9317-11A9-46EA-8704-4A033ACEB577}" dt="2025-08-19T21:20:49.728" v="3476"/>
          <ac:spMkLst>
            <pc:docMk/>
            <pc:sldMk cId="1451802265" sldId="474"/>
            <ac:spMk id="6" creationId="{C28612DB-17CD-C1C2-7603-E942C576B626}"/>
          </ac:spMkLst>
        </pc:spChg>
        <pc:spChg chg="del mod">
          <ac:chgData name="우진 김" userId="9d5916cb77183fd7" providerId="LiveId" clId="{04DF9317-11A9-46EA-8704-4A033ACEB577}" dt="2025-08-19T21:21:12.689" v="3482" actId="478"/>
          <ac:spMkLst>
            <pc:docMk/>
            <pc:sldMk cId="1451802265" sldId="474"/>
            <ac:spMk id="7" creationId="{5B0EB95E-B3AA-216E-8082-49AE09695AD5}"/>
          </ac:spMkLst>
        </pc:spChg>
        <pc:spChg chg="del">
          <ac:chgData name="우진 김" userId="9d5916cb77183fd7" providerId="LiveId" clId="{04DF9317-11A9-46EA-8704-4A033ACEB577}" dt="2025-08-19T21:20:59.977" v="3480" actId="478"/>
          <ac:spMkLst>
            <pc:docMk/>
            <pc:sldMk cId="1451802265" sldId="474"/>
            <ac:spMk id="10" creationId="{0DDDDDE9-A9B1-1DE3-630F-AF084FCFF495}"/>
          </ac:spMkLst>
        </pc:spChg>
        <pc:spChg chg="del">
          <ac:chgData name="우진 김" userId="9d5916cb77183fd7" providerId="LiveId" clId="{04DF9317-11A9-46EA-8704-4A033ACEB577}" dt="2025-08-19T21:20:59.977" v="3480" actId="478"/>
          <ac:spMkLst>
            <pc:docMk/>
            <pc:sldMk cId="1451802265" sldId="474"/>
            <ac:spMk id="11" creationId="{344FBE0B-F128-F395-7E9C-841B8FF0F60C}"/>
          </ac:spMkLst>
        </pc:spChg>
        <pc:spChg chg="add mod">
          <ac:chgData name="우진 김" userId="9d5916cb77183fd7" providerId="LiveId" clId="{04DF9317-11A9-46EA-8704-4A033ACEB577}" dt="2025-08-19T21:21:51.197" v="3507" actId="1076"/>
          <ac:spMkLst>
            <pc:docMk/>
            <pc:sldMk cId="1451802265" sldId="474"/>
            <ac:spMk id="12" creationId="{D126026A-60A6-8C98-2B76-33FE51C9E0CB}"/>
          </ac:spMkLst>
        </pc:spChg>
        <pc:spChg chg="add mod">
          <ac:chgData name="우진 김" userId="9d5916cb77183fd7" providerId="LiveId" clId="{04DF9317-11A9-46EA-8704-4A033ACEB577}" dt="2025-08-19T21:22:52.844" v="3543" actId="1037"/>
          <ac:spMkLst>
            <pc:docMk/>
            <pc:sldMk cId="1451802265" sldId="474"/>
            <ac:spMk id="13" creationId="{EF07635D-3EAA-DB6C-09C1-8777ABF7F149}"/>
          </ac:spMkLst>
        </pc:spChg>
        <pc:spChg chg="add mod">
          <ac:chgData name="우진 김" userId="9d5916cb77183fd7" providerId="LiveId" clId="{04DF9317-11A9-46EA-8704-4A033ACEB577}" dt="2025-08-19T21:23:01.152" v="3549" actId="20577"/>
          <ac:spMkLst>
            <pc:docMk/>
            <pc:sldMk cId="1451802265" sldId="474"/>
            <ac:spMk id="14" creationId="{68130295-A3AA-3B86-9BF2-E19FD933EDD6}"/>
          </ac:spMkLst>
        </pc:spChg>
        <pc:spChg chg="add mod">
          <ac:chgData name="우진 김" userId="9d5916cb77183fd7" providerId="LiveId" clId="{04DF9317-11A9-46EA-8704-4A033ACEB577}" dt="2025-08-20T00:17:27.496" v="6624" actId="1037"/>
          <ac:spMkLst>
            <pc:docMk/>
            <pc:sldMk cId="1451802265" sldId="474"/>
            <ac:spMk id="16" creationId="{A0CA5CC7-AB0B-DACF-1E43-208677A78459}"/>
          </ac:spMkLst>
        </pc:spChg>
        <pc:spChg chg="add mod">
          <ac:chgData name="우진 김" userId="9d5916cb77183fd7" providerId="LiveId" clId="{04DF9317-11A9-46EA-8704-4A033ACEB577}" dt="2025-08-20T00:17:24.768" v="6622" actId="1037"/>
          <ac:spMkLst>
            <pc:docMk/>
            <pc:sldMk cId="1451802265" sldId="474"/>
            <ac:spMk id="17" creationId="{50EDE43D-4D41-B9E9-E212-CEFEBC2008A0}"/>
          </ac:spMkLst>
        </pc:spChg>
        <pc:spChg chg="add">
          <ac:chgData name="우진 김" userId="9d5916cb77183fd7" providerId="LiveId" clId="{04DF9317-11A9-46EA-8704-4A033ACEB577}" dt="2025-08-19T21:24:10.685" v="3578" actId="11529"/>
          <ac:spMkLst>
            <pc:docMk/>
            <pc:sldMk cId="1451802265" sldId="474"/>
            <ac:spMk id="18" creationId="{82E852D2-2520-DFC3-5183-E7DBC0FB2C30}"/>
          </ac:spMkLst>
        </pc:spChg>
        <pc:spChg chg="add mod">
          <ac:chgData name="우진 김" userId="9d5916cb77183fd7" providerId="LiveId" clId="{04DF9317-11A9-46EA-8704-4A033ACEB577}" dt="2025-08-20T00:17:12.541" v="6620" actId="1076"/>
          <ac:spMkLst>
            <pc:docMk/>
            <pc:sldMk cId="1451802265" sldId="474"/>
            <ac:spMk id="19" creationId="{DC0E742F-90D8-2373-2B43-FC3752DD85F3}"/>
          </ac:spMkLst>
        </pc:spChg>
        <pc:spChg chg="add mod">
          <ac:chgData name="우진 김" userId="9d5916cb77183fd7" providerId="LiveId" clId="{04DF9317-11A9-46EA-8704-4A033ACEB577}" dt="2025-08-19T21:27:34.216" v="3709" actId="1076"/>
          <ac:spMkLst>
            <pc:docMk/>
            <pc:sldMk cId="1451802265" sldId="474"/>
            <ac:spMk id="20" creationId="{E8D494B8-0746-015E-4CA3-CA5392E2F416}"/>
          </ac:spMkLst>
        </pc:spChg>
      </pc:sldChg>
      <pc:sldChg chg="addSp delSp modSp add mod">
        <pc:chgData name="우진 김" userId="9d5916cb77183fd7" providerId="LiveId" clId="{04DF9317-11A9-46EA-8704-4A033ACEB577}" dt="2025-08-19T21:53:41.749" v="4366" actId="20577"/>
        <pc:sldMkLst>
          <pc:docMk/>
          <pc:sldMk cId="2926133949" sldId="475"/>
        </pc:sldMkLst>
        <pc:spChg chg="del">
          <ac:chgData name="우진 김" userId="9d5916cb77183fd7" providerId="LiveId" clId="{04DF9317-11A9-46EA-8704-4A033ACEB577}" dt="2025-08-19T21:45:06.275" v="4169" actId="478"/>
          <ac:spMkLst>
            <pc:docMk/>
            <pc:sldMk cId="2926133949" sldId="475"/>
            <ac:spMk id="2" creationId="{99B63616-1263-1B42-D317-18BA59F3BF35}"/>
          </ac:spMkLst>
        </pc:spChg>
        <pc:spChg chg="del">
          <ac:chgData name="우진 김" userId="9d5916cb77183fd7" providerId="LiveId" clId="{04DF9317-11A9-46EA-8704-4A033ACEB577}" dt="2025-08-19T21:45:05.507" v="4168" actId="478"/>
          <ac:spMkLst>
            <pc:docMk/>
            <pc:sldMk cId="2926133949" sldId="475"/>
            <ac:spMk id="3" creationId="{1FFB4ECF-1B69-9D3F-5090-76357CE8F756}"/>
          </ac:spMkLst>
        </pc:spChg>
        <pc:spChg chg="add mod">
          <ac:chgData name="우진 김" userId="9d5916cb77183fd7" providerId="LiveId" clId="{04DF9317-11A9-46EA-8704-4A033ACEB577}" dt="2025-08-19T21:49:29.802" v="4264" actId="1076"/>
          <ac:spMkLst>
            <pc:docMk/>
            <pc:sldMk cId="2926133949" sldId="475"/>
            <ac:spMk id="6" creationId="{7C78492D-28F9-3F25-5E3E-CC278079C6C6}"/>
          </ac:spMkLst>
        </pc:spChg>
        <pc:spChg chg="mod">
          <ac:chgData name="우진 김" userId="9d5916cb77183fd7" providerId="LiveId" clId="{04DF9317-11A9-46EA-8704-4A033ACEB577}" dt="2025-08-19T21:45:09.179" v="4170" actId="1076"/>
          <ac:spMkLst>
            <pc:docMk/>
            <pc:sldMk cId="2926133949" sldId="475"/>
            <ac:spMk id="7" creationId="{36F56554-109C-11D1-417B-055A5CFE3669}"/>
          </ac:spMkLst>
        </pc:spChg>
        <pc:spChg chg="del">
          <ac:chgData name="우진 김" userId="9d5916cb77183fd7" providerId="LiveId" clId="{04DF9317-11A9-46EA-8704-4A033ACEB577}" dt="2025-08-19T21:45:22.147" v="4181" actId="478"/>
          <ac:spMkLst>
            <pc:docMk/>
            <pc:sldMk cId="2926133949" sldId="475"/>
            <ac:spMk id="10" creationId="{75B487A2-AAD3-AFFF-928E-7621D0F9422D}"/>
          </ac:spMkLst>
        </pc:spChg>
        <pc:spChg chg="del">
          <ac:chgData name="우진 김" userId="9d5916cb77183fd7" providerId="LiveId" clId="{04DF9317-11A9-46EA-8704-4A033ACEB577}" dt="2025-08-19T21:45:23.099" v="4182" actId="478"/>
          <ac:spMkLst>
            <pc:docMk/>
            <pc:sldMk cId="2926133949" sldId="475"/>
            <ac:spMk id="11" creationId="{C1A98498-26F3-E592-7CAE-BA6579C4F115}"/>
          </ac:spMkLst>
        </pc:spChg>
        <pc:spChg chg="add mod">
          <ac:chgData name="우진 김" userId="9d5916cb77183fd7" providerId="LiveId" clId="{04DF9317-11A9-46EA-8704-4A033ACEB577}" dt="2025-08-19T21:53:41.749" v="4366" actId="20577"/>
          <ac:spMkLst>
            <pc:docMk/>
            <pc:sldMk cId="2926133949" sldId="475"/>
            <ac:spMk id="12" creationId="{2D2A25EC-D011-7DE2-49CD-3FE9697B0DC2}"/>
          </ac:spMkLst>
        </pc:spChg>
        <pc:spChg chg="del">
          <ac:chgData name="우진 김" userId="9d5916cb77183fd7" providerId="LiveId" clId="{04DF9317-11A9-46EA-8704-4A033ACEB577}" dt="2025-08-19T21:45:25.404" v="4184" actId="478"/>
          <ac:spMkLst>
            <pc:docMk/>
            <pc:sldMk cId="2926133949" sldId="475"/>
            <ac:spMk id="15" creationId="{B9914016-D388-73A5-7074-0CFDA70C6D33}"/>
          </ac:spMkLst>
        </pc:spChg>
        <pc:spChg chg="mod">
          <ac:chgData name="우진 김" userId="9d5916cb77183fd7" providerId="LiveId" clId="{04DF9317-11A9-46EA-8704-4A033ACEB577}" dt="2025-08-19T21:46:10.300" v="4192" actId="20577"/>
          <ac:spMkLst>
            <pc:docMk/>
            <pc:sldMk cId="2926133949" sldId="475"/>
            <ac:spMk id="16" creationId="{81C15FCF-B29B-B216-83B6-8B620D5C96D6}"/>
          </ac:spMkLst>
        </pc:spChg>
        <pc:spChg chg="mod">
          <ac:chgData name="우진 김" userId="9d5916cb77183fd7" providerId="LiveId" clId="{04DF9317-11A9-46EA-8704-4A033ACEB577}" dt="2025-08-19T21:45:21.301" v="4180" actId="1076"/>
          <ac:spMkLst>
            <pc:docMk/>
            <pc:sldMk cId="2926133949" sldId="475"/>
            <ac:spMk id="17" creationId="{AC607554-5371-D265-5300-49A27E521C22}"/>
          </ac:spMkLst>
        </pc:spChg>
        <pc:cxnChg chg="del">
          <ac:chgData name="우진 김" userId="9d5916cb77183fd7" providerId="LiveId" clId="{04DF9317-11A9-46EA-8704-4A033ACEB577}" dt="2025-08-19T21:45:24.227" v="4183" actId="478"/>
          <ac:cxnSpMkLst>
            <pc:docMk/>
            <pc:sldMk cId="2926133949" sldId="475"/>
            <ac:cxnSpMk id="13" creationId="{94BA2784-CF50-5EB7-FC0E-95F73C55BE95}"/>
          </ac:cxnSpMkLst>
        </pc:cxnChg>
      </pc:sldChg>
      <pc:sldChg chg="addSp delSp modSp add mod">
        <pc:chgData name="우진 김" userId="9d5916cb77183fd7" providerId="LiveId" clId="{04DF9317-11A9-46EA-8704-4A033ACEB577}" dt="2025-08-19T23:54:43.152" v="6596" actId="14100"/>
        <pc:sldMkLst>
          <pc:docMk/>
          <pc:sldMk cId="3443473973" sldId="476"/>
        </pc:sldMkLst>
        <pc:spChg chg="add mod ord">
          <ac:chgData name="우진 김" userId="9d5916cb77183fd7" providerId="LiveId" clId="{04DF9317-11A9-46EA-8704-4A033ACEB577}" dt="2025-08-19T23:54:43.152" v="6596" actId="14100"/>
          <ac:spMkLst>
            <pc:docMk/>
            <pc:sldMk cId="3443473973" sldId="476"/>
            <ac:spMk id="2" creationId="{CEA33292-40AB-B62C-9E04-86D7D9021142}"/>
          </ac:spMkLst>
        </pc:spChg>
        <pc:spChg chg="del">
          <ac:chgData name="우진 김" userId="9d5916cb77183fd7" providerId="LiveId" clId="{04DF9317-11A9-46EA-8704-4A033ACEB577}" dt="2025-08-19T21:54:56.380" v="4427" actId="478"/>
          <ac:spMkLst>
            <pc:docMk/>
            <pc:sldMk cId="3443473973" sldId="476"/>
            <ac:spMk id="6" creationId="{A378B8B4-4A34-819C-9A67-F592FA5A803C}"/>
          </ac:spMkLst>
        </pc:spChg>
        <pc:spChg chg="mod">
          <ac:chgData name="우진 김" userId="9d5916cb77183fd7" providerId="LiveId" clId="{04DF9317-11A9-46EA-8704-4A033ACEB577}" dt="2025-08-19T21:54:53.579" v="4425" actId="20577"/>
          <ac:spMkLst>
            <pc:docMk/>
            <pc:sldMk cId="3443473973" sldId="476"/>
            <ac:spMk id="7" creationId="{722B1D30-BFD6-81D3-73E6-56D0684060BD}"/>
          </ac:spMkLst>
        </pc:spChg>
        <pc:spChg chg="del">
          <ac:chgData name="우진 김" userId="9d5916cb77183fd7" providerId="LiveId" clId="{04DF9317-11A9-46EA-8704-4A033ACEB577}" dt="2025-08-19T21:54:31.428" v="4368" actId="478"/>
          <ac:spMkLst>
            <pc:docMk/>
            <pc:sldMk cId="3443473973" sldId="476"/>
            <ac:spMk id="12" creationId="{9FB10194-A32A-728E-4F71-72876E54DFF8}"/>
          </ac:spMkLst>
        </pc:spChg>
        <pc:spChg chg="add del mod">
          <ac:chgData name="우진 김" userId="9d5916cb77183fd7" providerId="LiveId" clId="{04DF9317-11A9-46EA-8704-4A033ACEB577}" dt="2025-08-19T22:00:24.141" v="4439" actId="478"/>
          <ac:spMkLst>
            <pc:docMk/>
            <pc:sldMk cId="3443473973" sldId="476"/>
            <ac:spMk id="13" creationId="{4A60CB16-A404-0472-4A58-0AC52BBE0329}"/>
          </ac:spMkLst>
        </pc:spChg>
        <pc:spChg chg="add mod">
          <ac:chgData name="우진 김" userId="9d5916cb77183fd7" providerId="LiveId" clId="{04DF9317-11A9-46EA-8704-4A033ACEB577}" dt="2025-08-19T22:00:27.357" v="4441" actId="1076"/>
          <ac:spMkLst>
            <pc:docMk/>
            <pc:sldMk cId="3443473973" sldId="476"/>
            <ac:spMk id="14" creationId="{D7028613-513F-396A-2305-F6B1EDCC29E5}"/>
          </ac:spMkLst>
        </pc:spChg>
        <pc:spChg chg="add mod ord">
          <ac:chgData name="우진 김" userId="9d5916cb77183fd7" providerId="LiveId" clId="{04DF9317-11A9-46EA-8704-4A033ACEB577}" dt="2025-08-19T22:05:11.271" v="4457" actId="14100"/>
          <ac:spMkLst>
            <pc:docMk/>
            <pc:sldMk cId="3443473973" sldId="476"/>
            <ac:spMk id="15" creationId="{1924B180-C300-A960-4EAD-6025FC74C116}"/>
          </ac:spMkLst>
        </pc:spChg>
        <pc:spChg chg="del">
          <ac:chgData name="우진 김" userId="9d5916cb77183fd7" providerId="LiveId" clId="{04DF9317-11A9-46EA-8704-4A033ACEB577}" dt="2025-08-19T21:54:54.338" v="4426" actId="478"/>
          <ac:spMkLst>
            <pc:docMk/>
            <pc:sldMk cId="3443473973" sldId="476"/>
            <ac:spMk id="16" creationId="{32EB3079-D63B-BBDB-CDCB-89933A73CB7F}"/>
          </ac:spMkLst>
        </pc:spChg>
        <pc:spChg chg="del">
          <ac:chgData name="우진 김" userId="9d5916cb77183fd7" providerId="LiveId" clId="{04DF9317-11A9-46EA-8704-4A033ACEB577}" dt="2025-08-19T21:54:52.332" v="4422" actId="478"/>
          <ac:spMkLst>
            <pc:docMk/>
            <pc:sldMk cId="3443473973" sldId="476"/>
            <ac:spMk id="17" creationId="{E60216E4-1E0B-D215-FA96-CE3E7FF94139}"/>
          </ac:spMkLst>
        </pc:spChg>
        <pc:spChg chg="add mod">
          <ac:chgData name="우진 김" userId="9d5916cb77183fd7" providerId="LiveId" clId="{04DF9317-11A9-46EA-8704-4A033ACEB577}" dt="2025-08-19T22:17:25.330" v="4506" actId="20577"/>
          <ac:spMkLst>
            <pc:docMk/>
            <pc:sldMk cId="3443473973" sldId="476"/>
            <ac:spMk id="28" creationId="{DF177F04-9EBF-BD35-5D91-B35E413BAAC0}"/>
          </ac:spMkLst>
        </pc:spChg>
        <pc:spChg chg="add mod">
          <ac:chgData name="우진 김" userId="9d5916cb77183fd7" providerId="LiveId" clId="{04DF9317-11A9-46EA-8704-4A033ACEB577}" dt="2025-08-19T22:17:44.097" v="4512" actId="1076"/>
          <ac:spMkLst>
            <pc:docMk/>
            <pc:sldMk cId="3443473973" sldId="476"/>
            <ac:spMk id="30" creationId="{0B4C232C-AF2C-51A7-294F-55AB85AABCCE}"/>
          </ac:spMkLst>
        </pc:spChg>
        <pc:spChg chg="add del mod">
          <ac:chgData name="우진 김" userId="9d5916cb77183fd7" providerId="LiveId" clId="{04DF9317-11A9-46EA-8704-4A033ACEB577}" dt="2025-08-19T22:18:17.395" v="4515" actId="478"/>
          <ac:spMkLst>
            <pc:docMk/>
            <pc:sldMk cId="3443473973" sldId="476"/>
            <ac:spMk id="31" creationId="{116E1CA6-9B6B-68A9-CB02-135DB023DEC0}"/>
          </ac:spMkLst>
        </pc:spChg>
        <pc:spChg chg="add mod">
          <ac:chgData name="우진 김" userId="9d5916cb77183fd7" providerId="LiveId" clId="{04DF9317-11A9-46EA-8704-4A033ACEB577}" dt="2025-08-19T22:20:15.240" v="4638" actId="20577"/>
          <ac:spMkLst>
            <pc:docMk/>
            <pc:sldMk cId="3443473973" sldId="476"/>
            <ac:spMk id="32" creationId="{5E67DBDD-9746-298B-9508-601FC40A8A5D}"/>
          </ac:spMkLst>
        </pc:spChg>
        <pc:picChg chg="add del mod">
          <ac:chgData name="우진 김" userId="9d5916cb77183fd7" providerId="LiveId" clId="{04DF9317-11A9-46EA-8704-4A033ACEB577}" dt="2025-08-19T21:59:50.595" v="4433" actId="478"/>
          <ac:picMkLst>
            <pc:docMk/>
            <pc:sldMk cId="3443473973" sldId="476"/>
            <ac:picMk id="3" creationId="{7E19EB4C-D351-D148-D23F-BD7664CABA17}"/>
          </ac:picMkLst>
        </pc:picChg>
        <pc:picChg chg="add del mod">
          <ac:chgData name="우진 김" userId="9d5916cb77183fd7" providerId="LiveId" clId="{04DF9317-11A9-46EA-8704-4A033ACEB577}" dt="2025-08-19T22:07:01.456" v="4458" actId="478"/>
          <ac:picMkLst>
            <pc:docMk/>
            <pc:sldMk cId="3443473973" sldId="476"/>
            <ac:picMk id="11" creationId="{0AF83BB5-C16A-777D-AF5B-4543D23B148D}"/>
          </ac:picMkLst>
        </pc:picChg>
        <pc:picChg chg="add mod">
          <ac:chgData name="우진 김" userId="9d5916cb77183fd7" providerId="LiveId" clId="{04DF9317-11A9-46EA-8704-4A033ACEB577}" dt="2025-08-19T22:07:11.753" v="4463" actId="1076"/>
          <ac:picMkLst>
            <pc:docMk/>
            <pc:sldMk cId="3443473973" sldId="476"/>
            <ac:picMk id="19" creationId="{9E28F6E8-7FC9-5BDC-04E9-BA468D70BC70}"/>
          </ac:picMkLst>
        </pc:picChg>
        <pc:picChg chg="add mod">
          <ac:chgData name="우진 김" userId="9d5916cb77183fd7" providerId="LiveId" clId="{04DF9317-11A9-46EA-8704-4A033ACEB577}" dt="2025-08-19T22:07:11.753" v="4463" actId="1076"/>
          <ac:picMkLst>
            <pc:docMk/>
            <pc:sldMk cId="3443473973" sldId="476"/>
            <ac:picMk id="21" creationId="{5BD2D286-AB5D-D1CD-61DE-AC815C2292EE}"/>
          </ac:picMkLst>
        </pc:picChg>
        <pc:picChg chg="add mod">
          <ac:chgData name="우진 김" userId="9d5916cb77183fd7" providerId="LiveId" clId="{04DF9317-11A9-46EA-8704-4A033ACEB577}" dt="2025-08-19T22:07:11.753" v="4463" actId="1076"/>
          <ac:picMkLst>
            <pc:docMk/>
            <pc:sldMk cId="3443473973" sldId="476"/>
            <ac:picMk id="23" creationId="{A106B4E0-4CB7-8262-4A92-637F338A0790}"/>
          </ac:picMkLst>
        </pc:picChg>
        <pc:picChg chg="add mod">
          <ac:chgData name="우진 김" userId="9d5916cb77183fd7" providerId="LiveId" clId="{04DF9317-11A9-46EA-8704-4A033ACEB577}" dt="2025-08-19T22:07:11.753" v="4463" actId="1076"/>
          <ac:picMkLst>
            <pc:docMk/>
            <pc:sldMk cId="3443473973" sldId="476"/>
            <ac:picMk id="25" creationId="{5D7C0139-FD06-D4EC-42B2-AFE7DC6EFD84}"/>
          </ac:picMkLst>
        </pc:picChg>
        <pc:picChg chg="add mod">
          <ac:chgData name="우진 김" userId="9d5916cb77183fd7" providerId="LiveId" clId="{04DF9317-11A9-46EA-8704-4A033ACEB577}" dt="2025-08-19T22:07:14.093" v="4464" actId="1076"/>
          <ac:picMkLst>
            <pc:docMk/>
            <pc:sldMk cId="3443473973" sldId="476"/>
            <ac:picMk id="27" creationId="{B332FE45-8D1F-244B-A1EA-13FA137A89DD}"/>
          </ac:picMkLst>
        </pc:picChg>
        <pc:picChg chg="add mod">
          <ac:chgData name="우진 김" userId="9d5916cb77183fd7" providerId="LiveId" clId="{04DF9317-11A9-46EA-8704-4A033ACEB577}" dt="2025-08-19T22:20:28.018" v="4640" actId="1076"/>
          <ac:picMkLst>
            <pc:docMk/>
            <pc:sldMk cId="3443473973" sldId="476"/>
            <ac:picMk id="34" creationId="{8A7DA405-9FA8-459C-485A-81B4FAD61E2E}"/>
          </ac:picMkLst>
        </pc:picChg>
      </pc:sldChg>
      <pc:sldChg chg="addSp delSp modSp add mod delAnim">
        <pc:chgData name="우진 김" userId="9d5916cb77183fd7" providerId="LiveId" clId="{04DF9317-11A9-46EA-8704-4A033ACEB577}" dt="2025-08-19T22:54:12.747" v="5102" actId="20577"/>
        <pc:sldMkLst>
          <pc:docMk/>
          <pc:sldMk cId="563214293" sldId="477"/>
        </pc:sldMkLst>
        <pc:spChg chg="mod">
          <ac:chgData name="우진 김" userId="9d5916cb77183fd7" providerId="LiveId" clId="{04DF9317-11A9-46EA-8704-4A033ACEB577}" dt="2025-08-19T22:40:49.261" v="4865" actId="1076"/>
          <ac:spMkLst>
            <pc:docMk/>
            <pc:sldMk cId="563214293" sldId="477"/>
            <ac:spMk id="2" creationId="{CC356785-529A-8F15-6FB7-274F60A17CF3}"/>
          </ac:spMkLst>
        </pc:spChg>
        <pc:spChg chg="del">
          <ac:chgData name="우진 김" userId="9d5916cb77183fd7" providerId="LiveId" clId="{04DF9317-11A9-46EA-8704-4A033ACEB577}" dt="2025-08-19T22:41:31.452" v="4878" actId="478"/>
          <ac:spMkLst>
            <pc:docMk/>
            <pc:sldMk cId="563214293" sldId="477"/>
            <ac:spMk id="3" creationId="{9A009A85-999D-9F59-A8DA-1FB954F8C833}"/>
          </ac:spMkLst>
        </pc:spChg>
        <pc:spChg chg="del">
          <ac:chgData name="우진 김" userId="9d5916cb77183fd7" providerId="LiveId" clId="{04DF9317-11A9-46EA-8704-4A033ACEB577}" dt="2025-08-19T22:40:17.639" v="4858" actId="478"/>
          <ac:spMkLst>
            <pc:docMk/>
            <pc:sldMk cId="563214293" sldId="477"/>
            <ac:spMk id="6" creationId="{5BC20BF4-982D-7F72-B3F1-E184B6794376}"/>
          </ac:spMkLst>
        </pc:spChg>
        <pc:spChg chg="del">
          <ac:chgData name="우진 김" userId="9d5916cb77183fd7" providerId="LiveId" clId="{04DF9317-11A9-46EA-8704-4A033ACEB577}" dt="2025-08-19T22:40:17.639" v="4858" actId="478"/>
          <ac:spMkLst>
            <pc:docMk/>
            <pc:sldMk cId="563214293" sldId="477"/>
            <ac:spMk id="7" creationId="{0A214467-E0A6-0194-BE8A-46793917B764}"/>
          </ac:spMkLst>
        </pc:spChg>
        <pc:spChg chg="del">
          <ac:chgData name="우진 김" userId="9d5916cb77183fd7" providerId="LiveId" clId="{04DF9317-11A9-46EA-8704-4A033ACEB577}" dt="2025-08-19T22:40:17.639" v="4858" actId="478"/>
          <ac:spMkLst>
            <pc:docMk/>
            <pc:sldMk cId="563214293" sldId="477"/>
            <ac:spMk id="10" creationId="{9F109C0D-0DD4-3ED3-B5EC-CA49CA3F9D9E}"/>
          </ac:spMkLst>
        </pc:spChg>
        <pc:spChg chg="del">
          <ac:chgData name="우진 김" userId="9d5916cb77183fd7" providerId="LiveId" clId="{04DF9317-11A9-46EA-8704-4A033ACEB577}" dt="2025-08-19T22:40:18.939" v="4859" actId="478"/>
          <ac:spMkLst>
            <pc:docMk/>
            <pc:sldMk cId="563214293" sldId="477"/>
            <ac:spMk id="11" creationId="{7ADB9679-C57C-F4E4-B032-DE0BEE4A60B0}"/>
          </ac:spMkLst>
        </pc:spChg>
        <pc:spChg chg="del">
          <ac:chgData name="우진 김" userId="9d5916cb77183fd7" providerId="LiveId" clId="{04DF9317-11A9-46EA-8704-4A033ACEB577}" dt="2025-08-19T22:41:33.037" v="4879" actId="478"/>
          <ac:spMkLst>
            <pc:docMk/>
            <pc:sldMk cId="563214293" sldId="477"/>
            <ac:spMk id="14" creationId="{2D8913E7-3D07-71C5-9935-3C13ABA72417}"/>
          </ac:spMkLst>
        </pc:spChg>
        <pc:spChg chg="del">
          <ac:chgData name="우진 김" userId="9d5916cb77183fd7" providerId="LiveId" clId="{04DF9317-11A9-46EA-8704-4A033ACEB577}" dt="2025-08-19T22:41:33.037" v="4879" actId="478"/>
          <ac:spMkLst>
            <pc:docMk/>
            <pc:sldMk cId="563214293" sldId="477"/>
            <ac:spMk id="15" creationId="{6BB3904B-D64E-3C21-DAB7-94E17D1E602D}"/>
          </ac:spMkLst>
        </pc:spChg>
        <pc:spChg chg="del">
          <ac:chgData name="우진 김" userId="9d5916cb77183fd7" providerId="LiveId" clId="{04DF9317-11A9-46EA-8704-4A033ACEB577}" dt="2025-08-19T22:41:33.037" v="4879" actId="478"/>
          <ac:spMkLst>
            <pc:docMk/>
            <pc:sldMk cId="563214293" sldId="477"/>
            <ac:spMk id="18" creationId="{14188B68-DB5A-25D7-F67D-69BA7F884CBE}"/>
          </ac:spMkLst>
        </pc:spChg>
        <pc:spChg chg="add mod">
          <ac:chgData name="우진 김" userId="9d5916cb77183fd7" providerId="LiveId" clId="{04DF9317-11A9-46EA-8704-4A033ACEB577}" dt="2025-08-19T22:41:46.060" v="4881" actId="1076"/>
          <ac:spMkLst>
            <pc:docMk/>
            <pc:sldMk cId="563214293" sldId="477"/>
            <ac:spMk id="19" creationId="{69B1799F-CC67-7B23-1CD8-0BC7C8DFDF05}"/>
          </ac:spMkLst>
        </pc:spChg>
        <pc:spChg chg="add mod">
          <ac:chgData name="우진 김" userId="9d5916cb77183fd7" providerId="LiveId" clId="{04DF9317-11A9-46EA-8704-4A033ACEB577}" dt="2025-08-19T22:44:17.816" v="4955" actId="1076"/>
          <ac:spMkLst>
            <pc:docMk/>
            <pc:sldMk cId="563214293" sldId="477"/>
            <ac:spMk id="21" creationId="{A6E025F6-E772-FB9D-2E87-3DDC95826092}"/>
          </ac:spMkLst>
        </pc:spChg>
        <pc:spChg chg="del">
          <ac:chgData name="우진 김" userId="9d5916cb77183fd7" providerId="LiveId" clId="{04DF9317-11A9-46EA-8704-4A033ACEB577}" dt="2025-08-19T22:41:33.037" v="4879" actId="478"/>
          <ac:spMkLst>
            <pc:docMk/>
            <pc:sldMk cId="563214293" sldId="477"/>
            <ac:spMk id="24" creationId="{7AF018B0-676B-1D7B-0190-D5D4F23C3009}"/>
          </ac:spMkLst>
        </pc:spChg>
        <pc:spChg chg="add mod">
          <ac:chgData name="우진 김" userId="9d5916cb77183fd7" providerId="LiveId" clId="{04DF9317-11A9-46EA-8704-4A033ACEB577}" dt="2025-08-19T22:47:39.757" v="5009" actId="20577"/>
          <ac:spMkLst>
            <pc:docMk/>
            <pc:sldMk cId="563214293" sldId="477"/>
            <ac:spMk id="25" creationId="{8F374D25-16AF-32C9-55A7-E9B6F8418412}"/>
          </ac:spMkLst>
        </pc:spChg>
        <pc:spChg chg="del">
          <ac:chgData name="우진 김" userId="9d5916cb77183fd7" providerId="LiveId" clId="{04DF9317-11A9-46EA-8704-4A033ACEB577}" dt="2025-08-19T22:41:33.037" v="4879" actId="478"/>
          <ac:spMkLst>
            <pc:docMk/>
            <pc:sldMk cId="563214293" sldId="477"/>
            <ac:spMk id="29" creationId="{B78560B5-523F-33B3-0C90-4915D90B2AE1}"/>
          </ac:spMkLst>
        </pc:spChg>
        <pc:spChg chg="del">
          <ac:chgData name="우진 김" userId="9d5916cb77183fd7" providerId="LiveId" clId="{04DF9317-11A9-46EA-8704-4A033ACEB577}" dt="2025-08-19T22:41:33.037" v="4879" actId="478"/>
          <ac:spMkLst>
            <pc:docMk/>
            <pc:sldMk cId="563214293" sldId="477"/>
            <ac:spMk id="30" creationId="{1CED1EB1-3659-26E3-0408-53A7D7A52E96}"/>
          </ac:spMkLst>
        </pc:spChg>
        <pc:spChg chg="add mod ord">
          <ac:chgData name="우진 김" userId="9d5916cb77183fd7" providerId="LiveId" clId="{04DF9317-11A9-46EA-8704-4A033ACEB577}" dt="2025-08-19T22:48:07.645" v="5023" actId="14100"/>
          <ac:spMkLst>
            <pc:docMk/>
            <pc:sldMk cId="563214293" sldId="477"/>
            <ac:spMk id="31" creationId="{25DDE8B9-9AAE-931D-BA86-E330A10CA1BF}"/>
          </ac:spMkLst>
        </pc:spChg>
        <pc:spChg chg="add mod">
          <ac:chgData name="우진 김" userId="9d5916cb77183fd7" providerId="LiveId" clId="{04DF9317-11A9-46EA-8704-4A033ACEB577}" dt="2025-08-19T22:48:04.830" v="5022" actId="1035"/>
          <ac:spMkLst>
            <pc:docMk/>
            <pc:sldMk cId="563214293" sldId="477"/>
            <ac:spMk id="34" creationId="{D6D481C0-8558-D0F6-D601-B5E945A11BAF}"/>
          </ac:spMkLst>
        </pc:spChg>
        <pc:spChg chg="add mod">
          <ac:chgData name="우진 김" userId="9d5916cb77183fd7" providerId="LiveId" clId="{04DF9317-11A9-46EA-8704-4A033ACEB577}" dt="2025-08-19T22:53:31.631" v="5070" actId="1076"/>
          <ac:spMkLst>
            <pc:docMk/>
            <pc:sldMk cId="563214293" sldId="477"/>
            <ac:spMk id="35" creationId="{6AD2391B-1FC3-841E-E0C7-F1DB2360BA6F}"/>
          </ac:spMkLst>
        </pc:spChg>
        <pc:spChg chg="add mod">
          <ac:chgData name="우진 김" userId="9d5916cb77183fd7" providerId="LiveId" clId="{04DF9317-11A9-46EA-8704-4A033ACEB577}" dt="2025-08-19T22:54:12.747" v="5102" actId="20577"/>
          <ac:spMkLst>
            <pc:docMk/>
            <pc:sldMk cId="563214293" sldId="477"/>
            <ac:spMk id="36" creationId="{552EACFA-158F-21E5-06A0-1E7A4929C09B}"/>
          </ac:spMkLst>
        </pc:spChg>
        <pc:picChg chg="del">
          <ac:chgData name="우진 김" userId="9d5916cb77183fd7" providerId="LiveId" clId="{04DF9317-11A9-46EA-8704-4A033ACEB577}" dt="2025-08-19T22:41:33.037" v="4879" actId="478"/>
          <ac:picMkLst>
            <pc:docMk/>
            <pc:sldMk cId="563214293" sldId="477"/>
            <ac:picMk id="13" creationId="{E98C503C-34BD-B1C9-6F93-4E30F92775DC}"/>
          </ac:picMkLst>
        </pc:picChg>
        <pc:picChg chg="add mod ord">
          <ac:chgData name="우진 김" userId="9d5916cb77183fd7" providerId="LiveId" clId="{04DF9317-11A9-46EA-8704-4A033ACEB577}" dt="2025-08-19T22:41:46.060" v="4881" actId="1076"/>
          <ac:picMkLst>
            <pc:docMk/>
            <pc:sldMk cId="563214293" sldId="477"/>
            <ac:picMk id="16" creationId="{5A9CCD4B-9334-86E8-02D8-898BD1FBCF5E}"/>
          </ac:picMkLst>
        </pc:picChg>
        <pc:picChg chg="del">
          <ac:chgData name="우진 김" userId="9d5916cb77183fd7" providerId="LiveId" clId="{04DF9317-11A9-46EA-8704-4A033ACEB577}" dt="2025-08-19T22:41:33.037" v="4879" actId="478"/>
          <ac:picMkLst>
            <pc:docMk/>
            <pc:sldMk cId="563214293" sldId="477"/>
            <ac:picMk id="20" creationId="{85690D3C-5603-E196-67E2-6C95CAAB7149}"/>
          </ac:picMkLst>
        </pc:picChg>
        <pc:picChg chg="del">
          <ac:chgData name="우진 김" userId="9d5916cb77183fd7" providerId="LiveId" clId="{04DF9317-11A9-46EA-8704-4A033ACEB577}" dt="2025-08-19T22:41:33.037" v="4879" actId="478"/>
          <ac:picMkLst>
            <pc:docMk/>
            <pc:sldMk cId="563214293" sldId="477"/>
            <ac:picMk id="22" creationId="{0EC07197-01ED-E862-FDE8-0B3034388FFE}"/>
          </ac:picMkLst>
        </pc:picChg>
        <pc:picChg chg="del">
          <ac:chgData name="우진 김" userId="9d5916cb77183fd7" providerId="LiveId" clId="{04DF9317-11A9-46EA-8704-4A033ACEB577}" dt="2025-08-19T22:41:33.037" v="4879" actId="478"/>
          <ac:picMkLst>
            <pc:docMk/>
            <pc:sldMk cId="563214293" sldId="477"/>
            <ac:picMk id="26" creationId="{924A5505-BFC2-8195-A4D1-84744484A285}"/>
          </ac:picMkLst>
        </pc:picChg>
        <pc:picChg chg="add mod">
          <ac:chgData name="우진 김" userId="9d5916cb77183fd7" providerId="LiveId" clId="{04DF9317-11A9-46EA-8704-4A033ACEB577}" dt="2025-08-19T22:47:46.374" v="5012" actId="1076"/>
          <ac:picMkLst>
            <pc:docMk/>
            <pc:sldMk cId="563214293" sldId="477"/>
            <ac:picMk id="28" creationId="{BAE8CFC8-CB2D-D1CC-D3B4-D5B7711F4855}"/>
          </ac:picMkLst>
        </pc:picChg>
        <pc:picChg chg="add mod">
          <ac:chgData name="우진 김" userId="9d5916cb77183fd7" providerId="LiveId" clId="{04DF9317-11A9-46EA-8704-4A033ACEB577}" dt="2025-08-19T22:47:47.852" v="5013" actId="1076"/>
          <ac:picMkLst>
            <pc:docMk/>
            <pc:sldMk cId="563214293" sldId="477"/>
            <ac:picMk id="33" creationId="{0AD41A8F-D05A-A1F2-BE21-2A4F48E65354}"/>
          </ac:picMkLst>
        </pc:picChg>
      </pc:sldChg>
      <pc:sldChg chg="addSp delSp modSp add mod ord">
        <pc:chgData name="우진 김" userId="9d5916cb77183fd7" providerId="LiveId" clId="{04DF9317-11A9-46EA-8704-4A033ACEB577}" dt="2025-08-19T23:33:53.958" v="6242" actId="20577"/>
        <pc:sldMkLst>
          <pc:docMk/>
          <pc:sldMk cId="3253752242" sldId="478"/>
        </pc:sldMkLst>
        <pc:spChg chg="mod">
          <ac:chgData name="우진 김" userId="9d5916cb77183fd7" providerId="LiveId" clId="{04DF9317-11A9-46EA-8704-4A033ACEB577}" dt="2025-08-19T23:33:24.091" v="6196" actId="1076"/>
          <ac:spMkLst>
            <pc:docMk/>
            <pc:sldMk cId="3253752242" sldId="478"/>
            <ac:spMk id="2" creationId="{A2BC885F-22E9-BD9A-FF61-BCDB58B3A0F5}"/>
          </ac:spMkLst>
        </pc:spChg>
        <pc:spChg chg="add del mod">
          <ac:chgData name="우진 김" userId="9d5916cb77183fd7" providerId="LiveId" clId="{04DF9317-11A9-46EA-8704-4A033ACEB577}" dt="2025-08-19T22:58:58.762" v="5190" actId="478"/>
          <ac:spMkLst>
            <pc:docMk/>
            <pc:sldMk cId="3253752242" sldId="478"/>
            <ac:spMk id="3" creationId="{3BE3D1D6-FF66-34B5-63CA-FDCBD024E215}"/>
          </ac:spMkLst>
        </pc:spChg>
        <pc:spChg chg="mod">
          <ac:chgData name="우진 김" userId="9d5916cb77183fd7" providerId="LiveId" clId="{04DF9317-11A9-46EA-8704-4A033ACEB577}" dt="2025-08-19T23:33:22.211" v="6195" actId="1076"/>
          <ac:spMkLst>
            <pc:docMk/>
            <pc:sldMk cId="3253752242" sldId="478"/>
            <ac:spMk id="4" creationId="{B21A8A92-42AB-4B87-0951-EB5DE4C9E3B3}"/>
          </ac:spMkLst>
        </pc:spChg>
        <pc:spChg chg="add del mod">
          <ac:chgData name="우진 김" userId="9d5916cb77183fd7" providerId="LiveId" clId="{04DF9317-11A9-46EA-8704-4A033ACEB577}" dt="2025-08-19T23:06:45.344" v="5440" actId="478"/>
          <ac:spMkLst>
            <pc:docMk/>
            <pc:sldMk cId="3253752242" sldId="478"/>
            <ac:spMk id="6" creationId="{A5B17D76-5205-6714-B578-E1FCEB0A942F}"/>
          </ac:spMkLst>
        </pc:spChg>
        <pc:spChg chg="add mod">
          <ac:chgData name="우진 김" userId="9d5916cb77183fd7" providerId="LiveId" clId="{04DF9317-11A9-46EA-8704-4A033ACEB577}" dt="2025-08-19T23:33:53.958" v="6242" actId="20577"/>
          <ac:spMkLst>
            <pc:docMk/>
            <pc:sldMk cId="3253752242" sldId="478"/>
            <ac:spMk id="7" creationId="{27492EF2-06E9-A7FC-D8C7-D62DE890CF2A}"/>
          </ac:spMkLst>
        </pc:spChg>
        <pc:spChg chg="del">
          <ac:chgData name="우진 김" userId="9d5916cb77183fd7" providerId="LiveId" clId="{04DF9317-11A9-46EA-8704-4A033ACEB577}" dt="2025-08-19T23:33:20.149" v="6194" actId="478"/>
          <ac:spMkLst>
            <pc:docMk/>
            <pc:sldMk cId="3253752242" sldId="478"/>
            <ac:spMk id="8" creationId="{4A79C29B-B302-383C-9BB2-1771B9309BBC}"/>
          </ac:spMkLst>
        </pc:spChg>
        <pc:spChg chg="del">
          <ac:chgData name="우진 김" userId="9d5916cb77183fd7" providerId="LiveId" clId="{04DF9317-11A9-46EA-8704-4A033ACEB577}" dt="2025-08-19T22:57:58.111" v="5123" actId="478"/>
          <ac:spMkLst>
            <pc:docMk/>
            <pc:sldMk cId="3253752242" sldId="478"/>
            <ac:spMk id="9" creationId="{4F3DB61C-C158-5257-1213-AF7BE1CDBCCB}"/>
          </ac:spMkLst>
        </pc:spChg>
        <pc:spChg chg="del">
          <ac:chgData name="우진 김" userId="9d5916cb77183fd7" providerId="LiveId" clId="{04DF9317-11A9-46EA-8704-4A033ACEB577}" dt="2025-08-19T22:57:52.615" v="5121" actId="478"/>
          <ac:spMkLst>
            <pc:docMk/>
            <pc:sldMk cId="3253752242" sldId="478"/>
            <ac:spMk id="19" creationId="{11461A47-BAC4-70F3-0F9F-E0470FE831C2}"/>
          </ac:spMkLst>
        </pc:spChg>
        <pc:spChg chg="del">
          <ac:chgData name="우진 김" userId="9d5916cb77183fd7" providerId="LiveId" clId="{04DF9317-11A9-46EA-8704-4A033ACEB577}" dt="2025-08-19T22:57:52.615" v="5121" actId="478"/>
          <ac:spMkLst>
            <pc:docMk/>
            <pc:sldMk cId="3253752242" sldId="478"/>
            <ac:spMk id="21" creationId="{495F6658-8B29-BC3E-F4F5-CCFF037CB5F5}"/>
          </ac:spMkLst>
        </pc:spChg>
        <pc:spChg chg="mod">
          <ac:chgData name="우진 김" userId="9d5916cb77183fd7" providerId="LiveId" clId="{04DF9317-11A9-46EA-8704-4A033ACEB577}" dt="2025-08-19T23:33:27.627" v="6198" actId="1076"/>
          <ac:spMkLst>
            <pc:docMk/>
            <pc:sldMk cId="3253752242" sldId="478"/>
            <ac:spMk id="25" creationId="{674E8B35-6C9E-98FB-E4AA-0C688EF1634A}"/>
          </ac:spMkLst>
        </pc:spChg>
        <pc:spChg chg="del">
          <ac:chgData name="우진 김" userId="9d5916cb77183fd7" providerId="LiveId" clId="{04DF9317-11A9-46EA-8704-4A033ACEB577}" dt="2025-08-19T22:57:56.527" v="5122" actId="478"/>
          <ac:spMkLst>
            <pc:docMk/>
            <pc:sldMk cId="3253752242" sldId="478"/>
            <ac:spMk id="31" creationId="{6D8DB041-318D-81EF-1DF6-21FCA0B7FFC9}"/>
          </ac:spMkLst>
        </pc:spChg>
        <pc:spChg chg="del">
          <ac:chgData name="우진 김" userId="9d5916cb77183fd7" providerId="LiveId" clId="{04DF9317-11A9-46EA-8704-4A033ACEB577}" dt="2025-08-19T22:57:56.527" v="5122" actId="478"/>
          <ac:spMkLst>
            <pc:docMk/>
            <pc:sldMk cId="3253752242" sldId="478"/>
            <ac:spMk id="34" creationId="{8DFB7F47-7999-095F-0955-D153CBD6223F}"/>
          </ac:spMkLst>
        </pc:spChg>
        <pc:spChg chg="del">
          <ac:chgData name="우진 김" userId="9d5916cb77183fd7" providerId="LiveId" clId="{04DF9317-11A9-46EA-8704-4A033ACEB577}" dt="2025-08-19T22:57:56.527" v="5122" actId="478"/>
          <ac:spMkLst>
            <pc:docMk/>
            <pc:sldMk cId="3253752242" sldId="478"/>
            <ac:spMk id="35" creationId="{E5781987-697F-47B3-D14B-B51712670CBA}"/>
          </ac:spMkLst>
        </pc:spChg>
        <pc:spChg chg="del">
          <ac:chgData name="우진 김" userId="9d5916cb77183fd7" providerId="LiveId" clId="{04DF9317-11A9-46EA-8704-4A033ACEB577}" dt="2025-08-19T22:57:56.527" v="5122" actId="478"/>
          <ac:spMkLst>
            <pc:docMk/>
            <pc:sldMk cId="3253752242" sldId="478"/>
            <ac:spMk id="36" creationId="{C7DC383F-35C1-A6DF-EF41-669F29B1FE90}"/>
          </ac:spMkLst>
        </pc:spChg>
        <pc:picChg chg="del">
          <ac:chgData name="우진 김" userId="9d5916cb77183fd7" providerId="LiveId" clId="{04DF9317-11A9-46EA-8704-4A033ACEB577}" dt="2025-08-19T22:57:50.983" v="5120" actId="478"/>
          <ac:picMkLst>
            <pc:docMk/>
            <pc:sldMk cId="3253752242" sldId="478"/>
            <ac:picMk id="16" creationId="{CF257AA8-ABDF-C287-40F7-037E6D4D7012}"/>
          </ac:picMkLst>
        </pc:picChg>
        <pc:picChg chg="del">
          <ac:chgData name="우진 김" userId="9d5916cb77183fd7" providerId="LiveId" clId="{04DF9317-11A9-46EA-8704-4A033ACEB577}" dt="2025-08-19T22:57:56.527" v="5122" actId="478"/>
          <ac:picMkLst>
            <pc:docMk/>
            <pc:sldMk cId="3253752242" sldId="478"/>
            <ac:picMk id="28" creationId="{BA50AE4B-D553-271D-1A08-F49BB775BE7E}"/>
          </ac:picMkLst>
        </pc:picChg>
        <pc:picChg chg="del">
          <ac:chgData name="우진 김" userId="9d5916cb77183fd7" providerId="LiveId" clId="{04DF9317-11A9-46EA-8704-4A033ACEB577}" dt="2025-08-19T22:57:56.527" v="5122" actId="478"/>
          <ac:picMkLst>
            <pc:docMk/>
            <pc:sldMk cId="3253752242" sldId="478"/>
            <ac:picMk id="33" creationId="{A95C8850-0742-12AF-C190-A92D8AF28B24}"/>
          </ac:picMkLst>
        </pc:picChg>
      </pc:sldChg>
      <pc:sldChg chg="addSp delSp modSp add mod">
        <pc:chgData name="우진 김" userId="9d5916cb77183fd7" providerId="LiveId" clId="{04DF9317-11A9-46EA-8704-4A033ACEB577}" dt="2025-08-20T00:24:07.301" v="6704" actId="20577"/>
        <pc:sldMkLst>
          <pc:docMk/>
          <pc:sldMk cId="2465326408" sldId="479"/>
        </pc:sldMkLst>
        <pc:spChg chg="mod">
          <ac:chgData name="우진 김" userId="9d5916cb77183fd7" providerId="LiveId" clId="{04DF9317-11A9-46EA-8704-4A033ACEB577}" dt="2025-08-19T23:14:41.239" v="5630" actId="113"/>
          <ac:spMkLst>
            <pc:docMk/>
            <pc:sldMk cId="2465326408" sldId="479"/>
            <ac:spMk id="2" creationId="{CA57272B-3D99-ED51-66CD-AFA06304F618}"/>
          </ac:spMkLst>
        </pc:spChg>
        <pc:spChg chg="del">
          <ac:chgData name="우진 김" userId="9d5916cb77183fd7" providerId="LiveId" clId="{04DF9317-11A9-46EA-8704-4A033ACEB577}" dt="2025-08-19T23:12:33.737" v="5604" actId="478"/>
          <ac:spMkLst>
            <pc:docMk/>
            <pc:sldMk cId="2465326408" sldId="479"/>
            <ac:spMk id="3" creationId="{8A330FFB-BA10-B32C-2342-B624755FA906}"/>
          </ac:spMkLst>
        </pc:spChg>
        <pc:spChg chg="del">
          <ac:chgData name="우진 김" userId="9d5916cb77183fd7" providerId="LiveId" clId="{04DF9317-11A9-46EA-8704-4A033ACEB577}" dt="2025-08-19T23:12:39.393" v="5606" actId="478"/>
          <ac:spMkLst>
            <pc:docMk/>
            <pc:sldMk cId="2465326408" sldId="479"/>
            <ac:spMk id="6" creationId="{1B41D342-B930-EC95-6A87-81BCD2648ABC}"/>
          </ac:spMkLst>
        </pc:spChg>
        <pc:spChg chg="add mod">
          <ac:chgData name="우진 김" userId="9d5916cb77183fd7" providerId="LiveId" clId="{04DF9317-11A9-46EA-8704-4A033ACEB577}" dt="2025-08-20T00:24:07.301" v="6704" actId="20577"/>
          <ac:spMkLst>
            <pc:docMk/>
            <pc:sldMk cId="2465326408" sldId="479"/>
            <ac:spMk id="7" creationId="{5A03BBEF-7EA4-48BB-E8F0-411841A03D6F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11" creationId="{DF73835F-2CB5-65FE-AFDC-AB2CEFD35D07}"/>
          </ac:spMkLst>
        </pc:spChg>
        <pc:spChg chg="add mod">
          <ac:chgData name="우진 김" userId="9d5916cb77183fd7" providerId="LiveId" clId="{04DF9317-11A9-46EA-8704-4A033ACEB577}" dt="2025-08-19T23:15:22.048" v="5670" actId="1076"/>
          <ac:spMkLst>
            <pc:docMk/>
            <pc:sldMk cId="2465326408" sldId="479"/>
            <ac:spMk id="12" creationId="{79FACD4D-2C3C-F253-89BF-A0DCE87F7F00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14" creationId="{E89D2030-68FD-0AAA-CF01-85C0E872CA4C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15" creationId="{25521EC3-27A6-1F3C-1DA7-1E0F9064197E}"/>
          </ac:spMkLst>
        </pc:spChg>
        <pc:spChg chg="add mod">
          <ac:chgData name="우진 김" userId="9d5916cb77183fd7" providerId="LiveId" clId="{04DF9317-11A9-46EA-8704-4A033ACEB577}" dt="2025-08-19T23:14:58.957" v="5663" actId="20577"/>
          <ac:spMkLst>
            <pc:docMk/>
            <pc:sldMk cId="2465326408" sldId="479"/>
            <ac:spMk id="16" creationId="{FDA09CD9-0D2E-06C6-7F3E-76A395BE2C0B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20" creationId="{32649CF8-F611-0E5E-97D5-AE9C0680F637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21" creationId="{7B091B84-AB14-1F6E-84BE-A8574AC31A66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22" creationId="{BDE611A4-499C-C6A2-40E8-365F15044A3D}"/>
          </ac:spMkLst>
        </pc:spChg>
        <pc:spChg chg="del">
          <ac:chgData name="우진 김" userId="9d5916cb77183fd7" providerId="LiveId" clId="{04DF9317-11A9-46EA-8704-4A033ACEB577}" dt="2025-08-19T23:12:37.129" v="5605" actId="478"/>
          <ac:spMkLst>
            <pc:docMk/>
            <pc:sldMk cId="2465326408" sldId="479"/>
            <ac:spMk id="23" creationId="{8FC2E0E5-9567-AD47-CEB0-8B0638258B64}"/>
          </ac:spMkLst>
        </pc:spChg>
        <pc:spChg chg="add mod">
          <ac:chgData name="우진 김" userId="9d5916cb77183fd7" providerId="LiveId" clId="{04DF9317-11A9-46EA-8704-4A033ACEB577}" dt="2025-08-19T23:15:36.606" v="5687" actId="20577"/>
          <ac:spMkLst>
            <pc:docMk/>
            <pc:sldMk cId="2465326408" sldId="479"/>
            <ac:spMk id="25" creationId="{B4503D34-8F87-AB95-2A28-9B61577FCA46}"/>
          </ac:spMkLst>
        </pc:spChg>
        <pc:spChg chg="add mod">
          <ac:chgData name="우진 김" userId="9d5916cb77183fd7" providerId="LiveId" clId="{04DF9317-11A9-46EA-8704-4A033ACEB577}" dt="2025-08-19T23:16:02.174" v="5698" actId="14100"/>
          <ac:spMkLst>
            <pc:docMk/>
            <pc:sldMk cId="2465326408" sldId="479"/>
            <ac:spMk id="26" creationId="{E5C24C71-82A5-A0A4-AC6E-A994F126BC52}"/>
          </ac:spMkLst>
        </pc:spChg>
        <pc:spChg chg="add mod">
          <ac:chgData name="우진 김" userId="9d5916cb77183fd7" providerId="LiveId" clId="{04DF9317-11A9-46EA-8704-4A033ACEB577}" dt="2025-08-19T23:21:16.912" v="5727" actId="20577"/>
          <ac:spMkLst>
            <pc:docMk/>
            <pc:sldMk cId="2465326408" sldId="479"/>
            <ac:spMk id="33" creationId="{CF8DF22E-D7F6-1ABE-1287-107A013A2020}"/>
          </ac:spMkLst>
        </pc:spChg>
        <pc:spChg chg="add mod">
          <ac:chgData name="우진 김" userId="9d5916cb77183fd7" providerId="LiveId" clId="{04DF9317-11A9-46EA-8704-4A033ACEB577}" dt="2025-08-19T23:21:39.054" v="5775" actId="14100"/>
          <ac:spMkLst>
            <pc:docMk/>
            <pc:sldMk cId="2465326408" sldId="479"/>
            <ac:spMk id="34" creationId="{6D38CC7B-1BD3-1258-803F-DD38A8E69CBA}"/>
          </ac:spMkLst>
        </pc:spChg>
        <pc:picChg chg="del">
          <ac:chgData name="우진 김" userId="9d5916cb77183fd7" providerId="LiveId" clId="{04DF9317-11A9-46EA-8704-4A033ACEB577}" dt="2025-08-19T23:12:37.129" v="5605" actId="478"/>
          <ac:picMkLst>
            <pc:docMk/>
            <pc:sldMk cId="2465326408" sldId="479"/>
            <ac:picMk id="10" creationId="{B9865C21-E1D4-BE1B-0B44-ADAF7A0F45B7}"/>
          </ac:picMkLst>
        </pc:picChg>
        <pc:picChg chg="del">
          <ac:chgData name="우진 김" userId="9d5916cb77183fd7" providerId="LiveId" clId="{04DF9317-11A9-46EA-8704-4A033ACEB577}" dt="2025-08-19T23:12:37.129" v="5605" actId="478"/>
          <ac:picMkLst>
            <pc:docMk/>
            <pc:sldMk cId="2465326408" sldId="479"/>
            <ac:picMk id="17" creationId="{FBDF6D71-326C-8089-CAF1-EA52FDE18BE3}"/>
          </ac:picMkLst>
        </pc:picChg>
        <pc:picChg chg="add mod">
          <ac:chgData name="우진 김" userId="9d5916cb77183fd7" providerId="LiveId" clId="{04DF9317-11A9-46EA-8704-4A033ACEB577}" dt="2025-08-19T23:15:22.048" v="5670" actId="1076"/>
          <ac:picMkLst>
            <pc:docMk/>
            <pc:sldMk cId="2465326408" sldId="479"/>
            <ac:picMk id="24" creationId="{8E4821BE-B3AD-518A-E12A-6980366FA83C}"/>
          </ac:picMkLst>
        </pc:picChg>
        <pc:picChg chg="add del mod">
          <ac:chgData name="우진 김" userId="9d5916cb77183fd7" providerId="LiveId" clId="{04DF9317-11A9-46EA-8704-4A033ACEB577}" dt="2025-08-19T23:15:44.086" v="5690" actId="478"/>
          <ac:picMkLst>
            <pc:docMk/>
            <pc:sldMk cId="2465326408" sldId="479"/>
            <ac:picMk id="27" creationId="{5404926A-2EB4-59F0-FDE5-C3D8363E09BC}"/>
          </ac:picMkLst>
        </pc:picChg>
        <pc:picChg chg="add mod">
          <ac:chgData name="우진 김" userId="9d5916cb77183fd7" providerId="LiveId" clId="{04DF9317-11A9-46EA-8704-4A033ACEB577}" dt="2025-08-19T23:16:04.108" v="5699" actId="1076"/>
          <ac:picMkLst>
            <pc:docMk/>
            <pc:sldMk cId="2465326408" sldId="479"/>
            <ac:picMk id="29" creationId="{40DC39F6-EED7-1089-FB1B-0917FBB9DFA3}"/>
          </ac:picMkLst>
        </pc:picChg>
        <pc:cxnChg chg="del">
          <ac:chgData name="우진 김" userId="9d5916cb77183fd7" providerId="LiveId" clId="{04DF9317-11A9-46EA-8704-4A033ACEB577}" dt="2025-08-19T23:12:37.129" v="5605" actId="478"/>
          <ac:cxnSpMkLst>
            <pc:docMk/>
            <pc:sldMk cId="2465326408" sldId="479"/>
            <ac:cxnSpMk id="13" creationId="{417EB11B-B193-FE58-ED5F-FB1C0D3165BF}"/>
          </ac:cxnSpMkLst>
        </pc:cxnChg>
        <pc:cxnChg chg="add mod">
          <ac:chgData name="우진 김" userId="9d5916cb77183fd7" providerId="LiveId" clId="{04DF9317-11A9-46EA-8704-4A033ACEB577}" dt="2025-08-19T23:20:30.359" v="5701" actId="1076"/>
          <ac:cxnSpMkLst>
            <pc:docMk/>
            <pc:sldMk cId="2465326408" sldId="479"/>
            <ac:cxnSpMk id="31" creationId="{E02924AC-CE94-42EA-B606-F64A1A2923C8}"/>
          </ac:cxnSpMkLst>
        </pc:cxnChg>
        <pc:cxnChg chg="add mod">
          <ac:chgData name="우진 김" userId="9d5916cb77183fd7" providerId="LiveId" clId="{04DF9317-11A9-46EA-8704-4A033ACEB577}" dt="2025-08-19T23:20:34.206" v="5703" actId="1076"/>
          <ac:cxnSpMkLst>
            <pc:docMk/>
            <pc:sldMk cId="2465326408" sldId="479"/>
            <ac:cxnSpMk id="32" creationId="{32AB57BB-C379-E041-5AC5-7A552CCE8F5D}"/>
          </ac:cxnSpMkLst>
        </pc:cxnChg>
      </pc:sldChg>
      <pc:sldChg chg="addSp delSp modSp add mod">
        <pc:chgData name="우진 김" userId="9d5916cb77183fd7" providerId="LiveId" clId="{04DF9317-11A9-46EA-8704-4A033ACEB577}" dt="2025-08-19T23:23:23.470" v="5873" actId="1076"/>
        <pc:sldMkLst>
          <pc:docMk/>
          <pc:sldMk cId="1157082269" sldId="480"/>
        </pc:sldMkLst>
        <pc:spChg chg="del">
          <ac:chgData name="우진 김" userId="9d5916cb77183fd7" providerId="LiveId" clId="{04DF9317-11A9-46EA-8704-4A033ACEB577}" dt="2025-08-19T23:21:56.793" v="5778" actId="478"/>
          <ac:spMkLst>
            <pc:docMk/>
            <pc:sldMk cId="1157082269" sldId="480"/>
            <ac:spMk id="2" creationId="{2BF01337-ADB3-9AF6-DA90-0BB4A7B8B960}"/>
          </ac:spMkLst>
        </pc:spChg>
        <pc:spChg chg="add mod">
          <ac:chgData name="우진 김" userId="9d5916cb77183fd7" providerId="LiveId" clId="{04DF9317-11A9-46EA-8704-4A033ACEB577}" dt="2025-08-19T23:22:49.251" v="5862" actId="20577"/>
          <ac:spMkLst>
            <pc:docMk/>
            <pc:sldMk cId="1157082269" sldId="480"/>
            <ac:spMk id="3" creationId="{C877D3EF-0E61-B288-620F-03592BA826B7}"/>
          </ac:spMkLst>
        </pc:spChg>
        <pc:spChg chg="add mod">
          <ac:chgData name="우진 김" userId="9d5916cb77183fd7" providerId="LiveId" clId="{04DF9317-11A9-46EA-8704-4A033ACEB577}" dt="2025-08-19T23:22:54.676" v="5864" actId="1076"/>
          <ac:spMkLst>
            <pc:docMk/>
            <pc:sldMk cId="1157082269" sldId="480"/>
            <ac:spMk id="6" creationId="{64E84901-FB5B-09EB-0A7F-9999CDF6843D}"/>
          </ac:spMkLst>
        </pc:spChg>
        <pc:spChg chg="del">
          <ac:chgData name="우진 김" userId="9d5916cb77183fd7" providerId="LiveId" clId="{04DF9317-11A9-46EA-8704-4A033ACEB577}" dt="2025-08-19T23:21:55.161" v="5777" actId="478"/>
          <ac:spMkLst>
            <pc:docMk/>
            <pc:sldMk cId="1157082269" sldId="480"/>
            <ac:spMk id="7" creationId="{F240F138-2882-4A06-A596-5095AAB412B6}"/>
          </ac:spMkLst>
        </pc:spChg>
        <pc:spChg chg="del">
          <ac:chgData name="우진 김" userId="9d5916cb77183fd7" providerId="LiveId" clId="{04DF9317-11A9-46EA-8704-4A033ACEB577}" dt="2025-08-19T23:21:55.161" v="5777" actId="478"/>
          <ac:spMkLst>
            <pc:docMk/>
            <pc:sldMk cId="1157082269" sldId="480"/>
            <ac:spMk id="12" creationId="{A3440B98-9012-C6F4-E93C-FE28BD1092D0}"/>
          </ac:spMkLst>
        </pc:spChg>
        <pc:spChg chg="del">
          <ac:chgData name="우진 김" userId="9d5916cb77183fd7" providerId="LiveId" clId="{04DF9317-11A9-46EA-8704-4A033ACEB577}" dt="2025-08-19T23:21:57.418" v="5779" actId="478"/>
          <ac:spMkLst>
            <pc:docMk/>
            <pc:sldMk cId="1157082269" sldId="480"/>
            <ac:spMk id="16" creationId="{ECB8F2D0-D098-843D-E3C0-E20448F69485}"/>
          </ac:spMkLst>
        </pc:spChg>
        <pc:spChg chg="mod">
          <ac:chgData name="우진 김" userId="9d5916cb77183fd7" providerId="LiveId" clId="{04DF9317-11A9-46EA-8704-4A033ACEB577}" dt="2025-08-19T23:22:32.290" v="5824" actId="20577"/>
          <ac:spMkLst>
            <pc:docMk/>
            <pc:sldMk cId="1157082269" sldId="480"/>
            <ac:spMk id="25" creationId="{04893DE8-D241-BC88-1852-4E0FFD5D0941}"/>
          </ac:spMkLst>
        </pc:spChg>
        <pc:spChg chg="mod">
          <ac:chgData name="우진 김" userId="9d5916cb77183fd7" providerId="LiveId" clId="{04DF9317-11A9-46EA-8704-4A033ACEB577}" dt="2025-08-19T23:22:04.946" v="5781" actId="1076"/>
          <ac:spMkLst>
            <pc:docMk/>
            <pc:sldMk cId="1157082269" sldId="480"/>
            <ac:spMk id="26" creationId="{345FFDC0-8938-F744-0A06-2CDE51307D11}"/>
          </ac:spMkLst>
        </pc:spChg>
        <pc:spChg chg="del mod">
          <ac:chgData name="우진 김" userId="9d5916cb77183fd7" providerId="LiveId" clId="{04DF9317-11A9-46EA-8704-4A033ACEB577}" dt="2025-08-19T23:22:06.625" v="5782" actId="478"/>
          <ac:spMkLst>
            <pc:docMk/>
            <pc:sldMk cId="1157082269" sldId="480"/>
            <ac:spMk id="33" creationId="{71336463-1BBF-EF16-34F6-37FDD9FC43B3}"/>
          </ac:spMkLst>
        </pc:spChg>
        <pc:spChg chg="del mod">
          <ac:chgData name="우진 김" userId="9d5916cb77183fd7" providerId="LiveId" clId="{04DF9317-11A9-46EA-8704-4A033ACEB577}" dt="2025-08-19T23:22:06.625" v="5782" actId="478"/>
          <ac:spMkLst>
            <pc:docMk/>
            <pc:sldMk cId="1157082269" sldId="480"/>
            <ac:spMk id="34" creationId="{7CEFEF00-35CD-4D77-862A-A74782E68967}"/>
          </ac:spMkLst>
        </pc:spChg>
        <pc:picChg chg="add del mod">
          <ac:chgData name="우진 김" userId="9d5916cb77183fd7" providerId="LiveId" clId="{04DF9317-11A9-46EA-8704-4A033ACEB577}" dt="2025-08-19T23:23:06.427" v="5865" actId="478"/>
          <ac:picMkLst>
            <pc:docMk/>
            <pc:sldMk cId="1157082269" sldId="480"/>
            <ac:picMk id="10" creationId="{A405A7AF-F166-73CE-BB4D-59CFD91349B2}"/>
          </ac:picMkLst>
        </pc:picChg>
        <pc:picChg chg="add mod modCrop">
          <ac:chgData name="우진 김" userId="9d5916cb77183fd7" providerId="LiveId" clId="{04DF9317-11A9-46EA-8704-4A033ACEB577}" dt="2025-08-19T23:23:23.470" v="5873" actId="1076"/>
          <ac:picMkLst>
            <pc:docMk/>
            <pc:sldMk cId="1157082269" sldId="480"/>
            <ac:picMk id="13" creationId="{F3586154-7826-8FF2-5FF5-23FBB001386F}"/>
          </ac:picMkLst>
        </pc:picChg>
        <pc:picChg chg="del">
          <ac:chgData name="우진 김" userId="9d5916cb77183fd7" providerId="LiveId" clId="{04DF9317-11A9-46EA-8704-4A033ACEB577}" dt="2025-08-19T23:21:55.161" v="5777" actId="478"/>
          <ac:picMkLst>
            <pc:docMk/>
            <pc:sldMk cId="1157082269" sldId="480"/>
            <ac:picMk id="24" creationId="{A9958F05-7D58-2E06-9410-C2C7C1A59500}"/>
          </ac:picMkLst>
        </pc:picChg>
        <pc:picChg chg="mod modCrop">
          <ac:chgData name="우진 김" userId="9d5916cb77183fd7" providerId="LiveId" clId="{04DF9317-11A9-46EA-8704-4A033ACEB577}" dt="2025-08-19T23:23:21.764" v="5872" actId="1076"/>
          <ac:picMkLst>
            <pc:docMk/>
            <pc:sldMk cId="1157082269" sldId="480"/>
            <ac:picMk id="29" creationId="{7D4E47DB-8FD6-FC95-C790-3D8446D425B9}"/>
          </ac:picMkLst>
        </pc:picChg>
        <pc:cxnChg chg="del mod">
          <ac:chgData name="우진 김" userId="9d5916cb77183fd7" providerId="LiveId" clId="{04DF9317-11A9-46EA-8704-4A033ACEB577}" dt="2025-08-19T23:22:06.625" v="5782" actId="478"/>
          <ac:cxnSpMkLst>
            <pc:docMk/>
            <pc:sldMk cId="1157082269" sldId="480"/>
            <ac:cxnSpMk id="31" creationId="{A27AE1F6-6596-B7EE-4282-B2B9E846F1F3}"/>
          </ac:cxnSpMkLst>
        </pc:cxnChg>
        <pc:cxnChg chg="del mod">
          <ac:chgData name="우진 김" userId="9d5916cb77183fd7" providerId="LiveId" clId="{04DF9317-11A9-46EA-8704-4A033ACEB577}" dt="2025-08-19T23:22:06.625" v="5782" actId="478"/>
          <ac:cxnSpMkLst>
            <pc:docMk/>
            <pc:sldMk cId="1157082269" sldId="480"/>
            <ac:cxnSpMk id="32" creationId="{17C6A49B-893B-F316-2FD4-9F6394532659}"/>
          </ac:cxnSpMkLst>
        </pc:cxnChg>
      </pc:sldChg>
      <pc:sldChg chg="addSp delSp modSp add mod">
        <pc:chgData name="우진 김" userId="9d5916cb77183fd7" providerId="LiveId" clId="{04DF9317-11A9-46EA-8704-4A033ACEB577}" dt="2025-08-19T23:29:44.087" v="6188" actId="20577"/>
        <pc:sldMkLst>
          <pc:docMk/>
          <pc:sldMk cId="2991378904" sldId="481"/>
        </pc:sldMkLst>
        <pc:spChg chg="add mod">
          <ac:chgData name="우진 김" userId="9d5916cb77183fd7" providerId="LiveId" clId="{04DF9317-11A9-46EA-8704-4A033ACEB577}" dt="2025-08-19T23:28:06.502" v="6077" actId="113"/>
          <ac:spMkLst>
            <pc:docMk/>
            <pc:sldMk cId="2991378904" sldId="481"/>
            <ac:spMk id="2" creationId="{9451DF6D-F2FB-B67D-216E-9AB54D2D0F38}"/>
          </ac:spMkLst>
        </pc:spChg>
        <pc:spChg chg="del mod">
          <ac:chgData name="우진 김" userId="9d5916cb77183fd7" providerId="LiveId" clId="{04DF9317-11A9-46EA-8704-4A033ACEB577}" dt="2025-08-19T23:24:43.584" v="5876" actId="478"/>
          <ac:spMkLst>
            <pc:docMk/>
            <pc:sldMk cId="2991378904" sldId="481"/>
            <ac:spMk id="3" creationId="{12D64F00-C078-E77A-2836-EEA7547CE8C9}"/>
          </ac:spMkLst>
        </pc:spChg>
        <pc:spChg chg="del">
          <ac:chgData name="우진 김" userId="9d5916cb77183fd7" providerId="LiveId" clId="{04DF9317-11A9-46EA-8704-4A033ACEB577}" dt="2025-08-19T23:25:04.670" v="5904" actId="478"/>
          <ac:spMkLst>
            <pc:docMk/>
            <pc:sldMk cId="2991378904" sldId="481"/>
            <ac:spMk id="6" creationId="{6EE37195-E1DC-1B19-243E-B6B5E5D376DB}"/>
          </ac:spMkLst>
        </pc:spChg>
        <pc:spChg chg="add mod">
          <ac:chgData name="우진 김" userId="9d5916cb77183fd7" providerId="LiveId" clId="{04DF9317-11A9-46EA-8704-4A033ACEB577}" dt="2025-08-19T23:26:01.344" v="5955" actId="1076"/>
          <ac:spMkLst>
            <pc:docMk/>
            <pc:sldMk cId="2991378904" sldId="481"/>
            <ac:spMk id="7" creationId="{C3D257D8-F63A-5F43-622D-8008BF782BCC}"/>
          </ac:spMkLst>
        </pc:spChg>
        <pc:spChg chg="add mod">
          <ac:chgData name="우진 김" userId="9d5916cb77183fd7" providerId="LiveId" clId="{04DF9317-11A9-46EA-8704-4A033ACEB577}" dt="2025-08-19T23:26:51.797" v="5998" actId="20577"/>
          <ac:spMkLst>
            <pc:docMk/>
            <pc:sldMk cId="2991378904" sldId="481"/>
            <ac:spMk id="12" creationId="{62968015-1DE7-3A56-DE00-D02442E999A5}"/>
          </ac:spMkLst>
        </pc:spChg>
        <pc:spChg chg="add mod">
          <ac:chgData name="우진 김" userId="9d5916cb77183fd7" providerId="LiveId" clId="{04DF9317-11A9-46EA-8704-4A033ACEB577}" dt="2025-08-19T23:27:39.754" v="6061" actId="1035"/>
          <ac:spMkLst>
            <pc:docMk/>
            <pc:sldMk cId="2991378904" sldId="481"/>
            <ac:spMk id="15" creationId="{874E5D06-5CA4-BFCC-CEA5-700748FCFE51}"/>
          </ac:spMkLst>
        </pc:spChg>
        <pc:spChg chg="add mod">
          <ac:chgData name="우진 김" userId="9d5916cb77183fd7" providerId="LiveId" clId="{04DF9317-11A9-46EA-8704-4A033ACEB577}" dt="2025-08-19T23:28:08.335" v="6078" actId="113"/>
          <ac:spMkLst>
            <pc:docMk/>
            <pc:sldMk cId="2991378904" sldId="481"/>
            <ac:spMk id="16" creationId="{28051F32-0978-C84B-D6F2-92A0B487748E}"/>
          </ac:spMkLst>
        </pc:spChg>
        <pc:spChg chg="add mod">
          <ac:chgData name="우진 김" userId="9d5916cb77183fd7" providerId="LiveId" clId="{04DF9317-11A9-46EA-8704-4A033ACEB577}" dt="2025-08-19T23:29:16.379" v="6174" actId="1076"/>
          <ac:spMkLst>
            <pc:docMk/>
            <pc:sldMk cId="2991378904" sldId="481"/>
            <ac:spMk id="17" creationId="{668B7849-96AA-6AC4-83AB-4824067A8ED3}"/>
          </ac:spMkLst>
        </pc:spChg>
        <pc:spChg chg="add mod">
          <ac:chgData name="우진 김" userId="9d5916cb77183fd7" providerId="LiveId" clId="{04DF9317-11A9-46EA-8704-4A033ACEB577}" dt="2025-08-19T23:29:44.087" v="6188" actId="20577"/>
          <ac:spMkLst>
            <pc:docMk/>
            <pc:sldMk cId="2991378904" sldId="481"/>
            <ac:spMk id="18" creationId="{855C6627-578F-47A3-7BF1-7B8A55B0DFF1}"/>
          </ac:spMkLst>
        </pc:spChg>
        <pc:spChg chg="mod">
          <ac:chgData name="우진 김" userId="9d5916cb77183fd7" providerId="LiveId" clId="{04DF9317-11A9-46EA-8704-4A033ACEB577}" dt="2025-08-19T23:25:00.558" v="5902" actId="20577"/>
          <ac:spMkLst>
            <pc:docMk/>
            <pc:sldMk cId="2991378904" sldId="481"/>
            <ac:spMk id="25" creationId="{EAFD9053-CC5F-97A5-CD65-5F340B72301A}"/>
          </ac:spMkLst>
        </pc:spChg>
        <pc:spChg chg="del">
          <ac:chgData name="우진 김" userId="9d5916cb77183fd7" providerId="LiveId" clId="{04DF9317-11A9-46EA-8704-4A033ACEB577}" dt="2025-08-19T23:25:03.198" v="5903" actId="478"/>
          <ac:spMkLst>
            <pc:docMk/>
            <pc:sldMk cId="2991378904" sldId="481"/>
            <ac:spMk id="26" creationId="{E27222AB-BCD8-91B1-ADF5-625188949781}"/>
          </ac:spMkLst>
        </pc:spChg>
        <pc:picChg chg="del">
          <ac:chgData name="우진 김" userId="9d5916cb77183fd7" providerId="LiveId" clId="{04DF9317-11A9-46EA-8704-4A033ACEB577}" dt="2025-08-19T23:25:04.670" v="5904" actId="478"/>
          <ac:picMkLst>
            <pc:docMk/>
            <pc:sldMk cId="2991378904" sldId="481"/>
            <ac:picMk id="13" creationId="{7E3631C1-F6A3-406D-EEC8-1F7BDC3584DC}"/>
          </ac:picMkLst>
        </pc:picChg>
        <pc:picChg chg="del">
          <ac:chgData name="우진 김" userId="9d5916cb77183fd7" providerId="LiveId" clId="{04DF9317-11A9-46EA-8704-4A033ACEB577}" dt="2025-08-19T23:25:03.198" v="5903" actId="478"/>
          <ac:picMkLst>
            <pc:docMk/>
            <pc:sldMk cId="2991378904" sldId="481"/>
            <ac:picMk id="29" creationId="{20334DF5-8F36-DE62-2519-B4ECC446D59F}"/>
          </ac:picMkLst>
        </pc:picChg>
        <pc:cxnChg chg="add">
          <ac:chgData name="우진 김" userId="9d5916cb77183fd7" providerId="LiveId" clId="{04DF9317-11A9-46EA-8704-4A033ACEB577}" dt="2025-08-19T23:26:14.477" v="5956" actId="11529"/>
          <ac:cxnSpMkLst>
            <pc:docMk/>
            <pc:sldMk cId="2991378904" sldId="481"/>
            <ac:cxnSpMk id="11" creationId="{51FC3C88-3A03-A468-99DA-6CDF3F150ADD}"/>
          </ac:cxnSpMkLst>
        </pc:cxnChg>
        <pc:cxnChg chg="add mod">
          <ac:chgData name="우진 김" userId="9d5916cb77183fd7" providerId="LiveId" clId="{04DF9317-11A9-46EA-8704-4A033ACEB577}" dt="2025-08-19T23:27:15.461" v="6000" actId="1076"/>
          <ac:cxnSpMkLst>
            <pc:docMk/>
            <pc:sldMk cId="2991378904" sldId="481"/>
            <ac:cxnSpMk id="14" creationId="{37E8DD37-8F09-363D-D2A7-27508A1A47F5}"/>
          </ac:cxnSpMkLst>
        </pc:cxnChg>
        <pc:cxnChg chg="add mod">
          <ac:chgData name="우진 김" userId="9d5916cb77183fd7" providerId="LiveId" clId="{04DF9317-11A9-46EA-8704-4A033ACEB577}" dt="2025-08-19T23:29:32.253" v="6178" actId="1076"/>
          <ac:cxnSpMkLst>
            <pc:docMk/>
            <pc:sldMk cId="2991378904" sldId="481"/>
            <ac:cxnSpMk id="19" creationId="{D5361176-B8F4-98EE-2294-03CDDCF09558}"/>
          </ac:cxnSpMkLst>
        </pc:cxnChg>
      </pc:sldChg>
      <pc:sldChg chg="addSp delSp modSp add mod">
        <pc:chgData name="우진 김" userId="9d5916cb77183fd7" providerId="LiveId" clId="{04DF9317-11A9-46EA-8704-4A033ACEB577}" dt="2025-08-19T23:46:20.574" v="6401" actId="2711"/>
        <pc:sldMkLst>
          <pc:docMk/>
          <pc:sldMk cId="2512301338" sldId="482"/>
        </pc:sldMkLst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2" creationId="{083E0080-7FF9-96B6-3AEC-36636D5488E4}"/>
          </ac:spMkLst>
        </pc:spChg>
        <pc:spChg chg="add mod">
          <ac:chgData name="우진 김" userId="9d5916cb77183fd7" providerId="LiveId" clId="{04DF9317-11A9-46EA-8704-4A033ACEB577}" dt="2025-08-19T23:46:20.574" v="6401" actId="2711"/>
          <ac:spMkLst>
            <pc:docMk/>
            <pc:sldMk cId="2512301338" sldId="482"/>
            <ac:spMk id="3" creationId="{942675B3-17C8-98EA-6CFE-06DEEF4EC4D2}"/>
          </ac:spMkLst>
        </pc:spChg>
        <pc:spChg chg="add mod">
          <ac:chgData name="우진 김" userId="9d5916cb77183fd7" providerId="LiveId" clId="{04DF9317-11A9-46EA-8704-4A033ACEB577}" dt="2025-08-19T23:46:20.574" v="6401" actId="2711"/>
          <ac:spMkLst>
            <pc:docMk/>
            <pc:sldMk cId="2512301338" sldId="482"/>
            <ac:spMk id="6" creationId="{402FF0CC-1D36-A96E-38D7-D47C5275BD57}"/>
          </ac:spMkLst>
        </pc:spChg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7" creationId="{16A1A18B-7BDF-7F75-2C03-ADD4EC4DE161}"/>
          </ac:spMkLst>
        </pc:spChg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12" creationId="{E99C4620-CE50-FC7F-4375-45D6AF212262}"/>
          </ac:spMkLst>
        </pc:spChg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15" creationId="{7391E9CE-C016-70AB-EE11-13A4505F696E}"/>
          </ac:spMkLst>
        </pc:spChg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16" creationId="{A846A269-6358-B60D-007C-D995BFBF8D68}"/>
          </ac:spMkLst>
        </pc:spChg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17" creationId="{B042F79C-7594-2D96-9317-6C69BB11E212}"/>
          </ac:spMkLst>
        </pc:spChg>
        <pc:spChg chg="del">
          <ac:chgData name="우진 김" userId="9d5916cb77183fd7" providerId="LiveId" clId="{04DF9317-11A9-46EA-8704-4A033ACEB577}" dt="2025-08-19T23:37:48.452" v="6244" actId="478"/>
          <ac:spMkLst>
            <pc:docMk/>
            <pc:sldMk cId="2512301338" sldId="482"/>
            <ac:spMk id="18" creationId="{A01D1878-B051-D6FC-7E4C-8ECEEDC4D506}"/>
          </ac:spMkLst>
        </pc:spChg>
        <pc:spChg chg="add del mod">
          <ac:chgData name="우진 김" userId="9d5916cb77183fd7" providerId="LiveId" clId="{04DF9317-11A9-46EA-8704-4A033ACEB577}" dt="2025-08-19T23:42:42.357" v="6344" actId="478"/>
          <ac:spMkLst>
            <pc:docMk/>
            <pc:sldMk cId="2512301338" sldId="482"/>
            <ac:spMk id="22" creationId="{0796A520-9F00-D8AE-DB03-636661DCC72F}"/>
          </ac:spMkLst>
        </pc:spChg>
        <pc:spChg chg="add del mod">
          <ac:chgData name="우진 김" userId="9d5916cb77183fd7" providerId="LiveId" clId="{04DF9317-11A9-46EA-8704-4A033ACEB577}" dt="2025-08-19T23:42:42.357" v="6344" actId="478"/>
          <ac:spMkLst>
            <pc:docMk/>
            <pc:sldMk cId="2512301338" sldId="482"/>
            <ac:spMk id="23" creationId="{76A9583D-936D-95E0-D4B4-5F2F803D89AD}"/>
          </ac:spMkLst>
        </pc:spChg>
        <pc:spChg chg="mod">
          <ac:chgData name="우진 김" userId="9d5916cb77183fd7" providerId="LiveId" clId="{04DF9317-11A9-46EA-8704-4A033ACEB577}" dt="2025-08-19T23:46:20.574" v="6401" actId="2711"/>
          <ac:spMkLst>
            <pc:docMk/>
            <pc:sldMk cId="2512301338" sldId="482"/>
            <ac:spMk id="25" creationId="{C5A9A2E0-919F-DDAF-D66E-7418E0181988}"/>
          </ac:spMkLst>
        </pc:spChg>
        <pc:spChg chg="add mod">
          <ac:chgData name="우진 김" userId="9d5916cb77183fd7" providerId="LiveId" clId="{04DF9317-11A9-46EA-8704-4A033ACEB577}" dt="2025-08-19T23:46:20.574" v="6401" actId="2711"/>
          <ac:spMkLst>
            <pc:docMk/>
            <pc:sldMk cId="2512301338" sldId="482"/>
            <ac:spMk id="31" creationId="{A7E72E24-624C-A92C-D27E-9A6CDF85BD8E}"/>
          </ac:spMkLst>
        </pc:spChg>
        <pc:spChg chg="add mod">
          <ac:chgData name="우진 김" userId="9d5916cb77183fd7" providerId="LiveId" clId="{04DF9317-11A9-46EA-8704-4A033ACEB577}" dt="2025-08-19T23:46:20.574" v="6401" actId="2711"/>
          <ac:spMkLst>
            <pc:docMk/>
            <pc:sldMk cId="2512301338" sldId="482"/>
            <ac:spMk id="32" creationId="{D0299874-E1A3-242E-6EB3-B015800B630B}"/>
          </ac:spMkLst>
        </pc:spChg>
        <pc:picChg chg="add mod">
          <ac:chgData name="우진 김" userId="9d5916cb77183fd7" providerId="LiveId" clId="{04DF9317-11A9-46EA-8704-4A033ACEB577}" dt="2025-08-19T23:39:30.282" v="6292" actId="1076"/>
          <ac:picMkLst>
            <pc:docMk/>
            <pc:sldMk cId="2512301338" sldId="482"/>
            <ac:picMk id="13" creationId="{A7A8EA33-B74F-8736-EE2A-25A342467DCD}"/>
          </ac:picMkLst>
        </pc:picChg>
        <pc:picChg chg="add mod">
          <ac:chgData name="우진 김" userId="9d5916cb77183fd7" providerId="LiveId" clId="{04DF9317-11A9-46EA-8704-4A033ACEB577}" dt="2025-08-19T23:39:30.282" v="6292" actId="1076"/>
          <ac:picMkLst>
            <pc:docMk/>
            <pc:sldMk cId="2512301338" sldId="482"/>
            <ac:picMk id="21" creationId="{0AC4DF59-B19A-04B0-2A28-DF946A9DF5E5}"/>
          </ac:picMkLst>
        </pc:picChg>
        <pc:picChg chg="add del mod">
          <ac:chgData name="우진 김" userId="9d5916cb77183fd7" providerId="LiveId" clId="{04DF9317-11A9-46EA-8704-4A033ACEB577}" dt="2025-08-19T23:40:50.226" v="6320" actId="478"/>
          <ac:picMkLst>
            <pc:docMk/>
            <pc:sldMk cId="2512301338" sldId="482"/>
            <ac:picMk id="24" creationId="{1CFC68E8-27DF-0D61-1916-D3DAA591148B}"/>
          </ac:picMkLst>
        </pc:picChg>
        <pc:picChg chg="add del mod">
          <ac:chgData name="우진 김" userId="9d5916cb77183fd7" providerId="LiveId" clId="{04DF9317-11A9-46EA-8704-4A033ACEB577}" dt="2025-08-19T23:40:50.690" v="6321" actId="478"/>
          <ac:picMkLst>
            <pc:docMk/>
            <pc:sldMk cId="2512301338" sldId="482"/>
            <ac:picMk id="26" creationId="{F3C720CD-23B9-A840-57EC-3049A34F8562}"/>
          </ac:picMkLst>
        </pc:picChg>
        <pc:picChg chg="add del mod">
          <ac:chgData name="우진 김" userId="9d5916cb77183fd7" providerId="LiveId" clId="{04DF9317-11A9-46EA-8704-4A033ACEB577}" dt="2025-08-19T23:42:42.357" v="6344" actId="478"/>
          <ac:picMkLst>
            <pc:docMk/>
            <pc:sldMk cId="2512301338" sldId="482"/>
            <ac:picMk id="28" creationId="{D04D2C4D-523B-4392-BBC3-9943A76699CF}"/>
          </ac:picMkLst>
        </pc:picChg>
        <pc:picChg chg="add del mod">
          <ac:chgData name="우진 김" userId="9d5916cb77183fd7" providerId="LiveId" clId="{04DF9317-11A9-46EA-8704-4A033ACEB577}" dt="2025-08-19T23:42:42.357" v="6344" actId="478"/>
          <ac:picMkLst>
            <pc:docMk/>
            <pc:sldMk cId="2512301338" sldId="482"/>
            <ac:picMk id="30" creationId="{AC2EDE7C-C940-7A25-C6E9-A6C65EF0ACB7}"/>
          </ac:picMkLst>
        </pc:picChg>
        <pc:picChg chg="add mod">
          <ac:chgData name="우진 김" userId="9d5916cb77183fd7" providerId="LiveId" clId="{04DF9317-11A9-46EA-8704-4A033ACEB577}" dt="2025-08-19T23:43:16.977" v="6351" actId="1076"/>
          <ac:picMkLst>
            <pc:docMk/>
            <pc:sldMk cId="2512301338" sldId="482"/>
            <ac:picMk id="33" creationId="{B4758C11-0765-C0CC-EDD5-007264C7F739}"/>
          </ac:picMkLst>
        </pc:picChg>
        <pc:picChg chg="add del mod">
          <ac:chgData name="우진 김" userId="9d5916cb77183fd7" providerId="LiveId" clId="{04DF9317-11A9-46EA-8704-4A033ACEB577}" dt="2025-08-19T23:42:29.052" v="6342" actId="478"/>
          <ac:picMkLst>
            <pc:docMk/>
            <pc:sldMk cId="2512301338" sldId="482"/>
            <ac:picMk id="34" creationId="{596FC4C6-7C6B-189D-17AE-E31768ADA50D}"/>
          </ac:picMkLst>
        </pc:picChg>
        <pc:picChg chg="add mod ord">
          <ac:chgData name="우진 김" userId="9d5916cb77183fd7" providerId="LiveId" clId="{04DF9317-11A9-46EA-8704-4A033ACEB577}" dt="2025-08-19T23:44:20.185" v="6368" actId="166"/>
          <ac:picMkLst>
            <pc:docMk/>
            <pc:sldMk cId="2512301338" sldId="482"/>
            <ac:picMk id="38" creationId="{3B52913D-6FA0-2614-62DD-A4464E01C73A}"/>
          </ac:picMkLst>
        </pc:picChg>
        <pc:picChg chg="add mod">
          <ac:chgData name="우진 김" userId="9d5916cb77183fd7" providerId="LiveId" clId="{04DF9317-11A9-46EA-8704-4A033ACEB577}" dt="2025-08-19T23:44:24.715" v="6369" actId="1076"/>
          <ac:picMkLst>
            <pc:docMk/>
            <pc:sldMk cId="2512301338" sldId="482"/>
            <ac:picMk id="40" creationId="{27040FB0-ACFA-53BD-324B-62F593B8ECEC}"/>
          </ac:picMkLst>
        </pc:picChg>
        <pc:picChg chg="add mod">
          <ac:chgData name="우진 김" userId="9d5916cb77183fd7" providerId="LiveId" clId="{04DF9317-11A9-46EA-8704-4A033ACEB577}" dt="2025-08-19T23:44:13.912" v="6365" actId="1076"/>
          <ac:picMkLst>
            <pc:docMk/>
            <pc:sldMk cId="2512301338" sldId="482"/>
            <ac:picMk id="42" creationId="{D543EECD-EBE2-8680-9AB1-40F4EB14D940}"/>
          </ac:picMkLst>
        </pc:picChg>
        <pc:cxnChg chg="del">
          <ac:chgData name="우진 김" userId="9d5916cb77183fd7" providerId="LiveId" clId="{04DF9317-11A9-46EA-8704-4A033ACEB577}" dt="2025-08-19T23:37:48.452" v="6244" actId="478"/>
          <ac:cxnSpMkLst>
            <pc:docMk/>
            <pc:sldMk cId="2512301338" sldId="482"/>
            <ac:cxnSpMk id="11" creationId="{B9E9C011-690F-FE53-8A51-03238316341F}"/>
          </ac:cxnSpMkLst>
        </pc:cxnChg>
        <pc:cxnChg chg="del">
          <ac:chgData name="우진 김" userId="9d5916cb77183fd7" providerId="LiveId" clId="{04DF9317-11A9-46EA-8704-4A033ACEB577}" dt="2025-08-19T23:37:48.452" v="6244" actId="478"/>
          <ac:cxnSpMkLst>
            <pc:docMk/>
            <pc:sldMk cId="2512301338" sldId="482"/>
            <ac:cxnSpMk id="14" creationId="{4D6FD3ED-41F3-F6F9-E16E-D0A0D5F6013A}"/>
          </ac:cxnSpMkLst>
        </pc:cxnChg>
        <pc:cxnChg chg="del">
          <ac:chgData name="우진 김" userId="9d5916cb77183fd7" providerId="LiveId" clId="{04DF9317-11A9-46EA-8704-4A033ACEB577}" dt="2025-08-19T23:37:48.452" v="6244" actId="478"/>
          <ac:cxnSpMkLst>
            <pc:docMk/>
            <pc:sldMk cId="2512301338" sldId="482"/>
            <ac:cxnSpMk id="19" creationId="{C17F9D12-A8CB-F568-40D2-BDD408BE3F1B}"/>
          </ac:cxnSpMkLst>
        </pc:cxnChg>
        <pc:cxnChg chg="add">
          <ac:chgData name="우진 김" userId="9d5916cb77183fd7" providerId="LiveId" clId="{04DF9317-11A9-46EA-8704-4A033ACEB577}" dt="2025-08-19T23:42:50.849" v="6346" actId="11529"/>
          <ac:cxnSpMkLst>
            <pc:docMk/>
            <pc:sldMk cId="2512301338" sldId="482"/>
            <ac:cxnSpMk id="36" creationId="{14CB109A-AD8A-22D7-DB70-FAAB2D45EA5F}"/>
          </ac:cxnSpMkLst>
        </pc:cxnChg>
      </pc:sldChg>
      <pc:sldChg chg="addSp delSp modSp add mod">
        <pc:chgData name="우진 김" userId="9d5916cb77183fd7" providerId="LiveId" clId="{04DF9317-11A9-46EA-8704-4A033ACEB577}" dt="2025-08-19T23:46:11.915" v="6400" actId="2711"/>
        <pc:sldMkLst>
          <pc:docMk/>
          <pc:sldMk cId="2489608038" sldId="483"/>
        </pc:sldMkLst>
        <pc:spChg chg="add 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2" creationId="{9CD2348C-183C-3A67-6989-78224EDF69C1}"/>
          </ac:spMkLst>
        </pc:spChg>
        <pc:spChg chg="del">
          <ac:chgData name="우진 김" userId="9d5916cb77183fd7" providerId="LiveId" clId="{04DF9317-11A9-46EA-8704-4A033ACEB577}" dt="2025-08-19T23:44:40.200" v="6372" actId="478"/>
          <ac:spMkLst>
            <pc:docMk/>
            <pc:sldMk cId="2489608038" sldId="483"/>
            <ac:spMk id="3" creationId="{AC19505F-71E2-1DD1-C9FB-F2F397F1C830}"/>
          </ac:spMkLst>
        </pc:spChg>
        <pc:spChg chg="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4" creationId="{E9560DD0-A455-B23E-EF45-ADEDB830BEFF}"/>
          </ac:spMkLst>
        </pc:spChg>
        <pc:spChg chg="del">
          <ac:chgData name="우진 김" userId="9d5916cb77183fd7" providerId="LiveId" clId="{04DF9317-11A9-46EA-8704-4A033ACEB577}" dt="2025-08-19T23:44:40.200" v="6372" actId="478"/>
          <ac:spMkLst>
            <pc:docMk/>
            <pc:sldMk cId="2489608038" sldId="483"/>
            <ac:spMk id="6" creationId="{DA49D1FA-3FFE-60F4-F94C-191E1A3AE342}"/>
          </ac:spMkLst>
        </pc:spChg>
        <pc:spChg chg="add 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7" creationId="{F3AD3A82-6E2B-48AC-43ED-788A61FF0140}"/>
          </ac:spMkLst>
        </pc:spChg>
        <pc:spChg chg="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8" creationId="{78735B72-F0C3-97D7-491C-FFF8AFD4DE03}"/>
          </ac:spMkLst>
        </pc:spChg>
        <pc:spChg chg="add 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10" creationId="{28F6900A-84E8-BCDA-1F71-2B5B54B764AF}"/>
          </ac:spMkLst>
        </pc:spChg>
        <pc:spChg chg="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25" creationId="{57A21DEA-0A5D-322F-F8B0-EA853860F7D1}"/>
          </ac:spMkLst>
        </pc:spChg>
        <pc:spChg chg="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31" creationId="{4CC5BF15-5D4E-C4BA-6339-48EFA52FE97A}"/>
          </ac:spMkLst>
        </pc:spChg>
        <pc:spChg chg="mod">
          <ac:chgData name="우진 김" userId="9d5916cb77183fd7" providerId="LiveId" clId="{04DF9317-11A9-46EA-8704-4A033ACEB577}" dt="2025-08-19T23:46:11.915" v="6400" actId="2711"/>
          <ac:spMkLst>
            <pc:docMk/>
            <pc:sldMk cId="2489608038" sldId="483"/>
            <ac:spMk id="32" creationId="{7BE0752F-F9C1-0F03-53A8-50FF6DBBEB5F}"/>
          </ac:spMkLst>
        </pc:spChg>
        <pc:picChg chg="add mod">
          <ac:chgData name="우진 김" userId="9d5916cb77183fd7" providerId="LiveId" clId="{04DF9317-11A9-46EA-8704-4A033ACEB577}" dt="2025-08-19T23:45:06.224" v="6379" actId="1076"/>
          <ac:picMkLst>
            <pc:docMk/>
            <pc:sldMk cId="2489608038" sldId="483"/>
            <ac:picMk id="11" creationId="{8BCDAF91-71B9-900B-B351-1749144F7364}"/>
          </ac:picMkLst>
        </pc:picChg>
        <pc:picChg chg="add del mod">
          <ac:chgData name="우진 김" userId="9d5916cb77183fd7" providerId="LiveId" clId="{04DF9317-11A9-46EA-8704-4A033ACEB577}" dt="2025-08-19T23:45:16.617" v="6380" actId="478"/>
          <ac:picMkLst>
            <pc:docMk/>
            <pc:sldMk cId="2489608038" sldId="483"/>
            <ac:picMk id="12" creationId="{617D4044-763F-EF96-E9DD-BAC27D01E08C}"/>
          </ac:picMkLst>
        </pc:picChg>
        <pc:picChg chg="del">
          <ac:chgData name="우진 김" userId="9d5916cb77183fd7" providerId="LiveId" clId="{04DF9317-11A9-46EA-8704-4A033ACEB577}" dt="2025-08-19T23:44:40.200" v="6372" actId="478"/>
          <ac:picMkLst>
            <pc:docMk/>
            <pc:sldMk cId="2489608038" sldId="483"/>
            <ac:picMk id="13" creationId="{09FA8051-F7B6-BE99-8DBD-CA941F72BC2D}"/>
          </ac:picMkLst>
        </pc:picChg>
        <pc:picChg chg="add del mod">
          <ac:chgData name="우진 김" userId="9d5916cb77183fd7" providerId="LiveId" clId="{04DF9317-11A9-46EA-8704-4A033ACEB577}" dt="2025-08-19T23:45:24.634" v="6381" actId="478"/>
          <ac:picMkLst>
            <pc:docMk/>
            <pc:sldMk cId="2489608038" sldId="483"/>
            <ac:picMk id="14" creationId="{36D7A7C1-B43A-679F-1604-4ADA3C1E89E7}"/>
          </ac:picMkLst>
        </pc:picChg>
        <pc:picChg chg="add mod">
          <ac:chgData name="우진 김" userId="9d5916cb77183fd7" providerId="LiveId" clId="{04DF9317-11A9-46EA-8704-4A033ACEB577}" dt="2025-08-19T23:45:36.154" v="6389" actId="1076"/>
          <ac:picMkLst>
            <pc:docMk/>
            <pc:sldMk cId="2489608038" sldId="483"/>
            <ac:picMk id="16" creationId="{5C96AE05-499A-3A2F-A881-E724B3857AFA}"/>
          </ac:picMkLst>
        </pc:picChg>
        <pc:picChg chg="del">
          <ac:chgData name="우진 김" userId="9d5916cb77183fd7" providerId="LiveId" clId="{04DF9317-11A9-46EA-8704-4A033ACEB577}" dt="2025-08-19T23:44:40.200" v="6372" actId="478"/>
          <ac:picMkLst>
            <pc:docMk/>
            <pc:sldMk cId="2489608038" sldId="483"/>
            <ac:picMk id="21" creationId="{5CEA7D5B-1064-649D-9662-04471E03A3A0}"/>
          </ac:picMkLst>
        </pc:picChg>
        <pc:picChg chg="mod">
          <ac:chgData name="우진 김" userId="9d5916cb77183fd7" providerId="LiveId" clId="{04DF9317-11A9-46EA-8704-4A033ACEB577}" dt="2025-08-19T23:44:46.605" v="6373" actId="1076"/>
          <ac:picMkLst>
            <pc:docMk/>
            <pc:sldMk cId="2489608038" sldId="483"/>
            <ac:picMk id="33" creationId="{48F29C3D-07B4-DC87-43B7-C9393868368D}"/>
          </ac:picMkLst>
        </pc:picChg>
        <pc:picChg chg="mod">
          <ac:chgData name="우진 김" userId="9d5916cb77183fd7" providerId="LiveId" clId="{04DF9317-11A9-46EA-8704-4A033ACEB577}" dt="2025-08-19T23:44:46.605" v="6373" actId="1076"/>
          <ac:picMkLst>
            <pc:docMk/>
            <pc:sldMk cId="2489608038" sldId="483"/>
            <ac:picMk id="38" creationId="{BF8A385B-65BF-6589-2765-00883F724216}"/>
          </ac:picMkLst>
        </pc:picChg>
        <pc:picChg chg="mod">
          <ac:chgData name="우진 김" userId="9d5916cb77183fd7" providerId="LiveId" clId="{04DF9317-11A9-46EA-8704-4A033ACEB577}" dt="2025-08-19T23:44:46.605" v="6373" actId="1076"/>
          <ac:picMkLst>
            <pc:docMk/>
            <pc:sldMk cId="2489608038" sldId="483"/>
            <ac:picMk id="40" creationId="{0E5EB76A-EB08-DDAB-6268-A5BA0C208604}"/>
          </ac:picMkLst>
        </pc:picChg>
        <pc:picChg chg="del">
          <ac:chgData name="우진 김" userId="9d5916cb77183fd7" providerId="LiveId" clId="{04DF9317-11A9-46EA-8704-4A033ACEB577}" dt="2025-08-19T23:44:47.664" v="6374" actId="478"/>
          <ac:picMkLst>
            <pc:docMk/>
            <pc:sldMk cId="2489608038" sldId="483"/>
            <ac:picMk id="42" creationId="{6C78DEF7-04EC-5162-52F0-D0DD74A6F614}"/>
          </ac:picMkLst>
        </pc:picChg>
        <pc:cxnChg chg="mod">
          <ac:chgData name="우진 김" userId="9d5916cb77183fd7" providerId="LiveId" clId="{04DF9317-11A9-46EA-8704-4A033ACEB577}" dt="2025-08-19T23:44:50.451" v="6375" actId="1076"/>
          <ac:cxnSpMkLst>
            <pc:docMk/>
            <pc:sldMk cId="2489608038" sldId="483"/>
            <ac:cxnSpMk id="36" creationId="{F1434A7D-7A68-27C2-C9DD-39BDCEFA86E9}"/>
          </ac:cxnSpMkLst>
        </pc:cxnChg>
      </pc:sldChg>
      <pc:sldChg chg="addSp delSp modSp add mod delAnim modAnim">
        <pc:chgData name="우진 김" userId="9d5916cb77183fd7" providerId="LiveId" clId="{04DF9317-11A9-46EA-8704-4A033ACEB577}" dt="2025-08-20T00:29:01.549" v="6886" actId="404"/>
        <pc:sldMkLst>
          <pc:docMk/>
          <pc:sldMk cId="759818394" sldId="484"/>
        </pc:sldMkLst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2" creationId="{D7DB1003-1995-7CE8-2537-9216C2F08B19}"/>
          </ac:spMkLst>
        </pc:spChg>
        <pc:spChg chg="add del mod">
          <ac:chgData name="우진 김" userId="9d5916cb77183fd7" providerId="LiveId" clId="{04DF9317-11A9-46EA-8704-4A033ACEB577}" dt="2025-08-20T00:24:47.014" v="6705" actId="478"/>
          <ac:spMkLst>
            <pc:docMk/>
            <pc:sldMk cId="759818394" sldId="484"/>
            <ac:spMk id="3" creationId="{3694D14E-E880-5487-D546-E5FB4A7D6D08}"/>
          </ac:spMkLst>
        </pc:spChg>
        <pc:spChg chg="add del mod">
          <ac:chgData name="우진 김" userId="9d5916cb77183fd7" providerId="LiveId" clId="{04DF9317-11A9-46EA-8704-4A033ACEB577}" dt="2025-08-20T00:18:30.379" v="6648" actId="478"/>
          <ac:spMkLst>
            <pc:docMk/>
            <pc:sldMk cId="759818394" sldId="484"/>
            <ac:spMk id="6" creationId="{EFCDB2AB-526D-D59B-75F5-970B545F067F}"/>
          </ac:spMkLst>
        </pc:spChg>
        <pc:spChg chg="add del mod">
          <ac:chgData name="우진 김" userId="9d5916cb77183fd7" providerId="LiveId" clId="{04DF9317-11A9-46EA-8704-4A033ACEB577}" dt="2025-08-20T00:24:47.014" v="6705" actId="478"/>
          <ac:spMkLst>
            <pc:docMk/>
            <pc:sldMk cId="759818394" sldId="484"/>
            <ac:spMk id="7" creationId="{32105CD4-0EF7-1200-D556-7D1DF93C59D1}"/>
          </ac:spMkLst>
        </pc:spChg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7" creationId="{F0C04E9E-8684-DE7A-6EE9-753079C147C9}"/>
          </ac:spMkLst>
        </pc:spChg>
        <pc:spChg chg="mod">
          <ac:chgData name="우진 김" userId="9d5916cb77183fd7" providerId="LiveId" clId="{04DF9317-11A9-46EA-8704-4A033ACEB577}" dt="2025-08-19T23:56:24.589" v="6615" actId="20577"/>
          <ac:spMkLst>
            <pc:docMk/>
            <pc:sldMk cId="759818394" sldId="484"/>
            <ac:spMk id="9" creationId="{E8E0B84D-50CE-9716-387B-AD3D8BE4D506}"/>
          </ac:spMkLst>
        </pc:spChg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10" creationId="{D677C07E-83ED-421F-7780-A7F7D21917B6}"/>
          </ac:spMkLst>
        </pc:spChg>
        <pc:spChg chg="add del mod">
          <ac:chgData name="우진 김" userId="9d5916cb77183fd7" providerId="LiveId" clId="{04DF9317-11A9-46EA-8704-4A033ACEB577}" dt="2025-08-20T00:24:47.014" v="6705" actId="478"/>
          <ac:spMkLst>
            <pc:docMk/>
            <pc:sldMk cId="759818394" sldId="484"/>
            <ac:spMk id="10" creationId="{E4FC6B6B-0112-C246-1DB2-0884F74F90B9}"/>
          </ac:spMkLst>
        </pc:spChg>
        <pc:spChg chg="add del mod">
          <ac:chgData name="우진 김" userId="9d5916cb77183fd7" providerId="LiveId" clId="{04DF9317-11A9-46EA-8704-4A033ACEB577}" dt="2025-08-20T00:24:47.014" v="6705" actId="478"/>
          <ac:spMkLst>
            <pc:docMk/>
            <pc:sldMk cId="759818394" sldId="484"/>
            <ac:spMk id="11" creationId="{07AFA4DB-1095-7B9F-DEC5-94D00167526E}"/>
          </ac:spMkLst>
        </pc:spChg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11" creationId="{613045DB-085B-316F-EFD7-7956175784E1}"/>
          </ac:spMkLst>
        </pc:spChg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12" creationId="{10F4F676-A71B-A0F2-C8B6-2DB8EDB3564A}"/>
          </ac:spMkLst>
        </pc:spChg>
        <pc:spChg chg="add mod">
          <ac:chgData name="우진 김" userId="9d5916cb77183fd7" providerId="LiveId" clId="{04DF9317-11A9-46EA-8704-4A033ACEB577}" dt="2025-08-20T00:24:59.533" v="6742" actId="20577"/>
          <ac:spMkLst>
            <pc:docMk/>
            <pc:sldMk cId="759818394" sldId="484"/>
            <ac:spMk id="12" creationId="{97FB2AC7-A8D3-D156-ED53-078DBC6BDADA}"/>
          </ac:spMkLst>
        </pc:spChg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13" creationId="{9896A1F8-1B61-F96C-BCCA-564C3B67ECD5}"/>
          </ac:spMkLst>
        </pc:spChg>
        <pc:spChg chg="add mod">
          <ac:chgData name="우진 김" userId="9d5916cb77183fd7" providerId="LiveId" clId="{04DF9317-11A9-46EA-8704-4A033ACEB577}" dt="2025-08-20T00:25:56.035" v="6744" actId="1076"/>
          <ac:spMkLst>
            <pc:docMk/>
            <pc:sldMk cId="759818394" sldId="484"/>
            <ac:spMk id="13" creationId="{F56337B1-97CD-86ED-C8BE-B8536310DCAE}"/>
          </ac:spMkLst>
        </pc:spChg>
        <pc:spChg chg="add mod">
          <ac:chgData name="우진 김" userId="9d5916cb77183fd7" providerId="LiveId" clId="{04DF9317-11A9-46EA-8704-4A033ACEB577}" dt="2025-08-20T00:25:56.035" v="6744" actId="1076"/>
          <ac:spMkLst>
            <pc:docMk/>
            <pc:sldMk cId="759818394" sldId="484"/>
            <ac:spMk id="15" creationId="{2E38E66B-24F7-E580-775B-C208C903DEAC}"/>
          </ac:spMkLst>
        </pc:spChg>
        <pc:spChg chg="add mod">
          <ac:chgData name="우진 김" userId="9d5916cb77183fd7" providerId="LiveId" clId="{04DF9317-11A9-46EA-8704-4A033ACEB577}" dt="2025-08-20T00:25:56.035" v="6744" actId="1076"/>
          <ac:spMkLst>
            <pc:docMk/>
            <pc:sldMk cId="759818394" sldId="484"/>
            <ac:spMk id="17" creationId="{CD611D9C-35CF-A909-F044-209BB973A18A}"/>
          </ac:spMkLst>
        </pc:spChg>
        <pc:spChg chg="del">
          <ac:chgData name="우진 김" userId="9d5916cb77183fd7" providerId="LiveId" clId="{04DF9317-11A9-46EA-8704-4A033ACEB577}" dt="2025-08-19T23:52:35.486" v="6588" actId="478"/>
          <ac:spMkLst>
            <pc:docMk/>
            <pc:sldMk cId="759818394" sldId="484"/>
            <ac:spMk id="18" creationId="{BC3126DA-F15E-37A4-21C5-176515C687DA}"/>
          </ac:spMkLst>
        </pc:spChg>
        <pc:spChg chg="add mod">
          <ac:chgData name="우진 김" userId="9d5916cb77183fd7" providerId="LiveId" clId="{04DF9317-11A9-46EA-8704-4A033ACEB577}" dt="2025-08-20T00:25:56.035" v="6744" actId="1076"/>
          <ac:spMkLst>
            <pc:docMk/>
            <pc:sldMk cId="759818394" sldId="484"/>
            <ac:spMk id="21" creationId="{CE35E6C2-9C09-A86A-9325-685C439EB071}"/>
          </ac:spMkLst>
        </pc:spChg>
        <pc:spChg chg="add mod">
          <ac:chgData name="우진 김" userId="9d5916cb77183fd7" providerId="LiveId" clId="{04DF9317-11A9-46EA-8704-4A033ACEB577}" dt="2025-08-20T00:25:56.035" v="6744" actId="1076"/>
          <ac:spMkLst>
            <pc:docMk/>
            <pc:sldMk cId="759818394" sldId="484"/>
            <ac:spMk id="23" creationId="{9FAFE51A-6C05-A57A-0254-6305E6A7EC53}"/>
          </ac:spMkLst>
        </pc:spChg>
        <pc:spChg chg="add mod">
          <ac:chgData name="우진 김" userId="9d5916cb77183fd7" providerId="LiveId" clId="{04DF9317-11A9-46EA-8704-4A033ACEB577}" dt="2025-08-20T00:25:56.035" v="6744" actId="1076"/>
          <ac:spMkLst>
            <pc:docMk/>
            <pc:sldMk cId="759818394" sldId="484"/>
            <ac:spMk id="24" creationId="{EC6CA444-087D-50D7-0E67-B88A20C6BC39}"/>
          </ac:spMkLst>
        </pc:spChg>
        <pc:spChg chg="add mod">
          <ac:chgData name="우진 김" userId="9d5916cb77183fd7" providerId="LiveId" clId="{04DF9317-11A9-46EA-8704-4A033ACEB577}" dt="2025-08-20T00:29:01.549" v="6886" actId="404"/>
          <ac:spMkLst>
            <pc:docMk/>
            <pc:sldMk cId="759818394" sldId="484"/>
            <ac:spMk id="27" creationId="{0B2C8B95-6508-8BB4-C34C-EE4393176AE8}"/>
          </ac:spMkLst>
        </pc:spChg>
        <pc:spChg chg="add mod ord">
          <ac:chgData name="우진 김" userId="9d5916cb77183fd7" providerId="LiveId" clId="{04DF9317-11A9-46EA-8704-4A033ACEB577}" dt="2025-08-20T00:28:04.763" v="6826" actId="14100"/>
          <ac:spMkLst>
            <pc:docMk/>
            <pc:sldMk cId="759818394" sldId="484"/>
            <ac:spMk id="30" creationId="{65475ABF-FF97-67A1-1752-C156F8BA7FFD}"/>
          </ac:spMkLst>
        </pc:spChg>
        <pc:picChg chg="add del mod">
          <ac:chgData name="우진 김" userId="9d5916cb77183fd7" providerId="LiveId" clId="{04DF9317-11A9-46EA-8704-4A033ACEB577}" dt="2025-08-20T00:24:47.014" v="6705" actId="478"/>
          <ac:picMkLst>
            <pc:docMk/>
            <pc:sldMk cId="759818394" sldId="484"/>
            <ac:picMk id="2" creationId="{DF7D815F-AA1C-D532-1403-4BD78E479F9D}"/>
          </ac:picMkLst>
        </pc:picChg>
        <pc:picChg chg="del">
          <ac:chgData name="우진 김" userId="9d5916cb77183fd7" providerId="LiveId" clId="{04DF9317-11A9-46EA-8704-4A033ACEB577}" dt="2025-08-19T23:52:35.486" v="6588" actId="478"/>
          <ac:picMkLst>
            <pc:docMk/>
            <pc:sldMk cId="759818394" sldId="484"/>
            <ac:picMk id="6" creationId="{D4DDF41C-421E-707F-74D0-CE857729B867}"/>
          </ac:picMkLst>
        </pc:picChg>
        <pc:picChg chg="add mod">
          <ac:chgData name="우진 김" userId="9d5916cb77183fd7" providerId="LiveId" clId="{04DF9317-11A9-46EA-8704-4A033ACEB577}" dt="2025-08-20T00:25:56.035" v="6744" actId="1076"/>
          <ac:picMkLst>
            <pc:docMk/>
            <pc:sldMk cId="759818394" sldId="484"/>
            <ac:picMk id="14" creationId="{8206CC2B-0BCE-BE6F-8EE1-589B7A86EF03}"/>
          </ac:picMkLst>
        </pc:picChg>
        <pc:picChg chg="del">
          <ac:chgData name="우진 김" userId="9d5916cb77183fd7" providerId="LiveId" clId="{04DF9317-11A9-46EA-8704-4A033ACEB577}" dt="2025-08-19T23:52:35.486" v="6588" actId="478"/>
          <ac:picMkLst>
            <pc:docMk/>
            <pc:sldMk cId="759818394" sldId="484"/>
            <ac:picMk id="15" creationId="{79AB3E00-1434-B173-C0C7-A2CB3EC35CEE}"/>
          </ac:picMkLst>
        </pc:picChg>
        <pc:picChg chg="add mod">
          <ac:chgData name="우진 김" userId="9d5916cb77183fd7" providerId="LiveId" clId="{04DF9317-11A9-46EA-8704-4A033ACEB577}" dt="2025-08-20T00:25:56.035" v="6744" actId="1076"/>
          <ac:picMkLst>
            <pc:docMk/>
            <pc:sldMk cId="759818394" sldId="484"/>
            <ac:picMk id="18" creationId="{F63A1829-0482-6308-39C9-EFEFE814F6D4}"/>
          </ac:picMkLst>
        </pc:picChg>
        <pc:picChg chg="add mod">
          <ac:chgData name="우진 김" userId="9d5916cb77183fd7" providerId="LiveId" clId="{04DF9317-11A9-46EA-8704-4A033ACEB577}" dt="2025-08-20T00:25:56.035" v="6744" actId="1076"/>
          <ac:picMkLst>
            <pc:docMk/>
            <pc:sldMk cId="759818394" sldId="484"/>
            <ac:picMk id="19" creationId="{9764FB1C-B51D-DE2B-7857-53BA5C02D7F2}"/>
          </ac:picMkLst>
        </pc:picChg>
        <pc:picChg chg="add mod">
          <ac:chgData name="우진 김" userId="9d5916cb77183fd7" providerId="LiveId" clId="{04DF9317-11A9-46EA-8704-4A033ACEB577}" dt="2025-08-20T00:25:56.035" v="6744" actId="1076"/>
          <ac:picMkLst>
            <pc:docMk/>
            <pc:sldMk cId="759818394" sldId="484"/>
            <ac:picMk id="22" creationId="{7C2F3972-365E-6D71-2B9B-7007C6C08227}"/>
          </ac:picMkLst>
        </pc:picChg>
        <pc:picChg chg="add mod">
          <ac:chgData name="우진 김" userId="9d5916cb77183fd7" providerId="LiveId" clId="{04DF9317-11A9-46EA-8704-4A033ACEB577}" dt="2025-08-20T00:28:02.413" v="6825" actId="14100"/>
          <ac:picMkLst>
            <pc:docMk/>
            <pc:sldMk cId="759818394" sldId="484"/>
            <ac:picMk id="29" creationId="{564EBE2A-E99F-6777-32FD-25C93FDD53A4}"/>
          </ac:picMkLst>
        </pc:picChg>
        <pc:cxnChg chg="del">
          <ac:chgData name="우진 김" userId="9d5916cb77183fd7" providerId="LiveId" clId="{04DF9317-11A9-46EA-8704-4A033ACEB577}" dt="2025-08-19T23:52:35.486" v="6588" actId="478"/>
          <ac:cxnSpMkLst>
            <pc:docMk/>
            <pc:sldMk cId="759818394" sldId="484"/>
            <ac:cxnSpMk id="17" creationId="{010A813C-BD7E-124E-144F-4B53A4D9267C}"/>
          </ac:cxnSpMkLst>
        </pc:cxnChg>
        <pc:cxnChg chg="add mod">
          <ac:chgData name="우진 김" userId="9d5916cb77183fd7" providerId="LiveId" clId="{04DF9317-11A9-46EA-8704-4A033ACEB577}" dt="2025-08-20T00:26:51.667" v="6748" actId="1076"/>
          <ac:cxnSpMkLst>
            <pc:docMk/>
            <pc:sldMk cId="759818394" sldId="484"/>
            <ac:cxnSpMk id="25" creationId="{1776B71E-5FCA-9934-3670-E41E41C684C0}"/>
          </ac:cxnSpMkLst>
        </pc:cxnChg>
      </pc:sldChg>
      <pc:sldChg chg="addSp delSp modSp add mod delAnim">
        <pc:chgData name="우진 김" userId="9d5916cb77183fd7" providerId="LiveId" clId="{04DF9317-11A9-46EA-8704-4A033ACEB577}" dt="2025-08-20T00:37:22.715" v="7014" actId="1076"/>
        <pc:sldMkLst>
          <pc:docMk/>
          <pc:sldMk cId="2326108383" sldId="485"/>
        </pc:sldMkLst>
        <pc:spChg chg="add mod">
          <ac:chgData name="우진 김" userId="9d5916cb77183fd7" providerId="LiveId" clId="{04DF9317-11A9-46EA-8704-4A033ACEB577}" dt="2025-08-20T00:32:28.903" v="7000" actId="14100"/>
          <ac:spMkLst>
            <pc:docMk/>
            <pc:sldMk cId="2326108383" sldId="485"/>
            <ac:spMk id="2" creationId="{EC21E333-D7C5-CECE-1021-29FC15414CFB}"/>
          </ac:spMkLst>
        </pc:spChg>
        <pc:spChg chg="add mod">
          <ac:chgData name="우진 김" userId="9d5916cb77183fd7" providerId="LiveId" clId="{04DF9317-11A9-46EA-8704-4A033ACEB577}" dt="2025-08-20T00:32:46.153" v="7001" actId="1076"/>
          <ac:spMkLst>
            <pc:docMk/>
            <pc:sldMk cId="2326108383" sldId="485"/>
            <ac:spMk id="10" creationId="{C735A53F-0518-553B-BCF6-8DA47B3E53DF}"/>
          </ac:spMkLst>
        </pc:spChg>
        <pc:spChg chg="add mod">
          <ac:chgData name="우진 김" userId="9d5916cb77183fd7" providerId="LiveId" clId="{04DF9317-11A9-46EA-8704-4A033ACEB577}" dt="2025-08-20T00:36:59.880" v="7008" actId="14100"/>
          <ac:spMkLst>
            <pc:docMk/>
            <pc:sldMk cId="2326108383" sldId="485"/>
            <ac:spMk id="11" creationId="{CD7505BD-2278-0AA9-8BD0-1B4E64E5F783}"/>
          </ac:spMkLst>
        </pc:spChg>
        <pc:spChg chg="del mod">
          <ac:chgData name="우진 김" userId="9d5916cb77183fd7" providerId="LiveId" clId="{04DF9317-11A9-46EA-8704-4A033ACEB577}" dt="2025-08-20T00:29:28.629" v="6893" actId="478"/>
          <ac:spMkLst>
            <pc:docMk/>
            <pc:sldMk cId="2326108383" sldId="485"/>
            <ac:spMk id="12" creationId="{8E3844CA-7DC1-63CC-99AB-B66305A7C531}"/>
          </ac:spMkLst>
        </pc:spChg>
        <pc:spChg chg="del">
          <ac:chgData name="우진 김" userId="9d5916cb77183fd7" providerId="LiveId" clId="{04DF9317-11A9-46EA-8704-4A033ACEB577}" dt="2025-08-20T00:29:19.774" v="6888" actId="478"/>
          <ac:spMkLst>
            <pc:docMk/>
            <pc:sldMk cId="2326108383" sldId="485"/>
            <ac:spMk id="13" creationId="{A837E3B4-33D0-777C-AC7D-BE28ADCB96C3}"/>
          </ac:spMkLst>
        </pc:spChg>
        <pc:spChg chg="del">
          <ac:chgData name="우진 김" userId="9d5916cb77183fd7" providerId="LiveId" clId="{04DF9317-11A9-46EA-8704-4A033ACEB577}" dt="2025-08-20T00:29:19.774" v="6888" actId="478"/>
          <ac:spMkLst>
            <pc:docMk/>
            <pc:sldMk cId="2326108383" sldId="485"/>
            <ac:spMk id="15" creationId="{9383ADB0-692B-90DA-D427-C655D4425A88}"/>
          </ac:spMkLst>
        </pc:spChg>
        <pc:spChg chg="del">
          <ac:chgData name="우진 김" userId="9d5916cb77183fd7" providerId="LiveId" clId="{04DF9317-11A9-46EA-8704-4A033ACEB577}" dt="2025-08-20T00:29:19.774" v="6888" actId="478"/>
          <ac:spMkLst>
            <pc:docMk/>
            <pc:sldMk cId="2326108383" sldId="485"/>
            <ac:spMk id="17" creationId="{4B400C78-FAB3-C1FB-A2B6-724F6DA49779}"/>
          </ac:spMkLst>
        </pc:spChg>
        <pc:spChg chg="del">
          <ac:chgData name="우진 김" userId="9d5916cb77183fd7" providerId="LiveId" clId="{04DF9317-11A9-46EA-8704-4A033ACEB577}" dt="2025-08-20T00:29:19.774" v="6888" actId="478"/>
          <ac:spMkLst>
            <pc:docMk/>
            <pc:sldMk cId="2326108383" sldId="485"/>
            <ac:spMk id="21" creationId="{AFAD936A-99C9-29DF-203D-670243B8DC93}"/>
          </ac:spMkLst>
        </pc:spChg>
        <pc:spChg chg="del">
          <ac:chgData name="우진 김" userId="9d5916cb77183fd7" providerId="LiveId" clId="{04DF9317-11A9-46EA-8704-4A033ACEB577}" dt="2025-08-20T00:29:19.774" v="6888" actId="478"/>
          <ac:spMkLst>
            <pc:docMk/>
            <pc:sldMk cId="2326108383" sldId="485"/>
            <ac:spMk id="23" creationId="{C558CF3A-0825-6A04-FD4D-DAA09AFE9047}"/>
          </ac:spMkLst>
        </pc:spChg>
        <pc:spChg chg="del">
          <ac:chgData name="우진 김" userId="9d5916cb77183fd7" providerId="LiveId" clId="{04DF9317-11A9-46EA-8704-4A033ACEB577}" dt="2025-08-20T00:29:19.774" v="6888" actId="478"/>
          <ac:spMkLst>
            <pc:docMk/>
            <pc:sldMk cId="2326108383" sldId="485"/>
            <ac:spMk id="24" creationId="{4FB0E97F-7D87-E730-B1C1-FE19390A57CD}"/>
          </ac:spMkLst>
        </pc:spChg>
        <pc:spChg chg="mod">
          <ac:chgData name="우진 김" userId="9d5916cb77183fd7" providerId="LiveId" clId="{04DF9317-11A9-46EA-8704-4A033ACEB577}" dt="2025-08-20T00:32:15.233" v="6995" actId="404"/>
          <ac:spMkLst>
            <pc:docMk/>
            <pc:sldMk cId="2326108383" sldId="485"/>
            <ac:spMk id="27" creationId="{A2300CA1-38B5-6ADE-AC99-BD878A41A67D}"/>
          </ac:spMkLst>
        </pc:spChg>
        <pc:spChg chg="mod">
          <ac:chgData name="우진 김" userId="9d5916cb77183fd7" providerId="LiveId" clId="{04DF9317-11A9-46EA-8704-4A033ACEB577}" dt="2025-08-20T00:32:12.380" v="6993" actId="1076"/>
          <ac:spMkLst>
            <pc:docMk/>
            <pc:sldMk cId="2326108383" sldId="485"/>
            <ac:spMk id="30" creationId="{AE833870-B954-68B0-BD43-134D14C9274D}"/>
          </ac:spMkLst>
        </pc:spChg>
        <pc:picChg chg="add mod">
          <ac:chgData name="우진 김" userId="9d5916cb77183fd7" providerId="LiveId" clId="{04DF9317-11A9-46EA-8704-4A033ACEB577}" dt="2025-08-20T00:32:24.850" v="6999" actId="1076"/>
          <ac:picMkLst>
            <pc:docMk/>
            <pc:sldMk cId="2326108383" sldId="485"/>
            <ac:picMk id="6" creationId="{505E87C4-EB97-F268-D0E9-A3A93E47E489}"/>
          </ac:picMkLst>
        </pc:picChg>
        <pc:picChg chg="del">
          <ac:chgData name="우진 김" userId="9d5916cb77183fd7" providerId="LiveId" clId="{04DF9317-11A9-46EA-8704-4A033ACEB577}" dt="2025-08-20T00:29:19.774" v="6888" actId="478"/>
          <ac:picMkLst>
            <pc:docMk/>
            <pc:sldMk cId="2326108383" sldId="485"/>
            <ac:picMk id="14" creationId="{71360DE2-2CB8-A92F-31C7-8DE3361453C9}"/>
          </ac:picMkLst>
        </pc:picChg>
        <pc:picChg chg="del">
          <ac:chgData name="우진 김" userId="9d5916cb77183fd7" providerId="LiveId" clId="{04DF9317-11A9-46EA-8704-4A033ACEB577}" dt="2025-08-20T00:29:19.774" v="6888" actId="478"/>
          <ac:picMkLst>
            <pc:docMk/>
            <pc:sldMk cId="2326108383" sldId="485"/>
            <ac:picMk id="18" creationId="{81296245-8660-E268-7143-9CA259AE43DF}"/>
          </ac:picMkLst>
        </pc:picChg>
        <pc:picChg chg="del">
          <ac:chgData name="우진 김" userId="9d5916cb77183fd7" providerId="LiveId" clId="{04DF9317-11A9-46EA-8704-4A033ACEB577}" dt="2025-08-20T00:29:19.774" v="6888" actId="478"/>
          <ac:picMkLst>
            <pc:docMk/>
            <pc:sldMk cId="2326108383" sldId="485"/>
            <ac:picMk id="19" creationId="{608B53EA-C16F-664C-19B9-3077B28C52E2}"/>
          </ac:picMkLst>
        </pc:picChg>
        <pc:picChg chg="del">
          <ac:chgData name="우진 김" userId="9d5916cb77183fd7" providerId="LiveId" clId="{04DF9317-11A9-46EA-8704-4A033ACEB577}" dt="2025-08-20T00:29:19.774" v="6888" actId="478"/>
          <ac:picMkLst>
            <pc:docMk/>
            <pc:sldMk cId="2326108383" sldId="485"/>
            <ac:picMk id="22" creationId="{14267259-EF8F-2535-659A-4EE18D481E42}"/>
          </ac:picMkLst>
        </pc:picChg>
        <pc:picChg chg="add mod">
          <ac:chgData name="우진 김" userId="9d5916cb77183fd7" providerId="LiveId" clId="{04DF9317-11A9-46EA-8704-4A033ACEB577}" dt="2025-08-20T00:33:05.896" v="7006" actId="1076"/>
          <ac:picMkLst>
            <pc:docMk/>
            <pc:sldMk cId="2326108383" sldId="485"/>
            <ac:picMk id="28" creationId="{28B64628-2780-AA9B-26A3-0E2947A48663}"/>
          </ac:picMkLst>
        </pc:picChg>
        <pc:picChg chg="mod">
          <ac:chgData name="우진 김" userId="9d5916cb77183fd7" providerId="LiveId" clId="{04DF9317-11A9-46EA-8704-4A033ACEB577}" dt="2025-08-20T00:32:12.380" v="6993" actId="1076"/>
          <ac:picMkLst>
            <pc:docMk/>
            <pc:sldMk cId="2326108383" sldId="485"/>
            <ac:picMk id="29" creationId="{FDA292F7-F221-14F2-7253-4CA2B2D43CB3}"/>
          </ac:picMkLst>
        </pc:picChg>
        <pc:picChg chg="add mod">
          <ac:chgData name="우진 김" userId="9d5916cb77183fd7" providerId="LiveId" clId="{04DF9317-11A9-46EA-8704-4A033ACEB577}" dt="2025-08-20T00:37:11.904" v="7011" actId="1076"/>
          <ac:picMkLst>
            <pc:docMk/>
            <pc:sldMk cId="2326108383" sldId="485"/>
            <ac:picMk id="32" creationId="{D6F533E9-4684-64D9-370B-C5B940A5DCA4}"/>
          </ac:picMkLst>
        </pc:picChg>
        <pc:picChg chg="add mod">
          <ac:chgData name="우진 김" userId="9d5916cb77183fd7" providerId="LiveId" clId="{04DF9317-11A9-46EA-8704-4A033ACEB577}" dt="2025-08-20T00:37:22.715" v="7014" actId="1076"/>
          <ac:picMkLst>
            <pc:docMk/>
            <pc:sldMk cId="2326108383" sldId="485"/>
            <ac:picMk id="34" creationId="{3D8565C8-049B-839F-5C78-844D09C5E4EC}"/>
          </ac:picMkLst>
        </pc:picChg>
        <pc:cxnChg chg="add mod">
          <ac:chgData name="우진 김" userId="9d5916cb77183fd7" providerId="LiveId" clId="{04DF9317-11A9-46EA-8704-4A033ACEB577}" dt="2025-08-20T00:32:46.153" v="7001" actId="1076"/>
          <ac:cxnSpMkLst>
            <pc:docMk/>
            <pc:sldMk cId="2326108383" sldId="485"/>
            <ac:cxnSpMk id="7" creationId="{E57CD1CA-6580-8E88-2DF6-017577453945}"/>
          </ac:cxnSpMkLst>
        </pc:cxnChg>
        <pc:cxnChg chg="mod">
          <ac:chgData name="우진 김" userId="9d5916cb77183fd7" providerId="LiveId" clId="{04DF9317-11A9-46EA-8704-4A033ACEB577}" dt="2025-08-20T00:32:12.380" v="6993" actId="1076"/>
          <ac:cxnSpMkLst>
            <pc:docMk/>
            <pc:sldMk cId="2326108383" sldId="485"/>
            <ac:cxnSpMk id="25" creationId="{93705E18-82FD-CF20-71D5-4E3D5153D25D}"/>
          </ac:cxnSpMkLst>
        </pc:cxnChg>
      </pc:sldChg>
      <pc:sldChg chg="addSp delSp modSp add mod">
        <pc:chgData name="우진 김" userId="9d5916cb77183fd7" providerId="LiveId" clId="{04DF9317-11A9-46EA-8704-4A033ACEB577}" dt="2025-08-20T00:48:56.719" v="7150" actId="20577"/>
        <pc:sldMkLst>
          <pc:docMk/>
          <pc:sldMk cId="4154395349" sldId="486"/>
        </pc:sldMkLst>
        <pc:spChg chg="del">
          <ac:chgData name="우진 김" userId="9d5916cb77183fd7" providerId="LiveId" clId="{04DF9317-11A9-46EA-8704-4A033ACEB577}" dt="2025-08-20T00:39:04.293" v="7017" actId="478"/>
          <ac:spMkLst>
            <pc:docMk/>
            <pc:sldMk cId="4154395349" sldId="486"/>
            <ac:spMk id="2" creationId="{C0917201-0B7A-0137-B53E-13CB879CE5AB}"/>
          </ac:spMkLst>
        </pc:spChg>
        <pc:spChg chg="mod">
          <ac:chgData name="우진 김" userId="9d5916cb77183fd7" providerId="LiveId" clId="{04DF9317-11A9-46EA-8704-4A033ACEB577}" dt="2025-08-20T00:40:14.839" v="7082" actId="20577"/>
          <ac:spMkLst>
            <pc:docMk/>
            <pc:sldMk cId="4154395349" sldId="486"/>
            <ac:spMk id="10" creationId="{B1161A6B-6F06-03E1-B72F-04B8552804D5}"/>
          </ac:spMkLst>
        </pc:spChg>
        <pc:spChg chg="mod">
          <ac:chgData name="우진 김" userId="9d5916cb77183fd7" providerId="LiveId" clId="{04DF9317-11A9-46EA-8704-4A033ACEB577}" dt="2025-08-20T00:41:13.030" v="7100" actId="14100"/>
          <ac:spMkLst>
            <pc:docMk/>
            <pc:sldMk cId="4154395349" sldId="486"/>
            <ac:spMk id="11" creationId="{2CCFF3F3-CC3F-1D03-EEE2-36AF8981C89E}"/>
          </ac:spMkLst>
        </pc:spChg>
        <pc:spChg chg="add mod">
          <ac:chgData name="우진 김" userId="9d5916cb77183fd7" providerId="LiveId" clId="{04DF9317-11A9-46EA-8704-4A033ACEB577}" dt="2025-08-20T00:48:56.719" v="7150" actId="20577"/>
          <ac:spMkLst>
            <pc:docMk/>
            <pc:sldMk cId="4154395349" sldId="486"/>
            <ac:spMk id="18" creationId="{4422958B-55CE-D01F-C312-54605BAFBD92}"/>
          </ac:spMkLst>
        </pc:spChg>
        <pc:spChg chg="del">
          <ac:chgData name="우진 김" userId="9d5916cb77183fd7" providerId="LiveId" clId="{04DF9317-11A9-46EA-8704-4A033ACEB577}" dt="2025-08-20T00:39:04.293" v="7017" actId="478"/>
          <ac:spMkLst>
            <pc:docMk/>
            <pc:sldMk cId="4154395349" sldId="486"/>
            <ac:spMk id="27" creationId="{A5821F11-9307-F699-C8D8-A082350A5D61}"/>
          </ac:spMkLst>
        </pc:spChg>
        <pc:spChg chg="del">
          <ac:chgData name="우진 김" userId="9d5916cb77183fd7" providerId="LiveId" clId="{04DF9317-11A9-46EA-8704-4A033ACEB577}" dt="2025-08-20T00:39:02.493" v="7016" actId="478"/>
          <ac:spMkLst>
            <pc:docMk/>
            <pc:sldMk cId="4154395349" sldId="486"/>
            <ac:spMk id="30" creationId="{6286D39D-6CA7-48E9-0041-4C0F4EF491AD}"/>
          </ac:spMkLst>
        </pc:spChg>
        <pc:picChg chg="del">
          <ac:chgData name="우진 김" userId="9d5916cb77183fd7" providerId="LiveId" clId="{04DF9317-11A9-46EA-8704-4A033ACEB577}" dt="2025-08-20T00:39:04.293" v="7017" actId="478"/>
          <ac:picMkLst>
            <pc:docMk/>
            <pc:sldMk cId="4154395349" sldId="486"/>
            <ac:picMk id="6" creationId="{46885F9D-5498-6AF5-6A4C-E380170D8B65}"/>
          </ac:picMkLst>
        </pc:picChg>
        <pc:picChg chg="add mod">
          <ac:chgData name="우진 김" userId="9d5916cb77183fd7" providerId="LiveId" clId="{04DF9317-11A9-46EA-8704-4A033ACEB577}" dt="2025-08-20T00:41:11.510" v="7099" actId="1076"/>
          <ac:picMkLst>
            <pc:docMk/>
            <pc:sldMk cId="4154395349" sldId="486"/>
            <ac:picMk id="12" creationId="{E93982C7-E685-B243-26CA-5F3BEE64299F}"/>
          </ac:picMkLst>
        </pc:picChg>
        <pc:picChg chg="add mod">
          <ac:chgData name="우진 김" userId="9d5916cb77183fd7" providerId="LiveId" clId="{04DF9317-11A9-46EA-8704-4A033ACEB577}" dt="2025-08-20T00:41:50.780" v="7107" actId="1076"/>
          <ac:picMkLst>
            <pc:docMk/>
            <pc:sldMk cId="4154395349" sldId="486"/>
            <ac:picMk id="14" creationId="{D1236F08-4BF5-8709-B866-3BF35E9A9340}"/>
          </ac:picMkLst>
        </pc:picChg>
        <pc:picChg chg="add mod">
          <ac:chgData name="우진 김" userId="9d5916cb77183fd7" providerId="LiveId" clId="{04DF9317-11A9-46EA-8704-4A033ACEB577}" dt="2025-08-20T00:41:49.370" v="7106" actId="1076"/>
          <ac:picMkLst>
            <pc:docMk/>
            <pc:sldMk cId="4154395349" sldId="486"/>
            <ac:picMk id="16" creationId="{9C0A5425-907D-DF6B-4D59-C7A675374689}"/>
          </ac:picMkLst>
        </pc:picChg>
        <pc:picChg chg="del mod">
          <ac:chgData name="우진 김" userId="9d5916cb77183fd7" providerId="LiveId" clId="{04DF9317-11A9-46EA-8704-4A033ACEB577}" dt="2025-08-20T00:40:10.103" v="7078" actId="478"/>
          <ac:picMkLst>
            <pc:docMk/>
            <pc:sldMk cId="4154395349" sldId="486"/>
            <ac:picMk id="28" creationId="{1253A546-E97B-A803-8E21-F703071277CC}"/>
          </ac:picMkLst>
        </pc:picChg>
        <pc:picChg chg="del">
          <ac:chgData name="우진 김" userId="9d5916cb77183fd7" providerId="LiveId" clId="{04DF9317-11A9-46EA-8704-4A033ACEB577}" dt="2025-08-20T00:39:02.493" v="7016" actId="478"/>
          <ac:picMkLst>
            <pc:docMk/>
            <pc:sldMk cId="4154395349" sldId="486"/>
            <ac:picMk id="29" creationId="{FAF51B48-E00E-C8B5-C205-73B2AEE5F93F}"/>
          </ac:picMkLst>
        </pc:picChg>
        <pc:picChg chg="del mod">
          <ac:chgData name="우진 김" userId="9d5916cb77183fd7" providerId="LiveId" clId="{04DF9317-11A9-46EA-8704-4A033ACEB577}" dt="2025-08-20T00:40:09.503" v="7077" actId="478"/>
          <ac:picMkLst>
            <pc:docMk/>
            <pc:sldMk cId="4154395349" sldId="486"/>
            <ac:picMk id="32" creationId="{3F6E46F8-25D3-6AC6-D042-F3056603849A}"/>
          </ac:picMkLst>
        </pc:picChg>
        <pc:picChg chg="del mod">
          <ac:chgData name="우진 김" userId="9d5916cb77183fd7" providerId="LiveId" clId="{04DF9317-11A9-46EA-8704-4A033ACEB577}" dt="2025-08-20T00:40:08.862" v="7076" actId="478"/>
          <ac:picMkLst>
            <pc:docMk/>
            <pc:sldMk cId="4154395349" sldId="486"/>
            <ac:picMk id="34" creationId="{AA19E042-1A8D-77BB-5796-F51896B4CE0B}"/>
          </ac:picMkLst>
        </pc:picChg>
        <pc:cxnChg chg="mod">
          <ac:chgData name="우진 김" userId="9d5916cb77183fd7" providerId="LiveId" clId="{04DF9317-11A9-46EA-8704-4A033ACEB577}" dt="2025-08-20T00:40:39.473" v="7091" actId="1076"/>
          <ac:cxnSpMkLst>
            <pc:docMk/>
            <pc:sldMk cId="4154395349" sldId="486"/>
            <ac:cxnSpMk id="7" creationId="{CB53CE12-EDB4-92F2-5DFB-89FC89877676}"/>
          </ac:cxnSpMkLst>
        </pc:cxnChg>
        <pc:cxnChg chg="add mod">
          <ac:chgData name="우진 김" userId="9d5916cb77183fd7" providerId="LiveId" clId="{04DF9317-11A9-46EA-8704-4A033ACEB577}" dt="2025-08-20T00:44:08.043" v="7109" actId="1076"/>
          <ac:cxnSpMkLst>
            <pc:docMk/>
            <pc:sldMk cId="4154395349" sldId="486"/>
            <ac:cxnSpMk id="17" creationId="{42CE9A4D-92E5-21C2-EBCB-F26870DB6177}"/>
          </ac:cxnSpMkLst>
        </pc:cxnChg>
        <pc:cxnChg chg="del">
          <ac:chgData name="우진 김" userId="9d5916cb77183fd7" providerId="LiveId" clId="{04DF9317-11A9-46EA-8704-4A033ACEB577}" dt="2025-08-20T00:39:04.293" v="7017" actId="478"/>
          <ac:cxnSpMkLst>
            <pc:docMk/>
            <pc:sldMk cId="4154395349" sldId="486"/>
            <ac:cxnSpMk id="25" creationId="{9CE51230-551C-BF49-836D-A6CFD9CA3C87}"/>
          </ac:cxnSpMkLst>
        </pc:cxnChg>
      </pc:sldChg>
    </pc:docChg>
  </pc:docChgLst>
  <pc:docChgLst>
    <pc:chgData name="우진 김" userId="9d5916cb77183fd7" providerId="LiveId" clId="{FDF37458-B840-4E5E-B3AD-909E5C62266E}"/>
    <pc:docChg chg="undo custSel addSld delSld modSld sldOrd modMainMaster addSection modSection">
      <pc:chgData name="우진 김" userId="9d5916cb77183fd7" providerId="LiveId" clId="{FDF37458-B840-4E5E-B3AD-909E5C62266E}" dt="2025-07-24T14:41:26.121" v="6000" actId="20577"/>
      <pc:docMkLst>
        <pc:docMk/>
      </pc:docMkLst>
      <pc:sldChg chg="modNotesTx">
        <pc:chgData name="우진 김" userId="9d5916cb77183fd7" providerId="LiveId" clId="{FDF37458-B840-4E5E-B3AD-909E5C62266E}" dt="2025-07-24T14:13:59.288" v="5900" actId="20577"/>
        <pc:sldMkLst>
          <pc:docMk/>
          <pc:sldMk cId="2712422305" sldId="324"/>
        </pc:sldMkLst>
      </pc:sldChg>
      <pc:sldChg chg="addSp delSp modSp mod modNotesTx">
        <pc:chgData name="우진 김" userId="9d5916cb77183fd7" providerId="LiveId" clId="{FDF37458-B840-4E5E-B3AD-909E5C62266E}" dt="2025-07-24T14:15:51.524" v="5901" actId="20577"/>
        <pc:sldMkLst>
          <pc:docMk/>
          <pc:sldMk cId="2863175468" sldId="378"/>
        </pc:sldMkLst>
        <pc:spChg chg="add mod">
          <ac:chgData name="우진 김" userId="9d5916cb77183fd7" providerId="LiveId" clId="{FDF37458-B840-4E5E-B3AD-909E5C62266E}" dt="2025-07-21T17:05:17.647" v="15" actId="207"/>
          <ac:spMkLst>
            <pc:docMk/>
            <pc:sldMk cId="2863175468" sldId="378"/>
            <ac:spMk id="2" creationId="{546777D8-5616-DA3E-6B4E-8E7F8C42E990}"/>
          </ac:spMkLst>
        </pc:spChg>
      </pc:sldChg>
      <pc:sldChg chg="modNotesTx">
        <pc:chgData name="우진 김" userId="9d5916cb77183fd7" providerId="LiveId" clId="{FDF37458-B840-4E5E-B3AD-909E5C62266E}" dt="2025-07-24T14:17:42.783" v="5902" actId="20577"/>
        <pc:sldMkLst>
          <pc:docMk/>
          <pc:sldMk cId="1822041746" sldId="379"/>
        </pc:sldMkLst>
      </pc:sldChg>
      <pc:sldChg chg="addSp delSp modSp mod modNotesTx">
        <pc:chgData name="우진 김" userId="9d5916cb77183fd7" providerId="LiveId" clId="{FDF37458-B840-4E5E-B3AD-909E5C62266E}" dt="2025-07-24T14:22:19.223" v="5907" actId="20577"/>
        <pc:sldMkLst>
          <pc:docMk/>
          <pc:sldMk cId="1280036450" sldId="380"/>
        </pc:sldMkLst>
      </pc:sldChg>
      <pc:sldChg chg="addSp delSp modSp mod modAnim modNotes modNotesTx">
        <pc:chgData name="우진 김" userId="9d5916cb77183fd7" providerId="LiveId" clId="{FDF37458-B840-4E5E-B3AD-909E5C62266E}" dt="2025-07-24T14:29:40.621" v="5925" actId="20577"/>
        <pc:sldMkLst>
          <pc:docMk/>
          <pc:sldMk cId="2969185520" sldId="381"/>
        </pc:sldMkLst>
      </pc:sldChg>
      <pc:sldChg chg="addSp delSp modSp mod modAnim modNotes modNotesTx">
        <pc:chgData name="우진 김" userId="9d5916cb77183fd7" providerId="LiveId" clId="{FDF37458-B840-4E5E-B3AD-909E5C62266E}" dt="2025-07-24T14:36:12.120" v="5975" actId="20577"/>
        <pc:sldMkLst>
          <pc:docMk/>
          <pc:sldMk cId="2972959314" sldId="382"/>
        </pc:sldMkLst>
      </pc:sldChg>
      <pc:sldChg chg="addSp modSp mod modAnim modNotesTx">
        <pc:chgData name="우진 김" userId="9d5916cb77183fd7" providerId="LiveId" clId="{FDF37458-B840-4E5E-B3AD-909E5C62266E}" dt="2025-07-24T14:41:26.121" v="6000" actId="20577"/>
        <pc:sldMkLst>
          <pc:docMk/>
          <pc:sldMk cId="3125816518" sldId="383"/>
        </pc:sldMkLst>
      </pc:sldChg>
      <pc:sldChg chg="addSp delSp modSp mod modAnim">
        <pc:chgData name="우진 김" userId="9d5916cb77183fd7" providerId="LiveId" clId="{FDF37458-B840-4E5E-B3AD-909E5C62266E}" dt="2025-07-21T20:10:44.044" v="903"/>
        <pc:sldMkLst>
          <pc:docMk/>
          <pc:sldMk cId="3014498565" sldId="385"/>
        </pc:sldMkLst>
      </pc:sldChg>
      <pc:sldChg chg="addSp delSp modSp mod">
        <pc:chgData name="우진 김" userId="9d5916cb77183fd7" providerId="LiveId" clId="{FDF37458-B840-4E5E-B3AD-909E5C62266E}" dt="2025-07-21T20:36:28.760" v="1285" actId="164"/>
        <pc:sldMkLst>
          <pc:docMk/>
          <pc:sldMk cId="736076436" sldId="386"/>
        </pc:sldMkLst>
      </pc:sldChg>
      <pc:sldChg chg="addSp modSp modAnim">
        <pc:chgData name="우진 김" userId="9d5916cb77183fd7" providerId="LiveId" clId="{FDF37458-B840-4E5E-B3AD-909E5C62266E}" dt="2025-07-22T15:00:06.960" v="1293"/>
        <pc:sldMkLst>
          <pc:docMk/>
          <pc:sldMk cId="954211891" sldId="387"/>
        </pc:sldMkLst>
      </pc:sldChg>
      <pc:sldChg chg="addSp modSp mod modAnim">
        <pc:chgData name="우진 김" userId="9d5916cb77183fd7" providerId="LiveId" clId="{FDF37458-B840-4E5E-B3AD-909E5C62266E}" dt="2025-07-22T15:02:03.339" v="1311"/>
        <pc:sldMkLst>
          <pc:docMk/>
          <pc:sldMk cId="796638153" sldId="388"/>
        </pc:sldMkLst>
      </pc:sldChg>
      <pc:sldChg chg="addSp modSp modAnim">
        <pc:chgData name="우진 김" userId="9d5916cb77183fd7" providerId="LiveId" clId="{FDF37458-B840-4E5E-B3AD-909E5C62266E}" dt="2025-07-22T15:02:45.653" v="1318"/>
        <pc:sldMkLst>
          <pc:docMk/>
          <pc:sldMk cId="967856410" sldId="389"/>
        </pc:sldMkLst>
      </pc:sldChg>
      <pc:sldChg chg="del">
        <pc:chgData name="우진 김" userId="9d5916cb77183fd7" providerId="LiveId" clId="{FDF37458-B840-4E5E-B3AD-909E5C62266E}" dt="2025-07-22T22:59:01.555" v="5755" actId="2696"/>
        <pc:sldMkLst>
          <pc:docMk/>
          <pc:sldMk cId="2119384900" sldId="390"/>
        </pc:sldMkLst>
      </pc:sldChg>
      <pc:sldChg chg="addSp delSp modSp mod modAnim">
        <pc:chgData name="우진 김" userId="9d5916cb77183fd7" providerId="LiveId" clId="{FDF37458-B840-4E5E-B3AD-909E5C62266E}" dt="2025-07-22T15:14:36.394" v="1422"/>
        <pc:sldMkLst>
          <pc:docMk/>
          <pc:sldMk cId="2198328896" sldId="392"/>
        </pc:sldMkLst>
      </pc:sldChg>
      <pc:sldChg chg="addSp delSp modSp mod modAnim">
        <pc:chgData name="우진 김" userId="9d5916cb77183fd7" providerId="LiveId" clId="{FDF37458-B840-4E5E-B3AD-909E5C62266E}" dt="2025-07-22T20:25:58.142" v="3938" actId="1076"/>
        <pc:sldMkLst>
          <pc:docMk/>
          <pc:sldMk cId="2802374561" sldId="393"/>
        </pc:sldMkLst>
      </pc:sldChg>
      <pc:sldChg chg="addSp delSp modSp mod delAnim modAnim">
        <pc:chgData name="우진 김" userId="9d5916cb77183fd7" providerId="LiveId" clId="{FDF37458-B840-4E5E-B3AD-909E5C62266E}" dt="2025-07-22T22:45:09.495" v="5688"/>
        <pc:sldMkLst>
          <pc:docMk/>
          <pc:sldMk cId="2518397829" sldId="394"/>
        </pc:sldMkLst>
      </pc:sldChg>
      <pc:sldChg chg="addSp modSp mod modAnim">
        <pc:chgData name="우진 김" userId="9d5916cb77183fd7" providerId="LiveId" clId="{FDF37458-B840-4E5E-B3AD-909E5C62266E}" dt="2025-07-22T22:45:27.435" v="5691"/>
        <pc:sldMkLst>
          <pc:docMk/>
          <pc:sldMk cId="148147053" sldId="395"/>
        </pc:sldMkLst>
      </pc:sldChg>
      <pc:sldChg chg="addSp delSp modSp mod modAnim">
        <pc:chgData name="우진 김" userId="9d5916cb77183fd7" providerId="LiveId" clId="{FDF37458-B840-4E5E-B3AD-909E5C62266E}" dt="2025-07-23T02:34:35.759" v="5863" actId="20577"/>
        <pc:sldMkLst>
          <pc:docMk/>
          <pc:sldMk cId="2594974166" sldId="396"/>
        </pc:sldMkLst>
      </pc:sldChg>
      <pc:sldChg chg="addSp modSp mod">
        <pc:chgData name="우진 김" userId="9d5916cb77183fd7" providerId="LiveId" clId="{FDF37458-B840-4E5E-B3AD-909E5C62266E}" dt="2025-07-22T21:06:01.412" v="4292" actId="1076"/>
        <pc:sldMkLst>
          <pc:docMk/>
          <pc:sldMk cId="1886081644" sldId="397"/>
        </pc:sldMkLst>
      </pc:sldChg>
      <pc:sldChg chg="addSp delSp modSp del mod">
        <pc:chgData name="우진 김" userId="9d5916cb77183fd7" providerId="LiveId" clId="{FDF37458-B840-4E5E-B3AD-909E5C62266E}" dt="2025-07-22T22:15:03.610" v="5101" actId="2696"/>
        <pc:sldMkLst>
          <pc:docMk/>
          <pc:sldMk cId="2271484296" sldId="398"/>
        </pc:sldMkLst>
      </pc:sldChg>
      <pc:sldChg chg="addSp modSp mod">
        <pc:chgData name="우진 김" userId="9d5916cb77183fd7" providerId="LiveId" clId="{FDF37458-B840-4E5E-B3AD-909E5C62266E}" dt="2025-07-22T22:30:13.679" v="5537"/>
        <pc:sldMkLst>
          <pc:docMk/>
          <pc:sldMk cId="1260540756" sldId="399"/>
        </pc:sldMkLst>
      </pc:sldChg>
      <pc:sldChg chg="del">
        <pc:chgData name="우진 김" userId="9d5916cb77183fd7" providerId="LiveId" clId="{FDF37458-B840-4E5E-B3AD-909E5C62266E}" dt="2025-07-22T22:19:15.780" v="5224" actId="47"/>
        <pc:sldMkLst>
          <pc:docMk/>
          <pc:sldMk cId="2991457619" sldId="400"/>
        </pc:sldMkLst>
      </pc:sldChg>
      <pc:sldChg chg="addSp delSp modSp mod modAnim">
        <pc:chgData name="우진 김" userId="9d5916cb77183fd7" providerId="LiveId" clId="{FDF37458-B840-4E5E-B3AD-909E5C62266E}" dt="2025-07-22T22:25:26.372" v="5460" actId="2711"/>
        <pc:sldMkLst>
          <pc:docMk/>
          <pc:sldMk cId="1734530735" sldId="401"/>
        </pc:sldMkLst>
      </pc:sldChg>
      <pc:sldChg chg="del">
        <pc:chgData name="우진 김" userId="9d5916cb77183fd7" providerId="LiveId" clId="{FDF37458-B840-4E5E-B3AD-909E5C62266E}" dt="2025-07-22T22:22:29.462" v="5404" actId="2696"/>
        <pc:sldMkLst>
          <pc:docMk/>
          <pc:sldMk cId="1044491356" sldId="402"/>
        </pc:sldMkLst>
      </pc:sldChg>
      <pc:sldChg chg="del">
        <pc:chgData name="우진 김" userId="9d5916cb77183fd7" providerId="LiveId" clId="{FDF37458-B840-4E5E-B3AD-909E5C62266E}" dt="2025-07-22T22:22:32.038" v="5405" actId="2696"/>
        <pc:sldMkLst>
          <pc:docMk/>
          <pc:sldMk cId="57628316" sldId="403"/>
        </pc:sldMkLst>
      </pc:sldChg>
      <pc:sldChg chg="addSp delSp modSp mod modAnim">
        <pc:chgData name="우진 김" userId="9d5916cb77183fd7" providerId="LiveId" clId="{FDF37458-B840-4E5E-B3AD-909E5C62266E}" dt="2025-07-22T15:11:36.829" v="1402"/>
        <pc:sldMkLst>
          <pc:docMk/>
          <pc:sldMk cId="1357024136" sldId="406"/>
        </pc:sldMkLst>
      </pc:sldChg>
      <pc:sldChg chg="addSp delSp modSp add mod modAnim">
        <pc:chgData name="우진 김" userId="9d5916cb77183fd7" providerId="LiveId" clId="{FDF37458-B840-4E5E-B3AD-909E5C62266E}" dt="2025-07-22T22:45:40.960" v="5694"/>
        <pc:sldMkLst>
          <pc:docMk/>
          <pc:sldMk cId="168993211" sldId="407"/>
        </pc:sldMkLst>
      </pc:sldChg>
      <pc:sldChg chg="addSp delSp modSp add mod modAnim">
        <pc:chgData name="우진 김" userId="9d5916cb77183fd7" providerId="LiveId" clId="{FDF37458-B840-4E5E-B3AD-909E5C62266E}" dt="2025-07-22T22:45:53.233" v="5696"/>
        <pc:sldMkLst>
          <pc:docMk/>
          <pc:sldMk cId="30979262" sldId="408"/>
        </pc:sldMkLst>
      </pc:sldChg>
      <pc:sldChg chg="addSp delSp modSp add mod">
        <pc:chgData name="우진 김" userId="9d5916cb77183fd7" providerId="LiveId" clId="{FDF37458-B840-4E5E-B3AD-909E5C62266E}" dt="2025-07-22T18:22:25.966" v="3452" actId="1076"/>
        <pc:sldMkLst>
          <pc:docMk/>
          <pc:sldMk cId="492626652" sldId="409"/>
        </pc:sldMkLst>
      </pc:sldChg>
      <pc:sldChg chg="addSp delSp modSp add mod modAnim">
        <pc:chgData name="우진 김" userId="9d5916cb77183fd7" providerId="LiveId" clId="{FDF37458-B840-4E5E-B3AD-909E5C62266E}" dt="2025-07-22T22:46:46.183" v="5703"/>
        <pc:sldMkLst>
          <pc:docMk/>
          <pc:sldMk cId="2544759687" sldId="410"/>
        </pc:sldMkLst>
      </pc:sldChg>
      <pc:sldChg chg="addSp delSp modSp add mod modAnim">
        <pc:chgData name="우진 김" userId="9d5916cb77183fd7" providerId="LiveId" clId="{FDF37458-B840-4E5E-B3AD-909E5C62266E}" dt="2025-07-22T22:46:55.860" v="5704"/>
        <pc:sldMkLst>
          <pc:docMk/>
          <pc:sldMk cId="2925435494" sldId="411"/>
        </pc:sldMkLst>
      </pc:sldChg>
      <pc:sldChg chg="addSp modSp add del mod ord">
        <pc:chgData name="우진 김" userId="9d5916cb77183fd7" providerId="LiveId" clId="{FDF37458-B840-4E5E-B3AD-909E5C62266E}" dt="2025-07-22T22:15:03.610" v="5101" actId="2696"/>
        <pc:sldMkLst>
          <pc:docMk/>
          <pc:sldMk cId="4077780084" sldId="412"/>
        </pc:sldMkLst>
      </pc:sldChg>
      <pc:sldChg chg="addSp delSp modSp add mod ord modAnim">
        <pc:chgData name="우진 김" userId="9d5916cb77183fd7" providerId="LiveId" clId="{FDF37458-B840-4E5E-B3AD-909E5C62266E}" dt="2025-07-22T22:47:19.512" v="5707"/>
        <pc:sldMkLst>
          <pc:docMk/>
          <pc:sldMk cId="964698161" sldId="413"/>
        </pc:sldMkLst>
      </pc:sldChg>
      <pc:sldChg chg="addSp delSp modSp add mod modAnim">
        <pc:chgData name="우진 김" userId="9d5916cb77183fd7" providerId="LiveId" clId="{FDF37458-B840-4E5E-B3AD-909E5C62266E}" dt="2025-07-22T22:47:57.998" v="5727" actId="14100"/>
        <pc:sldMkLst>
          <pc:docMk/>
          <pc:sldMk cId="80486073" sldId="414"/>
        </pc:sldMkLst>
      </pc:sldChg>
      <pc:sldChg chg="addSp delSp modSp add mod modAnim">
        <pc:chgData name="우진 김" userId="9d5916cb77183fd7" providerId="LiveId" clId="{FDF37458-B840-4E5E-B3AD-909E5C62266E}" dt="2025-07-22T22:48:21.763" v="5730"/>
        <pc:sldMkLst>
          <pc:docMk/>
          <pc:sldMk cId="2408156295" sldId="415"/>
        </pc:sldMkLst>
      </pc:sldChg>
      <pc:sldChg chg="addSp delSp modSp add mod modAnim">
        <pc:chgData name="우진 김" userId="9d5916cb77183fd7" providerId="LiveId" clId="{FDF37458-B840-4E5E-B3AD-909E5C62266E}" dt="2025-07-23T02:44:50.227" v="5865" actId="20577"/>
        <pc:sldMkLst>
          <pc:docMk/>
          <pc:sldMk cId="344128383" sldId="416"/>
        </pc:sldMkLst>
      </pc:sldChg>
      <pc:sldMasterChg chg="modSldLayout">
        <pc:chgData name="우진 김" userId="9d5916cb77183fd7" providerId="LiveId" clId="{FDF37458-B840-4E5E-B3AD-909E5C62266E}" dt="2025-07-21T17:03:20.911" v="4" actId="1076"/>
        <pc:sldMasterMkLst>
          <pc:docMk/>
          <pc:sldMasterMk cId="471148940" sldId="2147483648"/>
        </pc:sldMasterMkLst>
        <pc:sldLayoutChg chg="addSp modSp mod">
          <pc:chgData name="우진 김" userId="9d5916cb77183fd7" providerId="LiveId" clId="{FDF37458-B840-4E5E-B3AD-909E5C62266E}" dt="2025-07-21T17:03:20.911" v="4" actId="1076"/>
          <pc:sldLayoutMkLst>
            <pc:docMk/>
            <pc:sldMasterMk cId="471148940" sldId="2147483648"/>
            <pc:sldLayoutMk cId="3174197712" sldId="2147483664"/>
          </pc:sldLayoutMkLst>
          <pc:cxnChg chg="add mod">
            <ac:chgData name="우진 김" userId="9d5916cb77183fd7" providerId="LiveId" clId="{FDF37458-B840-4E5E-B3AD-909E5C62266E}" dt="2025-07-21T17:03:20.911" v="4" actId="1076"/>
            <ac:cxnSpMkLst>
              <pc:docMk/>
              <pc:sldMasterMk cId="471148940" sldId="2147483648"/>
              <pc:sldLayoutMk cId="3174197712" sldId="2147483664"/>
              <ac:cxnSpMk id="5" creationId="{64003A2E-28FB-D115-661E-5A8EA480B280}"/>
            </ac:cxnSpMkLst>
          </pc:cxnChg>
        </pc:sldLayoutChg>
      </pc:sldMasterChg>
    </pc:docChg>
  </pc:docChgLst>
  <pc:docChgLst>
    <pc:chgData name="우진 김" userId="9d5916cb77183fd7" providerId="LiveId" clId="{73E18906-EDC1-493C-A223-1245781D7ADD}"/>
    <pc:docChg chg="undo custSel addSld delSld modSld sldOrd delSection modSection modShowInfo">
      <pc:chgData name="우진 김" userId="9d5916cb77183fd7" providerId="LiveId" clId="{73E18906-EDC1-493C-A223-1245781D7ADD}" dt="2025-08-13T05:06:09.378" v="507" actId="2744"/>
      <pc:docMkLst>
        <pc:docMk/>
      </pc:docMkLst>
      <pc:sldChg chg="addSp delSp modSp mod">
        <pc:chgData name="우진 김" userId="9d5916cb77183fd7" providerId="LiveId" clId="{73E18906-EDC1-493C-A223-1245781D7ADD}" dt="2025-08-13T04:59:34.878" v="506"/>
        <pc:sldMkLst>
          <pc:docMk/>
          <pc:sldMk cId="2863175468" sldId="378"/>
        </pc:sldMkLst>
        <pc:spChg chg="add mod">
          <ac:chgData name="우진 김" userId="9d5916cb77183fd7" providerId="LiveId" clId="{73E18906-EDC1-493C-A223-1245781D7ADD}" dt="2025-08-13T04:59:34.878" v="506"/>
          <ac:spMkLst>
            <pc:docMk/>
            <pc:sldMk cId="2863175468" sldId="378"/>
            <ac:spMk id="3" creationId="{03860D58-90AF-9954-7508-26AD398B5ACD}"/>
          </ac:spMkLst>
        </pc:spChg>
      </pc:sldChg>
      <pc:sldChg chg="delSp modSp mod delAnim modAnim">
        <pc:chgData name="우진 김" userId="9d5916cb77183fd7" providerId="LiveId" clId="{73E18906-EDC1-493C-A223-1245781D7ADD}" dt="2025-08-13T02:44:23.876" v="155"/>
        <pc:sldMkLst>
          <pc:docMk/>
          <pc:sldMk cId="3089082808" sldId="404"/>
        </pc:sldMkLst>
        <pc:spChg chg="mod">
          <ac:chgData name="우진 김" userId="9d5916cb77183fd7" providerId="LiveId" clId="{73E18906-EDC1-493C-A223-1245781D7ADD}" dt="2025-08-13T02:43:57.248" v="149" actId="1076"/>
          <ac:spMkLst>
            <pc:docMk/>
            <pc:sldMk cId="3089082808" sldId="404"/>
            <ac:spMk id="13" creationId="{1DA0808E-0400-92E1-E730-AC9B1A17D616}"/>
          </ac:spMkLst>
        </pc:spChg>
      </pc:sldChg>
      <pc:sldChg chg="addSp delSp modSp mod">
        <pc:chgData name="우진 김" userId="9d5916cb77183fd7" providerId="LiveId" clId="{73E18906-EDC1-493C-A223-1245781D7ADD}" dt="2025-08-13T04:59:07.024" v="489"/>
        <pc:sldMkLst>
          <pc:docMk/>
          <pc:sldMk cId="3537827683" sldId="417"/>
        </pc:sldMkLst>
      </pc:sldChg>
      <pc:sldChg chg="addSp delSp modSp mod modAnim">
        <pc:chgData name="우진 김" userId="9d5916cb77183fd7" providerId="LiveId" clId="{73E18906-EDC1-493C-A223-1245781D7ADD}" dt="2025-08-13T04:59:31.261" v="504"/>
        <pc:sldMkLst>
          <pc:docMk/>
          <pc:sldMk cId="2188655536" sldId="418"/>
        </pc:sldMkLst>
      </pc:sldChg>
      <pc:sldChg chg="addSp delSp modSp mod modAnim">
        <pc:chgData name="우진 김" userId="9d5916cb77183fd7" providerId="LiveId" clId="{73E18906-EDC1-493C-A223-1245781D7ADD}" dt="2025-08-13T04:59:27.410" v="502"/>
        <pc:sldMkLst>
          <pc:docMk/>
          <pc:sldMk cId="2912142347" sldId="419"/>
        </pc:sldMkLst>
      </pc:sldChg>
      <pc:sldChg chg="addSp delSp modSp mod modAnim">
        <pc:chgData name="우진 김" userId="9d5916cb77183fd7" providerId="LiveId" clId="{73E18906-EDC1-493C-A223-1245781D7ADD}" dt="2025-08-13T04:59:24.595" v="500"/>
        <pc:sldMkLst>
          <pc:docMk/>
          <pc:sldMk cId="4107177209" sldId="420"/>
        </pc:sldMkLst>
      </pc:sldChg>
      <pc:sldChg chg="addSp delSp modSp mod modAnim">
        <pc:chgData name="우진 김" userId="9d5916cb77183fd7" providerId="LiveId" clId="{73E18906-EDC1-493C-A223-1245781D7ADD}" dt="2025-08-13T04:59:21.211" v="498"/>
        <pc:sldMkLst>
          <pc:docMk/>
          <pc:sldMk cId="2206224731" sldId="421"/>
        </pc:sldMkLst>
      </pc:sldChg>
      <pc:sldChg chg="addSp delSp modSp mod">
        <pc:chgData name="우진 김" userId="9d5916cb77183fd7" providerId="LiveId" clId="{73E18906-EDC1-493C-A223-1245781D7ADD}" dt="2025-08-13T04:59:17.185" v="496"/>
        <pc:sldMkLst>
          <pc:docMk/>
          <pc:sldMk cId="359152800" sldId="422"/>
        </pc:sldMkLst>
      </pc:sldChg>
      <pc:sldChg chg="addSp delSp modSp mod modAnim">
        <pc:chgData name="우진 김" userId="9d5916cb77183fd7" providerId="LiveId" clId="{73E18906-EDC1-493C-A223-1245781D7ADD}" dt="2025-08-13T04:59:13.387" v="494"/>
        <pc:sldMkLst>
          <pc:docMk/>
          <pc:sldMk cId="2934031354" sldId="423"/>
        </pc:sldMkLst>
      </pc:sldChg>
      <pc:sldChg chg="ord">
        <pc:chgData name="우진 김" userId="9d5916cb77183fd7" providerId="LiveId" clId="{73E18906-EDC1-493C-A223-1245781D7ADD}" dt="2025-08-13T03:12:30.048" v="162"/>
        <pc:sldMkLst>
          <pc:docMk/>
          <pc:sldMk cId="2710845988" sldId="424"/>
        </pc:sldMkLst>
      </pc:sldChg>
      <pc:sldChg chg="delSp mod delAnim">
        <pc:chgData name="우진 김" userId="9d5916cb77183fd7" providerId="LiveId" clId="{73E18906-EDC1-493C-A223-1245781D7ADD}" dt="2025-08-13T01:57:16.086" v="22" actId="478"/>
        <pc:sldMkLst>
          <pc:docMk/>
          <pc:sldMk cId="2400302449" sldId="425"/>
        </pc:sldMkLst>
      </pc:sldChg>
      <pc:sldChg chg="addSp delSp modSp mod">
        <pc:chgData name="우진 김" userId="9d5916cb77183fd7" providerId="LiveId" clId="{73E18906-EDC1-493C-A223-1245781D7ADD}" dt="2025-08-13T04:59:03.884" v="487"/>
        <pc:sldMkLst>
          <pc:docMk/>
          <pc:sldMk cId="3531411043" sldId="426"/>
        </pc:sldMkLst>
        <pc:spChg chg="add mod">
          <ac:chgData name="우진 김" userId="9d5916cb77183fd7" providerId="LiveId" clId="{73E18906-EDC1-493C-A223-1245781D7ADD}" dt="2025-08-13T04:59:03.884" v="487"/>
          <ac:spMkLst>
            <pc:docMk/>
            <pc:sldMk cId="3531411043" sldId="426"/>
            <ac:spMk id="3" creationId="{AE65147C-EC62-D620-5389-0C084B42FC41}"/>
          </ac:spMkLst>
        </pc:spChg>
      </pc:sldChg>
      <pc:sldChg chg="addSp delSp modSp mod modAnim">
        <pc:chgData name="우진 김" userId="9d5916cb77183fd7" providerId="LiveId" clId="{73E18906-EDC1-493C-A223-1245781D7ADD}" dt="2025-08-13T04:59:00.402" v="485"/>
        <pc:sldMkLst>
          <pc:docMk/>
          <pc:sldMk cId="2536581800" sldId="427"/>
        </pc:sldMkLst>
        <pc:spChg chg="add mod">
          <ac:chgData name="우진 김" userId="9d5916cb77183fd7" providerId="LiveId" clId="{73E18906-EDC1-493C-A223-1245781D7ADD}" dt="2025-08-13T02:27:20.733" v="60" actId="14100"/>
          <ac:spMkLst>
            <pc:docMk/>
            <pc:sldMk cId="2536581800" sldId="427"/>
            <ac:spMk id="2" creationId="{2DC064E8-EBA5-74B9-D90D-9556D262591E}"/>
          </ac:spMkLst>
        </pc:spChg>
        <pc:spChg chg="add mod">
          <ac:chgData name="우진 김" userId="9d5916cb77183fd7" providerId="LiveId" clId="{73E18906-EDC1-493C-A223-1245781D7ADD}" dt="2025-08-13T04:59:00.402" v="485"/>
          <ac:spMkLst>
            <pc:docMk/>
            <pc:sldMk cId="2536581800" sldId="427"/>
            <ac:spMk id="3" creationId="{0AB5A695-D7B4-3694-97AB-5A9773846470}"/>
          </ac:spMkLst>
        </pc:spChg>
        <pc:spChg chg="mod">
          <ac:chgData name="우진 김" userId="9d5916cb77183fd7" providerId="LiveId" clId="{73E18906-EDC1-493C-A223-1245781D7ADD}" dt="2025-08-13T02:27:12.545" v="57" actId="14100"/>
          <ac:spMkLst>
            <pc:docMk/>
            <pc:sldMk cId="2536581800" sldId="427"/>
            <ac:spMk id="6" creationId="{D2D4A2D4-457F-0A2A-F18D-B2B1BE1A2437}"/>
          </ac:spMkLst>
        </pc:spChg>
      </pc:sldChg>
      <pc:sldChg chg="addSp delSp modSp mod modAnim">
        <pc:chgData name="우진 김" userId="9d5916cb77183fd7" providerId="LiveId" clId="{73E18906-EDC1-493C-A223-1245781D7ADD}" dt="2025-08-13T04:58:57.497" v="483"/>
        <pc:sldMkLst>
          <pc:docMk/>
          <pc:sldMk cId="2343617760" sldId="428"/>
        </pc:sldMkLst>
      </pc:sldChg>
      <pc:sldChg chg="addSp delSp modSp mod">
        <pc:chgData name="우진 김" userId="9d5916cb77183fd7" providerId="LiveId" clId="{73E18906-EDC1-493C-A223-1245781D7ADD}" dt="2025-08-13T04:58:54.095" v="481"/>
        <pc:sldMkLst>
          <pc:docMk/>
          <pc:sldMk cId="740634538" sldId="435"/>
        </pc:sldMkLst>
        <pc:spChg chg="mod">
          <ac:chgData name="우진 김" userId="9d5916cb77183fd7" providerId="LiveId" clId="{73E18906-EDC1-493C-A223-1245781D7ADD}" dt="2025-08-13T02:27:57.240" v="71" actId="164"/>
          <ac:spMkLst>
            <pc:docMk/>
            <pc:sldMk cId="740634538" sldId="435"/>
            <ac:spMk id="5" creationId="{882CF4F3-68D4-B1DC-49CC-CCDB1C84ACBA}"/>
          </ac:spMkLst>
        </pc:spChg>
        <pc:spChg chg="mod">
          <ac:chgData name="우진 김" userId="9d5916cb77183fd7" providerId="LiveId" clId="{73E18906-EDC1-493C-A223-1245781D7ADD}" dt="2025-08-13T02:28:01.905" v="72" actId="164"/>
          <ac:spMkLst>
            <pc:docMk/>
            <pc:sldMk cId="740634538" sldId="435"/>
            <ac:spMk id="6" creationId="{4C8C9F2F-7C0C-5B20-5DC9-70F9B17C7EFE}"/>
          </ac:spMkLst>
        </pc:spChg>
        <pc:spChg chg="add mod">
          <ac:chgData name="우진 김" userId="9d5916cb77183fd7" providerId="LiveId" clId="{73E18906-EDC1-493C-A223-1245781D7ADD}" dt="2025-08-13T04:58:54.095" v="481"/>
          <ac:spMkLst>
            <pc:docMk/>
            <pc:sldMk cId="740634538" sldId="435"/>
            <ac:spMk id="12" creationId="{080F4FD9-0DA1-85A5-3D99-83C5017C1262}"/>
          </ac:spMkLst>
        </pc:spChg>
        <pc:grpChg chg="add mod">
          <ac:chgData name="우진 김" userId="9d5916cb77183fd7" providerId="LiveId" clId="{73E18906-EDC1-493C-A223-1245781D7ADD}" dt="2025-08-13T02:27:57.240" v="71" actId="164"/>
          <ac:grpSpMkLst>
            <pc:docMk/>
            <pc:sldMk cId="740634538" sldId="435"/>
            <ac:grpSpMk id="7" creationId="{DF4C726A-CE23-15D4-7C45-12CE5B451475}"/>
          </ac:grpSpMkLst>
        </pc:grpChg>
        <pc:grpChg chg="add mod">
          <ac:chgData name="우진 김" userId="9d5916cb77183fd7" providerId="LiveId" clId="{73E18906-EDC1-493C-A223-1245781D7ADD}" dt="2025-08-13T02:28:01.905" v="72" actId="164"/>
          <ac:grpSpMkLst>
            <pc:docMk/>
            <pc:sldMk cId="740634538" sldId="435"/>
            <ac:grpSpMk id="11" creationId="{628F9F1D-6F0E-7C16-6C04-A29481F87D40}"/>
          </ac:grpSpMkLst>
        </pc:grpChg>
        <pc:picChg chg="mod">
          <ac:chgData name="우진 김" userId="9d5916cb77183fd7" providerId="LiveId" clId="{73E18906-EDC1-493C-A223-1245781D7ADD}" dt="2025-08-13T02:28:01.905" v="72" actId="164"/>
          <ac:picMkLst>
            <pc:docMk/>
            <pc:sldMk cId="740634538" sldId="435"/>
            <ac:picMk id="9" creationId="{4D8BE914-81E9-AACD-A83B-39E3FDC64AD6}"/>
          </ac:picMkLst>
        </pc:picChg>
        <pc:picChg chg="mod">
          <ac:chgData name="우진 김" userId="9d5916cb77183fd7" providerId="LiveId" clId="{73E18906-EDC1-493C-A223-1245781D7ADD}" dt="2025-08-13T02:27:57.240" v="71" actId="164"/>
          <ac:picMkLst>
            <pc:docMk/>
            <pc:sldMk cId="740634538" sldId="435"/>
            <ac:picMk id="19" creationId="{3D133A40-5B5B-D76F-F766-5A4A265221F6}"/>
          </ac:picMkLst>
        </pc:picChg>
      </pc:sldChg>
      <pc:sldChg chg="addSp delSp modSp mod modAnim">
        <pc:chgData name="우진 김" userId="9d5916cb77183fd7" providerId="LiveId" clId="{73E18906-EDC1-493C-A223-1245781D7ADD}" dt="2025-08-13T04:58:50.770" v="479"/>
        <pc:sldMkLst>
          <pc:docMk/>
          <pc:sldMk cId="2202930638" sldId="436"/>
        </pc:sldMkLst>
      </pc:sldChg>
      <pc:sldChg chg="addSp delSp modSp mod modAnim">
        <pc:chgData name="우진 김" userId="9d5916cb77183fd7" providerId="LiveId" clId="{73E18906-EDC1-493C-A223-1245781D7ADD}" dt="2025-08-13T04:58:48.543" v="477"/>
        <pc:sldMkLst>
          <pc:docMk/>
          <pc:sldMk cId="1101785127" sldId="437"/>
        </pc:sldMkLst>
      </pc:sldChg>
      <pc:sldChg chg="addSp delSp modSp mod modAnim">
        <pc:chgData name="우진 김" userId="9d5916cb77183fd7" providerId="LiveId" clId="{73E18906-EDC1-493C-A223-1245781D7ADD}" dt="2025-08-13T04:58:45.322" v="475"/>
        <pc:sldMkLst>
          <pc:docMk/>
          <pc:sldMk cId="1005495404" sldId="439"/>
        </pc:sldMkLst>
        <pc:spChg chg="add mod">
          <ac:chgData name="우진 김" userId="9d5916cb77183fd7" providerId="LiveId" clId="{73E18906-EDC1-493C-A223-1245781D7ADD}" dt="2025-08-13T04:58:45.322" v="475"/>
          <ac:spMkLst>
            <pc:docMk/>
            <pc:sldMk cId="1005495404" sldId="439"/>
            <ac:spMk id="2" creationId="{99CEF9F8-3BFF-7208-7F4D-4273E10560EA}"/>
          </ac:spMkLst>
        </pc:spChg>
        <pc:spChg chg="mod topLvl">
          <ac:chgData name="우진 김" userId="9d5916cb77183fd7" providerId="LiveId" clId="{73E18906-EDC1-493C-A223-1245781D7ADD}" dt="2025-08-13T02:32:07.954" v="93" actId="165"/>
          <ac:spMkLst>
            <pc:docMk/>
            <pc:sldMk cId="1005495404" sldId="439"/>
            <ac:spMk id="12" creationId="{C08761C4-7CD0-F942-DB12-4025BAB9696C}"/>
          </ac:spMkLst>
        </pc:spChg>
        <pc:spChg chg="mod">
          <ac:chgData name="우진 김" userId="9d5916cb77183fd7" providerId="LiveId" clId="{73E18906-EDC1-493C-A223-1245781D7ADD}" dt="2025-08-13T02:29:46.596" v="84" actId="164"/>
          <ac:spMkLst>
            <pc:docMk/>
            <pc:sldMk cId="1005495404" sldId="439"/>
            <ac:spMk id="13" creationId="{9FBAC98D-7E10-1986-62F1-B187417ECEB8}"/>
          </ac:spMkLst>
        </pc:spChg>
        <pc:spChg chg="mod">
          <ac:chgData name="우진 김" userId="9d5916cb77183fd7" providerId="LiveId" clId="{73E18906-EDC1-493C-A223-1245781D7ADD}" dt="2025-08-13T02:29:52.809" v="85" actId="164"/>
          <ac:spMkLst>
            <pc:docMk/>
            <pc:sldMk cId="1005495404" sldId="439"/>
            <ac:spMk id="14" creationId="{C4195D5E-F54F-AE66-E4ED-6B1E31AA9EBC}"/>
          </ac:spMkLst>
        </pc:spChg>
        <pc:spChg chg="mod">
          <ac:chgData name="우진 김" userId="9d5916cb77183fd7" providerId="LiveId" clId="{73E18906-EDC1-493C-A223-1245781D7ADD}" dt="2025-08-13T02:29:56.582" v="86" actId="164"/>
          <ac:spMkLst>
            <pc:docMk/>
            <pc:sldMk cId="1005495404" sldId="439"/>
            <ac:spMk id="16" creationId="{FCD319B3-EB03-FD86-FF42-840393E274F9}"/>
          </ac:spMkLst>
        </pc:spChg>
        <pc:spChg chg="mod topLvl">
          <ac:chgData name="우진 김" userId="9d5916cb77183fd7" providerId="LiveId" clId="{73E18906-EDC1-493C-A223-1245781D7ADD}" dt="2025-08-13T02:32:07.954" v="93" actId="165"/>
          <ac:spMkLst>
            <pc:docMk/>
            <pc:sldMk cId="1005495404" sldId="439"/>
            <ac:spMk id="19" creationId="{8614CF41-663F-88A8-88AE-B0CD5D04FD42}"/>
          </ac:spMkLst>
        </pc:spChg>
        <pc:spChg chg="mod">
          <ac:chgData name="우진 김" userId="9d5916cb77183fd7" providerId="LiveId" clId="{73E18906-EDC1-493C-A223-1245781D7ADD}" dt="2025-08-13T02:29:46.596" v="84" actId="164"/>
          <ac:spMkLst>
            <pc:docMk/>
            <pc:sldMk cId="1005495404" sldId="439"/>
            <ac:spMk id="20" creationId="{F3582945-6985-0B18-A15F-8436412C358D}"/>
          </ac:spMkLst>
        </pc:spChg>
        <pc:spChg chg="mod">
          <ac:chgData name="우진 김" userId="9d5916cb77183fd7" providerId="LiveId" clId="{73E18906-EDC1-493C-A223-1245781D7ADD}" dt="2025-08-13T02:29:52.809" v="85" actId="164"/>
          <ac:spMkLst>
            <pc:docMk/>
            <pc:sldMk cId="1005495404" sldId="439"/>
            <ac:spMk id="21" creationId="{0B51C672-1A7F-3C70-EB7D-9FC8E3C6B658}"/>
          </ac:spMkLst>
        </pc:spChg>
        <pc:spChg chg="mod topLvl">
          <ac:chgData name="우진 김" userId="9d5916cb77183fd7" providerId="LiveId" clId="{73E18906-EDC1-493C-A223-1245781D7ADD}" dt="2025-08-13T02:32:07.954" v="93" actId="165"/>
          <ac:spMkLst>
            <pc:docMk/>
            <pc:sldMk cId="1005495404" sldId="439"/>
            <ac:spMk id="29" creationId="{595213B4-F84C-8C5E-4DA0-F84B8AF555CB}"/>
          </ac:spMkLst>
        </pc:spChg>
        <pc:spChg chg="mod">
          <ac:chgData name="우진 김" userId="9d5916cb77183fd7" providerId="LiveId" clId="{73E18906-EDC1-493C-A223-1245781D7ADD}" dt="2025-08-13T02:29:46.596" v="84" actId="164"/>
          <ac:spMkLst>
            <pc:docMk/>
            <pc:sldMk cId="1005495404" sldId="439"/>
            <ac:spMk id="30" creationId="{4705E802-B768-FFE7-BD15-D09393AAA755}"/>
          </ac:spMkLst>
        </pc:spChg>
        <pc:spChg chg="mod">
          <ac:chgData name="우진 김" userId="9d5916cb77183fd7" providerId="LiveId" clId="{73E18906-EDC1-493C-A223-1245781D7ADD}" dt="2025-08-13T02:29:56.582" v="86" actId="164"/>
          <ac:spMkLst>
            <pc:docMk/>
            <pc:sldMk cId="1005495404" sldId="439"/>
            <ac:spMk id="35" creationId="{4ABE9556-EE0E-6D69-36AE-5947D5E0B63F}"/>
          </ac:spMkLst>
        </pc:spChg>
        <pc:spChg chg="mod">
          <ac:chgData name="우진 김" userId="9d5916cb77183fd7" providerId="LiveId" clId="{73E18906-EDC1-493C-A223-1245781D7ADD}" dt="2025-08-13T02:29:52.809" v="85" actId="164"/>
          <ac:spMkLst>
            <pc:docMk/>
            <pc:sldMk cId="1005495404" sldId="439"/>
            <ac:spMk id="38" creationId="{2C1365DB-543D-333D-D6BF-BD8DAB973734}"/>
          </ac:spMkLst>
        </pc:spChg>
        <pc:spChg chg="mod">
          <ac:chgData name="우진 김" userId="9d5916cb77183fd7" providerId="LiveId" clId="{73E18906-EDC1-493C-A223-1245781D7ADD}" dt="2025-08-13T02:30:01.637" v="87" actId="1076"/>
          <ac:spMkLst>
            <pc:docMk/>
            <pc:sldMk cId="1005495404" sldId="439"/>
            <ac:spMk id="39" creationId="{DDE489C0-EA02-DF01-7BD3-E7154609EA05}"/>
          </ac:spMkLst>
        </pc:spChg>
        <pc:grpChg chg="add mod">
          <ac:chgData name="우진 김" userId="9d5916cb77183fd7" providerId="LiveId" clId="{73E18906-EDC1-493C-A223-1245781D7ADD}" dt="2025-08-13T02:29:46.596" v="84" actId="164"/>
          <ac:grpSpMkLst>
            <pc:docMk/>
            <pc:sldMk cId="1005495404" sldId="439"/>
            <ac:grpSpMk id="6" creationId="{6421D8D6-BE36-44F6-C94C-CA870207A969}"/>
          </ac:grpSpMkLst>
        </pc:grpChg>
        <pc:grpChg chg="add mod">
          <ac:chgData name="우진 김" userId="9d5916cb77183fd7" providerId="LiveId" clId="{73E18906-EDC1-493C-A223-1245781D7ADD}" dt="2025-08-13T02:29:52.809" v="85" actId="164"/>
          <ac:grpSpMkLst>
            <pc:docMk/>
            <pc:sldMk cId="1005495404" sldId="439"/>
            <ac:grpSpMk id="7" creationId="{47C3FDC0-AE57-BFEB-9F7A-2B683D392A5C}"/>
          </ac:grpSpMkLst>
        </pc:grpChg>
        <pc:grpChg chg="add mod">
          <ac:chgData name="우진 김" userId="9d5916cb77183fd7" providerId="LiveId" clId="{73E18906-EDC1-493C-A223-1245781D7ADD}" dt="2025-08-13T02:29:56.582" v="86" actId="164"/>
          <ac:grpSpMkLst>
            <pc:docMk/>
            <pc:sldMk cId="1005495404" sldId="439"/>
            <ac:grpSpMk id="10" creationId="{428A6D6B-9159-A496-09C8-AA131C71CC12}"/>
          </ac:grpSpMkLst>
        </pc:grpChg>
        <pc:cxnChg chg="mod topLvl">
          <ac:chgData name="우진 김" userId="9d5916cb77183fd7" providerId="LiveId" clId="{73E18906-EDC1-493C-A223-1245781D7ADD}" dt="2025-08-13T02:32:07.954" v="93" actId="165"/>
          <ac:cxnSpMkLst>
            <pc:docMk/>
            <pc:sldMk cId="1005495404" sldId="439"/>
            <ac:cxnSpMk id="23" creationId="{795148DB-FEB8-5325-8549-53638A08C57E}"/>
          </ac:cxnSpMkLst>
        </pc:cxnChg>
        <pc:cxnChg chg="mod topLvl">
          <ac:chgData name="우진 김" userId="9d5916cb77183fd7" providerId="LiveId" clId="{73E18906-EDC1-493C-A223-1245781D7ADD}" dt="2025-08-13T02:32:07.954" v="93" actId="165"/>
          <ac:cxnSpMkLst>
            <pc:docMk/>
            <pc:sldMk cId="1005495404" sldId="439"/>
            <ac:cxnSpMk id="24" creationId="{37C344C6-2E8C-2084-6AE4-52EAE7D6DCAF}"/>
          </ac:cxnSpMkLst>
        </pc:cxnChg>
        <pc:cxnChg chg="mod">
          <ac:chgData name="우진 김" userId="9d5916cb77183fd7" providerId="LiveId" clId="{73E18906-EDC1-493C-A223-1245781D7ADD}" dt="2025-08-13T02:29:46.596" v="84" actId="164"/>
          <ac:cxnSpMkLst>
            <pc:docMk/>
            <pc:sldMk cId="1005495404" sldId="439"/>
            <ac:cxnSpMk id="25" creationId="{C04730B8-C8F7-80EA-6131-962473CAAC37}"/>
          </ac:cxnSpMkLst>
        </pc:cxnChg>
        <pc:cxnChg chg="mod">
          <ac:chgData name="우진 김" userId="9d5916cb77183fd7" providerId="LiveId" clId="{73E18906-EDC1-493C-A223-1245781D7ADD}" dt="2025-08-13T02:29:52.809" v="85" actId="164"/>
          <ac:cxnSpMkLst>
            <pc:docMk/>
            <pc:sldMk cId="1005495404" sldId="439"/>
            <ac:cxnSpMk id="26" creationId="{A62C8DCE-ECE0-52BB-A7A2-DD545166D251}"/>
          </ac:cxnSpMkLst>
        </pc:cxnChg>
      </pc:sldChg>
      <pc:sldChg chg="addSp delSp modSp mod modAnim">
        <pc:chgData name="우진 김" userId="9d5916cb77183fd7" providerId="LiveId" clId="{73E18906-EDC1-493C-A223-1245781D7ADD}" dt="2025-08-13T04:58:35.152" v="469"/>
        <pc:sldMkLst>
          <pc:docMk/>
          <pc:sldMk cId="139442293" sldId="441"/>
        </pc:sldMkLst>
      </pc:sldChg>
      <pc:sldChg chg="addSp delSp modSp mod">
        <pc:chgData name="우진 김" userId="9d5916cb77183fd7" providerId="LiveId" clId="{73E18906-EDC1-493C-A223-1245781D7ADD}" dt="2025-08-13T04:58:41.443" v="473"/>
        <pc:sldMkLst>
          <pc:docMk/>
          <pc:sldMk cId="2587390173" sldId="442"/>
        </pc:sldMkLst>
        <pc:spChg chg="add mod">
          <ac:chgData name="우진 김" userId="9d5916cb77183fd7" providerId="LiveId" clId="{73E18906-EDC1-493C-A223-1245781D7ADD}" dt="2025-08-13T04:58:41.443" v="473"/>
          <ac:spMkLst>
            <pc:docMk/>
            <pc:sldMk cId="2587390173" sldId="442"/>
            <ac:spMk id="5" creationId="{E9627C96-F7A9-9DBB-3A56-7D4AD5DD7E4C}"/>
          </ac:spMkLst>
        </pc:spChg>
      </pc:sldChg>
      <pc:sldChg chg="addSp delSp modSp mod modAnim">
        <pc:chgData name="우진 김" userId="9d5916cb77183fd7" providerId="LiveId" clId="{73E18906-EDC1-493C-A223-1245781D7ADD}" dt="2025-08-13T04:58:38.291" v="471"/>
        <pc:sldMkLst>
          <pc:docMk/>
          <pc:sldMk cId="4258911746" sldId="443"/>
        </pc:sldMkLst>
      </pc:sldChg>
      <pc:sldChg chg="addSp delSp modSp mod modAnim">
        <pc:chgData name="우진 김" userId="9d5916cb77183fd7" providerId="LiveId" clId="{73E18906-EDC1-493C-A223-1245781D7ADD}" dt="2025-08-13T04:58:31.508" v="467"/>
        <pc:sldMkLst>
          <pc:docMk/>
          <pc:sldMk cId="2414032160" sldId="444"/>
        </pc:sldMkLst>
      </pc:sldChg>
      <pc:sldChg chg="addSp delSp modSp mod modAnim">
        <pc:chgData name="우진 김" userId="9d5916cb77183fd7" providerId="LiveId" clId="{73E18906-EDC1-493C-A223-1245781D7ADD}" dt="2025-08-13T04:58:28.495" v="465"/>
        <pc:sldMkLst>
          <pc:docMk/>
          <pc:sldMk cId="1815798053" sldId="445"/>
        </pc:sldMkLst>
      </pc:sldChg>
      <pc:sldChg chg="addSp delSp modSp mod modAnim">
        <pc:chgData name="우진 김" userId="9d5916cb77183fd7" providerId="LiveId" clId="{73E18906-EDC1-493C-A223-1245781D7ADD}" dt="2025-08-13T04:58:26.063" v="463"/>
        <pc:sldMkLst>
          <pc:docMk/>
          <pc:sldMk cId="397616189" sldId="446"/>
        </pc:sldMkLst>
      </pc:sldChg>
      <pc:sldChg chg="addSp delSp modSp mod modAnim">
        <pc:chgData name="우진 김" userId="9d5916cb77183fd7" providerId="LiveId" clId="{73E18906-EDC1-493C-A223-1245781D7ADD}" dt="2025-08-13T04:58:22.123" v="461"/>
        <pc:sldMkLst>
          <pc:docMk/>
          <pc:sldMk cId="491416665" sldId="447"/>
        </pc:sldMkLst>
      </pc:sldChg>
      <pc:sldChg chg="addSp delSp modSp mod modAnim">
        <pc:chgData name="우진 김" userId="9d5916cb77183fd7" providerId="LiveId" clId="{73E18906-EDC1-493C-A223-1245781D7ADD}" dt="2025-08-13T04:58:19.297" v="458"/>
        <pc:sldMkLst>
          <pc:docMk/>
          <pc:sldMk cId="3025201000" sldId="448"/>
        </pc:sldMkLst>
      </pc:sldChg>
      <pc:sldChg chg="addSp delSp modSp mod modAnim">
        <pc:chgData name="우진 김" userId="9d5916cb77183fd7" providerId="LiveId" clId="{73E18906-EDC1-493C-A223-1245781D7ADD}" dt="2025-08-13T04:58:16.850" v="456"/>
        <pc:sldMkLst>
          <pc:docMk/>
          <pc:sldMk cId="191578725" sldId="449"/>
        </pc:sldMkLst>
      </pc:sldChg>
      <pc:sldChg chg="addSp delSp modSp mod modAnim">
        <pc:chgData name="우진 김" userId="9d5916cb77183fd7" providerId="LiveId" clId="{73E18906-EDC1-493C-A223-1245781D7ADD}" dt="2025-08-13T04:58:09.712" v="452"/>
        <pc:sldMkLst>
          <pc:docMk/>
          <pc:sldMk cId="349146373" sldId="450"/>
        </pc:sldMkLst>
      </pc:sldChg>
      <pc:sldChg chg="addSp delSp modSp mod modAnim">
        <pc:chgData name="우진 김" userId="9d5916cb77183fd7" providerId="LiveId" clId="{73E18906-EDC1-493C-A223-1245781D7ADD}" dt="2025-08-13T04:58:13.670" v="454"/>
        <pc:sldMkLst>
          <pc:docMk/>
          <pc:sldMk cId="918876948" sldId="451"/>
        </pc:sldMkLst>
      </pc:sldChg>
      <pc:sldChg chg="modSp mod modAnim">
        <pc:chgData name="우진 김" userId="9d5916cb77183fd7" providerId="LiveId" clId="{73E18906-EDC1-493C-A223-1245781D7ADD}" dt="2025-08-13T04:58:04.640" v="450" actId="20577"/>
        <pc:sldMkLst>
          <pc:docMk/>
          <pc:sldMk cId="3726051797" sldId="452"/>
        </pc:sldMkLst>
      </pc:sldChg>
      <pc:sldChg chg="addSp delSp modSp add mod delAnim">
        <pc:chgData name="우진 김" userId="9d5916cb77183fd7" providerId="LiveId" clId="{73E18906-EDC1-493C-A223-1245781D7ADD}" dt="2025-08-13T04:59:10.486" v="492"/>
        <pc:sldMkLst>
          <pc:docMk/>
          <pc:sldMk cId="2157467786" sldId="453"/>
        </pc:sldMkLst>
      </pc:sldChg>
      <pc:sldChg chg="addSp delSp modSp add del mod delAnim">
        <pc:chgData name="우진 김" userId="9d5916cb77183fd7" providerId="LiveId" clId="{73E18906-EDC1-493C-A223-1245781D7ADD}" dt="2025-08-13T03:23:41.650" v="379" actId="2696"/>
        <pc:sldMkLst>
          <pc:docMk/>
          <pc:sldMk cId="2365381654" sldId="453"/>
        </pc:sldMkLst>
      </pc:sldChg>
      <pc:sldChg chg="add del">
        <pc:chgData name="우진 김" userId="9d5916cb77183fd7" providerId="LiveId" clId="{73E18906-EDC1-493C-A223-1245781D7ADD}" dt="2025-08-13T03:12:33.245" v="163" actId="2696"/>
        <pc:sldMkLst>
          <pc:docMk/>
          <pc:sldMk cId="3984371042" sldId="453"/>
        </pc:sldMkLst>
      </pc:sldChg>
    </pc:docChg>
  </pc:docChgLst>
  <pc:docChgLst>
    <pc:chgData name="우진 김" userId="9d5916cb77183fd7" providerId="LiveId" clId="{42CA3157-B955-44A3-9721-9B5AE803B38A}"/>
    <pc:docChg chg="undo custSel addSld delSld modSld modSection">
      <pc:chgData name="우진 김" userId="9d5916cb77183fd7" providerId="LiveId" clId="{42CA3157-B955-44A3-9721-9B5AE803B38A}" dt="2025-08-20T04:32:02.176" v="1817" actId="20577"/>
      <pc:docMkLst>
        <pc:docMk/>
      </pc:docMkLst>
      <pc:sldChg chg="delSp modSp mod">
        <pc:chgData name="우진 김" userId="9d5916cb77183fd7" providerId="LiveId" clId="{42CA3157-B955-44A3-9721-9B5AE803B38A}" dt="2025-08-20T03:47:05.839" v="1197" actId="20577"/>
        <pc:sldMkLst>
          <pc:docMk/>
          <pc:sldMk cId="2863175468" sldId="378"/>
        </pc:sldMkLst>
        <pc:spChg chg="mod">
          <ac:chgData name="우진 김" userId="9d5916cb77183fd7" providerId="LiveId" clId="{42CA3157-B955-44A3-9721-9B5AE803B38A}" dt="2025-08-20T03:47:05.839" v="1197" actId="20577"/>
          <ac:spMkLst>
            <pc:docMk/>
            <pc:sldMk cId="2863175468" sldId="378"/>
            <ac:spMk id="5" creationId="{6A496198-2791-620A-ED56-4BB034F6324D}"/>
          </ac:spMkLst>
        </pc:spChg>
        <pc:spChg chg="del">
          <ac:chgData name="우진 김" userId="9d5916cb77183fd7" providerId="LiveId" clId="{42CA3157-B955-44A3-9721-9B5AE803B38A}" dt="2025-08-20T03:46:57.970" v="1192" actId="478"/>
          <ac:spMkLst>
            <pc:docMk/>
            <pc:sldMk cId="2863175468" sldId="378"/>
            <ac:spMk id="12" creationId="{35BCFB14-AF05-D412-21B1-11CBD2BFABC4}"/>
          </ac:spMkLst>
        </pc:spChg>
        <pc:spChg chg="del">
          <ac:chgData name="우진 김" userId="9d5916cb77183fd7" providerId="LiveId" clId="{42CA3157-B955-44A3-9721-9B5AE803B38A}" dt="2025-08-20T03:46:57.970" v="1192" actId="478"/>
          <ac:spMkLst>
            <pc:docMk/>
            <pc:sldMk cId="2863175468" sldId="378"/>
            <ac:spMk id="13" creationId="{6643DBB5-677B-0757-6EB7-528141897443}"/>
          </ac:spMkLst>
        </pc:spChg>
        <pc:spChg chg="mod">
          <ac:chgData name="우진 김" userId="9d5916cb77183fd7" providerId="LiveId" clId="{42CA3157-B955-44A3-9721-9B5AE803B38A}" dt="2025-08-20T03:47:01.843" v="1193" actId="1076"/>
          <ac:spMkLst>
            <pc:docMk/>
            <pc:sldMk cId="2863175468" sldId="378"/>
            <ac:spMk id="14" creationId="{B8572546-B22A-D1AE-708A-6221A39D0682}"/>
          </ac:spMkLst>
        </pc:spChg>
        <pc:spChg chg="mod">
          <ac:chgData name="우진 김" userId="9d5916cb77183fd7" providerId="LiveId" clId="{42CA3157-B955-44A3-9721-9B5AE803B38A}" dt="2025-08-20T03:47:04.225" v="1195" actId="20577"/>
          <ac:spMkLst>
            <pc:docMk/>
            <pc:sldMk cId="2863175468" sldId="378"/>
            <ac:spMk id="16" creationId="{F544F41E-C3FF-2493-5332-681DF6828475}"/>
          </ac:spMkLst>
        </pc:spChg>
        <pc:spChg chg="mod">
          <ac:chgData name="우진 김" userId="9d5916cb77183fd7" providerId="LiveId" clId="{42CA3157-B955-44A3-9721-9B5AE803B38A}" dt="2025-08-20T03:47:01.843" v="1193" actId="1076"/>
          <ac:spMkLst>
            <pc:docMk/>
            <pc:sldMk cId="2863175468" sldId="378"/>
            <ac:spMk id="17" creationId="{127FC307-63C8-069F-3B94-691EB7F5CD69}"/>
          </ac:spMkLst>
        </pc:spChg>
      </pc:sldChg>
      <pc:sldChg chg="addSp delSp modSp mod delAnim modAnim">
        <pc:chgData name="우진 김" userId="9d5916cb77183fd7" providerId="LiveId" clId="{42CA3157-B955-44A3-9721-9B5AE803B38A}" dt="2025-08-20T04:06:49.366" v="1483" actId="1076"/>
        <pc:sldMkLst>
          <pc:docMk/>
          <pc:sldMk cId="3089082808" sldId="404"/>
        </pc:sldMkLst>
        <pc:spChg chg="mod">
          <ac:chgData name="우진 김" userId="9d5916cb77183fd7" providerId="LiveId" clId="{42CA3157-B955-44A3-9721-9B5AE803B38A}" dt="2025-08-20T03:45:49.961" v="1102" actId="20577"/>
          <ac:spMkLst>
            <pc:docMk/>
            <pc:sldMk cId="3089082808" sldId="404"/>
            <ac:spMk id="2" creationId="{E8D12064-3423-169E-661C-0C7EB821C20A}"/>
          </ac:spMkLst>
        </pc:spChg>
        <pc:spChg chg="del mod">
          <ac:chgData name="우진 김" userId="9d5916cb77183fd7" providerId="LiveId" clId="{42CA3157-B955-44A3-9721-9B5AE803B38A}" dt="2025-08-20T03:45:41.376" v="1095" actId="478"/>
          <ac:spMkLst>
            <pc:docMk/>
            <pc:sldMk cId="3089082808" sldId="404"/>
            <ac:spMk id="3" creationId="{71CCF3FA-F4AA-CE8B-80DF-5072DE3C6653}"/>
          </ac:spMkLst>
        </pc:spChg>
        <pc:spChg chg="mod">
          <ac:chgData name="우진 김" userId="9d5916cb77183fd7" providerId="LiveId" clId="{42CA3157-B955-44A3-9721-9B5AE803B38A}" dt="2025-08-20T04:06:49.366" v="1483" actId="1076"/>
          <ac:spMkLst>
            <pc:docMk/>
            <pc:sldMk cId="3089082808" sldId="404"/>
            <ac:spMk id="4" creationId="{D45B3019-B381-F46E-8EE4-06BE675588DA}"/>
          </ac:spMkLst>
        </pc:spChg>
        <pc:spChg chg="del mod">
          <ac:chgData name="우진 김" userId="9d5916cb77183fd7" providerId="LiveId" clId="{42CA3157-B955-44A3-9721-9B5AE803B38A}" dt="2025-08-20T03:45:40.554" v="1094" actId="478"/>
          <ac:spMkLst>
            <pc:docMk/>
            <pc:sldMk cId="3089082808" sldId="404"/>
            <ac:spMk id="6" creationId="{2DB2D058-975E-4DEC-E1E6-5B7B0D955BC0}"/>
          </ac:spMkLst>
        </pc:spChg>
        <pc:spChg chg="del mod">
          <ac:chgData name="우진 김" userId="9d5916cb77183fd7" providerId="LiveId" clId="{42CA3157-B955-44A3-9721-9B5AE803B38A}" dt="2025-08-20T03:45:42.092" v="1096" actId="478"/>
          <ac:spMkLst>
            <pc:docMk/>
            <pc:sldMk cId="3089082808" sldId="404"/>
            <ac:spMk id="7" creationId="{8F9ECEF6-C8E0-1235-99D1-BC58AC0A022A}"/>
          </ac:spMkLst>
        </pc:spChg>
        <pc:spChg chg="mod">
          <ac:chgData name="우진 김" userId="9d5916cb77183fd7" providerId="LiveId" clId="{42CA3157-B955-44A3-9721-9B5AE803B38A}" dt="2025-08-20T04:06:49.366" v="1483" actId="1076"/>
          <ac:spMkLst>
            <pc:docMk/>
            <pc:sldMk cId="3089082808" sldId="404"/>
            <ac:spMk id="8" creationId="{5C6E7626-9DE5-EF14-C0A7-C563B961B722}"/>
          </ac:spMkLst>
        </pc:spChg>
        <pc:spChg chg="add mod">
          <ac:chgData name="우진 김" userId="9d5916cb77183fd7" providerId="LiveId" clId="{42CA3157-B955-44A3-9721-9B5AE803B38A}" dt="2025-08-20T03:46:45.735" v="1191" actId="1076"/>
          <ac:spMkLst>
            <pc:docMk/>
            <pc:sldMk cId="3089082808" sldId="404"/>
            <ac:spMk id="9" creationId="{F89F52ED-E207-F1A3-5C20-22ACF5BA13C8}"/>
          </ac:spMkLst>
        </pc:spChg>
        <pc:spChg chg="mod">
          <ac:chgData name="우진 김" userId="9d5916cb77183fd7" providerId="LiveId" clId="{42CA3157-B955-44A3-9721-9B5AE803B38A}" dt="2025-08-20T04:06:49.366" v="1483" actId="1076"/>
          <ac:spMkLst>
            <pc:docMk/>
            <pc:sldMk cId="3089082808" sldId="404"/>
            <ac:spMk id="10" creationId="{6D2EA5E0-6B59-C713-0A9D-20FE5E19A14C}"/>
          </ac:spMkLst>
        </pc:spChg>
        <pc:spChg chg="mod">
          <ac:chgData name="우진 김" userId="9d5916cb77183fd7" providerId="LiveId" clId="{42CA3157-B955-44A3-9721-9B5AE803B38A}" dt="2025-08-20T04:06:49.366" v="1483" actId="1076"/>
          <ac:spMkLst>
            <pc:docMk/>
            <pc:sldMk cId="3089082808" sldId="404"/>
            <ac:spMk id="11" creationId="{79693C90-2664-E0AE-14FC-8D4D841E1522}"/>
          </ac:spMkLst>
        </pc:spChg>
        <pc:spChg chg="add mod">
          <ac:chgData name="우진 김" userId="9d5916cb77183fd7" providerId="LiveId" clId="{42CA3157-B955-44A3-9721-9B5AE803B38A}" dt="2025-08-20T03:46:45.735" v="1191" actId="1076"/>
          <ac:spMkLst>
            <pc:docMk/>
            <pc:sldMk cId="3089082808" sldId="404"/>
            <ac:spMk id="12" creationId="{9CE517AE-9C87-C78B-FBE3-E065A1709D72}"/>
          </ac:spMkLst>
        </pc:spChg>
        <pc:spChg chg="add mod">
          <ac:chgData name="우진 김" userId="9d5916cb77183fd7" providerId="LiveId" clId="{42CA3157-B955-44A3-9721-9B5AE803B38A}" dt="2025-08-20T03:46:45.735" v="1191" actId="1076"/>
          <ac:spMkLst>
            <pc:docMk/>
            <pc:sldMk cId="3089082808" sldId="404"/>
            <ac:spMk id="14" creationId="{A4F2B563-D674-72F4-812B-4B73EAC1749A}"/>
          </ac:spMkLst>
        </pc:spChg>
      </pc:sldChg>
      <pc:sldChg chg="modAnim">
        <pc:chgData name="우진 김" userId="9d5916cb77183fd7" providerId="LiveId" clId="{42CA3157-B955-44A3-9721-9B5AE803B38A}" dt="2025-08-20T03:47:31.871" v="1198"/>
        <pc:sldMkLst>
          <pc:docMk/>
          <pc:sldMk cId="2536581800" sldId="427"/>
        </pc:sldMkLst>
      </pc:sldChg>
      <pc:sldChg chg="delSp mod modAnim">
        <pc:chgData name="우진 김" userId="9d5916cb77183fd7" providerId="LiveId" clId="{42CA3157-B955-44A3-9721-9B5AE803B38A}" dt="2025-08-20T03:47:44.928" v="1203" actId="478"/>
        <pc:sldMkLst>
          <pc:docMk/>
          <pc:sldMk cId="1005495404" sldId="439"/>
        </pc:sldMkLst>
        <pc:spChg chg="del">
          <ac:chgData name="우진 김" userId="9d5916cb77183fd7" providerId="LiveId" clId="{42CA3157-B955-44A3-9721-9B5AE803B38A}" dt="2025-08-20T03:47:42.070" v="1200" actId="478"/>
          <ac:spMkLst>
            <pc:docMk/>
            <pc:sldMk cId="1005495404" sldId="439"/>
            <ac:spMk id="15" creationId="{F3FA60A8-3F9C-9C7E-D3A4-B791DDE1ACA6}"/>
          </ac:spMkLst>
        </pc:spChg>
        <pc:spChg chg="del">
          <ac:chgData name="우진 김" userId="9d5916cb77183fd7" providerId="LiveId" clId="{42CA3157-B955-44A3-9721-9B5AE803B38A}" dt="2025-08-20T03:47:42.709" v="1201" actId="478"/>
          <ac:spMkLst>
            <pc:docMk/>
            <pc:sldMk cId="1005495404" sldId="439"/>
            <ac:spMk id="17" creationId="{7E0FB643-01C1-1802-F9D2-948A538315D1}"/>
          </ac:spMkLst>
        </pc:spChg>
        <pc:spChg chg="del">
          <ac:chgData name="우진 김" userId="9d5916cb77183fd7" providerId="LiveId" clId="{42CA3157-B955-44A3-9721-9B5AE803B38A}" dt="2025-08-20T03:47:43.264" v="1202" actId="478"/>
          <ac:spMkLst>
            <pc:docMk/>
            <pc:sldMk cId="1005495404" sldId="439"/>
            <ac:spMk id="22" creationId="{1A700A32-CF00-EA1E-BB21-E888EB35B8AB}"/>
          </ac:spMkLst>
        </pc:spChg>
        <pc:spChg chg="del">
          <ac:chgData name="우진 김" userId="9d5916cb77183fd7" providerId="LiveId" clId="{42CA3157-B955-44A3-9721-9B5AE803B38A}" dt="2025-08-20T03:47:44.928" v="1203" actId="478"/>
          <ac:spMkLst>
            <pc:docMk/>
            <pc:sldMk cId="1005495404" sldId="439"/>
            <ac:spMk id="27" creationId="{A2AB1925-5B0A-2382-7BA0-AD0FC20901CB}"/>
          </ac:spMkLst>
        </pc:spChg>
      </pc:sldChg>
      <pc:sldChg chg="modAnim">
        <pc:chgData name="우진 김" userId="9d5916cb77183fd7" providerId="LiveId" clId="{42CA3157-B955-44A3-9721-9B5AE803B38A}" dt="2025-08-20T03:47:58.284" v="1206"/>
        <pc:sldMkLst>
          <pc:docMk/>
          <pc:sldMk cId="776872451" sldId="453"/>
        </pc:sldMkLst>
      </pc:sldChg>
      <pc:sldChg chg="modAnim">
        <pc:chgData name="우진 김" userId="9d5916cb77183fd7" providerId="LiveId" clId="{42CA3157-B955-44A3-9721-9B5AE803B38A}" dt="2025-08-20T03:48:21.266" v="1210"/>
        <pc:sldMkLst>
          <pc:docMk/>
          <pc:sldMk cId="304622955" sldId="454"/>
        </pc:sldMkLst>
      </pc:sldChg>
      <pc:sldChg chg="addSp modSp mod modAnim">
        <pc:chgData name="우진 김" userId="9d5916cb77183fd7" providerId="LiveId" clId="{42CA3157-B955-44A3-9721-9B5AE803B38A}" dt="2025-08-20T04:26:24.738" v="1815"/>
        <pc:sldMkLst>
          <pc:docMk/>
          <pc:sldMk cId="4238253505" sldId="455"/>
        </pc:sldMkLst>
        <pc:spChg chg="add mod">
          <ac:chgData name="우진 김" userId="9d5916cb77183fd7" providerId="LiveId" clId="{42CA3157-B955-44A3-9721-9B5AE803B38A}" dt="2025-08-20T04:25:40.102" v="1807" actId="1076"/>
          <ac:spMkLst>
            <pc:docMk/>
            <pc:sldMk cId="4238253505" sldId="455"/>
            <ac:spMk id="2" creationId="{6283120D-D1C8-3988-57FC-A2DA54C5A9F8}"/>
          </ac:spMkLst>
        </pc:spChg>
        <pc:spChg chg="mod">
          <ac:chgData name="우진 김" userId="9d5916cb77183fd7" providerId="LiveId" clId="{42CA3157-B955-44A3-9721-9B5AE803B38A}" dt="2025-08-20T04:25:31.206" v="1804" actId="20577"/>
          <ac:spMkLst>
            <pc:docMk/>
            <pc:sldMk cId="4238253505" sldId="455"/>
            <ac:spMk id="12" creationId="{7FC42D99-9505-AEF0-D391-61F51B4C78E7}"/>
          </ac:spMkLst>
        </pc:spChg>
        <pc:spChg chg="mod">
          <ac:chgData name="우진 김" userId="9d5916cb77183fd7" providerId="LiveId" clId="{42CA3157-B955-44A3-9721-9B5AE803B38A}" dt="2025-08-20T04:25:48.212" v="1809" actId="1076"/>
          <ac:spMkLst>
            <pc:docMk/>
            <pc:sldMk cId="4238253505" sldId="455"/>
            <ac:spMk id="20" creationId="{8B98DEAB-136B-992D-7AC7-9E2AA02D0254}"/>
          </ac:spMkLst>
        </pc:spChg>
        <pc:spChg chg="mod">
          <ac:chgData name="우진 김" userId="9d5916cb77183fd7" providerId="LiveId" clId="{42CA3157-B955-44A3-9721-9B5AE803B38A}" dt="2025-08-20T04:25:48.212" v="1809" actId="1076"/>
          <ac:spMkLst>
            <pc:docMk/>
            <pc:sldMk cId="4238253505" sldId="455"/>
            <ac:spMk id="21" creationId="{ADF45D7A-3A2E-F201-D548-F473C71BAB99}"/>
          </ac:spMkLst>
        </pc:spChg>
        <pc:cxnChg chg="mod">
          <ac:chgData name="우진 김" userId="9d5916cb77183fd7" providerId="LiveId" clId="{42CA3157-B955-44A3-9721-9B5AE803B38A}" dt="2025-08-20T04:25:42.974" v="1808" actId="1076"/>
          <ac:cxnSpMkLst>
            <pc:docMk/>
            <pc:sldMk cId="4238253505" sldId="455"/>
            <ac:cxnSpMk id="15" creationId="{2F787A44-8CDC-1567-61CF-EB2D2B0D4756}"/>
          </ac:cxnSpMkLst>
        </pc:cxnChg>
      </pc:sldChg>
      <pc:sldChg chg="modAnim">
        <pc:chgData name="우진 김" userId="9d5916cb77183fd7" providerId="LiveId" clId="{42CA3157-B955-44A3-9721-9B5AE803B38A}" dt="2025-08-20T03:48:55.380" v="1216"/>
        <pc:sldMkLst>
          <pc:docMk/>
          <pc:sldMk cId="2403790899" sldId="456"/>
        </pc:sldMkLst>
      </pc:sldChg>
      <pc:sldChg chg="addSp modSp mod modAnim">
        <pc:chgData name="우진 김" userId="9d5916cb77183fd7" providerId="LiveId" clId="{42CA3157-B955-44A3-9721-9B5AE803B38A}" dt="2025-08-20T03:52:39.869" v="1320"/>
        <pc:sldMkLst>
          <pc:docMk/>
          <pc:sldMk cId="3465738632" sldId="458"/>
        </pc:sldMkLst>
        <pc:spChg chg="mod">
          <ac:chgData name="우진 김" userId="9d5916cb77183fd7" providerId="LiveId" clId="{42CA3157-B955-44A3-9721-9B5AE803B38A}" dt="2025-08-20T03:52:14.616" v="1315" actId="164"/>
          <ac:spMkLst>
            <pc:docMk/>
            <pc:sldMk cId="3465738632" sldId="458"/>
            <ac:spMk id="2" creationId="{2070BF73-DB59-A40F-5293-C2D6AE23B9AB}"/>
          </ac:spMkLst>
        </pc:spChg>
        <pc:spChg chg="add mod ord">
          <ac:chgData name="우진 김" userId="9d5916cb77183fd7" providerId="LiveId" clId="{42CA3157-B955-44A3-9721-9B5AE803B38A}" dt="2025-08-20T03:52:22.667" v="1316" actId="164"/>
          <ac:spMkLst>
            <pc:docMk/>
            <pc:sldMk cId="3465738632" sldId="458"/>
            <ac:spMk id="6" creationId="{E8442077-9B2F-4F41-373D-99621F33DEA2}"/>
          </ac:spMkLst>
        </pc:spChg>
        <pc:spChg chg="mod">
          <ac:chgData name="우진 김" userId="9d5916cb77183fd7" providerId="LiveId" clId="{42CA3157-B955-44A3-9721-9B5AE803B38A}" dt="2025-08-20T03:52:06.084" v="1314" actId="1035"/>
          <ac:spMkLst>
            <pc:docMk/>
            <pc:sldMk cId="3465738632" sldId="458"/>
            <ac:spMk id="10" creationId="{1DECF9A9-7DF4-CEAA-3612-A70868CE71BC}"/>
          </ac:spMkLst>
        </pc:spChg>
        <pc:spChg chg="mod">
          <ac:chgData name="우진 김" userId="9d5916cb77183fd7" providerId="LiveId" clId="{42CA3157-B955-44A3-9721-9B5AE803B38A}" dt="2025-08-20T03:52:14.616" v="1315" actId="164"/>
          <ac:spMkLst>
            <pc:docMk/>
            <pc:sldMk cId="3465738632" sldId="458"/>
            <ac:spMk id="11" creationId="{E9B90321-F1C7-8A9D-A4D2-0EE869B143A6}"/>
          </ac:spMkLst>
        </pc:spChg>
        <pc:spChg chg="add mod ord">
          <ac:chgData name="우진 김" userId="9d5916cb77183fd7" providerId="LiveId" clId="{42CA3157-B955-44A3-9721-9B5AE803B38A}" dt="2025-08-20T03:52:27.491" v="1317" actId="164"/>
          <ac:spMkLst>
            <pc:docMk/>
            <pc:sldMk cId="3465738632" sldId="458"/>
            <ac:spMk id="12" creationId="{D4F006C3-319C-342D-4B1A-7D6491D6E1B6}"/>
          </ac:spMkLst>
        </pc:spChg>
        <pc:spChg chg="mod ord">
          <ac:chgData name="우진 김" userId="9d5916cb77183fd7" providerId="LiveId" clId="{42CA3157-B955-44A3-9721-9B5AE803B38A}" dt="2025-08-20T03:52:22.667" v="1316" actId="164"/>
          <ac:spMkLst>
            <pc:docMk/>
            <pc:sldMk cId="3465738632" sldId="458"/>
            <ac:spMk id="14" creationId="{14393B22-1BA8-4283-2857-6C702CABC802}"/>
          </ac:spMkLst>
        </pc:spChg>
        <pc:spChg chg="mod">
          <ac:chgData name="우진 김" userId="9d5916cb77183fd7" providerId="LiveId" clId="{42CA3157-B955-44A3-9721-9B5AE803B38A}" dt="2025-08-20T03:52:27.491" v="1317" actId="164"/>
          <ac:spMkLst>
            <pc:docMk/>
            <pc:sldMk cId="3465738632" sldId="458"/>
            <ac:spMk id="18" creationId="{58344DAD-9995-4DCA-21B7-C1509A3F0BDE}"/>
          </ac:spMkLst>
        </pc:spChg>
        <pc:spChg chg="mod">
          <ac:chgData name="우진 김" userId="9d5916cb77183fd7" providerId="LiveId" clId="{42CA3157-B955-44A3-9721-9B5AE803B38A}" dt="2025-08-20T03:52:14.616" v="1315" actId="164"/>
          <ac:spMkLst>
            <pc:docMk/>
            <pc:sldMk cId="3465738632" sldId="458"/>
            <ac:spMk id="21" creationId="{7CA87AC7-D6EA-4D98-E893-9419BC9D69CB}"/>
          </ac:spMkLst>
        </pc:spChg>
        <pc:spChg chg="mod">
          <ac:chgData name="우진 김" userId="9d5916cb77183fd7" providerId="LiveId" clId="{42CA3157-B955-44A3-9721-9B5AE803B38A}" dt="2025-08-20T03:52:22.667" v="1316" actId="164"/>
          <ac:spMkLst>
            <pc:docMk/>
            <pc:sldMk cId="3465738632" sldId="458"/>
            <ac:spMk id="24" creationId="{DF5970F8-992C-483E-4ED3-9354FDBCAD02}"/>
          </ac:spMkLst>
        </pc:spChg>
        <pc:spChg chg="mod">
          <ac:chgData name="우진 김" userId="9d5916cb77183fd7" providerId="LiveId" clId="{42CA3157-B955-44A3-9721-9B5AE803B38A}" dt="2025-08-20T03:52:14.616" v="1315" actId="164"/>
          <ac:spMkLst>
            <pc:docMk/>
            <pc:sldMk cId="3465738632" sldId="458"/>
            <ac:spMk id="30" creationId="{B0F11BEA-1A77-D120-26BA-1695C41AAE27}"/>
          </ac:spMkLst>
        </pc:spChg>
        <pc:spChg chg="mod">
          <ac:chgData name="우진 김" userId="9d5916cb77183fd7" providerId="LiveId" clId="{42CA3157-B955-44A3-9721-9B5AE803B38A}" dt="2025-08-20T03:52:14.616" v="1315" actId="164"/>
          <ac:spMkLst>
            <pc:docMk/>
            <pc:sldMk cId="3465738632" sldId="458"/>
            <ac:spMk id="31" creationId="{1A85D284-9F49-73BD-F566-53E70A4983DC}"/>
          </ac:spMkLst>
        </pc:spChg>
        <pc:spChg chg="mod">
          <ac:chgData name="우진 김" userId="9d5916cb77183fd7" providerId="LiveId" clId="{42CA3157-B955-44A3-9721-9B5AE803B38A}" dt="2025-08-20T03:52:22.667" v="1316" actId="164"/>
          <ac:spMkLst>
            <pc:docMk/>
            <pc:sldMk cId="3465738632" sldId="458"/>
            <ac:spMk id="32" creationId="{CF88883A-1C2B-EB1F-6DBF-265A08F7B907}"/>
          </ac:spMkLst>
        </pc:spChg>
        <pc:spChg chg="mod">
          <ac:chgData name="우진 김" userId="9d5916cb77183fd7" providerId="LiveId" clId="{42CA3157-B955-44A3-9721-9B5AE803B38A}" dt="2025-08-20T03:52:22.667" v="1316" actId="164"/>
          <ac:spMkLst>
            <pc:docMk/>
            <pc:sldMk cId="3465738632" sldId="458"/>
            <ac:spMk id="33" creationId="{A6B26DCD-2EEA-BB08-C5BE-0EF426F170BF}"/>
          </ac:spMkLst>
        </pc:spChg>
        <pc:spChg chg="mod">
          <ac:chgData name="우진 김" userId="9d5916cb77183fd7" providerId="LiveId" clId="{42CA3157-B955-44A3-9721-9B5AE803B38A}" dt="2025-08-20T03:52:27.491" v="1317" actId="164"/>
          <ac:spMkLst>
            <pc:docMk/>
            <pc:sldMk cId="3465738632" sldId="458"/>
            <ac:spMk id="34" creationId="{FE8793EA-5A79-AD71-8591-6E3B636E861B}"/>
          </ac:spMkLst>
        </pc:spChg>
        <pc:spChg chg="mod">
          <ac:chgData name="우진 김" userId="9d5916cb77183fd7" providerId="LiveId" clId="{42CA3157-B955-44A3-9721-9B5AE803B38A}" dt="2025-08-20T03:52:27.491" v="1317" actId="164"/>
          <ac:spMkLst>
            <pc:docMk/>
            <pc:sldMk cId="3465738632" sldId="458"/>
            <ac:spMk id="35" creationId="{F824EA42-4F5A-5D59-5FC9-890DD0DE4339}"/>
          </ac:spMkLst>
        </pc:spChg>
        <pc:grpChg chg="add mod">
          <ac:chgData name="우진 김" userId="9d5916cb77183fd7" providerId="LiveId" clId="{42CA3157-B955-44A3-9721-9B5AE803B38A}" dt="2025-08-20T03:52:14.616" v="1315" actId="164"/>
          <ac:grpSpMkLst>
            <pc:docMk/>
            <pc:sldMk cId="3465738632" sldId="458"/>
            <ac:grpSpMk id="19" creationId="{C97D0398-08F2-CFD4-1A24-2EA65EB467AB}"/>
          </ac:grpSpMkLst>
        </pc:grpChg>
        <pc:grpChg chg="add mod">
          <ac:chgData name="우진 김" userId="9d5916cb77183fd7" providerId="LiveId" clId="{42CA3157-B955-44A3-9721-9B5AE803B38A}" dt="2025-08-20T03:52:22.667" v="1316" actId="164"/>
          <ac:grpSpMkLst>
            <pc:docMk/>
            <pc:sldMk cId="3465738632" sldId="458"/>
            <ac:grpSpMk id="22" creationId="{93515FCB-D085-E181-E2FB-2797D2FA9DF8}"/>
          </ac:grpSpMkLst>
        </pc:grpChg>
        <pc:grpChg chg="add mod">
          <ac:chgData name="우진 김" userId="9d5916cb77183fd7" providerId="LiveId" clId="{42CA3157-B955-44A3-9721-9B5AE803B38A}" dt="2025-08-20T03:52:27.491" v="1317" actId="164"/>
          <ac:grpSpMkLst>
            <pc:docMk/>
            <pc:sldMk cId="3465738632" sldId="458"/>
            <ac:grpSpMk id="25" creationId="{8355CE46-E840-CBCD-A8AE-1473196CB2BD}"/>
          </ac:grpSpMkLst>
        </pc:grpChg>
        <pc:picChg chg="mod">
          <ac:chgData name="우진 김" userId="9d5916cb77183fd7" providerId="LiveId" clId="{42CA3157-B955-44A3-9721-9B5AE803B38A}" dt="2025-08-20T03:52:14.616" v="1315" actId="164"/>
          <ac:picMkLst>
            <pc:docMk/>
            <pc:sldMk cId="3465738632" sldId="458"/>
            <ac:picMk id="7" creationId="{C1510203-98A1-FD38-F23C-A4291B314713}"/>
          </ac:picMkLst>
        </pc:picChg>
        <pc:picChg chg="mod">
          <ac:chgData name="우진 김" userId="9d5916cb77183fd7" providerId="LiveId" clId="{42CA3157-B955-44A3-9721-9B5AE803B38A}" dt="2025-08-20T03:52:22.667" v="1316" actId="164"/>
          <ac:picMkLst>
            <pc:docMk/>
            <pc:sldMk cId="3465738632" sldId="458"/>
            <ac:picMk id="17" creationId="{EEB0DEB7-DF5C-C1C4-C684-8D6F61BEFFA9}"/>
          </ac:picMkLst>
        </pc:picChg>
        <pc:picChg chg="mod">
          <ac:chgData name="우진 김" userId="9d5916cb77183fd7" providerId="LiveId" clId="{42CA3157-B955-44A3-9721-9B5AE803B38A}" dt="2025-08-20T03:52:27.491" v="1317" actId="164"/>
          <ac:picMkLst>
            <pc:docMk/>
            <pc:sldMk cId="3465738632" sldId="458"/>
            <ac:picMk id="20" creationId="{5628CDA6-7EDD-FFCE-E16F-E613EFA5BB9D}"/>
          </ac:picMkLst>
        </pc:picChg>
        <pc:picChg chg="mod">
          <ac:chgData name="우진 김" userId="9d5916cb77183fd7" providerId="LiveId" clId="{42CA3157-B955-44A3-9721-9B5AE803B38A}" dt="2025-08-20T03:52:14.616" v="1315" actId="164"/>
          <ac:picMkLst>
            <pc:docMk/>
            <pc:sldMk cId="3465738632" sldId="458"/>
            <ac:picMk id="23" creationId="{17BB80C0-F250-D500-7A0A-723E3EF5F2EF}"/>
          </ac:picMkLst>
        </pc:picChg>
        <pc:picChg chg="mod">
          <ac:chgData name="우진 김" userId="9d5916cb77183fd7" providerId="LiveId" clId="{42CA3157-B955-44A3-9721-9B5AE803B38A}" dt="2025-08-20T03:52:22.667" v="1316" actId="164"/>
          <ac:picMkLst>
            <pc:docMk/>
            <pc:sldMk cId="3465738632" sldId="458"/>
            <ac:picMk id="28" creationId="{24586D9C-6EE8-937A-0AFC-9797D637178B}"/>
          </ac:picMkLst>
        </pc:picChg>
        <pc:cxnChg chg="mod">
          <ac:chgData name="우진 김" userId="9d5916cb77183fd7" providerId="LiveId" clId="{42CA3157-B955-44A3-9721-9B5AE803B38A}" dt="2025-08-20T03:52:14.616" v="1315" actId="164"/>
          <ac:cxnSpMkLst>
            <pc:docMk/>
            <pc:sldMk cId="3465738632" sldId="458"/>
            <ac:cxnSpMk id="13" creationId="{A389B54D-F895-4C12-1A50-203C84E9AB7B}"/>
          </ac:cxnSpMkLst>
        </pc:cxnChg>
        <pc:cxnChg chg="mod">
          <ac:chgData name="우진 김" userId="9d5916cb77183fd7" providerId="LiveId" clId="{42CA3157-B955-44A3-9721-9B5AE803B38A}" dt="2025-08-20T03:52:27.491" v="1317" actId="164"/>
          <ac:cxnSpMkLst>
            <pc:docMk/>
            <pc:sldMk cId="3465738632" sldId="458"/>
            <ac:cxnSpMk id="15" creationId="{9B459870-D2E4-D43D-EABF-3BF4A5316B79}"/>
          </ac:cxnSpMkLst>
        </pc:cxnChg>
      </pc:sldChg>
      <pc:sldChg chg="modSp mod modAnim">
        <pc:chgData name="우진 김" userId="9d5916cb77183fd7" providerId="LiveId" clId="{42CA3157-B955-44A3-9721-9B5AE803B38A}" dt="2025-08-20T03:55:10.769" v="1336"/>
        <pc:sldMkLst>
          <pc:docMk/>
          <pc:sldMk cId="2953655984" sldId="459"/>
        </pc:sldMkLst>
        <pc:spChg chg="mod">
          <ac:chgData name="우진 김" userId="9d5916cb77183fd7" providerId="LiveId" clId="{42CA3157-B955-44A3-9721-9B5AE803B38A}" dt="2025-08-20T03:52:55.852" v="1322" actId="14100"/>
          <ac:spMkLst>
            <pc:docMk/>
            <pc:sldMk cId="2953655984" sldId="459"/>
            <ac:spMk id="2" creationId="{FFA61762-2135-ABA4-77F4-EDC56FCD9F7B}"/>
          </ac:spMkLst>
        </pc:spChg>
        <pc:spChg chg="mod">
          <ac:chgData name="우진 김" userId="9d5916cb77183fd7" providerId="LiveId" clId="{42CA3157-B955-44A3-9721-9B5AE803B38A}" dt="2025-08-20T03:52:52.821" v="1321" actId="14100"/>
          <ac:spMkLst>
            <pc:docMk/>
            <pc:sldMk cId="2953655984" sldId="459"/>
            <ac:spMk id="10" creationId="{A282E68A-7B55-1368-910F-D9A6B7A92FCA}"/>
          </ac:spMkLst>
        </pc:spChg>
        <pc:spChg chg="mod">
          <ac:chgData name="우진 김" userId="9d5916cb77183fd7" providerId="LiveId" clId="{42CA3157-B955-44A3-9721-9B5AE803B38A}" dt="2025-08-20T03:53:46.646" v="1328" actId="14100"/>
          <ac:spMkLst>
            <pc:docMk/>
            <pc:sldMk cId="2953655984" sldId="459"/>
            <ac:spMk id="24" creationId="{6544995B-D849-82B0-D4AB-C99282460B92}"/>
          </ac:spMkLst>
        </pc:spChg>
      </pc:sldChg>
      <pc:sldChg chg="addSp modSp mod modAnim">
        <pc:chgData name="우진 김" userId="9d5916cb77183fd7" providerId="LiveId" clId="{42CA3157-B955-44A3-9721-9B5AE803B38A}" dt="2025-08-20T04:32:02.176" v="1817" actId="20577"/>
        <pc:sldMkLst>
          <pc:docMk/>
          <pc:sldMk cId="3723981995" sldId="460"/>
        </pc:sldMkLst>
        <pc:spChg chg="mod">
          <ac:chgData name="우진 김" userId="9d5916cb77183fd7" providerId="LiveId" clId="{42CA3157-B955-44A3-9721-9B5AE803B38A}" dt="2025-08-20T04:32:02.176" v="1817" actId="20577"/>
          <ac:spMkLst>
            <pc:docMk/>
            <pc:sldMk cId="3723981995" sldId="460"/>
            <ac:spMk id="6" creationId="{FD3E34EE-8159-A873-2212-0A2F6B642234}"/>
          </ac:spMkLst>
        </pc:spChg>
        <pc:spChg chg="mod">
          <ac:chgData name="우진 김" userId="9d5916cb77183fd7" providerId="LiveId" clId="{42CA3157-B955-44A3-9721-9B5AE803B38A}" dt="2025-08-20T03:55:29.546" v="1337" actId="14100"/>
          <ac:spMkLst>
            <pc:docMk/>
            <pc:sldMk cId="3723981995" sldId="460"/>
            <ac:spMk id="19" creationId="{32EF3C73-C3F8-DCEF-78E9-CEEBB622E741}"/>
          </ac:spMkLst>
        </pc:spChg>
        <pc:spChg chg="mod">
          <ac:chgData name="우진 김" userId="9d5916cb77183fd7" providerId="LiveId" clId="{42CA3157-B955-44A3-9721-9B5AE803B38A}" dt="2025-08-20T03:55:31.212" v="1338" actId="14100"/>
          <ac:spMkLst>
            <pc:docMk/>
            <pc:sldMk cId="3723981995" sldId="460"/>
            <ac:spMk id="20" creationId="{C38EF11C-B96A-A52A-0311-460FD8A5DE05}"/>
          </ac:spMkLst>
        </pc:spChg>
        <pc:picChg chg="add mod">
          <ac:chgData name="우진 김" userId="9d5916cb77183fd7" providerId="LiveId" clId="{42CA3157-B955-44A3-9721-9B5AE803B38A}" dt="2025-08-20T02:21:03.203" v="41" actId="1076"/>
          <ac:picMkLst>
            <pc:docMk/>
            <pc:sldMk cId="3723981995" sldId="460"/>
            <ac:picMk id="3" creationId="{4C69E1E4-F106-695A-5B12-219139217C69}"/>
          </ac:picMkLst>
        </pc:picChg>
      </pc:sldChg>
      <pc:sldChg chg="addSp modSp mod modAnim">
        <pc:chgData name="우진 김" userId="9d5916cb77183fd7" providerId="LiveId" clId="{42CA3157-B955-44A3-9721-9B5AE803B38A}" dt="2025-08-20T03:56:42.155" v="1352"/>
        <pc:sldMkLst>
          <pc:docMk/>
          <pc:sldMk cId="2261924794" sldId="461"/>
        </pc:sldMkLst>
        <pc:picChg chg="add mod modCrop">
          <ac:chgData name="우진 김" userId="9d5916cb77183fd7" providerId="LiveId" clId="{42CA3157-B955-44A3-9721-9B5AE803B38A}" dt="2025-08-20T02:18:58.418" v="36" actId="1076"/>
          <ac:picMkLst>
            <pc:docMk/>
            <pc:sldMk cId="2261924794" sldId="461"/>
            <ac:picMk id="12" creationId="{401A2374-C2BE-48DA-0EE6-3F3B01BD10A1}"/>
          </ac:picMkLst>
        </pc:picChg>
      </pc:sldChg>
      <pc:sldChg chg="modAnim">
        <pc:chgData name="우진 김" userId="9d5916cb77183fd7" providerId="LiveId" clId="{42CA3157-B955-44A3-9721-9B5AE803B38A}" dt="2025-08-20T03:58:32.576" v="1364"/>
        <pc:sldMkLst>
          <pc:docMk/>
          <pc:sldMk cId="2196882934" sldId="463"/>
        </pc:sldMkLst>
      </pc:sldChg>
      <pc:sldChg chg="modSp mod modAnim">
        <pc:chgData name="우진 김" userId="9d5916cb77183fd7" providerId="LiveId" clId="{42CA3157-B955-44A3-9721-9B5AE803B38A}" dt="2025-08-20T04:00:06.665" v="1375"/>
        <pc:sldMkLst>
          <pc:docMk/>
          <pc:sldMk cId="3522871725" sldId="465"/>
        </pc:sldMkLst>
        <pc:spChg chg="mod">
          <ac:chgData name="우진 김" userId="9d5916cb77183fd7" providerId="LiveId" clId="{42CA3157-B955-44A3-9721-9B5AE803B38A}" dt="2025-08-20T04:00:02.544" v="1373" actId="14100"/>
          <ac:spMkLst>
            <pc:docMk/>
            <pc:sldMk cId="3522871725" sldId="465"/>
            <ac:spMk id="22" creationId="{CB2D8A51-1517-8550-E25A-A69FE707DB47}"/>
          </ac:spMkLst>
        </pc:spChg>
      </pc:sldChg>
      <pc:sldChg chg="addSp delSp modSp mod modAnim">
        <pc:chgData name="우진 김" userId="9d5916cb77183fd7" providerId="LiveId" clId="{42CA3157-B955-44A3-9721-9B5AE803B38A}" dt="2025-08-20T04:03:06.491" v="1430"/>
        <pc:sldMkLst>
          <pc:docMk/>
          <pc:sldMk cId="1809259166" sldId="466"/>
        </pc:sldMkLst>
        <pc:spChg chg="mod">
          <ac:chgData name="우진 김" userId="9d5916cb77183fd7" providerId="LiveId" clId="{42CA3157-B955-44A3-9721-9B5AE803B38A}" dt="2025-08-20T02:14:44.652" v="18" actId="1076"/>
          <ac:spMkLst>
            <pc:docMk/>
            <pc:sldMk cId="1809259166" sldId="466"/>
            <ac:spMk id="2" creationId="{A5E9FFC1-09CA-FAD1-F3B3-1D9D941AF66B}"/>
          </ac:spMkLst>
        </pc:spChg>
        <pc:spChg chg="mod">
          <ac:chgData name="우진 김" userId="9d5916cb77183fd7" providerId="LiveId" clId="{42CA3157-B955-44A3-9721-9B5AE803B38A}" dt="2025-08-20T02:15:03.057" v="21" actId="1076"/>
          <ac:spMkLst>
            <pc:docMk/>
            <pc:sldMk cId="1809259166" sldId="466"/>
            <ac:spMk id="7" creationId="{660AE688-62E2-9506-42E6-E544D6E1CFD6}"/>
          </ac:spMkLst>
        </pc:spChg>
        <pc:spChg chg="mod">
          <ac:chgData name="우진 김" userId="9d5916cb77183fd7" providerId="LiveId" clId="{42CA3157-B955-44A3-9721-9B5AE803B38A}" dt="2025-08-20T02:14:49.061" v="19" actId="1076"/>
          <ac:spMkLst>
            <pc:docMk/>
            <pc:sldMk cId="1809259166" sldId="466"/>
            <ac:spMk id="10" creationId="{D725A7CE-96E4-8223-16B3-592A4DC9A3EE}"/>
          </ac:spMkLst>
        </pc:spChg>
        <pc:spChg chg="mod">
          <ac:chgData name="우진 김" userId="9d5916cb77183fd7" providerId="LiveId" clId="{42CA3157-B955-44A3-9721-9B5AE803B38A}" dt="2025-08-20T02:15:05.720" v="22" actId="1076"/>
          <ac:spMkLst>
            <pc:docMk/>
            <pc:sldMk cId="1809259166" sldId="466"/>
            <ac:spMk id="11" creationId="{41F08271-08F2-30A1-75AE-89E787C70D07}"/>
          </ac:spMkLst>
        </pc:spChg>
        <pc:spChg chg="mod">
          <ac:chgData name="우진 김" userId="9d5916cb77183fd7" providerId="LiveId" clId="{42CA3157-B955-44A3-9721-9B5AE803B38A}" dt="2025-08-20T02:15:07.711" v="23" actId="1076"/>
          <ac:spMkLst>
            <pc:docMk/>
            <pc:sldMk cId="1809259166" sldId="466"/>
            <ac:spMk id="12" creationId="{6C203915-FFCC-82BB-9BF9-2C4DA04B4A4C}"/>
          </ac:spMkLst>
        </pc:spChg>
        <pc:spChg chg="mod">
          <ac:chgData name="우진 김" userId="9d5916cb77183fd7" providerId="LiveId" clId="{42CA3157-B955-44A3-9721-9B5AE803B38A}" dt="2025-08-20T02:15:12.068" v="24" actId="1076"/>
          <ac:spMkLst>
            <pc:docMk/>
            <pc:sldMk cId="1809259166" sldId="466"/>
            <ac:spMk id="13" creationId="{DFF13D85-CFE9-E55C-3CA9-E0EBABCDE80E}"/>
          </ac:spMkLst>
        </pc:spChg>
        <pc:spChg chg="add mod">
          <ac:chgData name="우진 김" userId="9d5916cb77183fd7" providerId="LiveId" clId="{42CA3157-B955-44A3-9721-9B5AE803B38A}" dt="2025-08-20T04:02:53.414" v="1428" actId="207"/>
          <ac:spMkLst>
            <pc:docMk/>
            <pc:sldMk cId="1809259166" sldId="466"/>
            <ac:spMk id="14" creationId="{5F9BD9DE-DAF8-E9B3-14F8-F5CFF73D274F}"/>
          </ac:spMkLst>
        </pc:spChg>
        <pc:spChg chg="mod">
          <ac:chgData name="우진 김" userId="9d5916cb77183fd7" providerId="LiveId" clId="{42CA3157-B955-44A3-9721-9B5AE803B38A}" dt="2025-08-20T02:15:16.816" v="26" actId="1076"/>
          <ac:spMkLst>
            <pc:docMk/>
            <pc:sldMk cId="1809259166" sldId="466"/>
            <ac:spMk id="18" creationId="{0F50B7B5-FDEC-467C-9229-008758ABA2B6}"/>
          </ac:spMkLst>
        </pc:spChg>
        <pc:picChg chg="add mod">
          <ac:chgData name="우진 김" userId="9d5916cb77183fd7" providerId="LiveId" clId="{42CA3157-B955-44A3-9721-9B5AE803B38A}" dt="2025-08-20T02:15:26.660" v="30" actId="1076"/>
          <ac:picMkLst>
            <pc:docMk/>
            <pc:sldMk cId="1809259166" sldId="466"/>
            <ac:picMk id="4" creationId="{DBDFEE89-7D25-3506-F998-DB2BB6DA9A64}"/>
          </ac:picMkLst>
        </pc:picChg>
        <pc:picChg chg="mod">
          <ac:chgData name="우진 김" userId="9d5916cb77183fd7" providerId="LiveId" clId="{42CA3157-B955-44A3-9721-9B5AE803B38A}" dt="2025-08-20T02:15:03.057" v="21" actId="1076"/>
          <ac:picMkLst>
            <pc:docMk/>
            <pc:sldMk cId="1809259166" sldId="466"/>
            <ac:picMk id="6" creationId="{EBD8FCDD-EDD3-3158-3D08-3F78C26B998B}"/>
          </ac:picMkLst>
        </pc:picChg>
        <pc:picChg chg="mod">
          <ac:chgData name="우진 김" userId="9d5916cb77183fd7" providerId="LiveId" clId="{42CA3157-B955-44A3-9721-9B5AE803B38A}" dt="2025-08-20T02:15:12.068" v="24" actId="1076"/>
          <ac:picMkLst>
            <pc:docMk/>
            <pc:sldMk cId="1809259166" sldId="466"/>
            <ac:picMk id="15" creationId="{E93D1DD4-5FC5-72A6-D176-2E2853DF6B04}"/>
          </ac:picMkLst>
        </pc:picChg>
        <pc:cxnChg chg="del mod">
          <ac:chgData name="우진 김" userId="9d5916cb77183fd7" providerId="LiveId" clId="{42CA3157-B955-44A3-9721-9B5AE803B38A}" dt="2025-08-20T02:15:14.863" v="25" actId="478"/>
          <ac:cxnSpMkLst>
            <pc:docMk/>
            <pc:sldMk cId="1809259166" sldId="466"/>
            <ac:cxnSpMk id="17" creationId="{B43DA985-DB82-C7CA-6004-A7F6F3171245}"/>
          </ac:cxnSpMkLst>
        </pc:cxnChg>
      </pc:sldChg>
      <pc:sldChg chg="del">
        <pc:chgData name="우진 김" userId="9d5916cb77183fd7" providerId="LiveId" clId="{42CA3157-B955-44A3-9721-9B5AE803B38A}" dt="2025-08-20T03:43:17.753" v="983" actId="2696"/>
        <pc:sldMkLst>
          <pc:docMk/>
          <pc:sldMk cId="1097575580" sldId="467"/>
        </pc:sldMkLst>
      </pc:sldChg>
      <pc:sldChg chg="del">
        <pc:chgData name="우진 김" userId="9d5916cb77183fd7" providerId="LiveId" clId="{42CA3157-B955-44A3-9721-9B5AE803B38A}" dt="2025-08-20T03:43:17.753" v="983" actId="2696"/>
        <pc:sldMkLst>
          <pc:docMk/>
          <pc:sldMk cId="4201449618" sldId="468"/>
        </pc:sldMkLst>
      </pc:sldChg>
      <pc:sldChg chg="del">
        <pc:chgData name="우진 김" userId="9d5916cb77183fd7" providerId="LiveId" clId="{42CA3157-B955-44A3-9721-9B5AE803B38A}" dt="2025-08-20T03:43:17.753" v="983" actId="2696"/>
        <pc:sldMkLst>
          <pc:docMk/>
          <pc:sldMk cId="639584539" sldId="469"/>
        </pc:sldMkLst>
      </pc:sldChg>
      <pc:sldChg chg="modSp">
        <pc:chgData name="우진 김" userId="9d5916cb77183fd7" providerId="LiveId" clId="{42CA3157-B955-44A3-9721-9B5AE803B38A}" dt="2025-08-20T02:46:57.324" v="107"/>
        <pc:sldMkLst>
          <pc:docMk/>
          <pc:sldMk cId="3204268027" sldId="470"/>
        </pc:sldMkLst>
        <pc:spChg chg="mod">
          <ac:chgData name="우진 김" userId="9d5916cb77183fd7" providerId="LiveId" clId="{42CA3157-B955-44A3-9721-9B5AE803B38A}" dt="2025-08-20T02:46:57.324" v="107"/>
          <ac:spMkLst>
            <pc:docMk/>
            <pc:sldMk cId="3204268027" sldId="470"/>
            <ac:spMk id="2" creationId="{258B24F4-56AF-833D-6AC4-365BDED0C508}"/>
          </ac:spMkLst>
        </pc:spChg>
      </pc:sldChg>
      <pc:sldChg chg="addSp delSp modSp mod modAnim">
        <pc:chgData name="우진 김" userId="9d5916cb77183fd7" providerId="LiveId" clId="{42CA3157-B955-44A3-9721-9B5AE803B38A}" dt="2025-08-20T04:04:40.304" v="1457"/>
        <pc:sldMkLst>
          <pc:docMk/>
          <pc:sldMk cId="487528784" sldId="471"/>
        </pc:sldMkLst>
        <pc:spChg chg="add mod">
          <ac:chgData name="우진 김" userId="9d5916cb77183fd7" providerId="LiveId" clId="{42CA3157-B955-44A3-9721-9B5AE803B38A}" dt="2025-08-20T02:10:59.091" v="4" actId="1076"/>
          <ac:spMkLst>
            <pc:docMk/>
            <pc:sldMk cId="487528784" sldId="471"/>
            <ac:spMk id="3" creationId="{41F4F19B-9B04-34DA-C8B3-EDFC9D2DEE3A}"/>
          </ac:spMkLst>
        </pc:spChg>
        <pc:spChg chg="add mod">
          <ac:chgData name="우진 김" userId="9d5916cb77183fd7" providerId="LiveId" clId="{42CA3157-B955-44A3-9721-9B5AE803B38A}" dt="2025-08-20T02:11:14.563" v="8"/>
          <ac:spMkLst>
            <pc:docMk/>
            <pc:sldMk cId="487528784" sldId="471"/>
            <ac:spMk id="6" creationId="{39B675AE-2664-7594-46A0-1BC8C24137A3}"/>
          </ac:spMkLst>
        </pc:spChg>
        <pc:spChg chg="mod">
          <ac:chgData name="우진 김" userId="9d5916cb77183fd7" providerId="LiveId" clId="{42CA3157-B955-44A3-9721-9B5AE803B38A}" dt="2025-08-20T03:43:23.969" v="985" actId="20577"/>
          <ac:spMkLst>
            <pc:docMk/>
            <pc:sldMk cId="487528784" sldId="471"/>
            <ac:spMk id="8" creationId="{D975366F-395D-220B-5924-71AA2C6D0D6A}"/>
          </ac:spMkLst>
        </pc:spChg>
        <pc:spChg chg="del">
          <ac:chgData name="우진 김" userId="9d5916cb77183fd7" providerId="LiveId" clId="{42CA3157-B955-44A3-9721-9B5AE803B38A}" dt="2025-08-20T02:41:49.599" v="90" actId="478"/>
          <ac:spMkLst>
            <pc:docMk/>
            <pc:sldMk cId="487528784" sldId="471"/>
            <ac:spMk id="9" creationId="{246DF566-3A67-B45A-1004-F3BFFF07FCF7}"/>
          </ac:spMkLst>
        </pc:spChg>
        <pc:spChg chg="add mod">
          <ac:chgData name="우진 김" userId="9d5916cb77183fd7" providerId="LiveId" clId="{42CA3157-B955-44A3-9721-9B5AE803B38A}" dt="2025-08-20T02:41:49.880" v="91"/>
          <ac:spMkLst>
            <pc:docMk/>
            <pc:sldMk cId="487528784" sldId="471"/>
            <ac:spMk id="17" creationId="{AD4E18BB-9A25-4A5A-9E2F-001FC41DEFF7}"/>
          </ac:spMkLst>
        </pc:spChg>
        <pc:picChg chg="add del mod">
          <ac:chgData name="우진 김" userId="9d5916cb77183fd7" providerId="LiveId" clId="{42CA3157-B955-44A3-9721-9B5AE803B38A}" dt="2025-08-20T02:41:17.628" v="85" actId="478"/>
          <ac:picMkLst>
            <pc:docMk/>
            <pc:sldMk cId="487528784" sldId="471"/>
            <ac:picMk id="10" creationId="{89F34B78-0957-42AF-2348-36688C1369A3}"/>
          </ac:picMkLst>
        </pc:picChg>
        <pc:picChg chg="add del mod">
          <ac:chgData name="우진 김" userId="9d5916cb77183fd7" providerId="LiveId" clId="{42CA3157-B955-44A3-9721-9B5AE803B38A}" dt="2025-08-20T02:41:18.502" v="86" actId="478"/>
          <ac:picMkLst>
            <pc:docMk/>
            <pc:sldMk cId="487528784" sldId="471"/>
            <ac:picMk id="12" creationId="{F3062EFB-65A8-37D8-029A-A1D199BB0878}"/>
          </ac:picMkLst>
        </pc:picChg>
        <pc:picChg chg="add mod">
          <ac:chgData name="우진 김" userId="9d5916cb77183fd7" providerId="LiveId" clId="{42CA3157-B955-44A3-9721-9B5AE803B38A}" dt="2025-08-20T02:42:00.973" v="92" actId="1076"/>
          <ac:picMkLst>
            <pc:docMk/>
            <pc:sldMk cId="487528784" sldId="471"/>
            <ac:picMk id="14" creationId="{015968BA-DDB5-C36A-9D63-E28FB384F243}"/>
          </ac:picMkLst>
        </pc:picChg>
        <pc:picChg chg="add del mod">
          <ac:chgData name="우진 김" userId="9d5916cb77183fd7" providerId="LiveId" clId="{42CA3157-B955-44A3-9721-9B5AE803B38A}" dt="2025-08-20T02:41:14.586" v="83" actId="21"/>
          <ac:picMkLst>
            <pc:docMk/>
            <pc:sldMk cId="487528784" sldId="471"/>
            <ac:picMk id="15" creationId="{4EB6DEBE-DCD1-F692-3EA6-69C0F8B7B20C}"/>
          </ac:picMkLst>
        </pc:picChg>
        <pc:picChg chg="add del mod">
          <ac:chgData name="우진 김" userId="9d5916cb77183fd7" providerId="LiveId" clId="{42CA3157-B955-44A3-9721-9B5AE803B38A}" dt="2025-08-20T02:41:14.586" v="83" actId="21"/>
          <ac:picMkLst>
            <pc:docMk/>
            <pc:sldMk cId="487528784" sldId="471"/>
            <ac:picMk id="16" creationId="{71656C55-5B43-12EE-2960-5C7A4AF7F434}"/>
          </ac:picMkLst>
        </pc:picChg>
      </pc:sldChg>
      <pc:sldChg chg="addSp delSp modSp mod modAnim">
        <pc:chgData name="우진 김" userId="9d5916cb77183fd7" providerId="LiveId" clId="{42CA3157-B955-44A3-9721-9B5AE803B38A}" dt="2025-08-20T04:06:28.394" v="1481"/>
        <pc:sldMkLst>
          <pc:docMk/>
          <pc:sldMk cId="696651168" sldId="472"/>
        </pc:sldMkLst>
        <pc:spChg chg="add mod">
          <ac:chgData name="우진 김" userId="9d5916cb77183fd7" providerId="LiveId" clId="{42CA3157-B955-44A3-9721-9B5AE803B38A}" dt="2025-08-20T03:38:08.269" v="877" actId="14100"/>
          <ac:spMkLst>
            <pc:docMk/>
            <pc:sldMk cId="696651168" sldId="472"/>
            <ac:spMk id="3" creationId="{18ACC4DB-AA40-881C-0AC3-25F29E5C220D}"/>
          </ac:spMkLst>
        </pc:spChg>
        <pc:spChg chg="mod">
          <ac:chgData name="우진 김" userId="9d5916cb77183fd7" providerId="LiveId" clId="{42CA3157-B955-44A3-9721-9B5AE803B38A}" dt="2025-08-20T03:43:40.510" v="995" actId="20577"/>
          <ac:spMkLst>
            <pc:docMk/>
            <pc:sldMk cId="696651168" sldId="472"/>
            <ac:spMk id="8" creationId="{3700A7A4-F53A-0B4E-B2FC-1B4D936E98F7}"/>
          </ac:spMkLst>
        </pc:spChg>
        <pc:spChg chg="mod">
          <ac:chgData name="우진 김" userId="9d5916cb77183fd7" providerId="LiveId" clId="{42CA3157-B955-44A3-9721-9B5AE803B38A}" dt="2025-08-20T03:39:32.477" v="914" actId="20577"/>
          <ac:spMkLst>
            <pc:docMk/>
            <pc:sldMk cId="696651168" sldId="472"/>
            <ac:spMk id="9" creationId="{77F4BDC7-4CD6-9331-B8D5-0A7E83E7B3E8}"/>
          </ac:spMkLst>
        </pc:spChg>
        <pc:spChg chg="add mod ord">
          <ac:chgData name="우진 김" userId="9d5916cb77183fd7" providerId="LiveId" clId="{42CA3157-B955-44A3-9721-9B5AE803B38A}" dt="2025-08-20T03:41:41.974" v="966" actId="14100"/>
          <ac:spMkLst>
            <pc:docMk/>
            <pc:sldMk cId="696651168" sldId="472"/>
            <ac:spMk id="11" creationId="{97D2BAC2-EAE5-8F1C-2CD2-874E3F5F920D}"/>
          </ac:spMkLst>
        </pc:spChg>
        <pc:spChg chg="add mod">
          <ac:chgData name="우진 김" userId="9d5916cb77183fd7" providerId="LiveId" clId="{42CA3157-B955-44A3-9721-9B5AE803B38A}" dt="2025-08-20T03:41:32.014" v="962" actId="20577"/>
          <ac:spMkLst>
            <pc:docMk/>
            <pc:sldMk cId="696651168" sldId="472"/>
            <ac:spMk id="12" creationId="{2E32B25E-3602-EA75-C41B-6CBEA30C0674}"/>
          </ac:spMkLst>
        </pc:spChg>
        <pc:spChg chg="add mod">
          <ac:chgData name="우진 김" userId="9d5916cb77183fd7" providerId="LiveId" clId="{42CA3157-B955-44A3-9721-9B5AE803B38A}" dt="2025-08-20T03:41:53.180" v="973" actId="1076"/>
          <ac:spMkLst>
            <pc:docMk/>
            <pc:sldMk cId="696651168" sldId="472"/>
            <ac:spMk id="13" creationId="{5DB469AC-FCA2-C53B-0F08-3558BEE1A1B0}"/>
          </ac:spMkLst>
        </pc:spChg>
        <pc:spChg chg="add mod">
          <ac:chgData name="우진 김" userId="9d5916cb77183fd7" providerId="LiveId" clId="{42CA3157-B955-44A3-9721-9B5AE803B38A}" dt="2025-08-20T03:42:09.712" v="982"/>
          <ac:spMkLst>
            <pc:docMk/>
            <pc:sldMk cId="696651168" sldId="472"/>
            <ac:spMk id="14" creationId="{52A428EE-30CD-9C47-1735-9D4EFD7F7F01}"/>
          </ac:spMkLst>
        </pc:spChg>
        <pc:picChg chg="add mod ord">
          <ac:chgData name="우진 김" userId="9d5916cb77183fd7" providerId="LiveId" clId="{42CA3157-B955-44A3-9721-9B5AE803B38A}" dt="2025-08-20T03:41:54.968" v="974" actId="1076"/>
          <ac:picMkLst>
            <pc:docMk/>
            <pc:sldMk cId="696651168" sldId="472"/>
            <ac:picMk id="7" creationId="{BD57E80E-6CF3-08B7-9209-E3B0D5443D3E}"/>
          </ac:picMkLst>
        </pc:picChg>
        <pc:picChg chg="add mod">
          <ac:chgData name="우진 김" userId="9d5916cb77183fd7" providerId="LiveId" clId="{42CA3157-B955-44A3-9721-9B5AE803B38A}" dt="2025-08-20T03:40:59.378" v="928" actId="1076"/>
          <ac:picMkLst>
            <pc:docMk/>
            <pc:sldMk cId="696651168" sldId="472"/>
            <ac:picMk id="10" creationId="{5C36D97E-11BD-E00B-8E43-9C2D07C73A08}"/>
          </ac:picMkLst>
        </pc:picChg>
        <pc:picChg chg="add del mod">
          <ac:chgData name="우진 김" userId="9d5916cb77183fd7" providerId="LiveId" clId="{42CA3157-B955-44A3-9721-9B5AE803B38A}" dt="2025-08-20T03:38:09.636" v="878" actId="478"/>
          <ac:picMkLst>
            <pc:docMk/>
            <pc:sldMk cId="696651168" sldId="472"/>
            <ac:picMk id="15" creationId="{4EB6DEBE-DCD1-F692-3EA6-69C0F8B7B20C}"/>
          </ac:picMkLst>
        </pc:picChg>
        <pc:picChg chg="add del mod">
          <ac:chgData name="우진 김" userId="9d5916cb77183fd7" providerId="LiveId" clId="{42CA3157-B955-44A3-9721-9B5AE803B38A}" dt="2025-08-20T03:38:10.251" v="879" actId="478"/>
          <ac:picMkLst>
            <pc:docMk/>
            <pc:sldMk cId="696651168" sldId="472"/>
            <ac:picMk id="16" creationId="{71656C55-5B43-12EE-2960-5C7A4AF7F434}"/>
          </ac:picMkLst>
        </pc:picChg>
      </pc:sldChg>
      <pc:sldChg chg="modAnim">
        <pc:chgData name="우진 김" userId="9d5916cb77183fd7" providerId="LiveId" clId="{42CA3157-B955-44A3-9721-9B5AE803B38A}" dt="2025-08-20T03:55:57.873" v="1343"/>
        <pc:sldMkLst>
          <pc:docMk/>
          <pc:sldMk cId="2897082227" sldId="473"/>
        </pc:sldMkLst>
      </pc:sldChg>
      <pc:sldChg chg="modAnim">
        <pc:chgData name="우진 김" userId="9d5916cb77183fd7" providerId="LiveId" clId="{42CA3157-B955-44A3-9721-9B5AE803B38A}" dt="2025-08-20T03:56:12.484" v="1346"/>
        <pc:sldMkLst>
          <pc:docMk/>
          <pc:sldMk cId="1451802265" sldId="474"/>
        </pc:sldMkLst>
      </pc:sldChg>
      <pc:sldChg chg="modAnim">
        <pc:chgData name="우진 김" userId="9d5916cb77183fd7" providerId="LiveId" clId="{42CA3157-B955-44A3-9721-9B5AE803B38A}" dt="2025-08-20T03:57:12.423" v="1354"/>
        <pc:sldMkLst>
          <pc:docMk/>
          <pc:sldMk cId="2926133949" sldId="475"/>
        </pc:sldMkLst>
      </pc:sldChg>
      <pc:sldChg chg="modAnim">
        <pc:chgData name="우진 김" userId="9d5916cb77183fd7" providerId="LiveId" clId="{42CA3157-B955-44A3-9721-9B5AE803B38A}" dt="2025-08-20T03:57:23.721" v="1356"/>
        <pc:sldMkLst>
          <pc:docMk/>
          <pc:sldMk cId="3443473973" sldId="476"/>
        </pc:sldMkLst>
      </pc:sldChg>
      <pc:sldChg chg="modAnim">
        <pc:chgData name="우진 김" userId="9d5916cb77183fd7" providerId="LiveId" clId="{42CA3157-B955-44A3-9721-9B5AE803B38A}" dt="2025-08-20T03:59:08.727" v="1368"/>
        <pc:sldMkLst>
          <pc:docMk/>
          <pc:sldMk cId="563214293" sldId="477"/>
        </pc:sldMkLst>
      </pc:sldChg>
      <pc:sldChg chg="addSp delSp modSp mod">
        <pc:chgData name="우진 김" userId="9d5916cb77183fd7" providerId="LiveId" clId="{42CA3157-B955-44A3-9721-9B5AE803B38A}" dt="2025-08-20T04:23:01.891" v="1800" actId="478"/>
        <pc:sldMkLst>
          <pc:docMk/>
          <pc:sldMk cId="3253752242" sldId="478"/>
        </pc:sldMkLst>
        <pc:spChg chg="add del mod">
          <ac:chgData name="우진 김" userId="9d5916cb77183fd7" providerId="LiveId" clId="{42CA3157-B955-44A3-9721-9B5AE803B38A}" dt="2025-08-20T04:23:01.891" v="1800" actId="478"/>
          <ac:spMkLst>
            <pc:docMk/>
            <pc:sldMk cId="3253752242" sldId="478"/>
            <ac:spMk id="3" creationId="{14065CFB-71C7-1442-AC67-A46637A7DB3B}"/>
          </ac:spMkLst>
        </pc:spChg>
        <pc:spChg chg="mod">
          <ac:chgData name="우진 김" userId="9d5916cb77183fd7" providerId="LiveId" clId="{42CA3157-B955-44A3-9721-9B5AE803B38A}" dt="2025-08-20T04:13:48.036" v="1627" actId="1076"/>
          <ac:spMkLst>
            <pc:docMk/>
            <pc:sldMk cId="3253752242" sldId="478"/>
            <ac:spMk id="4" creationId="{B21A8A92-42AB-4B87-0951-EB5DE4C9E3B3}"/>
          </ac:spMkLst>
        </pc:spChg>
        <pc:spChg chg="add del mod">
          <ac:chgData name="우진 김" userId="9d5916cb77183fd7" providerId="LiveId" clId="{42CA3157-B955-44A3-9721-9B5AE803B38A}" dt="2025-08-20T04:23:01.891" v="1800" actId="478"/>
          <ac:spMkLst>
            <pc:docMk/>
            <pc:sldMk cId="3253752242" sldId="478"/>
            <ac:spMk id="6" creationId="{F5F024A6-9FF0-461C-FFA4-DB24CA534006}"/>
          </ac:spMkLst>
        </pc:spChg>
        <pc:spChg chg="del mod">
          <ac:chgData name="우진 김" userId="9d5916cb77183fd7" providerId="LiveId" clId="{42CA3157-B955-44A3-9721-9B5AE803B38A}" dt="2025-08-20T04:23:01.891" v="1800" actId="478"/>
          <ac:spMkLst>
            <pc:docMk/>
            <pc:sldMk cId="3253752242" sldId="478"/>
            <ac:spMk id="7" creationId="{27492EF2-06E9-A7FC-D8C7-D62DE890CF2A}"/>
          </ac:spMkLst>
        </pc:spChg>
        <pc:spChg chg="add mod">
          <ac:chgData name="우진 김" userId="9d5916cb77183fd7" providerId="LiveId" clId="{42CA3157-B955-44A3-9721-9B5AE803B38A}" dt="2025-08-20T04:13:51.301" v="1628" actId="403"/>
          <ac:spMkLst>
            <pc:docMk/>
            <pc:sldMk cId="3253752242" sldId="478"/>
            <ac:spMk id="8" creationId="{C31EFA98-5DB5-4D26-7BF4-3022F1DF4A3F}"/>
          </ac:spMkLst>
        </pc:spChg>
        <pc:spChg chg="add mod">
          <ac:chgData name="우진 김" userId="9d5916cb77183fd7" providerId="LiveId" clId="{42CA3157-B955-44A3-9721-9B5AE803B38A}" dt="2025-08-20T04:13:51.301" v="1628" actId="403"/>
          <ac:spMkLst>
            <pc:docMk/>
            <pc:sldMk cId="3253752242" sldId="478"/>
            <ac:spMk id="9" creationId="{A4C623C7-150A-B5FA-44D1-2233525C7F0B}"/>
          </ac:spMkLst>
        </pc:spChg>
        <pc:spChg chg="add mod">
          <ac:chgData name="우진 김" userId="9d5916cb77183fd7" providerId="LiveId" clId="{42CA3157-B955-44A3-9721-9B5AE803B38A}" dt="2025-08-20T04:14:07.707" v="1632" actId="1076"/>
          <ac:spMkLst>
            <pc:docMk/>
            <pc:sldMk cId="3253752242" sldId="478"/>
            <ac:spMk id="10" creationId="{44CB21FB-4F13-B988-C562-8D4E447B4AF0}"/>
          </ac:spMkLst>
        </pc:spChg>
        <pc:spChg chg="add mod">
          <ac:chgData name="우진 김" userId="9d5916cb77183fd7" providerId="LiveId" clId="{42CA3157-B955-44A3-9721-9B5AE803B38A}" dt="2025-08-20T04:14:40.858" v="1651" actId="465"/>
          <ac:spMkLst>
            <pc:docMk/>
            <pc:sldMk cId="3253752242" sldId="478"/>
            <ac:spMk id="11" creationId="{55397A10-0255-5A90-C1D8-EB6FBF1FF676}"/>
          </ac:spMkLst>
        </pc:spChg>
        <pc:spChg chg="add mod">
          <ac:chgData name="우진 김" userId="9d5916cb77183fd7" providerId="LiveId" clId="{42CA3157-B955-44A3-9721-9B5AE803B38A}" dt="2025-08-20T04:14:40.858" v="1651" actId="465"/>
          <ac:spMkLst>
            <pc:docMk/>
            <pc:sldMk cId="3253752242" sldId="478"/>
            <ac:spMk id="12" creationId="{7C7ABD15-5BD6-70CC-A3C9-6FDA66C024B5}"/>
          </ac:spMkLst>
        </pc:spChg>
        <pc:spChg chg="add mod">
          <ac:chgData name="우진 김" userId="9d5916cb77183fd7" providerId="LiveId" clId="{42CA3157-B955-44A3-9721-9B5AE803B38A}" dt="2025-08-20T04:14:34.044" v="1650" actId="1036"/>
          <ac:spMkLst>
            <pc:docMk/>
            <pc:sldMk cId="3253752242" sldId="478"/>
            <ac:spMk id="13" creationId="{1F77CB0D-8815-C59D-4CDD-A30EA8660AA4}"/>
          </ac:spMkLst>
        </pc:spChg>
        <pc:spChg chg="add mod">
          <ac:chgData name="우진 김" userId="9d5916cb77183fd7" providerId="LiveId" clId="{42CA3157-B955-44A3-9721-9B5AE803B38A}" dt="2025-08-20T04:14:40.858" v="1651" actId="465"/>
          <ac:spMkLst>
            <pc:docMk/>
            <pc:sldMk cId="3253752242" sldId="478"/>
            <ac:spMk id="14" creationId="{14D68D4C-D222-7E4D-C088-B03A72BABE40}"/>
          </ac:spMkLst>
        </pc:spChg>
        <pc:spChg chg="mod">
          <ac:chgData name="우진 김" userId="9d5916cb77183fd7" providerId="LiveId" clId="{42CA3157-B955-44A3-9721-9B5AE803B38A}" dt="2025-08-20T04:13:54.359" v="1629" actId="1076"/>
          <ac:spMkLst>
            <pc:docMk/>
            <pc:sldMk cId="3253752242" sldId="478"/>
            <ac:spMk id="25" creationId="{674E8B35-6C9E-98FB-E4AA-0C688EF1634A}"/>
          </ac:spMkLst>
        </pc:spChg>
      </pc:sldChg>
      <pc:sldChg chg="modSp mod modAnim">
        <pc:chgData name="우진 김" userId="9d5916cb77183fd7" providerId="LiveId" clId="{42CA3157-B955-44A3-9721-9B5AE803B38A}" dt="2025-08-20T04:00:51.195" v="1408"/>
        <pc:sldMkLst>
          <pc:docMk/>
          <pc:sldMk cId="2465326408" sldId="479"/>
        </pc:sldMkLst>
        <pc:spChg chg="mod">
          <ac:chgData name="우진 김" userId="9d5916cb77183fd7" providerId="LiveId" clId="{42CA3157-B955-44A3-9721-9B5AE803B38A}" dt="2025-08-20T04:00:22.202" v="1403" actId="20577"/>
          <ac:spMkLst>
            <pc:docMk/>
            <pc:sldMk cId="2465326408" sldId="479"/>
            <ac:spMk id="2" creationId="{CA57272B-3D99-ED51-66CD-AFA06304F618}"/>
          </ac:spMkLst>
        </pc:spChg>
      </pc:sldChg>
      <pc:sldChg chg="modAnim">
        <pc:chgData name="우진 김" userId="9d5916cb77183fd7" providerId="LiveId" clId="{42CA3157-B955-44A3-9721-9B5AE803B38A}" dt="2025-08-20T04:01:01.831" v="1410"/>
        <pc:sldMkLst>
          <pc:docMk/>
          <pc:sldMk cId="1157082269" sldId="480"/>
        </pc:sldMkLst>
      </pc:sldChg>
      <pc:sldChg chg="modAnim">
        <pc:chgData name="우진 김" userId="9d5916cb77183fd7" providerId="LiveId" clId="{42CA3157-B955-44A3-9721-9B5AE803B38A}" dt="2025-08-20T04:01:32.597" v="1417"/>
        <pc:sldMkLst>
          <pc:docMk/>
          <pc:sldMk cId="2991378904" sldId="481"/>
        </pc:sldMkLst>
      </pc:sldChg>
      <pc:sldChg chg="modAnim">
        <pc:chgData name="우진 김" userId="9d5916cb77183fd7" providerId="LiveId" clId="{42CA3157-B955-44A3-9721-9B5AE803B38A}" dt="2025-08-20T04:01:48.154" v="1419"/>
        <pc:sldMkLst>
          <pc:docMk/>
          <pc:sldMk cId="2512301338" sldId="482"/>
        </pc:sldMkLst>
      </pc:sldChg>
      <pc:sldChg chg="modAnim">
        <pc:chgData name="우진 김" userId="9d5916cb77183fd7" providerId="LiveId" clId="{42CA3157-B955-44A3-9721-9B5AE803B38A}" dt="2025-08-20T04:01:58.880" v="1420"/>
        <pc:sldMkLst>
          <pc:docMk/>
          <pc:sldMk cId="2489608038" sldId="483"/>
        </pc:sldMkLst>
      </pc:sldChg>
      <pc:sldChg chg="modSp mod modAnim">
        <pc:chgData name="우진 김" userId="9d5916cb77183fd7" providerId="LiveId" clId="{42CA3157-B955-44A3-9721-9B5AE803B38A}" dt="2025-08-20T04:03:36.352" v="1433"/>
        <pc:sldMkLst>
          <pc:docMk/>
          <pc:sldMk cId="759818394" sldId="484"/>
        </pc:sldMkLst>
        <pc:spChg chg="mod">
          <ac:chgData name="우진 김" userId="9d5916cb77183fd7" providerId="LiveId" clId="{42CA3157-B955-44A3-9721-9B5AE803B38A}" dt="2025-08-20T04:03:28.554" v="1432" actId="1076"/>
          <ac:spMkLst>
            <pc:docMk/>
            <pc:sldMk cId="759818394" sldId="484"/>
            <ac:spMk id="27" creationId="{0B2C8B95-6508-8BB4-C34C-EE4393176AE8}"/>
          </ac:spMkLst>
        </pc:spChg>
      </pc:sldChg>
      <pc:sldChg chg="modAnim">
        <pc:chgData name="우진 김" userId="9d5916cb77183fd7" providerId="LiveId" clId="{42CA3157-B955-44A3-9721-9B5AE803B38A}" dt="2025-08-20T04:03:49.869" v="1435"/>
        <pc:sldMkLst>
          <pc:docMk/>
          <pc:sldMk cId="2326108383" sldId="485"/>
        </pc:sldMkLst>
      </pc:sldChg>
      <pc:sldChg chg="addSp modSp mod modAnim">
        <pc:chgData name="우진 김" userId="9d5916cb77183fd7" providerId="LiveId" clId="{42CA3157-B955-44A3-9721-9B5AE803B38A}" dt="2025-08-20T04:04:22.647" v="1454"/>
        <pc:sldMkLst>
          <pc:docMk/>
          <pc:sldMk cId="4154395349" sldId="486"/>
        </pc:sldMkLst>
        <pc:spChg chg="add mod">
          <ac:chgData name="우진 김" userId="9d5916cb77183fd7" providerId="LiveId" clId="{42CA3157-B955-44A3-9721-9B5AE803B38A}" dt="2025-08-20T04:04:18.080" v="1453" actId="20577"/>
          <ac:spMkLst>
            <pc:docMk/>
            <pc:sldMk cId="4154395349" sldId="486"/>
            <ac:spMk id="3" creationId="{C417D66D-FB18-B4E2-CCF8-32A8776EDC40}"/>
          </ac:spMkLst>
        </pc:spChg>
        <pc:cxnChg chg="add mod">
          <ac:chgData name="우진 김" userId="9d5916cb77183fd7" providerId="LiveId" clId="{42CA3157-B955-44A3-9721-9B5AE803B38A}" dt="2025-08-20T04:04:12.603" v="1438" actId="1076"/>
          <ac:cxnSpMkLst>
            <pc:docMk/>
            <pc:sldMk cId="4154395349" sldId="486"/>
            <ac:cxnSpMk id="2" creationId="{C860B2DD-FDC9-605F-3C96-8BE409E67C27}"/>
          </ac:cxnSpMkLst>
        </pc:cxnChg>
      </pc:sldChg>
      <pc:sldChg chg="addSp delSp modSp add mod">
        <pc:chgData name="우진 김" userId="9d5916cb77183fd7" providerId="LiveId" clId="{42CA3157-B955-44A3-9721-9B5AE803B38A}" dt="2025-08-20T02:23:05.254" v="46" actId="1076"/>
        <pc:sldMkLst>
          <pc:docMk/>
          <pc:sldMk cId="674465903" sldId="487"/>
        </pc:sldMkLst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2" creationId="{43423460-781F-50DE-7B4A-1828D1C145CB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19" creationId="{BAB649A3-FA6B-8969-728D-71427FC794F4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21" creationId="{1FB2D326-ED9F-E23C-FF99-E8C519676679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25" creationId="{13E6408A-8F9F-514A-0E94-CE47317B03A0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31" creationId="{F0B87D07-780F-BA39-DAA6-89E94E38DD6E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34" creationId="{F5DFC90B-CAB9-28A2-818D-99D2927A42DA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35" creationId="{1BDA1D17-CB3C-625F-FF3C-682E8D829A97}"/>
          </ac:spMkLst>
        </pc:spChg>
        <pc:spChg chg="del">
          <ac:chgData name="우진 김" userId="9d5916cb77183fd7" providerId="LiveId" clId="{42CA3157-B955-44A3-9721-9B5AE803B38A}" dt="2025-08-20T02:22:58.604" v="43" actId="478"/>
          <ac:spMkLst>
            <pc:docMk/>
            <pc:sldMk cId="674465903" sldId="487"/>
            <ac:spMk id="36" creationId="{209AEE3C-B190-6C6E-1D67-404368987C14}"/>
          </ac:spMkLst>
        </pc:spChg>
        <pc:picChg chg="add mod">
          <ac:chgData name="우진 김" userId="9d5916cb77183fd7" providerId="LiveId" clId="{42CA3157-B955-44A3-9721-9B5AE803B38A}" dt="2025-08-20T02:23:05.254" v="46" actId="1076"/>
          <ac:picMkLst>
            <pc:docMk/>
            <pc:sldMk cId="674465903" sldId="487"/>
            <ac:picMk id="6" creationId="{8A2E8F9D-5B7A-CFBD-90BF-83EA56B1971A}"/>
          </ac:picMkLst>
        </pc:picChg>
        <pc:picChg chg="del">
          <ac:chgData name="우진 김" userId="9d5916cb77183fd7" providerId="LiveId" clId="{42CA3157-B955-44A3-9721-9B5AE803B38A}" dt="2025-08-20T02:22:58.604" v="43" actId="478"/>
          <ac:picMkLst>
            <pc:docMk/>
            <pc:sldMk cId="674465903" sldId="487"/>
            <ac:picMk id="16" creationId="{BE8B18BE-61A8-57A1-8FFC-F7044DAA5764}"/>
          </ac:picMkLst>
        </pc:picChg>
        <pc:picChg chg="del">
          <ac:chgData name="우진 김" userId="9d5916cb77183fd7" providerId="LiveId" clId="{42CA3157-B955-44A3-9721-9B5AE803B38A}" dt="2025-08-20T02:22:58.604" v="43" actId="478"/>
          <ac:picMkLst>
            <pc:docMk/>
            <pc:sldMk cId="674465903" sldId="487"/>
            <ac:picMk id="28" creationId="{1D2CEC48-9D6E-D21B-E871-5D9BABD6DD11}"/>
          </ac:picMkLst>
        </pc:picChg>
      </pc:sldChg>
      <pc:sldChg chg="addSp delSp modSp add mod">
        <pc:chgData name="우진 김" userId="9d5916cb77183fd7" providerId="LiveId" clId="{42CA3157-B955-44A3-9721-9B5AE803B38A}" dt="2025-08-20T02:40:09.466" v="80" actId="20577"/>
        <pc:sldMkLst>
          <pc:docMk/>
          <pc:sldMk cId="3246334430" sldId="488"/>
        </pc:sldMkLst>
        <pc:spChg chg="del">
          <ac:chgData name="우진 김" userId="9d5916cb77183fd7" providerId="LiveId" clId="{42CA3157-B955-44A3-9721-9B5AE803B38A}" dt="2025-08-20T02:38:02.521" v="48" actId="478"/>
          <ac:spMkLst>
            <pc:docMk/>
            <pc:sldMk cId="3246334430" sldId="488"/>
            <ac:spMk id="10" creationId="{347EBB82-B78A-1BDF-EF93-542CE6907132}"/>
          </ac:spMkLst>
        </pc:spChg>
        <pc:spChg chg="del">
          <ac:chgData name="우진 김" userId="9d5916cb77183fd7" providerId="LiveId" clId="{42CA3157-B955-44A3-9721-9B5AE803B38A}" dt="2025-08-20T02:38:02.521" v="48" actId="478"/>
          <ac:spMkLst>
            <pc:docMk/>
            <pc:sldMk cId="3246334430" sldId="488"/>
            <ac:spMk id="11" creationId="{5A1BC1D6-AE31-F644-2AE4-A40C32CA00D9}"/>
          </ac:spMkLst>
        </pc:spChg>
        <pc:spChg chg="add mod">
          <ac:chgData name="우진 김" userId="9d5916cb77183fd7" providerId="LiveId" clId="{42CA3157-B955-44A3-9721-9B5AE803B38A}" dt="2025-08-20T02:40:03.619" v="74" actId="1076"/>
          <ac:spMkLst>
            <pc:docMk/>
            <pc:sldMk cId="3246334430" sldId="488"/>
            <ac:spMk id="15" creationId="{F61A5D1F-54B5-B4FB-F53F-DD3ED9B1D19E}"/>
          </ac:spMkLst>
        </pc:spChg>
        <pc:spChg chg="del">
          <ac:chgData name="우진 김" userId="9d5916cb77183fd7" providerId="LiveId" clId="{42CA3157-B955-44A3-9721-9B5AE803B38A}" dt="2025-08-20T02:38:02.521" v="48" actId="478"/>
          <ac:spMkLst>
            <pc:docMk/>
            <pc:sldMk cId="3246334430" sldId="488"/>
            <ac:spMk id="18" creationId="{EBBE7925-3FEE-2C38-BFD0-54ED633AF884}"/>
          </ac:spMkLst>
        </pc:spChg>
        <pc:spChg chg="add mod">
          <ac:chgData name="우진 김" userId="9d5916cb77183fd7" providerId="LiveId" clId="{42CA3157-B955-44A3-9721-9B5AE803B38A}" dt="2025-08-20T02:40:09.466" v="80" actId="20577"/>
          <ac:spMkLst>
            <pc:docMk/>
            <pc:sldMk cId="3246334430" sldId="488"/>
            <ac:spMk id="19" creationId="{426A04F7-4F16-BCBE-D4DC-9380C0B054A1}"/>
          </ac:spMkLst>
        </pc:spChg>
        <pc:picChg chg="add mod">
          <ac:chgData name="우진 김" userId="9d5916cb77183fd7" providerId="LiveId" clId="{42CA3157-B955-44A3-9721-9B5AE803B38A}" dt="2025-08-20T02:38:28.996" v="53" actId="1076"/>
          <ac:picMkLst>
            <pc:docMk/>
            <pc:sldMk cId="3246334430" sldId="488"/>
            <ac:picMk id="3" creationId="{727D9883-8EB2-D075-777C-0815FB7DDB5B}"/>
          </ac:picMkLst>
        </pc:picChg>
        <pc:picChg chg="del">
          <ac:chgData name="우진 김" userId="9d5916cb77183fd7" providerId="LiveId" clId="{42CA3157-B955-44A3-9721-9B5AE803B38A}" dt="2025-08-20T02:38:02.521" v="48" actId="478"/>
          <ac:picMkLst>
            <pc:docMk/>
            <pc:sldMk cId="3246334430" sldId="488"/>
            <ac:picMk id="12" creationId="{25FFBC76-FB8E-41DD-DE6B-6F5B57F0F295}"/>
          </ac:picMkLst>
        </pc:picChg>
        <pc:picChg chg="add mod">
          <ac:chgData name="우진 김" userId="9d5916cb77183fd7" providerId="LiveId" clId="{42CA3157-B955-44A3-9721-9B5AE803B38A}" dt="2025-08-20T02:39:38.213" v="57" actId="14100"/>
          <ac:picMkLst>
            <pc:docMk/>
            <pc:sldMk cId="3246334430" sldId="488"/>
            <ac:picMk id="13" creationId="{CD552DD4-E1FA-4DE4-29DB-8DCBCA3A0C06}"/>
          </ac:picMkLst>
        </pc:picChg>
        <pc:picChg chg="del">
          <ac:chgData name="우진 김" userId="9d5916cb77183fd7" providerId="LiveId" clId="{42CA3157-B955-44A3-9721-9B5AE803B38A}" dt="2025-08-20T02:38:02.521" v="48" actId="478"/>
          <ac:picMkLst>
            <pc:docMk/>
            <pc:sldMk cId="3246334430" sldId="488"/>
            <ac:picMk id="14" creationId="{4B319874-BADB-A4B8-54D1-132BF9560609}"/>
          </ac:picMkLst>
        </pc:picChg>
        <pc:picChg chg="del">
          <ac:chgData name="우진 김" userId="9d5916cb77183fd7" providerId="LiveId" clId="{42CA3157-B955-44A3-9721-9B5AE803B38A}" dt="2025-08-20T02:38:02.521" v="48" actId="478"/>
          <ac:picMkLst>
            <pc:docMk/>
            <pc:sldMk cId="3246334430" sldId="488"/>
            <ac:picMk id="16" creationId="{0F366DCE-71B6-A824-87A9-97710F3E532C}"/>
          </ac:picMkLst>
        </pc:picChg>
        <pc:cxnChg chg="del">
          <ac:chgData name="우진 김" userId="9d5916cb77183fd7" providerId="LiveId" clId="{42CA3157-B955-44A3-9721-9B5AE803B38A}" dt="2025-08-20T02:38:02.521" v="48" actId="478"/>
          <ac:cxnSpMkLst>
            <pc:docMk/>
            <pc:sldMk cId="3246334430" sldId="488"/>
            <ac:cxnSpMk id="7" creationId="{E9505448-4071-37C3-4C35-65FC2C249DF6}"/>
          </ac:cxnSpMkLst>
        </pc:cxnChg>
        <pc:cxnChg chg="del">
          <ac:chgData name="우진 김" userId="9d5916cb77183fd7" providerId="LiveId" clId="{42CA3157-B955-44A3-9721-9B5AE803B38A}" dt="2025-08-20T02:38:02.521" v="48" actId="478"/>
          <ac:cxnSpMkLst>
            <pc:docMk/>
            <pc:sldMk cId="3246334430" sldId="488"/>
            <ac:cxnSpMk id="17" creationId="{D476735C-2B93-2623-8F63-E5C148427CD3}"/>
          </ac:cxnSpMkLst>
        </pc:cxnChg>
      </pc:sldChg>
      <pc:sldChg chg="addSp delSp modSp add mod modAnim">
        <pc:chgData name="우진 김" userId="9d5916cb77183fd7" providerId="LiveId" clId="{42CA3157-B955-44A3-9721-9B5AE803B38A}" dt="2025-08-20T04:05:02" v="1462"/>
        <pc:sldMkLst>
          <pc:docMk/>
          <pc:sldMk cId="294527521" sldId="489"/>
        </pc:sldMkLst>
        <pc:spChg chg="add mod">
          <ac:chgData name="우진 김" userId="9d5916cb77183fd7" providerId="LiveId" clId="{42CA3157-B955-44A3-9721-9B5AE803B38A}" dt="2025-08-20T03:04:58.030" v="202" actId="1035"/>
          <ac:spMkLst>
            <pc:docMk/>
            <pc:sldMk cId="294527521" sldId="489"/>
            <ac:spMk id="2" creationId="{BD71BA78-5DB5-A94A-F187-853499E71A32}"/>
          </ac:spMkLst>
        </pc:spChg>
        <pc:spChg chg="mod">
          <ac:chgData name="우진 김" userId="9d5916cb77183fd7" providerId="LiveId" clId="{42CA3157-B955-44A3-9721-9B5AE803B38A}" dt="2025-08-20T03:01:27.482" v="156"/>
          <ac:spMkLst>
            <pc:docMk/>
            <pc:sldMk cId="294527521" sldId="489"/>
            <ac:spMk id="3" creationId="{0C5972AF-F6DE-38AA-E2D5-E5EAD76C0EC5}"/>
          </ac:spMkLst>
        </pc:spChg>
        <pc:spChg chg="mod">
          <ac:chgData name="우진 김" userId="9d5916cb77183fd7" providerId="LiveId" clId="{42CA3157-B955-44A3-9721-9B5AE803B38A}" dt="2025-08-20T02:57:11.109" v="136" actId="20577"/>
          <ac:spMkLst>
            <pc:docMk/>
            <pc:sldMk cId="294527521" sldId="489"/>
            <ac:spMk id="4" creationId="{306FBD89-7CD9-0D8C-8B9E-A406960EE792}"/>
          </ac:spMkLst>
        </pc:spChg>
        <pc:spChg chg="del">
          <ac:chgData name="우진 김" userId="9d5916cb77183fd7" providerId="LiveId" clId="{42CA3157-B955-44A3-9721-9B5AE803B38A}" dt="2025-08-20T02:57:14.769" v="137" actId="478"/>
          <ac:spMkLst>
            <pc:docMk/>
            <pc:sldMk cId="294527521" sldId="489"/>
            <ac:spMk id="6" creationId="{8D09932B-EF5B-C74F-7F63-78905D6B496A}"/>
          </ac:spMkLst>
        </pc:spChg>
        <pc:spChg chg="mod">
          <ac:chgData name="우진 김" userId="9d5916cb77183fd7" providerId="LiveId" clId="{42CA3157-B955-44A3-9721-9B5AE803B38A}" dt="2025-08-20T03:43:27.826" v="987" actId="20577"/>
          <ac:spMkLst>
            <pc:docMk/>
            <pc:sldMk cId="294527521" sldId="489"/>
            <ac:spMk id="8" creationId="{7898ED31-E67A-0066-C263-7F6467AB0077}"/>
          </ac:spMkLst>
        </pc:spChg>
        <pc:spChg chg="add mod">
          <ac:chgData name="우진 김" userId="9d5916cb77183fd7" providerId="LiveId" clId="{42CA3157-B955-44A3-9721-9B5AE803B38A}" dt="2025-08-20T03:03:38.983" v="187" actId="1076"/>
          <ac:spMkLst>
            <pc:docMk/>
            <pc:sldMk cId="294527521" sldId="489"/>
            <ac:spMk id="10" creationId="{39436E2E-06F7-0375-3A44-5A5FCCC77DDE}"/>
          </ac:spMkLst>
        </pc:spChg>
        <pc:spChg chg="mod">
          <ac:chgData name="우진 김" userId="9d5916cb77183fd7" providerId="LiveId" clId="{42CA3157-B955-44A3-9721-9B5AE803B38A}" dt="2025-08-20T03:03:02.081" v="168" actId="404"/>
          <ac:spMkLst>
            <pc:docMk/>
            <pc:sldMk cId="294527521" sldId="489"/>
            <ac:spMk id="17" creationId="{E1520661-0323-CF72-B33E-5C0B0B5EC39C}"/>
          </ac:spMkLst>
        </pc:spChg>
        <pc:picChg chg="add mod modCrop">
          <ac:chgData name="우진 김" userId="9d5916cb77183fd7" providerId="LiveId" clId="{42CA3157-B955-44A3-9721-9B5AE803B38A}" dt="2025-08-20T03:03:42.727" v="188" actId="1076"/>
          <ac:picMkLst>
            <pc:docMk/>
            <pc:sldMk cId="294527521" sldId="489"/>
            <ac:picMk id="9" creationId="{9BC29656-3D70-F2D7-E7C8-CD83EAF91F38}"/>
          </ac:picMkLst>
        </pc:picChg>
        <pc:picChg chg="add del">
          <ac:chgData name="우진 김" userId="9d5916cb77183fd7" providerId="LiveId" clId="{42CA3157-B955-44A3-9721-9B5AE803B38A}" dt="2025-08-20T03:04:00.566" v="190" actId="478"/>
          <ac:picMkLst>
            <pc:docMk/>
            <pc:sldMk cId="294527521" sldId="489"/>
            <ac:picMk id="12" creationId="{410BA33D-F82C-3DD8-F086-A37EF0000F7A}"/>
          </ac:picMkLst>
        </pc:picChg>
        <pc:picChg chg="del">
          <ac:chgData name="우진 김" userId="9d5916cb77183fd7" providerId="LiveId" clId="{42CA3157-B955-44A3-9721-9B5AE803B38A}" dt="2025-08-20T02:57:15.389" v="138" actId="478"/>
          <ac:picMkLst>
            <pc:docMk/>
            <pc:sldMk cId="294527521" sldId="489"/>
            <ac:picMk id="14" creationId="{48E58B36-602D-07B3-EC6A-F980DCD978D4}"/>
          </ac:picMkLst>
        </pc:picChg>
        <pc:picChg chg="add mod">
          <ac:chgData name="우진 김" userId="9d5916cb77183fd7" providerId="LiveId" clId="{42CA3157-B955-44A3-9721-9B5AE803B38A}" dt="2025-08-20T03:04:31.700" v="195" actId="1076"/>
          <ac:picMkLst>
            <pc:docMk/>
            <pc:sldMk cId="294527521" sldId="489"/>
            <ac:picMk id="15" creationId="{A18DC555-C916-ECC3-62F6-1181B2CF7034}"/>
          </ac:picMkLst>
        </pc:picChg>
      </pc:sldChg>
      <pc:sldChg chg="addSp delSp modSp add mod modAnim">
        <pc:chgData name="우진 김" userId="9d5916cb77183fd7" providerId="LiveId" clId="{42CA3157-B955-44A3-9721-9B5AE803B38A}" dt="2025-08-20T04:05:15.992" v="1464"/>
        <pc:sldMkLst>
          <pc:docMk/>
          <pc:sldMk cId="3677101665" sldId="490"/>
        </pc:sldMkLst>
        <pc:spChg chg="del">
          <ac:chgData name="우진 김" userId="9d5916cb77183fd7" providerId="LiveId" clId="{42CA3157-B955-44A3-9721-9B5AE803B38A}" dt="2025-08-20T03:05:24.609" v="222" actId="478"/>
          <ac:spMkLst>
            <pc:docMk/>
            <pc:sldMk cId="3677101665" sldId="490"/>
            <ac:spMk id="2" creationId="{2146261E-831A-2A32-2751-96C004D9AA48}"/>
          </ac:spMkLst>
        </pc:spChg>
        <pc:spChg chg="mod">
          <ac:chgData name="우진 김" userId="9d5916cb77183fd7" providerId="LiveId" clId="{42CA3157-B955-44A3-9721-9B5AE803B38A}" dt="2025-08-20T03:13:51.465" v="289" actId="1076"/>
          <ac:spMkLst>
            <pc:docMk/>
            <pc:sldMk cId="3677101665" sldId="490"/>
            <ac:spMk id="3" creationId="{88D65654-5828-1293-F7B4-8D45B6D3FEE6}"/>
          </ac:spMkLst>
        </pc:spChg>
        <pc:spChg chg="mod">
          <ac:chgData name="우진 김" userId="9d5916cb77183fd7" providerId="LiveId" clId="{42CA3157-B955-44A3-9721-9B5AE803B38A}" dt="2025-08-20T03:05:20.568" v="219" actId="20577"/>
          <ac:spMkLst>
            <pc:docMk/>
            <pc:sldMk cId="3677101665" sldId="490"/>
            <ac:spMk id="4" creationId="{9CDB602F-A1FC-D4FE-B324-DEA01D14EF54}"/>
          </ac:spMkLst>
        </pc:spChg>
        <pc:spChg chg="add del mod">
          <ac:chgData name="우진 김" userId="9d5916cb77183fd7" providerId="LiveId" clId="{42CA3157-B955-44A3-9721-9B5AE803B38A}" dt="2025-08-20T03:06:43.951" v="239" actId="478"/>
          <ac:spMkLst>
            <pc:docMk/>
            <pc:sldMk cId="3677101665" sldId="490"/>
            <ac:spMk id="6" creationId="{971EBBDE-D841-6755-CDCE-593E99E0897F}"/>
          </ac:spMkLst>
        </pc:spChg>
        <pc:spChg chg="add mod">
          <ac:chgData name="우진 김" userId="9d5916cb77183fd7" providerId="LiveId" clId="{42CA3157-B955-44A3-9721-9B5AE803B38A}" dt="2025-08-20T03:15:18.743" v="310" actId="1076"/>
          <ac:spMkLst>
            <pc:docMk/>
            <pc:sldMk cId="3677101665" sldId="490"/>
            <ac:spMk id="7" creationId="{8D4371DD-C6EF-EA31-5806-87A55B5D0A51}"/>
          </ac:spMkLst>
        </pc:spChg>
        <pc:spChg chg="mod">
          <ac:chgData name="우진 김" userId="9d5916cb77183fd7" providerId="LiveId" clId="{42CA3157-B955-44A3-9721-9B5AE803B38A}" dt="2025-08-20T03:43:30.772" v="989" actId="20577"/>
          <ac:spMkLst>
            <pc:docMk/>
            <pc:sldMk cId="3677101665" sldId="490"/>
            <ac:spMk id="8" creationId="{78FF0060-750F-6C89-D420-C1C78520372C}"/>
          </ac:spMkLst>
        </pc:spChg>
        <pc:spChg chg="del">
          <ac:chgData name="우진 김" userId="9d5916cb77183fd7" providerId="LiveId" clId="{42CA3157-B955-44A3-9721-9B5AE803B38A}" dt="2025-08-20T03:13:18.789" v="278" actId="478"/>
          <ac:spMkLst>
            <pc:docMk/>
            <pc:sldMk cId="3677101665" sldId="490"/>
            <ac:spMk id="10" creationId="{34DC6D16-1EB2-FFF2-A5C7-8F027D95301D}"/>
          </ac:spMkLst>
        </pc:spChg>
        <pc:spChg chg="add mod">
          <ac:chgData name="우진 김" userId="9d5916cb77183fd7" providerId="LiveId" clId="{42CA3157-B955-44A3-9721-9B5AE803B38A}" dt="2025-08-20T03:15:21.220" v="311" actId="20577"/>
          <ac:spMkLst>
            <pc:docMk/>
            <pc:sldMk cId="3677101665" sldId="490"/>
            <ac:spMk id="11" creationId="{A363C04C-AD6F-B620-BAB7-2C7FF3127B5D}"/>
          </ac:spMkLst>
        </pc:spChg>
        <pc:spChg chg="add mod">
          <ac:chgData name="우진 김" userId="9d5916cb77183fd7" providerId="LiveId" clId="{42CA3157-B955-44A3-9721-9B5AE803B38A}" dt="2025-08-20T03:13:21.063" v="279"/>
          <ac:spMkLst>
            <pc:docMk/>
            <pc:sldMk cId="3677101665" sldId="490"/>
            <ac:spMk id="14" creationId="{A2AA9A00-ED7C-99D1-A1AA-B26624CF360C}"/>
          </ac:spMkLst>
        </pc:spChg>
        <pc:spChg chg="del">
          <ac:chgData name="우진 김" userId="9d5916cb77183fd7" providerId="LiveId" clId="{42CA3157-B955-44A3-9721-9B5AE803B38A}" dt="2025-08-20T03:13:18.198" v="277" actId="478"/>
          <ac:spMkLst>
            <pc:docMk/>
            <pc:sldMk cId="3677101665" sldId="490"/>
            <ac:spMk id="17" creationId="{EEF5F410-68B1-5DA8-83BB-6FE84A7C7CE6}"/>
          </ac:spMkLst>
        </pc:spChg>
        <pc:picChg chg="del">
          <ac:chgData name="우진 김" userId="9d5916cb77183fd7" providerId="LiveId" clId="{42CA3157-B955-44A3-9721-9B5AE803B38A}" dt="2025-08-20T03:05:24.038" v="221" actId="478"/>
          <ac:picMkLst>
            <pc:docMk/>
            <pc:sldMk cId="3677101665" sldId="490"/>
            <ac:picMk id="9" creationId="{68F98C6C-DA02-DAD6-71FB-2B85C4CFB29F}"/>
          </ac:picMkLst>
        </pc:picChg>
        <pc:picChg chg="add mod modCrop">
          <ac:chgData name="우진 김" userId="9d5916cb77183fd7" providerId="LiveId" clId="{42CA3157-B955-44A3-9721-9B5AE803B38A}" dt="2025-08-20T03:15:14.661" v="308" actId="1076"/>
          <ac:picMkLst>
            <pc:docMk/>
            <pc:sldMk cId="3677101665" sldId="490"/>
            <ac:picMk id="13" creationId="{BCDDB90B-B833-AFEF-D1A8-8509D50626E6}"/>
          </ac:picMkLst>
        </pc:picChg>
        <pc:picChg chg="del">
          <ac:chgData name="우진 김" userId="9d5916cb77183fd7" providerId="LiveId" clId="{42CA3157-B955-44A3-9721-9B5AE803B38A}" dt="2025-08-20T03:05:23.020" v="220" actId="478"/>
          <ac:picMkLst>
            <pc:docMk/>
            <pc:sldMk cId="3677101665" sldId="490"/>
            <ac:picMk id="15" creationId="{D24F80CF-44FD-E244-EA4B-9D536183F273}"/>
          </ac:picMkLst>
        </pc:picChg>
      </pc:sldChg>
      <pc:sldChg chg="addSp delSp modSp add mod modAnim">
        <pc:chgData name="우진 김" userId="9d5916cb77183fd7" providerId="LiveId" clId="{42CA3157-B955-44A3-9721-9B5AE803B38A}" dt="2025-08-20T04:05:51.014" v="1472"/>
        <pc:sldMkLst>
          <pc:docMk/>
          <pc:sldMk cId="1674397431" sldId="491"/>
        </pc:sldMkLst>
        <pc:spChg chg="add mod">
          <ac:chgData name="우진 김" userId="9d5916cb77183fd7" providerId="LiveId" clId="{42CA3157-B955-44A3-9721-9B5AE803B38A}" dt="2025-08-20T04:05:23.426" v="1465" actId="113"/>
          <ac:spMkLst>
            <pc:docMk/>
            <pc:sldMk cId="1674397431" sldId="491"/>
            <ac:spMk id="2" creationId="{347844DF-22FE-C2A0-1735-905359646458}"/>
          </ac:spMkLst>
        </pc:spChg>
        <pc:spChg chg="del">
          <ac:chgData name="우진 김" userId="9d5916cb77183fd7" providerId="LiveId" clId="{42CA3157-B955-44A3-9721-9B5AE803B38A}" dt="2025-08-20T03:13:34.963" v="281" actId="478"/>
          <ac:spMkLst>
            <pc:docMk/>
            <pc:sldMk cId="1674397431" sldId="491"/>
            <ac:spMk id="3" creationId="{2DFEB642-E357-8B3D-4FBD-1D11D8DEA28A}"/>
          </ac:spMkLst>
        </pc:spChg>
        <pc:spChg chg="mod">
          <ac:chgData name="우진 김" userId="9d5916cb77183fd7" providerId="LiveId" clId="{42CA3157-B955-44A3-9721-9B5AE803B38A}" dt="2025-08-20T03:15:35.656" v="339" actId="20577"/>
          <ac:spMkLst>
            <pc:docMk/>
            <pc:sldMk cId="1674397431" sldId="491"/>
            <ac:spMk id="4" creationId="{1DB3F3F8-2928-0972-86E8-A7044DFDF235}"/>
          </ac:spMkLst>
        </pc:spChg>
        <pc:spChg chg="add mod">
          <ac:chgData name="우진 김" userId="9d5916cb77183fd7" providerId="LiveId" clId="{42CA3157-B955-44A3-9721-9B5AE803B38A}" dt="2025-08-20T04:05:26.987" v="1466" actId="113"/>
          <ac:spMkLst>
            <pc:docMk/>
            <pc:sldMk cId="1674397431" sldId="491"/>
            <ac:spMk id="6" creationId="{65AE9A90-E756-3BA5-EE8D-504DC7FB680B}"/>
          </ac:spMkLst>
        </pc:spChg>
        <pc:spChg chg="del mod">
          <ac:chgData name="우진 김" userId="9d5916cb77183fd7" providerId="LiveId" clId="{42CA3157-B955-44A3-9721-9B5AE803B38A}" dt="2025-08-20T03:13:48.332" v="288" actId="478"/>
          <ac:spMkLst>
            <pc:docMk/>
            <pc:sldMk cId="1674397431" sldId="491"/>
            <ac:spMk id="7" creationId="{41F8941D-118E-B550-FF3C-B467D8671F45}"/>
          </ac:spMkLst>
        </pc:spChg>
        <pc:spChg chg="mod">
          <ac:chgData name="우진 김" userId="9d5916cb77183fd7" providerId="LiveId" clId="{42CA3157-B955-44A3-9721-9B5AE803B38A}" dt="2025-08-20T03:43:33.704" v="991" actId="20577"/>
          <ac:spMkLst>
            <pc:docMk/>
            <pc:sldMk cId="1674397431" sldId="491"/>
            <ac:spMk id="8" creationId="{61AC8DC2-4EE8-54FD-48BB-11B91D1AC071}"/>
          </ac:spMkLst>
        </pc:spChg>
        <pc:spChg chg="add mod">
          <ac:chgData name="우진 김" userId="9d5916cb77183fd7" providerId="LiveId" clId="{42CA3157-B955-44A3-9721-9B5AE803B38A}" dt="2025-08-20T04:05:29.363" v="1467" actId="113"/>
          <ac:spMkLst>
            <pc:docMk/>
            <pc:sldMk cId="1674397431" sldId="491"/>
            <ac:spMk id="9" creationId="{D6B3AE3B-940B-CF9D-BE0A-E9A52A7F671A}"/>
          </ac:spMkLst>
        </pc:spChg>
        <pc:spChg chg="add mod">
          <ac:chgData name="우진 김" userId="9d5916cb77183fd7" providerId="LiveId" clId="{42CA3157-B955-44A3-9721-9B5AE803B38A}" dt="2025-08-20T04:05:31.201" v="1468" actId="113"/>
          <ac:spMkLst>
            <pc:docMk/>
            <pc:sldMk cId="1674397431" sldId="491"/>
            <ac:spMk id="10" creationId="{0BEA3B72-F562-F173-25F4-A3CEF178A103}"/>
          </ac:spMkLst>
        </pc:spChg>
        <pc:spChg chg="del">
          <ac:chgData name="우진 김" userId="9d5916cb77183fd7" providerId="LiveId" clId="{42CA3157-B955-44A3-9721-9B5AE803B38A}" dt="2025-08-20T03:13:36.560" v="283" actId="478"/>
          <ac:spMkLst>
            <pc:docMk/>
            <pc:sldMk cId="1674397431" sldId="491"/>
            <ac:spMk id="11" creationId="{F019B5CD-5370-4643-99D9-A544A5C194BE}"/>
          </ac:spMkLst>
        </pc:spChg>
        <pc:spChg chg="add mod">
          <ac:chgData name="우진 김" userId="9d5916cb77183fd7" providerId="LiveId" clId="{42CA3157-B955-44A3-9721-9B5AE803B38A}" dt="2025-08-20T03:27:00.819" v="579" actId="207"/>
          <ac:spMkLst>
            <pc:docMk/>
            <pc:sldMk cId="1674397431" sldId="491"/>
            <ac:spMk id="12" creationId="{FE032334-B280-F825-30BC-08DA30544866}"/>
          </ac:spMkLst>
        </pc:spChg>
        <pc:spChg chg="del">
          <ac:chgData name="우진 김" userId="9d5916cb77183fd7" providerId="LiveId" clId="{42CA3157-B955-44A3-9721-9B5AE803B38A}" dt="2025-08-20T03:25:40.720" v="566" actId="478"/>
          <ac:spMkLst>
            <pc:docMk/>
            <pc:sldMk cId="1674397431" sldId="491"/>
            <ac:spMk id="14" creationId="{C70B9D5F-17EA-AF12-9CEC-5985F17EC4CF}"/>
          </ac:spMkLst>
        </pc:spChg>
        <pc:spChg chg="add mod">
          <ac:chgData name="우진 김" userId="9d5916cb77183fd7" providerId="LiveId" clId="{42CA3157-B955-44A3-9721-9B5AE803B38A}" dt="2025-08-20T03:19:00.619" v="452"/>
          <ac:spMkLst>
            <pc:docMk/>
            <pc:sldMk cId="1674397431" sldId="491"/>
            <ac:spMk id="15" creationId="{1C80804A-79B9-FDC6-6B56-17C945F55E7D}"/>
          </ac:spMkLst>
        </pc:spChg>
        <pc:spChg chg="add mod">
          <ac:chgData name="우진 김" userId="9d5916cb77183fd7" providerId="LiveId" clId="{42CA3157-B955-44A3-9721-9B5AE803B38A}" dt="2025-08-20T03:27:36.070" v="601" actId="1076"/>
          <ac:spMkLst>
            <pc:docMk/>
            <pc:sldMk cId="1674397431" sldId="491"/>
            <ac:spMk id="16" creationId="{0199EA5F-7243-0589-BF4B-B62F2EAA82FA}"/>
          </ac:spMkLst>
        </pc:spChg>
        <pc:spChg chg="add mod">
          <ac:chgData name="우진 김" userId="9d5916cb77183fd7" providerId="LiveId" clId="{42CA3157-B955-44A3-9721-9B5AE803B38A}" dt="2025-08-20T03:28:32.757" v="620" actId="1076"/>
          <ac:spMkLst>
            <pc:docMk/>
            <pc:sldMk cId="1674397431" sldId="491"/>
            <ac:spMk id="17" creationId="{8E692F31-44EB-270F-460D-B32FCCABB47E}"/>
          </ac:spMkLst>
        </pc:spChg>
        <pc:spChg chg="add mod">
          <ac:chgData name="우진 김" userId="9d5916cb77183fd7" providerId="LiveId" clId="{42CA3157-B955-44A3-9721-9B5AE803B38A}" dt="2025-08-20T03:28:32.757" v="620" actId="1076"/>
          <ac:spMkLst>
            <pc:docMk/>
            <pc:sldMk cId="1674397431" sldId="491"/>
            <ac:spMk id="18" creationId="{8A8A5564-619F-8E8A-B1DD-18197F5FF551}"/>
          </ac:spMkLst>
        </pc:spChg>
        <pc:spChg chg="add mod">
          <ac:chgData name="우진 김" userId="9d5916cb77183fd7" providerId="LiveId" clId="{42CA3157-B955-44A3-9721-9B5AE803B38A}" dt="2025-08-20T03:25:48.154" v="568" actId="1076"/>
          <ac:spMkLst>
            <pc:docMk/>
            <pc:sldMk cId="1674397431" sldId="491"/>
            <ac:spMk id="21" creationId="{ECA4E7AA-D28B-F20A-4248-97D440B80818}"/>
          </ac:spMkLst>
        </pc:spChg>
        <pc:spChg chg="add mod ord">
          <ac:chgData name="우진 김" userId="9d5916cb77183fd7" providerId="LiveId" clId="{42CA3157-B955-44A3-9721-9B5AE803B38A}" dt="2025-08-20T03:28:11.446" v="614" actId="14100"/>
          <ac:spMkLst>
            <pc:docMk/>
            <pc:sldMk cId="1674397431" sldId="491"/>
            <ac:spMk id="26" creationId="{2098BB1D-4A0D-041E-61E3-A49D88AF369A}"/>
          </ac:spMkLst>
        </pc:spChg>
        <pc:spChg chg="add mod ord">
          <ac:chgData name="우진 김" userId="9d5916cb77183fd7" providerId="LiveId" clId="{42CA3157-B955-44A3-9721-9B5AE803B38A}" dt="2025-08-20T03:28:14.303" v="615" actId="14100"/>
          <ac:spMkLst>
            <pc:docMk/>
            <pc:sldMk cId="1674397431" sldId="491"/>
            <ac:spMk id="27" creationId="{9AF497B5-1672-635B-723A-360057C34FEA}"/>
          </ac:spMkLst>
        </pc:spChg>
        <pc:spChg chg="add mod ord">
          <ac:chgData name="우진 김" userId="9d5916cb77183fd7" providerId="LiveId" clId="{42CA3157-B955-44A3-9721-9B5AE803B38A}" dt="2025-08-20T03:28:32.757" v="620" actId="1076"/>
          <ac:spMkLst>
            <pc:docMk/>
            <pc:sldMk cId="1674397431" sldId="491"/>
            <ac:spMk id="28" creationId="{82EA6920-2DC6-BEE2-BDD5-7A957E73FCF4}"/>
          </ac:spMkLst>
        </pc:spChg>
        <pc:spChg chg="add mod ord">
          <ac:chgData name="우진 김" userId="9d5916cb77183fd7" providerId="LiveId" clId="{42CA3157-B955-44A3-9721-9B5AE803B38A}" dt="2025-08-20T03:28:32.757" v="620" actId="1076"/>
          <ac:spMkLst>
            <pc:docMk/>
            <pc:sldMk cId="1674397431" sldId="491"/>
            <ac:spMk id="29" creationId="{2BEC3E65-08D9-6FE7-7C8B-976CFB910F12}"/>
          </ac:spMkLst>
        </pc:spChg>
        <pc:picChg chg="del">
          <ac:chgData name="우진 김" userId="9d5916cb77183fd7" providerId="LiveId" clId="{42CA3157-B955-44A3-9721-9B5AE803B38A}" dt="2025-08-20T03:13:35.351" v="282" actId="478"/>
          <ac:picMkLst>
            <pc:docMk/>
            <pc:sldMk cId="1674397431" sldId="491"/>
            <ac:picMk id="13" creationId="{0C2469A4-6831-D1A2-8986-D604ED36907A}"/>
          </ac:picMkLst>
        </pc:picChg>
        <pc:picChg chg="add mod">
          <ac:chgData name="우진 김" userId="9d5916cb77183fd7" providerId="LiveId" clId="{42CA3157-B955-44A3-9721-9B5AE803B38A}" dt="2025-08-20T03:25:36.044" v="565" actId="1076"/>
          <ac:picMkLst>
            <pc:docMk/>
            <pc:sldMk cId="1674397431" sldId="491"/>
            <ac:picMk id="20" creationId="{61479004-2AD5-D7F5-D209-0B460E91F355}"/>
          </ac:picMkLst>
        </pc:picChg>
        <pc:picChg chg="add mod">
          <ac:chgData name="우진 김" userId="9d5916cb77183fd7" providerId="LiveId" clId="{42CA3157-B955-44A3-9721-9B5AE803B38A}" dt="2025-08-20T03:28:32.757" v="620" actId="1076"/>
          <ac:picMkLst>
            <pc:docMk/>
            <pc:sldMk cId="1674397431" sldId="491"/>
            <ac:picMk id="23" creationId="{BEED3135-D7EA-326C-8210-7D834237E7E2}"/>
          </ac:picMkLst>
        </pc:picChg>
        <pc:picChg chg="add mod">
          <ac:chgData name="우진 김" userId="9d5916cb77183fd7" providerId="LiveId" clId="{42CA3157-B955-44A3-9721-9B5AE803B38A}" dt="2025-08-20T03:28:32.757" v="620" actId="1076"/>
          <ac:picMkLst>
            <pc:docMk/>
            <pc:sldMk cId="1674397431" sldId="491"/>
            <ac:picMk id="25" creationId="{114D56E4-ADB5-5388-7F26-B757CACDF03B}"/>
          </ac:picMkLst>
        </pc:picChg>
      </pc:sldChg>
      <pc:sldChg chg="addSp delSp modSp add mod modAnim">
        <pc:chgData name="우진 김" userId="9d5916cb77183fd7" providerId="LiveId" clId="{42CA3157-B955-44A3-9721-9B5AE803B38A}" dt="2025-08-20T04:06:11.776" v="1478" actId="113"/>
        <pc:sldMkLst>
          <pc:docMk/>
          <pc:sldMk cId="2365598571" sldId="492"/>
        </pc:sldMkLst>
        <pc:spChg chg="mod">
          <ac:chgData name="우진 김" userId="9d5916cb77183fd7" providerId="LiveId" clId="{42CA3157-B955-44A3-9721-9B5AE803B38A}" dt="2025-08-20T04:06:08.395" v="1476" actId="113"/>
          <ac:spMkLst>
            <pc:docMk/>
            <pc:sldMk cId="2365598571" sldId="492"/>
            <ac:spMk id="2" creationId="{758E0937-BEBC-0DEE-EC7A-027788917D8F}"/>
          </ac:spMkLst>
        </pc:spChg>
        <pc:spChg chg="add mod">
          <ac:chgData name="우진 김" userId="9d5916cb77183fd7" providerId="LiveId" clId="{42CA3157-B955-44A3-9721-9B5AE803B38A}" dt="2025-08-20T04:06:09.873" v="1477" actId="113"/>
          <ac:spMkLst>
            <pc:docMk/>
            <pc:sldMk cId="2365598571" sldId="492"/>
            <ac:spMk id="3" creationId="{AFC7407D-DF73-3E11-61B7-438E2C4C9C23}"/>
          </ac:spMkLst>
        </pc:spChg>
        <pc:spChg chg="mod">
          <ac:chgData name="우진 김" userId="9d5916cb77183fd7" providerId="LiveId" clId="{42CA3157-B955-44A3-9721-9B5AE803B38A}" dt="2025-08-20T03:28:58.558" v="639" actId="20577"/>
          <ac:spMkLst>
            <pc:docMk/>
            <pc:sldMk cId="2365598571" sldId="492"/>
            <ac:spMk id="4" creationId="{4C49E8CC-E011-F774-DBA6-23AF80F79A9B}"/>
          </ac:spMkLst>
        </pc:spChg>
        <pc:spChg chg="del">
          <ac:chgData name="우진 김" userId="9d5916cb77183fd7" providerId="LiveId" clId="{42CA3157-B955-44A3-9721-9B5AE803B38A}" dt="2025-08-20T03:29:03.872" v="640" actId="478"/>
          <ac:spMkLst>
            <pc:docMk/>
            <pc:sldMk cId="2365598571" sldId="492"/>
            <ac:spMk id="6" creationId="{73612DD0-0895-14B0-13B9-A54F5ED08CDB}"/>
          </ac:spMkLst>
        </pc:spChg>
        <pc:spChg chg="add mod">
          <ac:chgData name="우진 김" userId="9d5916cb77183fd7" providerId="LiveId" clId="{42CA3157-B955-44A3-9721-9B5AE803B38A}" dt="2025-08-20T04:06:11.776" v="1478" actId="113"/>
          <ac:spMkLst>
            <pc:docMk/>
            <pc:sldMk cId="2365598571" sldId="492"/>
            <ac:spMk id="7" creationId="{FC24EF0D-6E27-A49F-8AA8-F2D50112678B}"/>
          </ac:spMkLst>
        </pc:spChg>
        <pc:spChg chg="mod">
          <ac:chgData name="우진 김" userId="9d5916cb77183fd7" providerId="LiveId" clId="{42CA3157-B955-44A3-9721-9B5AE803B38A}" dt="2025-08-20T03:43:37.421" v="993" actId="20577"/>
          <ac:spMkLst>
            <pc:docMk/>
            <pc:sldMk cId="2365598571" sldId="492"/>
            <ac:spMk id="8" creationId="{45EA3C6A-9B37-ECC0-D2B3-BFBF4519A970}"/>
          </ac:spMkLst>
        </pc:spChg>
        <pc:spChg chg="del">
          <ac:chgData name="우진 김" userId="9d5916cb77183fd7" providerId="LiveId" clId="{42CA3157-B955-44A3-9721-9B5AE803B38A}" dt="2025-08-20T03:29:06.801" v="643" actId="478"/>
          <ac:spMkLst>
            <pc:docMk/>
            <pc:sldMk cId="2365598571" sldId="492"/>
            <ac:spMk id="9" creationId="{524F7018-295F-2F68-4744-80F804DA78A2}"/>
          </ac:spMkLst>
        </pc:spChg>
        <pc:spChg chg="del">
          <ac:chgData name="우진 김" userId="9d5916cb77183fd7" providerId="LiveId" clId="{42CA3157-B955-44A3-9721-9B5AE803B38A}" dt="2025-08-20T03:29:03.872" v="640" actId="478"/>
          <ac:spMkLst>
            <pc:docMk/>
            <pc:sldMk cId="2365598571" sldId="492"/>
            <ac:spMk id="10" creationId="{0992A816-AC66-1A58-333E-15E4549C8F85}"/>
          </ac:spMkLst>
        </pc:spChg>
        <pc:spChg chg="add del mod">
          <ac:chgData name="우진 김" userId="9d5916cb77183fd7" providerId="LiveId" clId="{42CA3157-B955-44A3-9721-9B5AE803B38A}" dt="2025-08-20T03:35:04.696" v="857"/>
          <ac:spMkLst>
            <pc:docMk/>
            <pc:sldMk cId="2365598571" sldId="492"/>
            <ac:spMk id="11" creationId="{B4D66B7C-5EA8-0FC8-0A07-DA67B99A2844}"/>
          </ac:spMkLst>
        </pc:spChg>
        <pc:spChg chg="mod">
          <ac:chgData name="우진 김" userId="9d5916cb77183fd7" providerId="LiveId" clId="{42CA3157-B955-44A3-9721-9B5AE803B38A}" dt="2025-08-20T03:36:00.974" v="861"/>
          <ac:spMkLst>
            <pc:docMk/>
            <pc:sldMk cId="2365598571" sldId="492"/>
            <ac:spMk id="12" creationId="{95F7A910-2302-FE40-0522-F72573F16C12}"/>
          </ac:spMkLst>
        </pc:spChg>
        <pc:spChg chg="add mod">
          <ac:chgData name="우진 김" userId="9d5916cb77183fd7" providerId="LiveId" clId="{42CA3157-B955-44A3-9721-9B5AE803B38A}" dt="2025-08-20T03:36:16.605" v="864"/>
          <ac:spMkLst>
            <pc:docMk/>
            <pc:sldMk cId="2365598571" sldId="492"/>
            <ac:spMk id="13" creationId="{93E628A1-E25D-500E-21A4-12C8E821A65D}"/>
          </ac:spMkLst>
        </pc:spChg>
        <pc:spChg chg="add mod">
          <ac:chgData name="우진 김" userId="9d5916cb77183fd7" providerId="LiveId" clId="{42CA3157-B955-44A3-9721-9B5AE803B38A}" dt="2025-08-20T03:36:39.830" v="870" actId="1076"/>
          <ac:spMkLst>
            <pc:docMk/>
            <pc:sldMk cId="2365598571" sldId="492"/>
            <ac:spMk id="15" creationId="{6D7839DB-C385-F3B3-411C-25B2A9BA3BA2}"/>
          </ac:spMkLst>
        </pc:spChg>
        <pc:spChg chg="del">
          <ac:chgData name="우진 김" userId="9d5916cb77183fd7" providerId="LiveId" clId="{42CA3157-B955-44A3-9721-9B5AE803B38A}" dt="2025-08-20T03:29:03.872" v="640" actId="478"/>
          <ac:spMkLst>
            <pc:docMk/>
            <pc:sldMk cId="2365598571" sldId="492"/>
            <ac:spMk id="16" creationId="{5B6C5A21-4E6E-9032-7C85-A5EA45897E46}"/>
          </ac:spMkLst>
        </pc:spChg>
        <pc:spChg chg="del">
          <ac:chgData name="우진 김" userId="9d5916cb77183fd7" providerId="LiveId" clId="{42CA3157-B955-44A3-9721-9B5AE803B38A}" dt="2025-08-20T03:29:06.801" v="643" actId="478"/>
          <ac:spMkLst>
            <pc:docMk/>
            <pc:sldMk cId="2365598571" sldId="492"/>
            <ac:spMk id="17" creationId="{ED9CCB9D-C2B5-3AAA-A069-E368DF57E46E}"/>
          </ac:spMkLst>
        </pc:spChg>
        <pc:spChg chg="del">
          <ac:chgData name="우진 김" userId="9d5916cb77183fd7" providerId="LiveId" clId="{42CA3157-B955-44A3-9721-9B5AE803B38A}" dt="2025-08-20T03:29:03.872" v="640" actId="478"/>
          <ac:spMkLst>
            <pc:docMk/>
            <pc:sldMk cId="2365598571" sldId="492"/>
            <ac:spMk id="18" creationId="{F61BE975-2070-B34D-CF45-AD958D66A865}"/>
          </ac:spMkLst>
        </pc:spChg>
        <pc:spChg chg="del">
          <ac:chgData name="우진 김" userId="9d5916cb77183fd7" providerId="LiveId" clId="{42CA3157-B955-44A3-9721-9B5AE803B38A}" dt="2025-08-20T03:29:04.894" v="641" actId="478"/>
          <ac:spMkLst>
            <pc:docMk/>
            <pc:sldMk cId="2365598571" sldId="492"/>
            <ac:spMk id="26" creationId="{BBBEF7D6-34DB-2468-01EE-42B8829F3324}"/>
          </ac:spMkLst>
        </pc:spChg>
        <pc:spChg chg="del">
          <ac:chgData name="우진 김" userId="9d5916cb77183fd7" providerId="LiveId" clId="{42CA3157-B955-44A3-9721-9B5AE803B38A}" dt="2025-08-20T03:29:03.872" v="640" actId="478"/>
          <ac:spMkLst>
            <pc:docMk/>
            <pc:sldMk cId="2365598571" sldId="492"/>
            <ac:spMk id="27" creationId="{7ECFF37E-7C4D-9346-31A3-04B262FD315A}"/>
          </ac:spMkLst>
        </pc:spChg>
        <pc:spChg chg="del">
          <ac:chgData name="우진 김" userId="9d5916cb77183fd7" providerId="LiveId" clId="{42CA3157-B955-44A3-9721-9B5AE803B38A}" dt="2025-08-20T03:29:05.832" v="642" actId="478"/>
          <ac:spMkLst>
            <pc:docMk/>
            <pc:sldMk cId="2365598571" sldId="492"/>
            <ac:spMk id="28" creationId="{34CAFAA6-54E4-4EFB-B685-3F5A5B24E83D}"/>
          </ac:spMkLst>
        </pc:spChg>
        <pc:spChg chg="del">
          <ac:chgData name="우진 김" userId="9d5916cb77183fd7" providerId="LiveId" clId="{42CA3157-B955-44A3-9721-9B5AE803B38A}" dt="2025-08-20T03:29:03.872" v="640" actId="478"/>
          <ac:spMkLst>
            <pc:docMk/>
            <pc:sldMk cId="2365598571" sldId="492"/>
            <ac:spMk id="29" creationId="{9CE9215E-7A17-4546-4279-B6911AC5D5AD}"/>
          </ac:spMkLst>
        </pc:spChg>
        <pc:picChg chg="del">
          <ac:chgData name="우진 김" userId="9d5916cb77183fd7" providerId="LiveId" clId="{42CA3157-B955-44A3-9721-9B5AE803B38A}" dt="2025-08-20T03:29:03.872" v="640" actId="478"/>
          <ac:picMkLst>
            <pc:docMk/>
            <pc:sldMk cId="2365598571" sldId="492"/>
            <ac:picMk id="20" creationId="{89C80385-E6A5-0625-DE61-E84D107FAA13}"/>
          </ac:picMkLst>
        </pc:picChg>
        <pc:picChg chg="add mod">
          <ac:chgData name="우진 김" userId="9d5916cb77183fd7" providerId="LiveId" clId="{42CA3157-B955-44A3-9721-9B5AE803B38A}" dt="2025-08-20T03:37:01.734" v="873" actId="1076"/>
          <ac:picMkLst>
            <pc:docMk/>
            <pc:sldMk cId="2365598571" sldId="492"/>
            <ac:picMk id="22" creationId="{642AD75E-CB71-6A85-903F-A3E43DF84227}"/>
          </ac:picMkLst>
        </pc:picChg>
        <pc:picChg chg="del">
          <ac:chgData name="우진 김" userId="9d5916cb77183fd7" providerId="LiveId" clId="{42CA3157-B955-44A3-9721-9B5AE803B38A}" dt="2025-08-20T03:29:06.801" v="643" actId="478"/>
          <ac:picMkLst>
            <pc:docMk/>
            <pc:sldMk cId="2365598571" sldId="492"/>
            <ac:picMk id="23" creationId="{6A82C92A-24B0-3045-C77E-323F72B97955}"/>
          </ac:picMkLst>
        </pc:picChg>
        <pc:picChg chg="del">
          <ac:chgData name="우진 김" userId="9d5916cb77183fd7" providerId="LiveId" clId="{42CA3157-B955-44A3-9721-9B5AE803B38A}" dt="2025-08-20T03:29:03.872" v="640" actId="478"/>
          <ac:picMkLst>
            <pc:docMk/>
            <pc:sldMk cId="2365598571" sldId="492"/>
            <ac:picMk id="25" creationId="{5B953F0F-BCE4-C14D-8315-F2FAA509A460}"/>
          </ac:picMkLst>
        </pc:picChg>
      </pc:sldChg>
      <pc:sldChg chg="addSp delSp modSp add mod">
        <pc:chgData name="우진 김" userId="9d5916cb77183fd7" providerId="LiveId" clId="{42CA3157-B955-44A3-9721-9B5AE803B38A}" dt="2025-08-20T04:22:56.981" v="1799" actId="552"/>
        <pc:sldMkLst>
          <pc:docMk/>
          <pc:sldMk cId="4143103900" sldId="493"/>
        </pc:sldMkLst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2" creationId="{3A2A0210-C250-D77D-D095-4C6F942D435D}"/>
          </ac:spMkLst>
        </pc:spChg>
        <pc:spChg chg="mod">
          <ac:chgData name="우진 김" userId="9d5916cb77183fd7" providerId="LiveId" clId="{42CA3157-B955-44A3-9721-9B5AE803B38A}" dt="2025-08-20T04:19:47.702" v="1748" actId="1076"/>
          <ac:spMkLst>
            <pc:docMk/>
            <pc:sldMk cId="4143103900" sldId="493"/>
            <ac:spMk id="3" creationId="{C404A0C1-946B-8608-644A-2990F3D051DA}"/>
          </ac:spMkLst>
        </pc:spChg>
        <pc:spChg chg="mod">
          <ac:chgData name="우진 김" userId="9d5916cb77183fd7" providerId="LiveId" clId="{42CA3157-B955-44A3-9721-9B5AE803B38A}" dt="2025-08-20T04:21:34.648" v="1781" actId="1076"/>
          <ac:spMkLst>
            <pc:docMk/>
            <pc:sldMk cId="4143103900" sldId="493"/>
            <ac:spMk id="6" creationId="{29305309-8B78-0802-4929-C49712DAD186}"/>
          </ac:spMkLst>
        </pc:spChg>
        <pc:spChg chg="mod">
          <ac:chgData name="우진 김" userId="9d5916cb77183fd7" providerId="LiveId" clId="{42CA3157-B955-44A3-9721-9B5AE803B38A}" dt="2025-08-20T04:15:07.204" v="1655" actId="1076"/>
          <ac:spMkLst>
            <pc:docMk/>
            <pc:sldMk cId="4143103900" sldId="493"/>
            <ac:spMk id="7" creationId="{C796960D-43D4-C0E5-4DA2-9413A1A49382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8" creationId="{D2E8F1BE-931F-446F-AA1E-FAD7036EF546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9" creationId="{553A9A30-A58C-BAF1-F4C4-2BA19E4B1E96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10" creationId="{11A60A79-D8D3-71CE-A45A-FEB568F9BDF4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11" creationId="{DA2035EC-2DDD-3689-F583-CDD690A8B6C3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12" creationId="{A054E158-B729-3B73-E978-64F18CDB27F5}"/>
          </ac:spMkLst>
        </pc:spChg>
        <pc:spChg chg="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13" creationId="{4A23A87B-B446-F804-E525-BAF2B711E6F5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14" creationId="{627B963C-4514-108B-3881-D4CB08150258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15" creationId="{219D8BE1-CCCE-4F9C-8AA8-166AFF811C2D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16" creationId="{E5ADA815-A657-AD43-75BF-709EEC45D08E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17" creationId="{5E2934F5-E465-2403-11CA-04C0D0ACA278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18" creationId="{D0B73E63-6132-95B7-94DB-FC15A55B03A7}"/>
          </ac:spMkLst>
        </pc:spChg>
        <pc:spChg chg="add mod">
          <ac:chgData name="우진 김" userId="9d5916cb77183fd7" providerId="LiveId" clId="{42CA3157-B955-44A3-9721-9B5AE803B38A}" dt="2025-08-20T04:19:06.231" v="1730" actId="20577"/>
          <ac:spMkLst>
            <pc:docMk/>
            <pc:sldMk cId="4143103900" sldId="493"/>
            <ac:spMk id="19" creationId="{386940DC-8B10-2BB2-D188-B36A27BDED2F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20" creationId="{5DE75FFB-A847-7DB7-FBA8-8796EC426644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21" creationId="{5677F5BA-6A3E-5BFC-349D-661D6B2F2923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22" creationId="{F46DBA5F-3FE4-4566-0454-394A3E8522FA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23" creationId="{952C6126-57AF-E156-D540-7173F6097CEC}"/>
          </ac:spMkLst>
        </pc:spChg>
        <pc:spChg chg="add del mod">
          <ac:chgData name="우진 김" userId="9d5916cb77183fd7" providerId="LiveId" clId="{42CA3157-B955-44A3-9721-9B5AE803B38A}" dt="2025-08-20T04:22:28.333" v="1792" actId="478"/>
          <ac:spMkLst>
            <pc:docMk/>
            <pc:sldMk cId="4143103900" sldId="493"/>
            <ac:spMk id="24" creationId="{CEB5638E-7C71-D393-126A-411B780DECD2}"/>
          </ac:spMkLst>
        </pc:spChg>
        <pc:spChg chg="del">
          <ac:chgData name="우진 김" userId="9d5916cb77183fd7" providerId="LiveId" clId="{42CA3157-B955-44A3-9721-9B5AE803B38A}" dt="2025-08-20T04:15:04.226" v="1654" actId="478"/>
          <ac:spMkLst>
            <pc:docMk/>
            <pc:sldMk cId="4143103900" sldId="493"/>
            <ac:spMk id="25" creationId="{5005C3AE-4557-C8F6-5DDA-B0CACE05BDCF}"/>
          </ac:spMkLst>
        </pc:spChg>
        <pc:spChg chg="add mod">
          <ac:chgData name="우진 김" userId="9d5916cb77183fd7" providerId="LiveId" clId="{42CA3157-B955-44A3-9721-9B5AE803B38A}" dt="2025-08-20T04:22:56.981" v="1799" actId="552"/>
          <ac:spMkLst>
            <pc:docMk/>
            <pc:sldMk cId="4143103900" sldId="493"/>
            <ac:spMk id="26" creationId="{7F26B2E5-EE96-9124-0432-F3DA6B9A7D04}"/>
          </ac:spMkLst>
        </pc:spChg>
      </pc:sldChg>
    </pc:docChg>
  </pc:docChgLst>
  <pc:docChgLst>
    <pc:chgData name="우진 김" userId="9d5916cb77183fd7" providerId="LiveId" clId="{AF309A99-F3F2-4757-9B2E-37E289642162}"/>
    <pc:docChg chg="undo redo custSel addSld delSld modSld sldOrd modMainMaster modSection">
      <pc:chgData name="우진 김" userId="9d5916cb77183fd7" providerId="LiveId" clId="{AF309A99-F3F2-4757-9B2E-37E289642162}" dt="2025-08-12T20:59:40.599" v="4318" actId="20577"/>
      <pc:docMkLst>
        <pc:docMk/>
      </pc:docMkLst>
      <pc:sldChg chg="delSp modSp mod delAnim modNotesTx">
        <pc:chgData name="우진 김" userId="9d5916cb77183fd7" providerId="LiveId" clId="{AF309A99-F3F2-4757-9B2E-37E289642162}" dt="2025-08-12T16:06:45.864" v="512" actId="20577"/>
        <pc:sldMkLst>
          <pc:docMk/>
          <pc:sldMk cId="2712422305" sldId="324"/>
        </pc:sldMkLst>
        <pc:spChg chg="mod">
          <ac:chgData name="우진 김" userId="9d5916cb77183fd7" providerId="LiveId" clId="{AF309A99-F3F2-4757-9B2E-37E289642162}" dt="2025-08-12T15:12:18.270" v="35" actId="20577"/>
          <ac:spMkLst>
            <pc:docMk/>
            <pc:sldMk cId="2712422305" sldId="324"/>
            <ac:spMk id="2" creationId="{451842AD-51B6-1C23-4E72-00565032CAFC}"/>
          </ac:spMkLst>
        </pc:spChg>
        <pc:spChg chg="mod">
          <ac:chgData name="우진 김" userId="9d5916cb77183fd7" providerId="LiveId" clId="{AF309A99-F3F2-4757-9B2E-37E289642162}" dt="2025-08-12T16:06:45.864" v="512" actId="20577"/>
          <ac:spMkLst>
            <pc:docMk/>
            <pc:sldMk cId="2712422305" sldId="324"/>
            <ac:spMk id="4" creationId="{DAF71B29-AAE2-F406-9C3C-7F4D981833D2}"/>
          </ac:spMkLst>
        </pc:spChg>
      </pc:sldChg>
      <pc:sldChg chg="modNotesTx">
        <pc:chgData name="우진 김" userId="9d5916cb77183fd7" providerId="LiveId" clId="{AF309A99-F3F2-4757-9B2E-37E289642162}" dt="2025-08-12T20:59:40.599" v="4318" actId="20577"/>
        <pc:sldMkLst>
          <pc:docMk/>
          <pc:sldMk cId="1661184582" sldId="362"/>
        </pc:sldMkLst>
      </pc:sldChg>
      <pc:sldChg chg="addSp delSp modSp mod delAnim modNotesTx">
        <pc:chgData name="우진 김" userId="9d5916cb77183fd7" providerId="LiveId" clId="{AF309A99-F3F2-4757-9B2E-37E289642162}" dt="2025-08-12T20:32:39.326" v="3490" actId="1035"/>
        <pc:sldMkLst>
          <pc:docMk/>
          <pc:sldMk cId="2863175468" sldId="378"/>
        </pc:sldMkLst>
        <pc:spChg chg="mod">
          <ac:chgData name="우진 김" userId="9d5916cb77183fd7" providerId="LiveId" clId="{AF309A99-F3F2-4757-9B2E-37E289642162}" dt="2025-08-12T15:46:31.419" v="256" actId="20577"/>
          <ac:spMkLst>
            <pc:docMk/>
            <pc:sldMk cId="2863175468" sldId="378"/>
            <ac:spMk id="7" creationId="{2655A25F-32D3-F5D3-6DCB-DD7CCC3167C5}"/>
          </ac:spMkLst>
        </pc:spChg>
        <pc:spChg chg="mod">
          <ac:chgData name="우진 김" userId="9d5916cb77183fd7" providerId="LiveId" clId="{AF309A99-F3F2-4757-9B2E-37E289642162}" dt="2025-08-12T15:46:52.393" v="258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AF309A99-F3F2-4757-9B2E-37E289642162}" dt="2025-08-12T15:46:43.405" v="257"/>
          <ac:spMkLst>
            <pc:docMk/>
            <pc:sldMk cId="2863175468" sldId="378"/>
            <ac:spMk id="11" creationId="{37098ADA-7E7C-01A0-D824-16F9A71322D2}"/>
          </ac:spMkLst>
        </pc:spChg>
        <pc:spChg chg="add mod">
          <ac:chgData name="우진 김" userId="9d5916cb77183fd7" providerId="LiveId" clId="{AF309A99-F3F2-4757-9B2E-37E289642162}" dt="2025-08-12T20:32:39.326" v="3490" actId="1035"/>
          <ac:spMkLst>
            <pc:docMk/>
            <pc:sldMk cId="2863175468" sldId="378"/>
            <ac:spMk id="16" creationId="{F544F41E-C3FF-2493-5332-681DF6828475}"/>
          </ac:spMkLst>
        </pc:spChg>
        <pc:spChg chg="add mod">
          <ac:chgData name="우진 김" userId="9d5916cb77183fd7" providerId="LiveId" clId="{AF309A99-F3F2-4757-9B2E-37E289642162}" dt="2025-08-12T20:32:39.326" v="3490" actId="1035"/>
          <ac:spMkLst>
            <pc:docMk/>
            <pc:sldMk cId="2863175468" sldId="378"/>
            <ac:spMk id="17" creationId="{127FC307-63C8-069F-3B94-691EB7F5CD69}"/>
          </ac:spMkLst>
        </pc:spChg>
      </pc:sldChg>
      <pc:sldChg chg="modSp mod modNotesTx">
        <pc:chgData name="우진 김" userId="9d5916cb77183fd7" providerId="LiveId" clId="{AF309A99-F3F2-4757-9B2E-37E289642162}" dt="2025-08-12T15:50:00.316" v="347" actId="1076"/>
        <pc:sldMkLst>
          <pc:docMk/>
          <pc:sldMk cId="1822041746" sldId="379"/>
        </pc:sldMkLst>
        <pc:spChg chg="mod">
          <ac:chgData name="우진 김" userId="9d5916cb77183fd7" providerId="LiveId" clId="{AF309A99-F3F2-4757-9B2E-37E289642162}" dt="2025-08-12T15:50:00.316" v="347" actId="1076"/>
          <ac:spMkLst>
            <pc:docMk/>
            <pc:sldMk cId="1822041746" sldId="379"/>
            <ac:spMk id="2" creationId="{A8080E15-B7E4-9F16-A37B-594089A520EB}"/>
          </ac:spMkLst>
        </pc:spChg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80036450" sldId="380"/>
        </pc:sldMkLst>
      </pc:sldChg>
      <pc:sldChg chg="del modNotesTx">
        <pc:chgData name="우진 김" userId="9d5916cb77183fd7" providerId="LiveId" clId="{AF309A99-F3F2-4757-9B2E-37E289642162}" dt="2025-08-12T19:36:03.194" v="2575" actId="2696"/>
        <pc:sldMkLst>
          <pc:docMk/>
          <pc:sldMk cId="2969185520" sldId="38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972959314" sldId="382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125816518" sldId="38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163096262" sldId="38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014498565" sldId="38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736076436" sldId="38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54211891" sldId="38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796638153" sldId="388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67856410" sldId="38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196701872" sldId="39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198328896" sldId="392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802374561" sldId="39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18397829" sldId="39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48147053" sldId="39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94974166" sldId="39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886081644" sldId="39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60540756" sldId="39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734530735" sldId="401"/>
        </pc:sldMkLst>
      </pc:sldChg>
      <pc:sldChg chg="addSp modSp mod modAnim modNotesTx">
        <pc:chgData name="우진 김" userId="9d5916cb77183fd7" providerId="LiveId" clId="{AF309A99-F3F2-4757-9B2E-37E289642162}" dt="2025-08-12T20:59:38.423" v="4317" actId="20577"/>
        <pc:sldMkLst>
          <pc:docMk/>
          <pc:sldMk cId="3089082808" sldId="404"/>
        </pc:sldMkLst>
        <pc:spChg chg="mod">
          <ac:chgData name="우진 김" userId="9d5916cb77183fd7" providerId="LiveId" clId="{AF309A99-F3F2-4757-9B2E-37E289642162}" dt="2025-08-12T20:57:12.333" v="4107" actId="20577"/>
          <ac:spMkLst>
            <pc:docMk/>
            <pc:sldMk cId="3089082808" sldId="404"/>
            <ac:spMk id="2" creationId="{E8D12064-3423-169E-661C-0C7EB821C20A}"/>
          </ac:spMkLst>
        </pc:spChg>
        <pc:spChg chg="mod">
          <ac:chgData name="우진 김" userId="9d5916cb77183fd7" providerId="LiveId" clId="{AF309A99-F3F2-4757-9B2E-37E289642162}" dt="2025-08-12T20:57:50.263" v="4113" actId="20577"/>
          <ac:spMkLst>
            <pc:docMk/>
            <pc:sldMk cId="3089082808" sldId="404"/>
            <ac:spMk id="4" creationId="{D45B3019-B381-F46E-8EE4-06BE675588DA}"/>
          </ac:spMkLst>
        </pc:spChg>
        <pc:spChg chg="mod">
          <ac:chgData name="우진 김" userId="9d5916cb77183fd7" providerId="LiveId" clId="{AF309A99-F3F2-4757-9B2E-37E289642162}" dt="2025-08-12T20:59:07.604" v="4285" actId="20577"/>
          <ac:spMkLst>
            <pc:docMk/>
            <pc:sldMk cId="3089082808" sldId="404"/>
            <ac:spMk id="8" creationId="{5C6E7626-9DE5-EF14-C0A7-C563B961B722}"/>
          </ac:spMkLst>
        </pc:spChg>
        <pc:spChg chg="add mod">
          <ac:chgData name="우진 김" userId="9d5916cb77183fd7" providerId="LiveId" clId="{AF309A99-F3F2-4757-9B2E-37E289642162}" dt="2025-08-12T20:59:22.157" v="4296" actId="20577"/>
          <ac:spMkLst>
            <pc:docMk/>
            <pc:sldMk cId="3089082808" sldId="404"/>
            <ac:spMk id="10" creationId="{6D2EA5E0-6B59-C713-0A9D-20FE5E19A14C}"/>
          </ac:spMkLst>
        </pc:spChg>
        <pc:spChg chg="add mod">
          <ac:chgData name="우진 김" userId="9d5916cb77183fd7" providerId="LiveId" clId="{AF309A99-F3F2-4757-9B2E-37E289642162}" dt="2025-08-12T20:59:30.248" v="4316" actId="20577"/>
          <ac:spMkLst>
            <pc:docMk/>
            <pc:sldMk cId="3089082808" sldId="404"/>
            <ac:spMk id="11" creationId="{79693C90-2664-E0AE-14FC-8D4D841E1522}"/>
          </ac:spMkLst>
        </pc:spChg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10876351" sldId="40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357024136" sldId="40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68993211" sldId="40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0979262" sldId="408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492626652" sldId="40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44759687" sldId="410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925435494" sldId="41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64698161" sldId="41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80486073" sldId="41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408156295" sldId="41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44128383" sldId="416"/>
        </pc:sldMkLst>
      </pc:sldChg>
      <pc:sldChg chg="addSp delSp modSp add mod ord delAnim modNotesTx">
        <pc:chgData name="우진 김" userId="9d5916cb77183fd7" providerId="LiveId" clId="{AF309A99-F3F2-4757-9B2E-37E289642162}" dt="2025-08-12T18:49:54.916" v="1440" actId="20577"/>
        <pc:sldMkLst>
          <pc:docMk/>
          <pc:sldMk cId="3537827683" sldId="417"/>
        </pc:sldMkLst>
      </pc:sldChg>
      <pc:sldChg chg="addSp delSp modSp add mod ord delAnim modNotesTx">
        <pc:chgData name="우진 김" userId="9d5916cb77183fd7" providerId="LiveId" clId="{AF309A99-F3F2-4757-9B2E-37E289642162}" dt="2025-08-12T16:10:29.017" v="558" actId="313"/>
        <pc:sldMkLst>
          <pc:docMk/>
          <pc:sldMk cId="2188655536" sldId="418"/>
        </pc:sldMkLst>
      </pc:sldChg>
      <pc:sldChg chg="addSp delSp modSp add mod">
        <pc:chgData name="우진 김" userId="9d5916cb77183fd7" providerId="LiveId" clId="{AF309A99-F3F2-4757-9B2E-37E289642162}" dt="2025-08-12T16:12:45.727" v="599" actId="1076"/>
        <pc:sldMkLst>
          <pc:docMk/>
          <pc:sldMk cId="2912142347" sldId="419"/>
        </pc:sldMkLst>
      </pc:sldChg>
      <pc:sldChg chg="addSp delSp modSp add mod">
        <pc:chgData name="우진 김" userId="9d5916cb77183fd7" providerId="LiveId" clId="{AF309A99-F3F2-4757-9B2E-37E289642162}" dt="2025-08-12T16:17:57.197" v="733" actId="1076"/>
        <pc:sldMkLst>
          <pc:docMk/>
          <pc:sldMk cId="4107177209" sldId="420"/>
        </pc:sldMkLst>
      </pc:sldChg>
      <pc:sldChg chg="addSp delSp modSp add mod">
        <pc:chgData name="우진 김" userId="9d5916cb77183fd7" providerId="LiveId" clId="{AF309A99-F3F2-4757-9B2E-37E289642162}" dt="2025-08-12T17:40:38.391" v="880" actId="1076"/>
        <pc:sldMkLst>
          <pc:docMk/>
          <pc:sldMk cId="2206224731" sldId="421"/>
        </pc:sldMkLst>
      </pc:sldChg>
      <pc:sldChg chg="addSp delSp modSp add mod">
        <pc:chgData name="우진 김" userId="9d5916cb77183fd7" providerId="LiveId" clId="{AF309A99-F3F2-4757-9B2E-37E289642162}" dt="2025-08-12T17:48:35.529" v="956" actId="1076"/>
        <pc:sldMkLst>
          <pc:docMk/>
          <pc:sldMk cId="359152800" sldId="422"/>
        </pc:sldMkLst>
      </pc:sldChg>
      <pc:sldChg chg="addSp delSp modSp add mod">
        <pc:chgData name="우진 김" userId="9d5916cb77183fd7" providerId="LiveId" clId="{AF309A99-F3F2-4757-9B2E-37E289642162}" dt="2025-08-12T17:57:08.617" v="1184" actId="1035"/>
        <pc:sldMkLst>
          <pc:docMk/>
          <pc:sldMk cId="2934031354" sldId="423"/>
        </pc:sldMkLst>
      </pc:sldChg>
      <pc:sldChg chg="addSp delSp modSp add mod delAnim modNotesTx">
        <pc:chgData name="우진 김" userId="9d5916cb77183fd7" providerId="LiveId" clId="{AF309A99-F3F2-4757-9B2E-37E289642162}" dt="2025-08-12T17:59:24.778" v="1189" actId="20577"/>
        <pc:sldMkLst>
          <pc:docMk/>
          <pc:sldMk cId="2710845988" sldId="424"/>
        </pc:sldMkLst>
      </pc:sldChg>
      <pc:sldChg chg="modSp add ord">
        <pc:chgData name="우진 김" userId="9d5916cb77183fd7" providerId="LiveId" clId="{AF309A99-F3F2-4757-9B2E-37E289642162}" dt="2025-08-12T18:49:46.999" v="1438"/>
        <pc:sldMkLst>
          <pc:docMk/>
          <pc:sldMk cId="2400302449" sldId="425"/>
        </pc:sldMkLst>
        <pc:spChg chg="mod">
          <ac:chgData name="우진 김" userId="9d5916cb77183fd7" providerId="LiveId" clId="{AF309A99-F3F2-4757-9B2E-37E289642162}" dt="2025-08-12T18:49:25.798" v="1432"/>
          <ac:spMkLst>
            <pc:docMk/>
            <pc:sldMk cId="2400302449" sldId="425"/>
            <ac:spMk id="2" creationId="{DB3DD6B4-ACA1-BB01-7B14-1A1FC1330288}"/>
          </ac:spMkLst>
        </pc:spChg>
      </pc:sldChg>
      <pc:sldChg chg="addSp delSp modSp add mod modAnim">
        <pc:chgData name="우진 김" userId="9d5916cb77183fd7" providerId="LiveId" clId="{AF309A99-F3F2-4757-9B2E-37E289642162}" dt="2025-08-12T18:50:00.809" v="1442"/>
        <pc:sldMkLst>
          <pc:docMk/>
          <pc:sldMk cId="3531411043" sldId="426"/>
        </pc:sldMkLst>
        <pc:spChg chg="add mod">
          <ac:chgData name="우진 김" userId="9d5916cb77183fd7" providerId="LiveId" clId="{AF309A99-F3F2-4757-9B2E-37E289642162}" dt="2025-08-12T18:50:00.809" v="1442"/>
          <ac:spMkLst>
            <pc:docMk/>
            <pc:sldMk cId="3531411043" sldId="426"/>
            <ac:spMk id="2" creationId="{FE8F7421-9B52-F382-C306-9E50B9740D75}"/>
          </ac:spMkLst>
        </pc:spChg>
        <pc:spChg chg="mod">
          <ac:chgData name="우진 김" userId="9d5916cb77183fd7" providerId="LiveId" clId="{AF309A99-F3F2-4757-9B2E-37E289642162}" dt="2025-08-12T18:02:00.706" v="1207" actId="1076"/>
          <ac:spMkLst>
            <pc:docMk/>
            <pc:sldMk cId="3531411043" sldId="426"/>
            <ac:spMk id="20" creationId="{0C65981D-3DA2-CF8A-DC77-6F80A68BCDC3}"/>
          </ac:spMkLst>
        </pc:spChg>
        <pc:spChg chg="mod">
          <ac:chgData name="우진 김" userId="9d5916cb77183fd7" providerId="LiveId" clId="{AF309A99-F3F2-4757-9B2E-37E289642162}" dt="2025-08-12T18:02:00.706" v="1207" actId="1076"/>
          <ac:spMkLst>
            <pc:docMk/>
            <pc:sldMk cId="3531411043" sldId="426"/>
            <ac:spMk id="33" creationId="{92194694-4AE2-A937-1D8F-D031FF247358}"/>
          </ac:spMkLst>
        </pc:spChg>
        <pc:graphicFrameChg chg="mod">
          <ac:chgData name="우진 김" userId="9d5916cb77183fd7" providerId="LiveId" clId="{AF309A99-F3F2-4757-9B2E-37E289642162}" dt="2025-08-12T18:02:00.706" v="1207" actId="1076"/>
          <ac:graphicFrameMkLst>
            <pc:docMk/>
            <pc:sldMk cId="3531411043" sldId="426"/>
            <ac:graphicFrameMk id="26" creationId="{1D27D894-8F72-AD1A-4466-C253BBAF64AC}"/>
          </ac:graphicFrameMkLst>
        </pc:graphicFrameChg>
        <pc:graphicFrameChg chg="mod">
          <ac:chgData name="우진 김" userId="9d5916cb77183fd7" providerId="LiveId" clId="{AF309A99-F3F2-4757-9B2E-37E289642162}" dt="2025-08-12T18:02:00.706" v="1207" actId="1076"/>
          <ac:graphicFrameMkLst>
            <pc:docMk/>
            <pc:sldMk cId="3531411043" sldId="426"/>
            <ac:graphicFrameMk id="27" creationId="{EBEFFA60-5876-AF8C-48D3-6703C2D42B7E}"/>
          </ac:graphicFrameMkLst>
        </pc:graphicFrameChg>
        <pc:graphicFrameChg chg="mod">
          <ac:chgData name="우진 김" userId="9d5916cb77183fd7" providerId="LiveId" clId="{AF309A99-F3F2-4757-9B2E-37E289642162}" dt="2025-08-12T18:02:00.706" v="1207" actId="1076"/>
          <ac:graphicFrameMkLst>
            <pc:docMk/>
            <pc:sldMk cId="3531411043" sldId="426"/>
            <ac:graphicFrameMk id="32" creationId="{BDBF3872-D36B-A20D-4CB4-217D58A3112A}"/>
          </ac:graphicFrameMkLst>
        </pc:graphicFrameChg>
        <pc:cxnChg chg="mod">
          <ac:chgData name="우진 김" userId="9d5916cb77183fd7" providerId="LiveId" clId="{AF309A99-F3F2-4757-9B2E-37E289642162}" dt="2025-08-12T18:02:00.706" v="1207" actId="1076"/>
          <ac:cxnSpMkLst>
            <pc:docMk/>
            <pc:sldMk cId="3531411043" sldId="426"/>
            <ac:cxnSpMk id="29" creationId="{5034A274-20E2-A412-C82F-A87429C483ED}"/>
          </ac:cxnSpMkLst>
        </pc:cxnChg>
        <pc:cxnChg chg="mod">
          <ac:chgData name="우진 김" userId="9d5916cb77183fd7" providerId="LiveId" clId="{AF309A99-F3F2-4757-9B2E-37E289642162}" dt="2025-08-12T18:02:00.706" v="1207" actId="1076"/>
          <ac:cxnSpMkLst>
            <pc:docMk/>
            <pc:sldMk cId="3531411043" sldId="426"/>
            <ac:cxnSpMk id="31" creationId="{A15DAF56-3610-AA9A-BAC3-E16E50E636F3}"/>
          </ac:cxnSpMkLst>
        </pc:cxnChg>
      </pc:sldChg>
      <pc:sldChg chg="addSp delSp modSp add mod delAnim">
        <pc:chgData name="우진 김" userId="9d5916cb77183fd7" providerId="LiveId" clId="{AF309A99-F3F2-4757-9B2E-37E289642162}" dt="2025-08-12T18:50:04.754" v="1444"/>
        <pc:sldMkLst>
          <pc:docMk/>
          <pc:sldMk cId="2536581800" sldId="427"/>
        </pc:sldMkLst>
        <pc:spChg chg="mod">
          <ac:chgData name="우진 김" userId="9d5916cb77183fd7" providerId="LiveId" clId="{AF309A99-F3F2-4757-9B2E-37E289642162}" dt="2025-08-12T18:06:19.972" v="1209"/>
          <ac:spMkLst>
            <pc:docMk/>
            <pc:sldMk cId="2536581800" sldId="427"/>
            <ac:spMk id="4" creationId="{D3DAAC55-68A1-BC02-A88D-27B151FAE121}"/>
          </ac:spMkLst>
        </pc:spChg>
        <pc:spChg chg="add mod">
          <ac:chgData name="우진 김" userId="9d5916cb77183fd7" providerId="LiveId" clId="{AF309A99-F3F2-4757-9B2E-37E289642162}" dt="2025-08-12T18:09:28.754" v="1222"/>
          <ac:spMkLst>
            <pc:docMk/>
            <pc:sldMk cId="2536581800" sldId="427"/>
            <ac:spMk id="5" creationId="{16362A4B-18EA-8EA3-52A3-0F9B783CDCDD}"/>
          </ac:spMkLst>
        </pc:spChg>
        <pc:spChg chg="add mod">
          <ac:chgData name="우진 김" userId="9d5916cb77183fd7" providerId="LiveId" clId="{AF309A99-F3F2-4757-9B2E-37E289642162}" dt="2025-08-12T18:11:39.746" v="1328" actId="1076"/>
          <ac:spMkLst>
            <pc:docMk/>
            <pc:sldMk cId="2536581800" sldId="427"/>
            <ac:spMk id="6" creationId="{D2D4A2D4-457F-0A2A-F18D-B2B1BE1A2437}"/>
          </ac:spMkLst>
        </pc:spChg>
        <pc:spChg chg="add mod">
          <ac:chgData name="우진 김" userId="9d5916cb77183fd7" providerId="LiveId" clId="{AF309A99-F3F2-4757-9B2E-37E289642162}" dt="2025-08-12T18:12:01.208" v="1333"/>
          <ac:spMkLst>
            <pc:docMk/>
            <pc:sldMk cId="2536581800" sldId="427"/>
            <ac:spMk id="7" creationId="{6D92D4D2-4754-1566-1821-21E4BED5D6B1}"/>
          </ac:spMkLst>
        </pc:spChg>
        <pc:spChg chg="mod">
          <ac:chgData name="우진 김" userId="9d5916cb77183fd7" providerId="LiveId" clId="{AF309A99-F3F2-4757-9B2E-37E289642162}" dt="2025-08-12T18:08:54.456" v="1214" actId="14100"/>
          <ac:spMkLst>
            <pc:docMk/>
            <pc:sldMk cId="2536581800" sldId="427"/>
            <ac:spMk id="10" creationId="{8EB7D1AB-FBE8-A9C7-E3E0-6012A4FF74C1}"/>
          </ac:spMkLst>
        </pc:spChg>
      </pc:sldChg>
      <pc:sldChg chg="addSp delSp modSp add mod">
        <pc:chgData name="우진 김" userId="9d5916cb77183fd7" providerId="LiveId" clId="{AF309A99-F3F2-4757-9B2E-37E289642162}" dt="2025-08-12T18:50:07.155" v="1446"/>
        <pc:sldMkLst>
          <pc:docMk/>
          <pc:sldMk cId="2343617760" sldId="428"/>
        </pc:sldMkLst>
      </pc:sldChg>
      <pc:sldChg chg="add ord">
        <pc:chgData name="우진 김" userId="9d5916cb77183fd7" providerId="LiveId" clId="{AF309A99-F3F2-4757-9B2E-37E289642162}" dt="2025-08-12T18:49:45.120" v="1436"/>
        <pc:sldMkLst>
          <pc:docMk/>
          <pc:sldMk cId="4135360270" sldId="429"/>
        </pc:sldMkLst>
      </pc:sldChg>
      <pc:sldChg chg="delSp modSp add mod delAnim modNotesTx">
        <pc:chgData name="우진 김" userId="9d5916cb77183fd7" providerId="LiveId" clId="{AF309A99-F3F2-4757-9B2E-37E289642162}" dt="2025-08-12T18:56:06.669" v="1589" actId="6549"/>
        <pc:sldMkLst>
          <pc:docMk/>
          <pc:sldMk cId="740634538" sldId="435"/>
        </pc:sldMkLst>
        <pc:spChg chg="mod">
          <ac:chgData name="우진 김" userId="9d5916cb77183fd7" providerId="LiveId" clId="{AF309A99-F3F2-4757-9B2E-37E289642162}" dt="2025-08-12T18:51:51.734" v="1462" actId="1076"/>
          <ac:spMkLst>
            <pc:docMk/>
            <pc:sldMk cId="740634538" sldId="435"/>
            <ac:spMk id="3" creationId="{BF7C66C1-15A0-9401-CA34-C65C8D242EBE}"/>
          </ac:spMkLst>
        </pc:spChg>
        <pc:spChg chg="mod">
          <ac:chgData name="우진 김" userId="9d5916cb77183fd7" providerId="LiveId" clId="{AF309A99-F3F2-4757-9B2E-37E289642162}" dt="2025-08-12T18:51:33.230" v="1457" actId="1076"/>
          <ac:spMkLst>
            <pc:docMk/>
            <pc:sldMk cId="740634538" sldId="435"/>
            <ac:spMk id="5" creationId="{882CF4F3-68D4-B1DC-49CC-CCDB1C84ACBA}"/>
          </ac:spMkLst>
        </pc:spChg>
        <pc:spChg chg="mod">
          <ac:chgData name="우진 김" userId="9d5916cb77183fd7" providerId="LiveId" clId="{AF309A99-F3F2-4757-9B2E-37E289642162}" dt="2025-08-12T18:51:33.230" v="1457" actId="1076"/>
          <ac:spMkLst>
            <pc:docMk/>
            <pc:sldMk cId="740634538" sldId="435"/>
            <ac:spMk id="6" creationId="{4C8C9F2F-7C0C-5B20-5DC9-70F9B17C7EFE}"/>
          </ac:spMkLst>
        </pc:spChg>
        <pc:spChg chg="mod">
          <ac:chgData name="우진 김" userId="9d5916cb77183fd7" providerId="LiveId" clId="{AF309A99-F3F2-4757-9B2E-37E289642162}" dt="2025-08-12T18:51:38.815" v="1459" actId="1076"/>
          <ac:spMkLst>
            <pc:docMk/>
            <pc:sldMk cId="740634538" sldId="435"/>
            <ac:spMk id="17" creationId="{363A0009-7AE8-C86B-A17E-7F748B604FC6}"/>
          </ac:spMkLst>
        </pc:spChg>
        <pc:picChg chg="mod">
          <ac:chgData name="우진 김" userId="9d5916cb77183fd7" providerId="LiveId" clId="{AF309A99-F3F2-4757-9B2E-37E289642162}" dt="2025-08-12T18:51:33.230" v="1457" actId="1076"/>
          <ac:picMkLst>
            <pc:docMk/>
            <pc:sldMk cId="740634538" sldId="435"/>
            <ac:picMk id="9" creationId="{4D8BE914-81E9-AACD-A83B-39E3FDC64AD6}"/>
          </ac:picMkLst>
        </pc:picChg>
        <pc:picChg chg="mod">
          <ac:chgData name="우진 김" userId="9d5916cb77183fd7" providerId="LiveId" clId="{AF309A99-F3F2-4757-9B2E-37E289642162}" dt="2025-08-12T18:51:33.230" v="1457" actId="1076"/>
          <ac:picMkLst>
            <pc:docMk/>
            <pc:sldMk cId="740634538" sldId="435"/>
            <ac:picMk id="19" creationId="{3D133A40-5B5B-D76F-F766-5A4A265221F6}"/>
          </ac:picMkLst>
        </pc:picChg>
      </pc:sldChg>
      <pc:sldChg chg="addSp delSp modSp add mod delAnim modNotesTx">
        <pc:chgData name="우진 김" userId="9d5916cb77183fd7" providerId="LiveId" clId="{AF309A99-F3F2-4757-9B2E-37E289642162}" dt="2025-08-12T18:56:03.206" v="1588" actId="6549"/>
        <pc:sldMkLst>
          <pc:docMk/>
          <pc:sldMk cId="2202930638" sldId="436"/>
        </pc:sldMkLst>
      </pc:sldChg>
      <pc:sldChg chg="addSp delSp modSp add mod delAnim modNotesTx">
        <pc:chgData name="우진 김" userId="9d5916cb77183fd7" providerId="LiveId" clId="{AF309A99-F3F2-4757-9B2E-37E289642162}" dt="2025-08-12T18:55:57.373" v="1586" actId="6549"/>
        <pc:sldMkLst>
          <pc:docMk/>
          <pc:sldMk cId="1101785127" sldId="437"/>
        </pc:sldMkLst>
      </pc:sldChg>
      <pc:sldChg chg="addSp delSp modSp add del mod">
        <pc:chgData name="우진 김" userId="9d5916cb77183fd7" providerId="LiveId" clId="{AF309A99-F3F2-4757-9B2E-37E289642162}" dt="2025-08-12T18:52:55.257" v="1467" actId="2696"/>
        <pc:sldMkLst>
          <pc:docMk/>
          <pc:sldMk cId="1082338921" sldId="438"/>
        </pc:sldMkLst>
      </pc:sldChg>
      <pc:sldChg chg="addSp delSp modSp add mod delAnim modNotesTx">
        <pc:chgData name="우진 김" userId="9d5916cb77183fd7" providerId="LiveId" clId="{AF309A99-F3F2-4757-9B2E-37E289642162}" dt="2025-08-12T18:55:59.989" v="1587" actId="6549"/>
        <pc:sldMkLst>
          <pc:docMk/>
          <pc:sldMk cId="1005495404" sldId="439"/>
        </pc:sldMkLst>
        <pc:spChg chg="mod">
          <ac:chgData name="우진 김" userId="9d5916cb77183fd7" providerId="LiveId" clId="{AF309A99-F3F2-4757-9B2E-37E289642162}" dt="2025-08-12T18:54:11.454" v="1488" actId="1076"/>
          <ac:spMkLst>
            <pc:docMk/>
            <pc:sldMk cId="1005495404" sldId="439"/>
            <ac:spMk id="35" creationId="{4ABE9556-EE0E-6D69-36AE-5947D5E0B63F}"/>
          </ac:spMkLst>
        </pc:spChg>
      </pc:sldChg>
      <pc:sldChg chg="delSp modSp add mod ord delAnim">
        <pc:chgData name="우진 김" userId="9d5916cb77183fd7" providerId="LiveId" clId="{AF309A99-F3F2-4757-9B2E-37E289642162}" dt="2025-08-12T18:55:12.490" v="1529" actId="478"/>
        <pc:sldMkLst>
          <pc:docMk/>
          <pc:sldMk cId="1147131642" sldId="440"/>
        </pc:sldMkLst>
        <pc:spChg chg="mod">
          <ac:chgData name="우진 김" userId="9d5916cb77183fd7" providerId="LiveId" clId="{AF309A99-F3F2-4757-9B2E-37E289642162}" dt="2025-08-12T18:55:03.153" v="1528" actId="20577"/>
          <ac:spMkLst>
            <pc:docMk/>
            <pc:sldMk cId="1147131642" sldId="440"/>
            <ac:spMk id="2" creationId="{669F6EF2-0CDF-CBDB-D485-DE3E07EC4B56}"/>
          </ac:spMkLst>
        </pc:spChg>
      </pc:sldChg>
      <pc:sldChg chg="addSp delSp modSp add mod ord modNotesTx">
        <pc:chgData name="우진 김" userId="9d5916cb77183fd7" providerId="LiveId" clId="{AF309A99-F3F2-4757-9B2E-37E289642162}" dt="2025-08-12T19:25:52.856" v="2183" actId="1076"/>
        <pc:sldMkLst>
          <pc:docMk/>
          <pc:sldMk cId="139442293" sldId="441"/>
        </pc:sldMkLst>
      </pc:sldChg>
      <pc:sldChg chg="addSp delSp modSp add mod ord">
        <pc:chgData name="우진 김" userId="9d5916cb77183fd7" providerId="LiveId" clId="{AF309A99-F3F2-4757-9B2E-37E289642162}" dt="2025-08-12T19:05:26.870" v="1697" actId="1076"/>
        <pc:sldMkLst>
          <pc:docMk/>
          <pc:sldMk cId="2587390173" sldId="442"/>
        </pc:sldMkLst>
      </pc:sldChg>
      <pc:sldChg chg="addSp delSp modSp add mod">
        <pc:chgData name="우진 김" userId="9d5916cb77183fd7" providerId="LiveId" clId="{AF309A99-F3F2-4757-9B2E-37E289642162}" dt="2025-08-12T19:14:06.046" v="1935" actId="1076"/>
        <pc:sldMkLst>
          <pc:docMk/>
          <pc:sldMk cId="4258911746" sldId="443"/>
        </pc:sldMkLst>
      </pc:sldChg>
      <pc:sldChg chg="addSp delSp modSp add mod">
        <pc:chgData name="우진 김" userId="9d5916cb77183fd7" providerId="LiveId" clId="{AF309A99-F3F2-4757-9B2E-37E289642162}" dt="2025-08-12T19:35:29.296" v="2574" actId="14100"/>
        <pc:sldMkLst>
          <pc:docMk/>
          <pc:sldMk cId="2414032160" sldId="444"/>
        </pc:sldMkLst>
      </pc:sldChg>
      <pc:sldChg chg="addSp delSp modSp add mod">
        <pc:chgData name="우진 김" userId="9d5916cb77183fd7" providerId="LiveId" clId="{AF309A99-F3F2-4757-9B2E-37E289642162}" dt="2025-08-12T19:43:33.067" v="2727" actId="20577"/>
        <pc:sldMkLst>
          <pc:docMk/>
          <pc:sldMk cId="1815798053" sldId="445"/>
        </pc:sldMkLst>
      </pc:sldChg>
      <pc:sldChg chg="addSp delSp modSp add mod">
        <pc:chgData name="우진 김" userId="9d5916cb77183fd7" providerId="LiveId" clId="{AF309A99-F3F2-4757-9B2E-37E289642162}" dt="2025-08-12T20:18:45.803" v="2842" actId="113"/>
        <pc:sldMkLst>
          <pc:docMk/>
          <pc:sldMk cId="397616189" sldId="446"/>
        </pc:sldMkLst>
      </pc:sldChg>
      <pc:sldChg chg="addSp delSp modSp add mod">
        <pc:chgData name="우진 김" userId="9d5916cb77183fd7" providerId="LiveId" clId="{AF309A99-F3F2-4757-9B2E-37E289642162}" dt="2025-08-12T20:21:20.652" v="2983" actId="1076"/>
        <pc:sldMkLst>
          <pc:docMk/>
          <pc:sldMk cId="491416665" sldId="447"/>
        </pc:sldMkLst>
      </pc:sldChg>
      <pc:sldChg chg="addSp delSp modSp add mod">
        <pc:chgData name="우진 김" userId="9d5916cb77183fd7" providerId="LiveId" clId="{AF309A99-F3F2-4757-9B2E-37E289642162}" dt="2025-08-12T20:30:06.449" v="3480" actId="1076"/>
        <pc:sldMkLst>
          <pc:docMk/>
          <pc:sldMk cId="3025201000" sldId="448"/>
        </pc:sldMkLst>
      </pc:sldChg>
      <pc:sldChg chg="addSp delSp modSp add mod">
        <pc:chgData name="우진 김" userId="9d5916cb77183fd7" providerId="LiveId" clId="{AF309A99-F3F2-4757-9B2E-37E289642162}" dt="2025-08-12T20:40:36.111" v="3667" actId="20577"/>
        <pc:sldMkLst>
          <pc:docMk/>
          <pc:sldMk cId="191578725" sldId="449"/>
        </pc:sldMkLst>
      </pc:sldChg>
      <pc:sldChg chg="addSp delSp modSp add mod">
        <pc:chgData name="우진 김" userId="9d5916cb77183fd7" providerId="LiveId" clId="{AF309A99-F3F2-4757-9B2E-37E289642162}" dt="2025-08-12T20:53:39.126" v="3969" actId="20577"/>
        <pc:sldMkLst>
          <pc:docMk/>
          <pc:sldMk cId="349146373" sldId="450"/>
        </pc:sldMkLst>
      </pc:sldChg>
      <pc:sldChg chg="modSp add mod ord">
        <pc:chgData name="우진 김" userId="9d5916cb77183fd7" providerId="LiveId" clId="{AF309A99-F3F2-4757-9B2E-37E289642162}" dt="2025-08-12T20:48:56.402" v="3814" actId="1076"/>
        <pc:sldMkLst>
          <pc:docMk/>
          <pc:sldMk cId="918876948" sldId="451"/>
        </pc:sldMkLst>
      </pc:sldChg>
      <pc:sldChg chg="addSp delSp modSp add mod">
        <pc:chgData name="우진 김" userId="9d5916cb77183fd7" providerId="LiveId" clId="{AF309A99-F3F2-4757-9B2E-37E289642162}" dt="2025-08-12T20:56:51.106" v="4078" actId="20577"/>
        <pc:sldMkLst>
          <pc:docMk/>
          <pc:sldMk cId="3726051797" sldId="452"/>
        </pc:sldMkLst>
      </pc:sldChg>
      <pc:sldMasterChg chg="modSldLayout">
        <pc:chgData name="우진 김" userId="9d5916cb77183fd7" providerId="LiveId" clId="{AF309A99-F3F2-4757-9B2E-37E289642162}" dt="2025-08-12T18:51:16.116" v="1455"/>
        <pc:sldMasterMkLst>
          <pc:docMk/>
          <pc:sldMasterMk cId="471148940" sldId="2147483648"/>
        </pc:sldMasterMkLst>
        <pc:sldLayoutChg chg="addSp delSp modSp mod">
          <pc:chgData name="우진 김" userId="9d5916cb77183fd7" providerId="LiveId" clId="{AF309A99-F3F2-4757-9B2E-37E289642162}" dt="2025-08-12T18:51:16.116" v="1455"/>
          <pc:sldLayoutMkLst>
            <pc:docMk/>
            <pc:sldMasterMk cId="471148940" sldId="2147483648"/>
            <pc:sldLayoutMk cId="1425795397" sldId="2147483654"/>
          </pc:sldLayoutMkLst>
          <pc:cxnChg chg="add mod">
            <ac:chgData name="우진 김" userId="9d5916cb77183fd7" providerId="LiveId" clId="{AF309A99-F3F2-4757-9B2E-37E289642162}" dt="2025-08-12T18:01:16.604" v="1205"/>
            <ac:cxnSpMkLst>
              <pc:docMk/>
              <pc:sldMasterMk cId="471148940" sldId="2147483648"/>
              <pc:sldLayoutMk cId="1425795397" sldId="2147483654"/>
              <ac:cxnSpMk id="3" creationId="{AAE592DD-0C68-200B-28E2-2DEFACDCF9AF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39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65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03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8788-C721-35F5-7CD9-683A092A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B37E6-C0D4-0111-B9CD-ECD5C5086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1F15F2-282D-70CA-AD7E-8B8AC7228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4BDF7-47A2-EE5E-ABBF-EF4B0F814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98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FA5B-35C8-83E1-C2D4-05A3254C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364007-531B-53AE-D0D2-53C269622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86050C-1753-B3A3-987C-181E113A2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69A60-3A05-A8A7-9F8F-069F41C6F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50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17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03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73FF-B119-38E2-ECDE-E3F75692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4FD5F-7BD7-7ECF-C8E4-051D44C0E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5C6822-F003-164F-3F4A-FD6F7A727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3B1BFD-AB97-431B-D91E-4B7950833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46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2CFA-CF76-E942-5790-5C9600CB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1FE8AC-9699-1F44-286D-8CB422BDA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B0213D-2BA0-8309-7989-9D59CE368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F4C5F-BAF0-22A5-7A75-DC5ADEA5F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1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C0EA-28F3-2A53-8ED8-57135A51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535C5-A3C6-DCD0-A1E8-78D31376D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052696-CCD7-5987-DCB7-D33A6D6D0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32D7C-39F3-AAD3-6202-B92141D1C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00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AAF7-DE6E-9507-9E25-A2AE343C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9E912A-E1D1-A7CB-E379-2A7D8D709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B4E7FA-1788-B718-5B21-AFBA192CD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E4DE1-503E-2810-B163-EEB95F469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7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E4F1-DDAD-DE1A-B6EB-500C6428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E3026C-7D94-EA30-A452-AF1D0108B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9A6A6-B07B-CD15-D18F-06DD3C816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49797A-C0FD-0151-2B50-106C9C06D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6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0D20-FCDC-DF23-81C9-4FAA0A54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15865A-5C53-19A1-ECF9-25CA93161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3B27B-98C5-EF4B-CDCC-C413C9978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073AA-CACD-7886-0EB8-04C996B47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84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60523-AFD3-6845-1F9B-0622DE2C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B573E8-418A-2AC2-2997-D74A1EC7D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6A8095-8502-22CF-E4D4-1D61F7F22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06522-0F9A-B43E-8464-D15DC2982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87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67F8E-9676-8C76-FE03-0B119146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6F00B4-C876-6838-1717-062E918FF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12860C-ECF0-0F6A-BB2A-83D3A5629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7A28CE-05E0-281B-097A-63C182974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02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252D-E3C7-2C8D-FB11-1C6358B0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503A12-41C7-BF68-F347-1AF41B4C8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F84EA6-CFB7-C361-E350-18F53E44B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35A7C-D990-96DB-25A1-054BAD058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68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85A32-54CD-DC4C-C94F-F1F91873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56058-EFA6-C6F2-6098-FE0267BCF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C9CE56-3F91-956D-20AB-F5378639E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28631C-C9F9-62BB-BF2C-A9E009DBB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54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8C50-6E96-B775-695F-E94ECD51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2E3A7C-BEFE-9835-E890-C23C5F487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E94E11-28D8-9968-39B1-0A893372F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1B0FA-D2EA-10D9-B7B0-3010F38C2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77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6057-8FF8-394A-571A-4D85E16E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26629B-8396-9464-7AB7-88D2443DE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26B4E9-933D-A6EB-DAF3-CEC353103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C62C85-ECA1-D8B1-DD60-E923DD816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84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2409-213A-3477-4817-50B28432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639A73-FAE0-13B1-72B9-6BA3CA70D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0836E9-8B85-A445-592E-A6408CFD9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290A7F-B627-BCA4-85A8-B0623887F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03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E0199-2111-F8B8-7FAE-6F522C41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BE9C35-D0BE-12BC-52F4-84C752B6A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DCF92-6FB5-E0A9-0B2C-A98334628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D21F-1EDF-1E00-9814-01BD0C78D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6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F1DD-D866-0FBA-77D4-D23CD983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BA7584-B31D-2A71-7DCC-9F3DFFEC0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C0AF7D-B0B6-D416-8599-E03EA2684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A4476-4B04-A22F-2E52-45FA4F647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476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CA6B-9353-08B0-D86C-88A401CA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7C84E7-9D96-C0CE-8285-1940D846D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703A65-E8F2-695B-C713-995CA60C3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E7EF89-CF0D-AD29-4B80-FA1E12810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011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207B-664C-9844-79A5-35A6A3E2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81ACD9-33F0-352A-9FAE-12A971C3B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46C0B9-BAB9-65F0-82B7-63526EAE3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02BAB-82A8-A703-4023-B980B2F9C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0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332F-4263-7B2C-A22E-A36EB46B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742624-76F6-5C07-9D3C-E9B2C2783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EAA566-CBB1-1FAD-4B70-8359A6C8E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011F87-F890-194F-9DE4-FBF5CE77E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59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ADA3D-AA90-DDE1-91C4-FA33B120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7B9090-D47F-97ED-B5AA-CB5184F1F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ADAB9-C742-41B0-6D22-9E4192FEA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C0967-E89B-FD97-3AF4-422C2ACC3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3139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AAB8-E84C-1B51-30B5-EA16D467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4E1C1B-33FA-49BA-E36B-54D9CF81C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11AD5C-A8FD-532A-3909-D9E6D5CE5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2E4FD-7D07-7A2C-FD67-6F8948B2B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31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6C14A-2966-C609-429B-F3741CC6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F6D828-6DBF-B935-FE25-CA8919254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9D70E-2524-18F6-6E0E-C2640D3D3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E422D-E68C-8484-E62D-F072C98EA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43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2E4A5-3CC5-BCF6-42F8-C0D4D9FE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F7CA85-10B5-9937-F950-7FAC925E8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42427B-1579-94D7-9B35-4F585993E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17D00-DC89-0CF1-D152-B7C0EE795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558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33CB-13F7-FBC8-0A4D-6F91D259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72398-D572-018E-8E44-0840FD521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4E2B42-5AB8-64AE-FF06-8EDCFA3AD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A0100-7733-7AC8-0D9E-C80E6640E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090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2B6F-D20A-B21C-F44A-F52CA65B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6C95C9-8912-6F7F-4323-9895F8F40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41D27F-3835-24D9-ED7C-8ED7A429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98B5BA-7184-DA2A-F55A-7A1ADBA1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963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0A0A-093A-9286-5804-16658B54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8CA75-B60A-B19F-1D3C-03AE97B97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1B329C-BF5C-1C2D-8D7F-77DF67750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59F390-DA22-B95E-FE08-AE54869F5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14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1C71-2A2A-CF79-0498-E1A3889DA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D461FA-F263-2D5D-EE4A-C91BBA98A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A10D5B-D3DE-2E21-7F41-1BB62CACD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5A4AC-DD78-5C0F-D633-2BC937601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477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C97E-54C0-B676-88D1-65FF8911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F83D2E-CF8B-FB0A-5D4B-C313D21C2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5929B1-7794-0823-4B18-95212AA82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6EAD5-7A94-9FB9-5B38-0479A53D4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562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E182-741F-43CD-A21C-48F252E6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01DB42-EF37-6E59-2715-740281E5F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3C8BE-F22C-CF37-83A7-99559790D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AC2F0-9B70-E35B-06BB-742BDCED6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703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45F31-78D2-4FEC-0027-83839129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70A1B-4A99-FE4E-C999-7F07F6BDD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C2D4BF-C170-F2B3-5801-20D8289B0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015A4F-5960-9EC2-48FB-B9A3B0920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748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3120C-F1DD-C6BB-19FA-4512DB10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F85447-4635-C89B-4088-E388D6B98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73D27C-E400-C372-7B5A-89C7C866C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C076DB-A062-849D-5D73-AC137FF61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965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2432-8189-1B04-3009-A1ADEEDF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6F528-16D8-2848-D3E4-AD64E55C1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FA0E13-2AEB-F3F9-08FD-3CB0154BB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BCA82-B0B1-5815-0EA7-39FC22654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4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3D69-4DE6-7046-4118-3E4A97CD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920985-4918-D1B4-405A-B989D9C9A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BEEE46-BA78-0081-9F9F-A4C8B5417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EF13F-8082-7C07-9DD0-A82749D54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178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517C-300D-2E70-A5FC-DE7A3DB7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FA453F-C843-2E52-1F10-F12054BFE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8C35B-4AEB-A516-5710-A1750A622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4B560C-2F6B-1E4E-CEF6-CC61F94D7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339C0-DEA1-79B4-94F9-AC137CAD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9F5713-AFB2-0077-53AB-1943E22FA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9FE4D1-B559-DD8F-3373-8CACAD774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6127F-5D30-B150-422C-2165700A6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022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70FA-ED9F-8E98-423B-A0D9703F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1B514-D6AD-DC86-CEE3-4554F30F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07A7F9-7B43-D11A-BE54-2B7C67741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6E3E1-C476-8241-850C-C857AFA80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572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65368-3FD5-9026-CBA4-525D4557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68365-1D41-12B1-A5A2-E22F4F72E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E6ECE9-2DDC-E91B-0F57-F6E8EF0DA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5B0B86-7CB0-F04F-F26E-10E9D66A6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80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1216-B5E9-B8E7-85B0-78433AFA6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CDF4E8-852A-8125-98D6-82B445AE3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51D97C-81E5-C65A-F0E0-0530AE9B6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3BD35-30B7-81B9-CE93-4F2C8630A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781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4129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4B00-4351-893E-E97D-CD5578D3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71EBBA-4C63-E483-B145-BBC6B44BA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363513-123A-16B6-C54E-AC71782E6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E698D-59F8-F624-8C23-080E95A3A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564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E047-28F6-B947-48EE-138EFCA5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AB3A47-BC6A-0208-DA78-2A60C2A3B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997934-EB0F-AA60-AEC5-404C75E5E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9DCF7-4E6E-4E24-9454-4719BAF4B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490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7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3F7A79-4BB1-6072-2B14-1040FFD251C7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9E6566-BEE7-0244-9C49-C4C13FC1CF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3578B78F-8DAA-16C1-A842-6640545721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C06510-F34D-96D2-B3FD-A1FB579C1D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E7DE7D0-6886-5240-D8AA-493375D0F91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Section layout: Enter </a:t>
            </a:r>
            <a:br>
              <a:rPr lang="en-US" dirty="0"/>
            </a:br>
            <a:r>
              <a:rPr lang="en-US" dirty="0"/>
              <a:t>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C79AD1E-BD19-F31A-84F5-2BAC50F4A65A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/>
              <a:t>‹#›</a:t>
            </a:fld>
            <a:endParaRPr lang="en-US" b="0" i="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9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A5EB34D-A432-661D-BCBA-27634E87E56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7246C69D-897E-7DAF-9508-729A711185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09EC38-FB6C-732D-A46E-5C0F794FFE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0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/32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01AF044-9265-CA3F-E297-9F8D3ADAC65D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31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E592DD-0C68-200B-28E2-2DEFACDCF9AF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FF2F40C-C21F-028D-A961-04F4C15746CA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87156B-F916-99B6-8716-F1120F4F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/32</a:t>
            </a:r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/32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86CEC87-6535-DBC9-AFC0-9D666AAA918E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4003A2E-28FB-D115-661E-5A8EA480B280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D7DF812-8A8D-B232-88E9-02589015EFF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8B24E8-140D-849C-D9E2-50BCA23B6F5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8E66CC3-5272-CE4F-6191-3ECB21CA45C4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420EBF0-504A-1178-AD51-721FB6283F3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1BB8CDA-9B26-5C8E-98D7-96EA5E0A3C90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EAE8B00-C4BA-7D54-F145-C22E386CE52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7D19560-93EE-6A47-B0CB-B84D4B3FD9F8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79E73A-576B-DAFB-4D51-274E10964E26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74F1F-A8DF-B40F-A558-C34D90D1DCAB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2EC24E0-B776-A9DF-7930-AD08AB9104A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0A0F065-DA19-4B02-B238-CFA9C89CB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EFC34B7-722A-436B-9E34-41B9A285F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53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FF5FCB5-2E8D-2C45-2C74-108CB6E9891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31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61" r:id="rId2"/>
    <p:sldLayoutId id="2147483742" r:id="rId3"/>
    <p:sldLayoutId id="2147483780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4" r:id="rId19"/>
    <p:sldLayoutId id="2147483673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49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5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137.png"/><Relationship Id="rId4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42AD-51B6-1C23-4E72-00565032C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6460999" cy="1421928"/>
          </a:xfrm>
        </p:spPr>
        <p:txBody>
          <a:bodyPr/>
          <a:lstStyle/>
          <a:p>
            <a:r>
              <a:rPr lang="en-US" dirty="0"/>
              <a:t>Diffusion</a:t>
            </a:r>
            <a:r>
              <a:rPr lang="ko-KR" altLang="en-US" dirty="0"/>
              <a:t> </a:t>
            </a:r>
            <a:r>
              <a:rPr lang="en-US" altLang="ko-KR" dirty="0"/>
              <a:t>Language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Models</a:t>
            </a:r>
            <a:r>
              <a:rPr lang="ko-KR" altLang="en-US" dirty="0"/>
              <a:t>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8FE73-30E8-5B94-794F-A35BB3E87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Woojin Kim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BDDAA9-2219-0266-AB20-FC2718CDB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757130"/>
          </a:xfrm>
        </p:spPr>
        <p:txBody>
          <a:bodyPr/>
          <a:lstStyle/>
          <a:p>
            <a:r>
              <a:rPr lang="en-US" dirty="0"/>
              <a:t>AIDAS LAB</a:t>
            </a:r>
            <a:br>
              <a:rPr lang="en-US" dirty="0"/>
            </a:br>
            <a:r>
              <a:rPr lang="en-US" dirty="0"/>
              <a:t>Seoul National University</a:t>
            </a:r>
            <a:br>
              <a:rPr lang="en-US" dirty="0"/>
            </a:br>
            <a:r>
              <a:rPr lang="en-US" dirty="0"/>
              <a:t>wjk9904@snu.ac.kr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71B29-AAE2-F406-9C3C-7F4D981833D2}"/>
              </a:ext>
            </a:extLst>
          </p:cNvPr>
          <p:cNvSpPr txBox="1"/>
          <p:nvPr/>
        </p:nvSpPr>
        <p:spPr>
          <a:xfrm>
            <a:off x="609598" y="1713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Seminar (Week9)</a:t>
            </a:r>
            <a:endParaRPr lang="ko-KR" altLang="en-US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42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510">
        <p:fade/>
      </p:transition>
    </mc:Choice>
    <mc:Fallback xmlns="">
      <p:transition spd="med" advTm="6051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465187-F215-A8C0-FB47-8517C9008FCA}"/>
              </a:ext>
            </a:extLst>
          </p:cNvPr>
          <p:cNvSpPr/>
          <p:nvPr/>
        </p:nvSpPr>
        <p:spPr>
          <a:xfrm>
            <a:off x="609600" y="171204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02FC87D-9616-EF6A-A837-A851191A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5643348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Table of contents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55A25F-32D3-F5D3-6DCB-DD7CCC3167C5}"/>
              </a:ext>
            </a:extLst>
          </p:cNvPr>
          <p:cNvSpPr txBox="1">
            <a:spLocks/>
          </p:cNvSpPr>
          <p:nvPr/>
        </p:nvSpPr>
        <p:spPr>
          <a:xfrm>
            <a:off x="1252502" y="1747466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Recap: </a:t>
            </a:r>
            <a:r>
              <a:rPr lang="en-US" altLang="ko-KR" dirty="0"/>
              <a:t>Discreteness of Text</a:t>
            </a:r>
            <a:r>
              <a:rPr lang="en-US" dirty="0"/>
              <a:t> 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119BFB0-132C-EC31-3951-BA10AAC6A88B}"/>
              </a:ext>
            </a:extLst>
          </p:cNvPr>
          <p:cNvSpPr/>
          <p:nvPr/>
        </p:nvSpPr>
        <p:spPr>
          <a:xfrm>
            <a:off x="609600" y="2269875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3D8ABD-95E2-9C4C-B82D-CD7A4AEAE960}"/>
              </a:ext>
            </a:extLst>
          </p:cNvPr>
          <p:cNvSpPr/>
          <p:nvPr/>
        </p:nvSpPr>
        <p:spPr>
          <a:xfrm>
            <a:off x="609600" y="2827707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7C254B-29A7-DB4B-5ADB-F319162EC361}"/>
              </a:ext>
            </a:extLst>
          </p:cNvPr>
          <p:cNvSpPr txBox="1">
            <a:spLocks/>
          </p:cNvSpPr>
          <p:nvPr/>
        </p:nvSpPr>
        <p:spPr>
          <a:xfrm>
            <a:off x="1252503" y="2877717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Masked Diffusion Language Models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098ADA-7E7C-01A0-D824-16F9A71322D2}"/>
              </a:ext>
            </a:extLst>
          </p:cNvPr>
          <p:cNvSpPr txBox="1">
            <a:spLocks/>
          </p:cNvSpPr>
          <p:nvPr/>
        </p:nvSpPr>
        <p:spPr>
          <a:xfrm>
            <a:off x="1252503" y="2292046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Discrete Diffusion Modeling</a:t>
            </a:r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6777D8-5616-DA3E-6B4E-8E7F8C42E990}"/>
              </a:ext>
            </a:extLst>
          </p:cNvPr>
          <p:cNvSpPr/>
          <p:nvPr/>
        </p:nvSpPr>
        <p:spPr>
          <a:xfrm>
            <a:off x="457200" y="6090249"/>
            <a:ext cx="10187796" cy="564376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544F41E-C3FF-2493-5332-681DF6828475}"/>
              </a:ext>
            </a:extLst>
          </p:cNvPr>
          <p:cNvSpPr/>
          <p:nvPr/>
        </p:nvSpPr>
        <p:spPr>
          <a:xfrm>
            <a:off x="609599" y="3385539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27FC307-63C8-069F-3B94-691EB7F5CD69}"/>
              </a:ext>
            </a:extLst>
          </p:cNvPr>
          <p:cNvSpPr txBox="1">
            <a:spLocks/>
          </p:cNvSpPr>
          <p:nvPr/>
        </p:nvSpPr>
        <p:spPr>
          <a:xfrm>
            <a:off x="1252502" y="3404476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Unmasking &amp; Token Ordering</a:t>
            </a:r>
            <a:endParaRPr lang="en-US" dirty="0"/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3860D58-90AF-9954-7508-26AD398B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r>
              <a:rPr lang="en-US" dirty="0"/>
              <a:t>/35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A496198-2791-620A-ED56-4BB034F6324D}"/>
              </a:ext>
            </a:extLst>
          </p:cNvPr>
          <p:cNvSpPr/>
          <p:nvPr/>
        </p:nvSpPr>
        <p:spPr>
          <a:xfrm>
            <a:off x="609599" y="397186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8572546-B22A-D1AE-708A-6221A39D0682}"/>
              </a:ext>
            </a:extLst>
          </p:cNvPr>
          <p:cNvSpPr txBox="1">
            <a:spLocks/>
          </p:cNvSpPr>
          <p:nvPr/>
        </p:nvSpPr>
        <p:spPr>
          <a:xfrm>
            <a:off x="1252502" y="3990800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Next week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7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557">
        <p:fade/>
      </p:transition>
    </mc:Choice>
    <mc:Fallback xmlns="">
      <p:transition spd="med" advTm="2355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80E15-B7E4-9F16-A37B-594089A5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Recap: Discreteness of Text 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AC9CD-C525-4C53-3BF0-1EB5357B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오디오 11">
            <a:hlinkClick r:id="" action="ppaction://media"/>
            <a:extLst>
              <a:ext uri="{FF2B5EF4-FFF2-40B4-BE49-F238E27FC236}">
                <a16:creationId xmlns:a16="http://schemas.microsoft.com/office/drawing/2014/main" id="{379B0289-AE39-E031-1EA2-4B6D1A4F91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220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7DAF-37C5-EFB9-5271-389F7F00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D7D1C39-6018-B85A-A4B9-97CD2719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Diffusion Doesn’t Directly Work on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4312F-565B-5C51-6F83-A82396C36081}"/>
              </a:ext>
            </a:extLst>
          </p:cNvPr>
          <p:cNvSpPr txBox="1"/>
          <p:nvPr/>
        </p:nvSpPr>
        <p:spPr>
          <a:xfrm>
            <a:off x="609600" y="1682234"/>
            <a:ext cx="5848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Unlike images, text is made of discrete tokens </a:t>
            </a:r>
          </a:p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-&gt; we can’t smoothly add noise like we do with pixels.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65981D-3DA2-CF8A-DC77-6F80A68BCDC3}"/>
              </a:ext>
            </a:extLst>
          </p:cNvPr>
          <p:cNvSpPr txBox="1"/>
          <p:nvPr/>
        </p:nvSpPr>
        <p:spPr>
          <a:xfrm>
            <a:off x="4872052" y="2677208"/>
            <a:ext cx="2447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 text tokens</a:t>
            </a:r>
            <a:endParaRPr lang="ko-KR" altLang="en-US" sz="16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D27D894-8F72-AD1A-4466-C253BBAF6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91177"/>
              </p:ext>
            </p:extLst>
          </p:nvPr>
        </p:nvGraphicFramePr>
        <p:xfrm>
          <a:off x="3357545" y="3251396"/>
          <a:ext cx="533667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Text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Tokens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The cat sits on the mat 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0, 40, 43, 13, 2, 67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BEFFA60-5876-AF8C-48D3-6703C2D42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72144"/>
              </p:ext>
            </p:extLst>
          </p:nvPr>
        </p:nvGraphicFramePr>
        <p:xfrm>
          <a:off x="3357545" y="4567690"/>
          <a:ext cx="5336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? ? ? ? ?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0.5, 40.71, 42.1, 13.4, 1.8, 66.4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034A274-20E2-A412-C82F-A87429C483ED}"/>
              </a:ext>
            </a:extLst>
          </p:cNvPr>
          <p:cNvCxnSpPr>
            <a:cxnSpLocks/>
          </p:cNvCxnSpPr>
          <p:nvPr/>
        </p:nvCxnSpPr>
        <p:spPr>
          <a:xfrm>
            <a:off x="5653070" y="4125791"/>
            <a:ext cx="0" cy="28569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15DAF56-3610-AA9A-BAC3-E16E50E636F3}"/>
              </a:ext>
            </a:extLst>
          </p:cNvPr>
          <p:cNvCxnSpPr>
            <a:cxnSpLocks/>
          </p:cNvCxnSpPr>
          <p:nvPr/>
        </p:nvCxnSpPr>
        <p:spPr>
          <a:xfrm>
            <a:off x="5653070" y="5087816"/>
            <a:ext cx="0" cy="28569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BDBF3872-D36B-A20D-4CB4-217D58A31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660877"/>
              </p:ext>
            </p:extLst>
          </p:nvPr>
        </p:nvGraphicFramePr>
        <p:xfrm>
          <a:off x="3357545" y="5453819"/>
          <a:ext cx="5336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 image why on the love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1, 41, 42, 13, 2, 66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2194694-4AE2-A937-1D8F-D031FF247358}"/>
              </a:ext>
            </a:extLst>
          </p:cNvPr>
          <p:cNvSpPr txBox="1"/>
          <p:nvPr/>
        </p:nvSpPr>
        <p:spPr>
          <a:xfrm>
            <a:off x="4948252" y="5052656"/>
            <a:ext cx="2447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Rounding?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F7421-9B52-F382-C306-9E50B9740D7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AE65147C-EC62-D620-5389-0C084B42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r>
              <a:rPr lang="en-US" dirty="0"/>
              <a:t>/35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4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901A-D5AF-E7F1-9F52-E3EB3CD6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3DAAC55-68A1-BC02-A88D-27B151FA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Fragility of Semantics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7D1AB-FBE8-A9C7-E3E0-6012A4FF74C1}"/>
              </a:ext>
            </a:extLst>
          </p:cNvPr>
          <p:cNvSpPr txBox="1"/>
          <p:nvPr/>
        </p:nvSpPr>
        <p:spPr>
          <a:xfrm>
            <a:off x="609600" y="1682234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images, a small perturbation in a single pixel (e.g., brown → red) is less noticeable and rarely changes the overall meaning.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62A4B-18EA-8EA3-52A3-0F9B783CDCDD}"/>
              </a:ext>
            </a:extLst>
          </p:cNvPr>
          <p:cNvSpPr txBox="1"/>
          <p:nvPr/>
        </p:nvSpPr>
        <p:spPr>
          <a:xfrm>
            <a:off x="609600" y="2584015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text, even a single token change (e.g., “a” → “b” or “cat” → “car”) can completely alter meaning and grammaticality.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4A2D4-457F-0A2A-F18D-B2B1BE1A2437}"/>
              </a:ext>
            </a:extLst>
          </p:cNvPr>
          <p:cNvSpPr txBox="1"/>
          <p:nvPr/>
        </p:nvSpPr>
        <p:spPr>
          <a:xfrm>
            <a:off x="2435352" y="3722936"/>
            <a:ext cx="2049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“My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cat</a:t>
            </a:r>
            <a:r>
              <a:rPr lang="en-US" altLang="ko-KR" dirty="0"/>
              <a:t> ate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en-US" altLang="ko-KR" dirty="0"/>
              <a:t> fish”</a:t>
            </a:r>
            <a:endParaRPr lang="ko-KR" alt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D4D2-4754-1566-1821-21E4BED5D6B1}"/>
              </a:ext>
            </a:extLst>
          </p:cNvPr>
          <p:cNvSpPr txBox="1"/>
          <p:nvPr/>
        </p:nvSpPr>
        <p:spPr>
          <a:xfrm>
            <a:off x="609600" y="4570642"/>
            <a:ext cx="9970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Thus, it’s harder for diffusion in text to ensure that noisy intermediate states map back to fluent, coherent sentences.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064E8-EBA5-74B9-D90D-9556D262591E}"/>
              </a:ext>
            </a:extLst>
          </p:cNvPr>
          <p:cNvSpPr txBox="1"/>
          <p:nvPr/>
        </p:nvSpPr>
        <p:spPr>
          <a:xfrm>
            <a:off x="5337676" y="3698004"/>
            <a:ext cx="44189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→                        “My </a:t>
            </a:r>
            <a:r>
              <a:rPr lang="en-US" altLang="ko-KR" dirty="0">
                <a:solidFill>
                  <a:srgbClr val="FF0000"/>
                </a:solidFill>
              </a:rPr>
              <a:t>car</a:t>
            </a:r>
            <a:r>
              <a:rPr lang="en-US" altLang="ko-KR" dirty="0"/>
              <a:t> ate </a:t>
            </a:r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fish”</a:t>
            </a:r>
            <a:endParaRPr lang="ko-KR" altLang="en-US" dirty="0" err="1"/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AB5A695-D7B4-3694-97AB-5A977384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5724E-D3CE-03DB-C634-28AAB37CD3D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658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1CC5-A6C1-6E8A-F908-E79E67D6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3DD831C-C8AF-FFCF-9F2E-00D7C844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Dealing with Discreteness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AA2C1-7215-E9DD-09C9-30B9E8690CA2}"/>
              </a:ext>
            </a:extLst>
          </p:cNvPr>
          <p:cNvSpPr txBox="1"/>
          <p:nvPr/>
        </p:nvSpPr>
        <p:spPr>
          <a:xfrm>
            <a:off x="609599" y="1682234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apply diffusion to language, we need to bridge the gap between discrete tokens and the continuous noise-based diffusion framework.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C66C1-15A0-9401-CA34-C65C8D242EBE}"/>
              </a:ext>
            </a:extLst>
          </p:cNvPr>
          <p:cNvSpPr txBox="1"/>
          <p:nvPr/>
        </p:nvSpPr>
        <p:spPr>
          <a:xfrm>
            <a:off x="4374085" y="2616092"/>
            <a:ext cx="32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Two main paradigms</a:t>
            </a:r>
            <a:endParaRPr lang="ko-KR" altLang="en-US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28F9F1D-6F0E-7C16-6C04-A29481F87D40}"/>
              </a:ext>
            </a:extLst>
          </p:cNvPr>
          <p:cNvGrpSpPr/>
          <p:nvPr/>
        </p:nvGrpSpPr>
        <p:grpSpPr>
          <a:xfrm>
            <a:off x="6536220" y="3218716"/>
            <a:ext cx="4218087" cy="2528606"/>
            <a:chOff x="6536220" y="3218716"/>
            <a:chExt cx="4218087" cy="25286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8C9F2F-7C0C-5B20-5DC9-70F9B17C7EFE}"/>
                </a:ext>
              </a:extLst>
            </p:cNvPr>
            <p:cNvSpPr txBox="1"/>
            <p:nvPr/>
          </p:nvSpPr>
          <p:spPr>
            <a:xfrm>
              <a:off x="7801597" y="3218716"/>
              <a:ext cx="23145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Discrete Diffusion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D8BE914-81E9-AACD-A83B-39E3FDC64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6220" y="3723492"/>
              <a:ext cx="4218087" cy="202383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63A0009-7AE8-C86B-A17E-7F748B604FC6}"/>
              </a:ext>
            </a:extLst>
          </p:cNvPr>
          <p:cNvSpPr txBox="1"/>
          <p:nvPr/>
        </p:nvSpPr>
        <p:spPr>
          <a:xfrm>
            <a:off x="519600" y="6472062"/>
            <a:ext cx="231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https://www.ijcai.org/proceedings/2023/0750.pdf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4C726A-CE23-15D4-7C45-12CE5B451475}"/>
              </a:ext>
            </a:extLst>
          </p:cNvPr>
          <p:cNvGrpSpPr/>
          <p:nvPr/>
        </p:nvGrpSpPr>
        <p:grpSpPr>
          <a:xfrm>
            <a:off x="724034" y="3205388"/>
            <a:ext cx="5272577" cy="2528606"/>
            <a:chOff x="724034" y="3205388"/>
            <a:chExt cx="5272577" cy="252860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2CF4F3-68D4-B1DC-49CC-CCDB1C84ACBA}"/>
                </a:ext>
              </a:extLst>
            </p:cNvPr>
            <p:cNvSpPr txBox="1"/>
            <p:nvPr/>
          </p:nvSpPr>
          <p:spPr>
            <a:xfrm>
              <a:off x="2328037" y="3205388"/>
              <a:ext cx="23145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Continuous Diffusion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D133A40-5B5B-D76F-F766-5A4A26522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034" y="3723640"/>
              <a:ext cx="5272577" cy="2010354"/>
            </a:xfrm>
            <a:prstGeom prst="rect">
              <a:avLst/>
            </a:prstGeom>
          </p:spPr>
        </p:pic>
      </p:grpSp>
      <p:sp>
        <p:nvSpPr>
          <p:cNvPr id="12" name="슬라이드 번호 개체 틀 7">
            <a:extLst>
              <a:ext uri="{FF2B5EF4-FFF2-40B4-BE49-F238E27FC236}">
                <a16:creationId xmlns:a16="http://schemas.microsoft.com/office/drawing/2014/main" id="{080F4FD9-0DA1-85A5-3D99-83C5017C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272E3-0130-3C2F-800E-0552B56A46E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063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7054">
        <p:fade/>
      </p:transition>
    </mc:Choice>
    <mc:Fallback xmlns="">
      <p:transition spd="med" advTm="5705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0C96-EE78-0DB0-DE48-03B869C6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858471F-D2B6-EA45-1784-3F9D84D4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Continuous VS. Discrete Diffusion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0E7D739-8F3D-5CA5-C2A6-C3BF10799FB5}"/>
              </a:ext>
            </a:extLst>
          </p:cNvPr>
          <p:cNvCxnSpPr>
            <a:cxnSpLocks/>
          </p:cNvCxnSpPr>
          <p:nvPr/>
        </p:nvCxnSpPr>
        <p:spPr>
          <a:xfrm>
            <a:off x="6634784" y="2083412"/>
            <a:ext cx="0" cy="3497111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A52E71D-1BF9-128E-AF1D-6E99F76B4E84}"/>
              </a:ext>
            </a:extLst>
          </p:cNvPr>
          <p:cNvCxnSpPr>
            <a:cxnSpLocks/>
          </p:cNvCxnSpPr>
          <p:nvPr/>
        </p:nvCxnSpPr>
        <p:spPr>
          <a:xfrm>
            <a:off x="3069950" y="2083412"/>
            <a:ext cx="0" cy="3497111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5BDD12E-D346-DB2C-D584-CA5108D588FC}"/>
              </a:ext>
            </a:extLst>
          </p:cNvPr>
          <p:cNvCxnSpPr>
            <a:cxnSpLocks/>
          </p:cNvCxnSpPr>
          <p:nvPr/>
        </p:nvCxnSpPr>
        <p:spPr>
          <a:xfrm>
            <a:off x="10040593" y="2083412"/>
            <a:ext cx="0" cy="3228975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4">
            <a:extLst>
              <a:ext uri="{FF2B5EF4-FFF2-40B4-BE49-F238E27FC236}">
                <a16:creationId xmlns:a16="http://schemas.microsoft.com/office/drawing/2014/main" id="{14C55AF1-445F-9DE2-1F5F-E9646C7BFCCF}"/>
              </a:ext>
            </a:extLst>
          </p:cNvPr>
          <p:cNvSpPr txBox="1">
            <a:spLocks/>
          </p:cNvSpPr>
          <p:nvPr/>
        </p:nvSpPr>
        <p:spPr>
          <a:xfrm>
            <a:off x="3731625" y="2078911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 Diffusion LM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8E3BD036-A262-F0F3-AE02-0DD2167F749E}"/>
              </a:ext>
            </a:extLst>
          </p:cNvPr>
          <p:cNvSpPr txBox="1">
            <a:spLocks/>
          </p:cNvSpPr>
          <p:nvPr/>
        </p:nvSpPr>
        <p:spPr>
          <a:xfrm>
            <a:off x="7248263" y="2054797"/>
            <a:ext cx="2152339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Diffusion LM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C08761C4-7CD0-F942-DB12-4025BAB9696C}"/>
              </a:ext>
            </a:extLst>
          </p:cNvPr>
          <p:cNvSpPr txBox="1">
            <a:spLocks/>
          </p:cNvSpPr>
          <p:nvPr/>
        </p:nvSpPr>
        <p:spPr>
          <a:xfrm>
            <a:off x="1434678" y="2735477"/>
            <a:ext cx="1587982" cy="27238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Space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8614CF41-663F-88A8-88AE-B0CD5D04FD42}"/>
              </a:ext>
            </a:extLst>
          </p:cNvPr>
          <p:cNvSpPr txBox="1">
            <a:spLocks/>
          </p:cNvSpPr>
          <p:nvPr/>
        </p:nvSpPr>
        <p:spPr>
          <a:xfrm>
            <a:off x="4011993" y="2740359"/>
            <a:ext cx="1587982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Embedding, Latent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95148DB-FEB8-5325-8549-53638A08C57E}"/>
              </a:ext>
            </a:extLst>
          </p:cNvPr>
          <p:cNvCxnSpPr>
            <a:cxnSpLocks/>
          </p:cNvCxnSpPr>
          <p:nvPr/>
        </p:nvCxnSpPr>
        <p:spPr>
          <a:xfrm flipH="1">
            <a:off x="1453183" y="2520856"/>
            <a:ext cx="8587410" cy="39676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7C344C6-2E8C-2084-6AE4-52EAE7D6DCAF}"/>
              </a:ext>
            </a:extLst>
          </p:cNvPr>
          <p:cNvCxnSpPr>
            <a:cxnSpLocks/>
          </p:cNvCxnSpPr>
          <p:nvPr/>
        </p:nvCxnSpPr>
        <p:spPr>
          <a:xfrm flipH="1">
            <a:off x="1453183" y="3201040"/>
            <a:ext cx="8587410" cy="39676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4">
            <a:extLst>
              <a:ext uri="{FF2B5EF4-FFF2-40B4-BE49-F238E27FC236}">
                <a16:creationId xmlns:a16="http://schemas.microsoft.com/office/drawing/2014/main" id="{595213B4-F84C-8C5E-4DA0-F84B8AF555CB}"/>
              </a:ext>
            </a:extLst>
          </p:cNvPr>
          <p:cNvSpPr txBox="1">
            <a:spLocks/>
          </p:cNvSpPr>
          <p:nvPr/>
        </p:nvSpPr>
        <p:spPr>
          <a:xfrm>
            <a:off x="7430977" y="2730411"/>
            <a:ext cx="1809383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21D8D6-BE36-44F6-C94C-CA870207A969}"/>
              </a:ext>
            </a:extLst>
          </p:cNvPr>
          <p:cNvGrpSpPr/>
          <p:nvPr/>
        </p:nvGrpSpPr>
        <p:grpSpPr>
          <a:xfrm>
            <a:off x="1434678" y="3394824"/>
            <a:ext cx="8601875" cy="526076"/>
            <a:chOff x="1434678" y="3394824"/>
            <a:chExt cx="8601875" cy="526076"/>
          </a:xfrm>
        </p:grpSpPr>
        <p:sp>
          <p:nvSpPr>
            <p:cNvPr id="13" name="Title 4">
              <a:extLst>
                <a:ext uri="{FF2B5EF4-FFF2-40B4-BE49-F238E27FC236}">
                  <a16:creationId xmlns:a16="http://schemas.microsoft.com/office/drawing/2014/main" id="{9FBAC98D-7E10-1986-62F1-B187417ECEB8}"/>
                </a:ext>
              </a:extLst>
            </p:cNvPr>
            <p:cNvSpPr txBox="1">
              <a:spLocks/>
            </p:cNvSpPr>
            <p:nvPr/>
          </p:nvSpPr>
          <p:spPr>
            <a:xfrm>
              <a:off x="1434678" y="3420740"/>
              <a:ext cx="1587982" cy="27238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/>
              <a:r>
                <a:rPr lang="en-US" altLang="ko-KR" sz="13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Noising process</a:t>
              </a:r>
              <a:endPara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F3582945-6985-0B18-A15F-8436412C358D}"/>
                </a:ext>
              </a:extLst>
            </p:cNvPr>
            <p:cNvSpPr txBox="1">
              <a:spLocks/>
            </p:cNvSpPr>
            <p:nvPr/>
          </p:nvSpPr>
          <p:spPr>
            <a:xfrm>
              <a:off x="4043621" y="3396496"/>
              <a:ext cx="1587982" cy="27699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Continuous noising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04730B8-C8F7-80EA-6131-962473CAA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143" y="3881224"/>
              <a:ext cx="8587410" cy="39676"/>
            </a:xfrm>
            <a:prstGeom prst="line">
              <a:avLst/>
            </a:prstGeom>
            <a:ln w="12700" cap="rnd">
              <a:solidFill>
                <a:schemeClr val="tx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itle 4">
              <a:extLst>
                <a:ext uri="{FF2B5EF4-FFF2-40B4-BE49-F238E27FC236}">
                  <a16:creationId xmlns:a16="http://schemas.microsoft.com/office/drawing/2014/main" id="{4705E802-B768-FFE7-BD15-D09393AAA755}"/>
                </a:ext>
              </a:extLst>
            </p:cNvPr>
            <p:cNvSpPr txBox="1">
              <a:spLocks/>
            </p:cNvSpPr>
            <p:nvPr/>
          </p:nvSpPr>
          <p:spPr>
            <a:xfrm>
              <a:off x="7325969" y="3394824"/>
              <a:ext cx="2059569" cy="27699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Masking, Replacing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7C3FDC0-AE57-BFEB-9F7A-2B683D392A5C}"/>
              </a:ext>
            </a:extLst>
          </p:cNvPr>
          <p:cNvGrpSpPr/>
          <p:nvPr/>
        </p:nvGrpSpPr>
        <p:grpSpPr>
          <a:xfrm>
            <a:off x="1434678" y="3966405"/>
            <a:ext cx="8587410" cy="749058"/>
            <a:chOff x="1434678" y="3966405"/>
            <a:chExt cx="8587410" cy="749058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C4195D5E-F54F-AE66-E4ED-6B1E31AA9EBC}"/>
                </a:ext>
              </a:extLst>
            </p:cNvPr>
            <p:cNvSpPr txBox="1">
              <a:spLocks/>
            </p:cNvSpPr>
            <p:nvPr/>
          </p:nvSpPr>
          <p:spPr>
            <a:xfrm>
              <a:off x="1434678" y="4118294"/>
              <a:ext cx="1587982" cy="27238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/>
              <a:r>
                <a:rPr lang="en-US" altLang="ko-KR" sz="13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Pros</a:t>
              </a:r>
              <a:endPara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0B51C672-1A7F-3C70-EB7D-9FC8E3C6B658}"/>
                </a:ext>
              </a:extLst>
            </p:cNvPr>
            <p:cNvSpPr txBox="1">
              <a:spLocks/>
            </p:cNvSpPr>
            <p:nvPr/>
          </p:nvSpPr>
          <p:spPr>
            <a:xfrm>
              <a:off x="3487267" y="3970312"/>
              <a:ext cx="2889227" cy="646331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Faster single-step operations (low-dim)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Classifier guidance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Image-based techniques are applicable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62C8DCE-ECE0-52BB-A7A2-DD545166D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4678" y="4675787"/>
              <a:ext cx="8587410" cy="39676"/>
            </a:xfrm>
            <a:prstGeom prst="line">
              <a:avLst/>
            </a:prstGeom>
            <a:ln w="12700" cap="rnd">
              <a:solidFill>
                <a:schemeClr val="tx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itle 4">
              <a:extLst>
                <a:ext uri="{FF2B5EF4-FFF2-40B4-BE49-F238E27FC236}">
                  <a16:creationId xmlns:a16="http://schemas.microsoft.com/office/drawing/2014/main" id="{2C1365DB-543D-333D-D6BF-BD8DAB973734}"/>
                </a:ext>
              </a:extLst>
            </p:cNvPr>
            <p:cNvSpPr txBox="1">
              <a:spLocks/>
            </p:cNvSpPr>
            <p:nvPr/>
          </p:nvSpPr>
          <p:spPr>
            <a:xfrm>
              <a:off x="6893075" y="3966405"/>
              <a:ext cx="2889227" cy="646331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Works directly on tokens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Easier alignment with existing models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Simplified training objective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8A6D6B-9159-A496-09C8-AA131C71CC12}"/>
              </a:ext>
            </a:extLst>
          </p:cNvPr>
          <p:cNvGrpSpPr/>
          <p:nvPr/>
        </p:nvGrpSpPr>
        <p:grpSpPr>
          <a:xfrm>
            <a:off x="1449143" y="4850722"/>
            <a:ext cx="8351223" cy="651759"/>
            <a:chOff x="1449143" y="4850722"/>
            <a:chExt cx="8351223" cy="651759"/>
          </a:xfrm>
        </p:grpSpPr>
        <p:sp>
          <p:nvSpPr>
            <p:cNvPr id="16" name="Title 4">
              <a:extLst>
                <a:ext uri="{FF2B5EF4-FFF2-40B4-BE49-F238E27FC236}">
                  <a16:creationId xmlns:a16="http://schemas.microsoft.com/office/drawing/2014/main" id="{FCD319B3-EB03-FD86-FF42-840393E274F9}"/>
                </a:ext>
              </a:extLst>
            </p:cNvPr>
            <p:cNvSpPr txBox="1">
              <a:spLocks/>
            </p:cNvSpPr>
            <p:nvPr/>
          </p:nvSpPr>
          <p:spPr>
            <a:xfrm>
              <a:off x="1449143" y="5000574"/>
              <a:ext cx="1587982" cy="27238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/>
              <a:r>
                <a:rPr lang="en-US" altLang="ko-KR" sz="13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</a:t>
              </a:r>
              <a:endPara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5" name="Title 4">
              <a:extLst>
                <a:ext uri="{FF2B5EF4-FFF2-40B4-BE49-F238E27FC236}">
                  <a16:creationId xmlns:a16="http://schemas.microsoft.com/office/drawing/2014/main" id="{4ABE9556-EE0E-6D69-36AE-5947D5E0B63F}"/>
                </a:ext>
              </a:extLst>
            </p:cNvPr>
            <p:cNvSpPr txBox="1">
              <a:spLocks/>
            </p:cNvSpPr>
            <p:nvPr/>
          </p:nvSpPr>
          <p:spPr>
            <a:xfrm>
              <a:off x="3487267" y="4856150"/>
              <a:ext cx="3114688" cy="646331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Training instability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Scaling to large corpora remains unproven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Requires encoder/decoder modules</a:t>
              </a:r>
            </a:p>
          </p:txBody>
        </p:sp>
        <p:sp>
          <p:nvSpPr>
            <p:cNvPr id="39" name="Title 4">
              <a:extLst>
                <a:ext uri="{FF2B5EF4-FFF2-40B4-BE49-F238E27FC236}">
                  <a16:creationId xmlns:a16="http://schemas.microsoft.com/office/drawing/2014/main" id="{DDE489C0-EA02-DF01-7BD3-E7154609EA05}"/>
                </a:ext>
              </a:extLst>
            </p:cNvPr>
            <p:cNvSpPr txBox="1">
              <a:spLocks/>
            </p:cNvSpPr>
            <p:nvPr/>
          </p:nvSpPr>
          <p:spPr>
            <a:xfrm>
              <a:off x="6911139" y="4850722"/>
              <a:ext cx="2889227" cy="46166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Classifier guidance is limited</a:t>
              </a:r>
            </a:p>
            <a:p>
              <a:pPr marL="171450" indent="-17145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Transition itself is not differentiable</a:t>
              </a:r>
            </a:p>
          </p:txBody>
        </p:sp>
      </p:grp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99CEF9F8-3BFF-7208-7F4D-4273E105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07054-6158-4AC3-4481-90327674C9BC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Discreteness of Text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549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4759">
        <p:fade/>
      </p:transition>
    </mc:Choice>
    <mc:Fallback xmlns="">
      <p:transition spd="med" advTm="94759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20E9-46A5-0C5F-FD88-177A03AA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DD6B4-ACA1-BB01-7B14-1A1FC133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Discrete Diffusion Modeling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D0DD5-DF69-BFD2-C31C-03973597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0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7A8B-C74D-D618-A0B1-CE7EDEC2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5F2E1-F6C7-7FC9-258D-00D98ED19EC6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Yu et al., “Discrete Diffusion in Large Language and Multimodal Models: A Survey”,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E9627C96-F7A9-9DBB-3A56-7D4AD5DD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r>
              <a:rPr lang="en-US" dirty="0"/>
              <a:t>/35</a:t>
            </a: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154FDD05-E3DF-7778-F565-9D7797A5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Evolution of Discrete Diffusion Language Models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523656E-7573-FBBA-7479-BBD82879F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89" y="1945867"/>
            <a:ext cx="9687862" cy="371952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1173A2-F42F-94BD-6C8A-1B06CBB4C89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39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C713-735C-39D0-8E0D-7842B51B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5640119-A0D5-8606-DE55-C5C910A4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How can discrete data be modeled as a diffusion process?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01440-8BF7-9C15-4117-861BB59B49F7}"/>
              </a:ext>
            </a:extLst>
          </p:cNvPr>
          <p:cNvSpPr txBox="1"/>
          <p:nvPr/>
        </p:nvSpPr>
        <p:spPr>
          <a:xfrm>
            <a:off x="609599" y="1584819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in continuous data: add Gaussian noise step-by-step.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BC3BE3EB-5CDD-33BF-3960-1FD24DDA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E2EDD-CE0F-57F6-DDC1-990A73F07DF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D71B4-E151-7A93-FFFF-070F2D8BB11F}"/>
              </a:ext>
            </a:extLst>
          </p:cNvPr>
          <p:cNvSpPr txBox="1"/>
          <p:nvPr/>
        </p:nvSpPr>
        <p:spPr>
          <a:xfrm>
            <a:off x="609599" y="2342941"/>
            <a:ext cx="9622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Key idea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instead of Gaussian noise, use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Markov transition matrices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corrupt data into noise.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8665943-53DE-E580-538C-4810F6716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784" y="3125728"/>
            <a:ext cx="4740961" cy="22747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F75300-31AE-3122-CA99-8FBCCD4B0FAD}"/>
              </a:ext>
            </a:extLst>
          </p:cNvPr>
          <p:cNvSpPr txBox="1"/>
          <p:nvPr/>
        </p:nvSpPr>
        <p:spPr>
          <a:xfrm>
            <a:off x="3676648" y="6472062"/>
            <a:ext cx="231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https://www.ijcai.org/proceedings/2023/0750.pdf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B3116A8-B239-07A1-A33C-9ACFDD1F94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3" t="7623" r="38010"/>
          <a:stretch>
            <a:fillRect/>
          </a:stretch>
        </p:blipFill>
        <p:spPr>
          <a:xfrm>
            <a:off x="734586" y="3218581"/>
            <a:ext cx="5245927" cy="202191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06445A-FDEB-3C7E-CB4E-4E962B037D6E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 et al., “</a:t>
            </a:r>
            <a:r>
              <a:rPr lang="fr-FR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Survey on Diffusion Language Models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82340-2956-C6B1-BE55-3075C49BB3C3}"/>
              </a:ext>
            </a:extLst>
          </p:cNvPr>
          <p:cNvSpPr txBox="1"/>
          <p:nvPr/>
        </p:nvSpPr>
        <p:spPr>
          <a:xfrm>
            <a:off x="609597" y="1969836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challenge with discrete data: Text tokens, categorical pixels, or symbolic data are non-continuous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87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A028-1956-4082-F50C-D5F016174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BE193CB-3AA1-8B61-6A41-042FCB0C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D3PM: Diffusion as Transitions in Discrete Space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69E638-A4E3-D076-4113-547F1D0917E9}"/>
                  </a:ext>
                </a:extLst>
              </p:cNvPr>
              <p:cNvSpPr txBox="1"/>
              <p:nvPr/>
            </p:nvSpPr>
            <p:spPr>
              <a:xfrm>
                <a:off x="609599" y="1584819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Random variables with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𝐾</m:t>
                    </m:r>
                  </m:oMath>
                </a14:m>
                <a:r>
                  <a:rPr lang="en-US" altLang="ko-KR" sz="1600" b="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categories: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t</m:t>
                        </m:r>
                      </m:sub>
                    </m:sSub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∈1, ….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𝐾</m:t>
                    </m:r>
                  </m:oMath>
                </a14:m>
                <a:endParaRPr lang="en-US" altLang="ko-KR" sz="16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69E638-A4E3-D076-4113-547F1D091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584819"/>
                <a:ext cx="8448675" cy="338554"/>
              </a:xfrm>
              <a:prstGeom prst="rect">
                <a:avLst/>
              </a:prstGeom>
              <a:blipFill>
                <a:blip r:embed="rId3"/>
                <a:stretch>
                  <a:fillRect l="-289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D6F53995-3CBF-A8B0-7284-46B84BF3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C903D-45E8-572E-B632-A719AF829F4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EADEE0-3261-B7B8-98AF-D8452B9660EC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935E11-CA64-D954-8A9F-A496B402EA75}"/>
                  </a:ext>
                </a:extLst>
              </p:cNvPr>
              <p:cNvSpPr txBox="1"/>
              <p:nvPr/>
            </p:nvSpPr>
            <p:spPr>
              <a:xfrm>
                <a:off x="609597" y="2058260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Define the forward transition probabilities by matrices: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935E11-CA64-D954-8A9F-A496B402E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7" y="2058260"/>
                <a:ext cx="8448675" cy="338554"/>
              </a:xfrm>
              <a:prstGeom prst="rect">
                <a:avLst/>
              </a:prstGeom>
              <a:blipFill>
                <a:blip r:embed="rId4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6586C5-87BE-3253-47D7-CFB25B874650}"/>
                  </a:ext>
                </a:extLst>
              </p:cNvPr>
              <p:cNvSpPr txBox="1"/>
              <p:nvPr/>
            </p:nvSpPr>
            <p:spPr>
              <a:xfrm>
                <a:off x="3936492" y="2764666"/>
                <a:ext cx="3177216" cy="332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6586C5-87BE-3253-47D7-CFB25B874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492" y="2764666"/>
                <a:ext cx="3177216" cy="332463"/>
              </a:xfrm>
              <a:prstGeom prst="rect">
                <a:avLst/>
              </a:prstGeom>
              <a:blipFill>
                <a:blip r:embed="rId5"/>
                <a:stretch>
                  <a:fillRect l="-2495" t="-1852" r="-2495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DD14A-4466-6C88-BC0D-915D1A27B653}"/>
                  </a:ext>
                </a:extLst>
              </p:cNvPr>
              <p:cNvSpPr txBox="1"/>
              <p:nvPr/>
            </p:nvSpPr>
            <p:spPr>
              <a:xfrm>
                <a:off x="609597" y="3504580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Extend to one-hot version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x</m:t>
                    </m:r>
                  </m:oMath>
                </a14:m>
                <a:endParaRPr lang="en-US" altLang="ko-KR" sz="1600" b="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DD14A-4466-6C88-BC0D-915D1A27B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7" y="3504580"/>
                <a:ext cx="8448675" cy="338554"/>
              </a:xfrm>
              <a:prstGeom prst="rect">
                <a:avLst/>
              </a:prstGeom>
              <a:blipFill>
                <a:blip r:embed="rId6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FCA074-EB0F-3ACD-82D9-5A4ABC4F8630}"/>
                  </a:ext>
                </a:extLst>
              </p:cNvPr>
              <p:cNvSpPr txBox="1"/>
              <p:nvPr/>
            </p:nvSpPr>
            <p:spPr>
              <a:xfrm>
                <a:off x="3817620" y="4166423"/>
                <a:ext cx="38401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𝐶𝑎𝑡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FCA074-EB0F-3ACD-82D9-5A4ABC4F8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620" y="4166423"/>
                <a:ext cx="3840154" cy="307777"/>
              </a:xfrm>
              <a:prstGeom prst="rect">
                <a:avLst/>
              </a:prstGeom>
              <a:blipFill>
                <a:blip r:embed="rId7"/>
                <a:stretch>
                  <a:fillRect l="-952" t="-1961" r="-1746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903D4FB-C3A0-3DB1-3F1C-E4D9AEE91330}"/>
              </a:ext>
            </a:extLst>
          </p:cNvPr>
          <p:cNvCxnSpPr>
            <a:cxnSpLocks/>
          </p:cNvCxnSpPr>
          <p:nvPr/>
        </p:nvCxnSpPr>
        <p:spPr>
          <a:xfrm>
            <a:off x="5502077" y="4553712"/>
            <a:ext cx="1986859" cy="0"/>
          </a:xfrm>
          <a:prstGeom prst="line">
            <a:avLst/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AEB646-2626-C4A9-0135-B2B8E63A1BAC}"/>
                  </a:ext>
                </a:extLst>
              </p:cNvPr>
              <p:cNvSpPr txBox="1"/>
              <p:nvPr/>
            </p:nvSpPr>
            <p:spPr>
              <a:xfrm>
                <a:off x="4833934" y="4604651"/>
                <a:ext cx="374060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Categorical distribution over x given p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AEB646-2626-C4A9-0135-B2B8E63A1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934" y="4604651"/>
                <a:ext cx="3740604" cy="307777"/>
              </a:xfrm>
              <a:prstGeom prst="rect">
                <a:avLst/>
              </a:prstGeom>
              <a:blipFill>
                <a:blip r:embed="rId8"/>
                <a:stretch>
                  <a:fillRect l="-489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AD25A9-39A7-CB2B-176E-6C098BC380DB}"/>
                  </a:ext>
                </a:extLst>
              </p:cNvPr>
              <p:cNvSpPr txBox="1"/>
              <p:nvPr/>
            </p:nvSpPr>
            <p:spPr>
              <a:xfrm>
                <a:off x="990273" y="5450497"/>
                <a:ext cx="612343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e.g. </a:t>
                </a:r>
                <a14:m>
                  <m:oMath xmlns:m="http://schemas.openxmlformats.org/officeDocument/2006/math">
                    <m:r>
                      <a:rPr lang="en-US" altLang="ko-KR" sz="1600" b="0" i="0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    </m:t>
                    </m:r>
                    <m:r>
                      <m:rPr>
                        <m:sty m:val="p"/>
                      </m:rPr>
                      <a:rPr lang="en-US" altLang="ko-KR" sz="1600" b="0" i="0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K</m:t>
                    </m:r>
                    <m:r>
                      <a:rPr lang="en-US" altLang="ko-KR" sz="1600" b="0" i="0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=3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 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𝑝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d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0.1,0.7,0.2</m:t>
                        </m:r>
                      </m:e>
                    </m:d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→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𝑠𝑎𝑚𝑝𝑙𝑒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𝑤𝑖𝑡h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𝑡h𝑖𝑠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𝑝𝑟𝑜𝑏𝑎𝑏𝑖𝑙𝑖𝑡𝑦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AD25A9-39A7-CB2B-176E-6C098BC38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73" y="5450497"/>
                <a:ext cx="6123435" cy="338554"/>
              </a:xfrm>
              <a:prstGeom prst="rect">
                <a:avLst/>
              </a:prstGeom>
              <a:blipFill>
                <a:blip r:embed="rId9"/>
                <a:stretch>
                  <a:fillRect l="-498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2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0EECB-2A55-48B0-A5C6-86E6B50E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7848851-4540-22F9-7F3C-5D7A247E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D3PM: Diffusion as Transitions in Discrete Space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C00E36-AF09-826D-0176-DE3551907E1B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Forward marginal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C00E36-AF09-826D-0176-DE3551907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blipFill>
                <a:blip r:embed="rId3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75116ACC-92BF-C5D9-EB5C-5A9DBD78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EC9F9B-B327-E452-6F03-3E9450DC5B8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6BC11-CB06-AFB4-0E85-715C6C58A87B}"/>
                  </a:ext>
                </a:extLst>
              </p:cNvPr>
              <p:cNvSpPr txBox="1"/>
              <p:nvPr/>
            </p:nvSpPr>
            <p:spPr>
              <a:xfrm>
                <a:off x="1679774" y="2250340"/>
                <a:ext cx="6251198" cy="3084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𝐶𝑎𝑡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acc>
                        <m:accPr>
                          <m:chr m:val="̅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6BC11-CB06-AFB4-0E85-715C6C58A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774" y="2250340"/>
                <a:ext cx="6251198" cy="308482"/>
              </a:xfrm>
              <a:prstGeom prst="rect">
                <a:avLst/>
              </a:prstGeom>
              <a:blipFill>
                <a:blip r:embed="rId4"/>
                <a:stretch>
                  <a:fillRect t="-196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8D5BD8-C05E-735E-04B6-9767658A3974}"/>
                  </a:ext>
                </a:extLst>
              </p:cNvPr>
              <p:cNvSpPr txBox="1"/>
              <p:nvPr/>
            </p:nvSpPr>
            <p:spPr>
              <a:xfrm>
                <a:off x="609600" y="2898721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Forward posterior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8D5BD8-C05E-735E-04B6-9767658A3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98721"/>
                <a:ext cx="8448675" cy="338554"/>
              </a:xfrm>
              <a:prstGeom prst="rect">
                <a:avLst/>
              </a:prstGeom>
              <a:blipFill>
                <a:blip r:embed="rId5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C42D99-9505-AEF0-D391-61F51B4C78E7}"/>
                  </a:ext>
                </a:extLst>
              </p:cNvPr>
              <p:cNvSpPr txBox="1"/>
              <p:nvPr/>
            </p:nvSpPr>
            <p:spPr>
              <a:xfrm>
                <a:off x="1679774" y="3429000"/>
                <a:ext cx="4945456" cy="65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C42D99-9505-AEF0-D391-61F51B4C7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774" y="3429000"/>
                <a:ext cx="4945456" cy="6519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F787A44-8CDC-1567-61CF-EB2D2B0D4756}"/>
              </a:ext>
            </a:extLst>
          </p:cNvPr>
          <p:cNvCxnSpPr>
            <a:cxnSpLocks/>
          </p:cNvCxnSpPr>
          <p:nvPr/>
        </p:nvCxnSpPr>
        <p:spPr>
          <a:xfrm>
            <a:off x="5313471" y="5303064"/>
            <a:ext cx="1664208" cy="0"/>
          </a:xfrm>
          <a:prstGeom prst="line">
            <a:avLst/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98DEAB-136B-992D-7AC7-9E2AA02D0254}"/>
                  </a:ext>
                </a:extLst>
              </p:cNvPr>
              <p:cNvSpPr txBox="1"/>
              <p:nvPr/>
            </p:nvSpPr>
            <p:spPr>
              <a:xfrm>
                <a:off x="5079044" y="5450255"/>
                <a:ext cx="2334768" cy="30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98DEAB-136B-992D-7AC7-9E2AA02D0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044" y="5450255"/>
                <a:ext cx="2334768" cy="309315"/>
              </a:xfrm>
              <a:prstGeom prst="rect">
                <a:avLst/>
              </a:prstGeom>
              <a:blipFill>
                <a:blip r:embed="rId7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F45D7A-3A2E-F201-D548-F473C71BAB99}"/>
                  </a:ext>
                </a:extLst>
              </p:cNvPr>
              <p:cNvSpPr txBox="1"/>
              <p:nvPr/>
            </p:nvSpPr>
            <p:spPr>
              <a:xfrm>
                <a:off x="6057452" y="5844125"/>
                <a:ext cx="1423416" cy="311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F45D7A-3A2E-F201-D548-F473C71BA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452" y="5844125"/>
                <a:ext cx="1423416" cy="311432"/>
              </a:xfrm>
              <a:prstGeom prst="rect">
                <a:avLst/>
              </a:prstGeom>
              <a:blipFill>
                <a:blip r:embed="rId8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0B3E961-D7B0-FEFE-0015-5C537504F9B5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83120D-D1C8-3988-57FC-A2DA54C5A9F8}"/>
                  </a:ext>
                </a:extLst>
              </p:cNvPr>
              <p:cNvSpPr txBox="1"/>
              <p:nvPr/>
            </p:nvSpPr>
            <p:spPr>
              <a:xfrm>
                <a:off x="3327038" y="4290799"/>
                <a:ext cx="3857274" cy="700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𝐶𝑎𝑡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⊙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acc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83120D-D1C8-3988-57FC-A2DA54C5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038" y="4290799"/>
                <a:ext cx="3857274" cy="7008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25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1" grpId="0"/>
      <p:bldP spid="12" grpId="0"/>
      <p:bldP spid="20" grpId="0"/>
      <p:bldP spid="21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7390-C8E3-15C2-BF4C-92F6C22EA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B225161-E3A7-564B-5703-91C40F0C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D3PM: Diffusion as Transitions in Discrete Space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3259F7-889F-C7AA-0952-55766350D454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97414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In continuous diffusion, the forward process is designed so that after many steps the distribution converges to a pure Gaussian.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3259F7-889F-C7AA-0952-55766350D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9741408" cy="584775"/>
              </a:xfrm>
              <a:prstGeom prst="rect">
                <a:avLst/>
              </a:prstGeom>
              <a:blipFill>
                <a:blip r:embed="rId3"/>
                <a:stretch>
                  <a:fillRect l="-250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864B5036-9ADC-0DB3-5D94-CBB33216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5F7F5-B3FC-160A-0B65-58741241A3E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2D587E-37A9-DB0D-A50D-CC79A214CB9D}"/>
                  </a:ext>
                </a:extLst>
              </p:cNvPr>
              <p:cNvSpPr txBox="1"/>
              <p:nvPr/>
            </p:nvSpPr>
            <p:spPr>
              <a:xfrm>
                <a:off x="609597" y="2327284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Then, what should the transition in discrete diffusion satisfy?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2D587E-37A9-DB0D-A50D-CC79A214C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7" y="2327284"/>
                <a:ext cx="8448675" cy="338554"/>
              </a:xfrm>
              <a:prstGeom prst="rect">
                <a:avLst/>
              </a:prstGeom>
              <a:blipFill>
                <a:blip r:embed="rId4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9CF2A34-2EF8-6864-9621-696FA5B9977A}"/>
              </a:ext>
            </a:extLst>
          </p:cNvPr>
          <p:cNvSpPr txBox="1"/>
          <p:nvPr/>
        </p:nvSpPr>
        <p:spPr>
          <a:xfrm>
            <a:off x="1042416" y="3060268"/>
            <a:ext cx="6537960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Row stochasticity (probability conservation)  </a:t>
            </a:r>
            <a:endParaRPr lang="ko-KR" altLang="en-US" sz="1400" b="1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BCC1C0-8F70-DF2D-4D0B-0285C389A14E}"/>
                  </a:ext>
                </a:extLst>
              </p:cNvPr>
              <p:cNvSpPr txBox="1"/>
              <p:nvPr/>
            </p:nvSpPr>
            <p:spPr>
              <a:xfrm>
                <a:off x="1368552" y="3408050"/>
                <a:ext cx="6537960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: Each row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​ must sum to 1.</a:t>
                </a:r>
                <a:endParaRPr lang="ko-KR" altLang="en-US" sz="14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BCC1C0-8F70-DF2D-4D0B-0285C389A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552" y="3408050"/>
                <a:ext cx="6537960" cy="307777"/>
              </a:xfrm>
              <a:prstGeom prst="rect">
                <a:avLst/>
              </a:prstGeom>
              <a:blipFill>
                <a:blip r:embed="rId5"/>
                <a:stretch>
                  <a:fillRect l="-1679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C5AA0D-16B4-2636-8EAA-C1A8F9E939A2}"/>
              </a:ext>
            </a:extLst>
          </p:cNvPr>
          <p:cNvSpPr txBox="1"/>
          <p:nvPr/>
        </p:nvSpPr>
        <p:spPr>
          <a:xfrm>
            <a:off x="1042416" y="4087859"/>
            <a:ext cx="6537960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   Known stationary distribution</a:t>
            </a:r>
            <a:endParaRPr lang="ko-KR" altLang="en-US" sz="1400" b="1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6B9A02-3ED8-9395-2318-3BE00BCBF397}"/>
                  </a:ext>
                </a:extLst>
              </p:cNvPr>
              <p:cNvSpPr txBox="1"/>
              <p:nvPr/>
            </p:nvSpPr>
            <p:spPr>
              <a:xfrm>
                <a:off x="1368552" y="4435641"/>
                <a:ext cx="6537960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: The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ko-KR" altLang="en-US" sz="140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ko-KR" altLang="en-US" sz="1400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2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…</m:t>
                    </m:r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ko-KR" altLang="en-US" sz="1400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​ must converge to a fixed distribution as 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𝑡→𝑇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</a:t>
                </a:r>
                <a:endParaRPr lang="ko-KR" altLang="en-US" sz="14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6B9A02-3ED8-9395-2318-3BE00BCBF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552" y="4435641"/>
                <a:ext cx="6537960" cy="307777"/>
              </a:xfrm>
              <a:prstGeom prst="rect">
                <a:avLst/>
              </a:prstGeom>
              <a:blipFill>
                <a:blip r:embed="rId6"/>
                <a:stretch>
                  <a:fillRect l="-1679" t="-6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FA1C3CA-061A-509B-F546-B93163ED0BDC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379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7" grpId="0"/>
      <p:bldP spid="13" grpId="0"/>
      <p:bldP spid="1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076B-97C8-22A9-184B-F440C50E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8AD5199-B6A5-1455-B459-E595DAEA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D3PM: Diffusion as Transitions in Discrete Space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CF9A9-7DF4-CEAA-3612-A70868CE71BC}"/>
              </a:ext>
            </a:extLst>
          </p:cNvPr>
          <p:cNvSpPr txBox="1"/>
          <p:nvPr/>
        </p:nvSpPr>
        <p:spPr>
          <a:xfrm>
            <a:off x="609600" y="1586723"/>
            <a:ext cx="9741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Choice of Markov transition matrices</a:t>
            </a: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24246BAA-C519-C5CE-5A86-CFDEC945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75E78-BD9C-E433-A4FF-54274BE3A85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BC5E7-224B-F4B0-D483-D1F9F5A833BF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97D0398-08F2-CFD4-1A24-2EA65EB467AB}"/>
              </a:ext>
            </a:extLst>
          </p:cNvPr>
          <p:cNvGrpSpPr/>
          <p:nvPr/>
        </p:nvGrpSpPr>
        <p:grpSpPr>
          <a:xfrm>
            <a:off x="784098" y="2072567"/>
            <a:ext cx="9392412" cy="1266515"/>
            <a:chOff x="784098" y="2072567"/>
            <a:chExt cx="9392412" cy="126651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B90321-F1C7-8A9D-A4D2-0EE869B143A6}"/>
                </a:ext>
              </a:extLst>
            </p:cNvPr>
            <p:cNvSpPr/>
            <p:nvPr/>
          </p:nvSpPr>
          <p:spPr>
            <a:xfrm>
              <a:off x="784098" y="2072567"/>
              <a:ext cx="9392412" cy="1154635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070BF73-DB59-A40F-5293-C2D6AE23B9AB}"/>
                </a:ext>
              </a:extLst>
            </p:cNvPr>
            <p:cNvSpPr txBox="1"/>
            <p:nvPr/>
          </p:nvSpPr>
          <p:spPr>
            <a:xfrm>
              <a:off x="955222" y="2127990"/>
              <a:ext cx="653796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342900" indent="-342900" algn="l">
                <a:buFont typeface="+mj-lt"/>
                <a:buAutoNum type="arabicPeriod"/>
              </a:pPr>
              <a:r>
                <a:rPr lang="en-US" altLang="ko-KR" sz="1400" b="1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Uniform</a:t>
              </a:r>
              <a:endParaRPr lang="ko-KR" altLang="en-US" sz="1400" b="1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1510203-98A1-FD38-F23C-A4291B314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680" y="2424610"/>
              <a:ext cx="3154813" cy="705871"/>
            </a:xfrm>
            <a:prstGeom prst="rect">
              <a:avLst/>
            </a:prstGeom>
          </p:spPr>
        </p:pic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389B54D-F895-4C12-1A50-203C84E9AB7B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8" y="3339082"/>
              <a:ext cx="939241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같음 기호 20">
              <a:extLst>
                <a:ext uri="{FF2B5EF4-FFF2-40B4-BE49-F238E27FC236}">
                  <a16:creationId xmlns:a16="http://schemas.microsoft.com/office/drawing/2014/main" id="{7CA87AC7-D6EA-4D98-E893-9419BC9D69CB}"/>
                </a:ext>
              </a:extLst>
            </p:cNvPr>
            <p:cNvSpPr/>
            <p:nvPr/>
          </p:nvSpPr>
          <p:spPr>
            <a:xfrm>
              <a:off x="4023493" y="2758269"/>
              <a:ext cx="292475" cy="139714"/>
            </a:xfrm>
            <a:prstGeom prst="mathEqual">
              <a:avLst/>
            </a:prstGeom>
            <a:solidFill>
              <a:schemeClr val="dk1"/>
            </a:solidFill>
            <a:ln w="63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sz="16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7BB80C0-F250-D500-7A0A-723E3EF5F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1591" y="2609383"/>
              <a:ext cx="1864743" cy="398513"/>
            </a:xfrm>
            <a:prstGeom prst="rect">
              <a:avLst/>
            </a:prstGeom>
          </p:spPr>
        </p:pic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B0F11BEA-1A77-D120-26BA-1695C41AAE27}"/>
                </a:ext>
              </a:extLst>
            </p:cNvPr>
            <p:cNvSpPr/>
            <p:nvPr/>
          </p:nvSpPr>
          <p:spPr>
            <a:xfrm>
              <a:off x="6473556" y="2745253"/>
              <a:ext cx="301752" cy="121958"/>
            </a:xfrm>
            <a:prstGeom prst="rightArrow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85D284-9F49-73BD-F566-53E70A4983DC}"/>
                </a:ext>
              </a:extLst>
            </p:cNvPr>
            <p:cNvSpPr txBox="1"/>
            <p:nvPr/>
          </p:nvSpPr>
          <p:spPr>
            <a:xfrm>
              <a:off x="7178306" y="2627867"/>
              <a:ext cx="1864178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400" b="1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Stationary is uniform</a:t>
              </a:r>
              <a:endParaRPr lang="ko-KR" altLang="en-US" sz="1400" b="1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355CE46-E840-CBCD-A8AE-1473196CB2BD}"/>
              </a:ext>
            </a:extLst>
          </p:cNvPr>
          <p:cNvGrpSpPr/>
          <p:nvPr/>
        </p:nvGrpSpPr>
        <p:grpSpPr>
          <a:xfrm>
            <a:off x="784098" y="4862655"/>
            <a:ext cx="9392412" cy="1397827"/>
            <a:chOff x="784098" y="4862655"/>
            <a:chExt cx="9392412" cy="139782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4F006C3-319C-342D-4B1A-7D6491D6E1B6}"/>
                </a:ext>
              </a:extLst>
            </p:cNvPr>
            <p:cNvSpPr/>
            <p:nvPr/>
          </p:nvSpPr>
          <p:spPr>
            <a:xfrm>
              <a:off x="784098" y="4962489"/>
              <a:ext cx="9392412" cy="129799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B459870-D2E4-D43D-EABF-3BF4A5316B79}"/>
                </a:ext>
              </a:extLst>
            </p:cNvPr>
            <p:cNvCxnSpPr>
              <a:cxnSpLocks/>
            </p:cNvCxnSpPr>
            <p:nvPr/>
          </p:nvCxnSpPr>
          <p:spPr>
            <a:xfrm>
              <a:off x="784098" y="4862655"/>
              <a:ext cx="939241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344DAD-9995-4DCA-21B7-C1509A3F0BDE}"/>
                </a:ext>
              </a:extLst>
            </p:cNvPr>
            <p:cNvSpPr txBox="1"/>
            <p:nvPr/>
          </p:nvSpPr>
          <p:spPr>
            <a:xfrm>
              <a:off x="932688" y="4974106"/>
              <a:ext cx="653796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400" b="1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3.      Discretized Gaussian</a:t>
              </a:r>
              <a:endParaRPr lang="ko-KR" altLang="en-US" sz="1400" b="1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628CDA6-7EDD-FFCE-E16F-E613EFA5B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5427" y="5305614"/>
              <a:ext cx="3160541" cy="882271"/>
            </a:xfrm>
            <a:prstGeom prst="rect">
              <a:avLst/>
            </a:prstGeom>
          </p:spPr>
        </p:pic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FE8793EA-5A79-AD71-8591-6E3B636E861B}"/>
                </a:ext>
              </a:extLst>
            </p:cNvPr>
            <p:cNvSpPr/>
            <p:nvPr/>
          </p:nvSpPr>
          <p:spPr>
            <a:xfrm>
              <a:off x="6473556" y="5725818"/>
              <a:ext cx="301752" cy="121958"/>
            </a:xfrm>
            <a:prstGeom prst="rightArrow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824EA42-4F5A-5D59-5FC9-890DD0DE4339}"/>
                </a:ext>
              </a:extLst>
            </p:cNvPr>
            <p:cNvSpPr txBox="1"/>
            <p:nvPr/>
          </p:nvSpPr>
          <p:spPr>
            <a:xfrm>
              <a:off x="7178306" y="5608432"/>
              <a:ext cx="1864178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400" b="1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Stationary is uniform</a:t>
              </a:r>
              <a:endParaRPr lang="ko-KR" altLang="en-US" sz="1400" b="1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3515FCB-D085-E181-E2FB-2797D2FA9DF8}"/>
              </a:ext>
            </a:extLst>
          </p:cNvPr>
          <p:cNvGrpSpPr/>
          <p:nvPr/>
        </p:nvGrpSpPr>
        <p:grpSpPr>
          <a:xfrm>
            <a:off x="784098" y="3455249"/>
            <a:ext cx="9392412" cy="1297993"/>
            <a:chOff x="784098" y="3455249"/>
            <a:chExt cx="9392412" cy="129799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8442077-9B2F-4F41-373D-99621F33DEA2}"/>
                </a:ext>
              </a:extLst>
            </p:cNvPr>
            <p:cNvSpPr/>
            <p:nvPr/>
          </p:nvSpPr>
          <p:spPr>
            <a:xfrm>
              <a:off x="784098" y="3455249"/>
              <a:ext cx="9392412" cy="129799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EB0DEB7-DF5C-C1C4-C684-8D6F61BEF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163" y="3678626"/>
              <a:ext cx="3073829" cy="988500"/>
            </a:xfrm>
            <a:prstGeom prst="rect">
              <a:avLst/>
            </a:prstGeom>
          </p:spPr>
        </p:pic>
        <p:sp>
          <p:nvSpPr>
            <p:cNvPr id="24" name="같음 기호 23">
              <a:extLst>
                <a:ext uri="{FF2B5EF4-FFF2-40B4-BE49-F238E27FC236}">
                  <a16:creationId xmlns:a16="http://schemas.microsoft.com/office/drawing/2014/main" id="{DF5970F8-992C-483E-4ED3-9354FDBCAD02}"/>
                </a:ext>
              </a:extLst>
            </p:cNvPr>
            <p:cNvSpPr/>
            <p:nvPr/>
          </p:nvSpPr>
          <p:spPr>
            <a:xfrm>
              <a:off x="4029870" y="4167403"/>
              <a:ext cx="292475" cy="139714"/>
            </a:xfrm>
            <a:prstGeom prst="mathEqual">
              <a:avLst/>
            </a:prstGeom>
            <a:solidFill>
              <a:schemeClr val="dk1"/>
            </a:solidFill>
            <a:ln w="635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sz="16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24586D9C-6EE8-937A-0AFC-9797D6371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25836" y="4012465"/>
              <a:ext cx="1632946" cy="332931"/>
            </a:xfrm>
            <a:prstGeom prst="rect">
              <a:avLst/>
            </a:prstGeom>
          </p:spPr>
        </p:pic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CF88883A-1C2B-EB1F-6DBF-265A08F7B907}"/>
                </a:ext>
              </a:extLst>
            </p:cNvPr>
            <p:cNvSpPr/>
            <p:nvPr/>
          </p:nvSpPr>
          <p:spPr>
            <a:xfrm>
              <a:off x="6502858" y="4137872"/>
              <a:ext cx="301752" cy="121958"/>
            </a:xfrm>
            <a:prstGeom prst="rightArrow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6B26DCD-2EEA-BB08-C5BE-0EF426F170BF}"/>
                </a:ext>
              </a:extLst>
            </p:cNvPr>
            <p:cNvSpPr txBox="1"/>
            <p:nvPr/>
          </p:nvSpPr>
          <p:spPr>
            <a:xfrm>
              <a:off x="7175921" y="3999340"/>
              <a:ext cx="1864178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400" b="1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Stationary is [MASK]</a:t>
              </a:r>
              <a:endParaRPr lang="ko-KR" altLang="en-US" sz="1400" b="1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393B22-1BA8-4283-2857-6C702CABC802}"/>
                </a:ext>
              </a:extLst>
            </p:cNvPr>
            <p:cNvSpPr txBox="1"/>
            <p:nvPr/>
          </p:nvSpPr>
          <p:spPr>
            <a:xfrm>
              <a:off x="932688" y="3503231"/>
              <a:ext cx="653796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400" b="1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2.     Absorbing state</a:t>
              </a:r>
              <a:endParaRPr lang="ko-KR" altLang="en-US" sz="1400" b="1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573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FDFA3-9D2F-E7E5-6E53-B0EA3C24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8B4FAAF-00BD-863C-404A-47B49E82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D3PM: Diffusion as Transitions in Discrete Space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99A13F-4BB0-382B-0F69-2B4573D7E6A9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97414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Choice of Markov transition matrices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99A13F-4BB0-382B-0F69-2B4573D7E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9741408" cy="338554"/>
              </a:xfrm>
              <a:prstGeom prst="rect">
                <a:avLst/>
              </a:prstGeom>
              <a:blipFill>
                <a:blip r:embed="rId3"/>
                <a:stretch>
                  <a:fillRect l="-250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6DDCE0F8-C006-1D2B-BB2C-5A64D75B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02772-21F6-22E9-7544-0E548CDDD76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8E8C45-772C-36BD-6B97-51A68C89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907" y="2543792"/>
            <a:ext cx="9964185" cy="23035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C3D4FD-C134-B07C-7226-5274949C2FA5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223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51D2-D753-02E8-6EEF-93052DA9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44709A8-8717-6B02-325F-7BD2C784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D3PM: Diffusion as Transitions in Discrete Space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2E68A-7B55-1368-910F-D9A6B7A92FCA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571051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Reverse process is formulated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x</m:t>
                        </m:r>
                      </m:e>
                      <m:sub>
                        <m:r>
                          <a:rPr lang="en-US" altLang="ko-KR" sz="1600" b="0" i="0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6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60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parameterization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2E68A-7B55-1368-910F-D9A6B7A92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5710518" cy="338554"/>
              </a:xfrm>
              <a:prstGeom prst="rect">
                <a:avLst/>
              </a:prstGeom>
              <a:blipFill>
                <a:blip r:embed="rId3"/>
                <a:stretch>
                  <a:fillRect l="-427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E298C0B3-4385-CD61-C874-3FDFF2EB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22879-E62A-ADB5-762E-F37FBFBEBA2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ED688-F87C-E3E8-1765-B16FD73155ED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A61762-2135-ABA4-77F4-EDC56FCD9F7B}"/>
                  </a:ext>
                </a:extLst>
              </p:cNvPr>
              <p:cNvSpPr txBox="1"/>
              <p:nvPr/>
            </p:nvSpPr>
            <p:spPr>
              <a:xfrm>
                <a:off x="902208" y="2076510"/>
                <a:ext cx="50481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-&gt;   Neural network predicts the logits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ko-KR" altLang="en-US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acc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𝜃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|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)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FA61762-2135-ABA4-77F4-EDC56FCD9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08" y="2076510"/>
                <a:ext cx="5048116" cy="369332"/>
              </a:xfrm>
              <a:prstGeom prst="rect">
                <a:avLst/>
              </a:prstGeom>
              <a:blipFill>
                <a:blip r:embed="rId4"/>
                <a:stretch>
                  <a:fillRect l="-604" r="-1208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3F8786-0A09-56D1-731C-B237C1319D5F}"/>
                  </a:ext>
                </a:extLst>
              </p:cNvPr>
              <p:cNvSpPr txBox="1"/>
              <p:nvPr/>
            </p:nvSpPr>
            <p:spPr>
              <a:xfrm>
                <a:off x="902208" y="2666732"/>
                <a:ext cx="4968240" cy="405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-&gt;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p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𝑡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∝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naryPr>
                      <m:sub>
                        <m:acc>
                          <m:accPr>
                            <m:chr m:val="̃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sub>
                      <m:sup/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𝑞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𝑡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|</m:t>
                    </m:r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)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ko-KR" altLang="en-US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𝜃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|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)</m:t>
                    </m:r>
                  </m:oMath>
                </a14:m>
                <a:endPara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3F8786-0A09-56D1-731C-B237C1319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08" y="2666732"/>
                <a:ext cx="4968240" cy="405688"/>
              </a:xfrm>
              <a:prstGeom prst="rect">
                <a:avLst/>
              </a:prstGeom>
              <a:blipFill>
                <a:blip r:embed="rId5"/>
                <a:stretch>
                  <a:fillRect l="-982" t="-107463" r="-982" b="-159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8EAEFDAC-C342-9279-D924-E77E1AB0FFFA}"/>
              </a:ext>
            </a:extLst>
          </p:cNvPr>
          <p:cNvSpPr/>
          <p:nvPr/>
        </p:nvSpPr>
        <p:spPr>
          <a:xfrm>
            <a:off x="7866204" y="1996375"/>
            <a:ext cx="3806196" cy="116789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AA1426-BCB0-3AA7-323F-482D2D9865DE}"/>
                  </a:ext>
                </a:extLst>
              </p:cNvPr>
              <p:cNvSpPr txBox="1"/>
              <p:nvPr/>
            </p:nvSpPr>
            <p:spPr>
              <a:xfrm>
                <a:off x="7715355" y="2181008"/>
                <a:ext cx="3957045" cy="842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1400" b="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𝐶𝑎𝑡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⊙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acc>
                          </m:num>
                          <m:den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acc>
                            <m:sSubSup>
                              <m:sSubSup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AA1426-BCB0-3AA7-323F-482D2D986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355" y="2181008"/>
                <a:ext cx="3957045" cy="842410"/>
              </a:xfrm>
              <a:prstGeom prst="rect">
                <a:avLst/>
              </a:prstGeom>
              <a:blipFill>
                <a:blip r:embed="rId6"/>
                <a:stretch>
                  <a:fillRect t="-725"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77EE6D-DD27-BE51-8F64-AA3F5921032F}"/>
              </a:ext>
            </a:extLst>
          </p:cNvPr>
          <p:cNvSpPr/>
          <p:nvPr/>
        </p:nvSpPr>
        <p:spPr>
          <a:xfrm>
            <a:off x="902208" y="4197096"/>
            <a:ext cx="10838688" cy="170813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A03DE8-C069-552E-D125-B24BF38DF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614" y="4776932"/>
            <a:ext cx="3753122" cy="761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C20655-A924-1187-4C0D-FE304F3C925B}"/>
                  </a:ext>
                </a:extLst>
              </p:cNvPr>
              <p:cNvSpPr txBox="1"/>
              <p:nvPr/>
            </p:nvSpPr>
            <p:spPr>
              <a:xfrm>
                <a:off x="609600" y="3616304"/>
                <a:ext cx="97414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Sampling process example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C20655-A924-1187-4C0D-FE304F3C9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616304"/>
                <a:ext cx="9741408" cy="338554"/>
              </a:xfrm>
              <a:prstGeom prst="rect">
                <a:avLst/>
              </a:prstGeom>
              <a:blipFill>
                <a:blip r:embed="rId8"/>
                <a:stretch>
                  <a:fillRect l="-250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1400FD-B8B8-343A-4473-0478B1A26E60}"/>
                  </a:ext>
                </a:extLst>
              </p:cNvPr>
              <p:cNvSpPr txBox="1"/>
              <p:nvPr/>
            </p:nvSpPr>
            <p:spPr>
              <a:xfrm>
                <a:off x="1078935" y="4284777"/>
                <a:ext cx="135233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dirty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ko-KR" sz="1600" dirty="0">
                    <a:solidFill>
                      <a:sysClr val="windowText" lastClr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[0 1 0]</a:t>
                </a:r>
                <a:endParaRPr lang="ko-KR" altLang="en-US" sz="1600" dirty="0">
                  <a:solidFill>
                    <a:sysClr val="windowText" lastClr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1400FD-B8B8-343A-4473-0478B1A26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35" y="4284777"/>
                <a:ext cx="1352334" cy="338554"/>
              </a:xfrm>
              <a:prstGeom prst="rect">
                <a:avLst/>
              </a:prstGeom>
              <a:blipFill>
                <a:blip r:embed="rId9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E927253-EFCF-34DC-1115-82AA3AB1285C}"/>
              </a:ext>
            </a:extLst>
          </p:cNvPr>
          <p:cNvCxnSpPr/>
          <p:nvPr/>
        </p:nvCxnSpPr>
        <p:spPr>
          <a:xfrm>
            <a:off x="4965192" y="4426444"/>
            <a:ext cx="0" cy="117846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44995B-D849-82B0-D4AB-C99282460B92}"/>
                  </a:ext>
                </a:extLst>
              </p:cNvPr>
              <p:cNvSpPr txBox="1"/>
              <p:nvPr/>
            </p:nvSpPr>
            <p:spPr>
              <a:xfrm>
                <a:off x="5126737" y="4315554"/>
                <a:ext cx="210006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ko-KR" altLang="en-US" sz="14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accPr>
                          <m:e>
                            <m:r>
                              <a:rPr lang="en-US" altLang="ko-KR" sz="14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" panose="02000503000000020004" pitchFamily="2" charset="-127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ko-KR" sz="14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" panose="02000503000000020004" pitchFamily="2" charset="-127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400" i="1" dirty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 dirty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" panose="02000503000000020004" pitchFamily="2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 dirty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Pretendard" panose="02000503000000020004" pitchFamily="2" charset="-127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  <m:e>
                        <m:sSub>
                          <m:sSubPr>
                            <m:ctrlPr>
                              <a:rPr lang="en-US" altLang="ko-KR" sz="14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" panose="02000503000000020004" pitchFamily="2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i="1" dirty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Pretendard" panose="02000503000000020004" pitchFamily="2" charset="-127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= </m:t>
                    </m:r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[0.1 0.6 0.3]</a:t>
                </a:r>
                <a:endParaRPr lang="ko-KR" altLang="en-US" sz="140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44995B-D849-82B0-D4AB-C99282460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737" y="4315554"/>
                <a:ext cx="2100068" cy="307777"/>
              </a:xfrm>
              <a:prstGeom prst="rect">
                <a:avLst/>
              </a:prstGeom>
              <a:blipFill>
                <a:blip r:embed="rId1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4D123A4-676D-BD16-2E57-4CA785345015}"/>
                  </a:ext>
                </a:extLst>
              </p:cNvPr>
              <p:cNvSpPr txBox="1"/>
              <p:nvPr/>
            </p:nvSpPr>
            <p:spPr>
              <a:xfrm>
                <a:off x="5126737" y="4741789"/>
                <a:ext cx="2429231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𝑞</m:t>
                    </m:r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  <m: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−1</m:t>
                        </m:r>
                      </m:sub>
                    </m:sSub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 </m:t>
                    </m:r>
                    <m:sSub>
                      <m:sSubPr>
                        <m:ctrlP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|</m:t>
                    </m:r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1</m:t>
                    </m:r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</a:rPr>
                  <a:t>) = [0.16,0.06,0.03] </a:t>
                </a:r>
                <a:r>
                  <a:rPr lang="en-US" altLang="ko-KR" sz="1400" dirty="0">
                    <a:solidFill>
                      <a:schemeClr val="bg2"/>
                    </a:solidFill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𝑞</m:t>
                    </m:r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−1</m:t>
                        </m:r>
                      </m:sub>
                    </m:sSub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 </m:t>
                    </m:r>
                    <m:sSub>
                      <m:sSubPr>
                        <m:ctrlP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|</m:t>
                    </m:r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2</m:t>
                    </m:r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</a:rPr>
                  <a:t>)</a:t>
                </a:r>
                <a:r>
                  <a:rPr lang="en-US" altLang="ko-KR" sz="1400" dirty="0">
                    <a:solidFill>
                      <a:schemeClr val="bg2"/>
                    </a:solidFill>
                    <a:ea typeface="Pretendard" panose="02000503000000020004" pitchFamily="2" charset="-127"/>
                    <a:cs typeface="Pretendard" panose="02000503000000020004" pitchFamily="2" charset="-127"/>
                  </a:rPr>
                  <a:t> = [0.04,0.30,0.09]</a:t>
                </a:r>
                <a:endParaRPr lang="en-US" altLang="ko-KR" sz="1400" i="1" dirty="0">
                  <a:solidFill>
                    <a:schemeClr val="bg2"/>
                  </a:solidFill>
                  <a:latin typeface="Cambria Math" panose="02040503050406030204" pitchFamily="18" charset="0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𝑞</m:t>
                    </m:r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−1</m:t>
                        </m:r>
                      </m:sub>
                    </m:sSub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 </m:t>
                    </m:r>
                    <m:sSub>
                      <m:sSubPr>
                        <m:ctrlP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|</m:t>
                    </m:r>
                    <m:r>
                      <a:rPr lang="en-US" altLang="ko-KR" sz="14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3</m:t>
                    </m:r>
                  </m:oMath>
                </a14:m>
                <a:r>
                  <a:rPr lang="en-US" altLang="ko-KR" sz="1400" dirty="0">
                    <a:solidFill>
                      <a:schemeClr val="bg2"/>
                    </a:solidFill>
                  </a:rPr>
                  <a:t>) = [0.05,0.15,0.15]</a:t>
                </a:r>
                <a:endParaRPr lang="ko-KR" altLang="en-US" sz="14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4D123A4-676D-BD16-2E57-4CA785345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737" y="4741789"/>
                <a:ext cx="2429231" cy="738664"/>
              </a:xfrm>
              <a:prstGeom prst="rect">
                <a:avLst/>
              </a:prstGeom>
              <a:blipFill>
                <a:blip r:embed="rId11"/>
                <a:stretch>
                  <a:fillRect t="-1653" r="-452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E31BE8E-E408-4DBF-B7D9-243640C0ADE1}"/>
              </a:ext>
            </a:extLst>
          </p:cNvPr>
          <p:cNvCxnSpPr/>
          <p:nvPr/>
        </p:nvCxnSpPr>
        <p:spPr>
          <a:xfrm>
            <a:off x="7715355" y="4919472"/>
            <a:ext cx="258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D82531-D2CA-2D33-60FC-7C613175391C}"/>
                  </a:ext>
                </a:extLst>
              </p:cNvPr>
              <p:cNvSpPr txBox="1"/>
              <p:nvPr/>
            </p:nvSpPr>
            <p:spPr>
              <a:xfrm>
                <a:off x="8132955" y="4432440"/>
                <a:ext cx="340842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0" b="0" i="0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2" charset="-127"/>
                            </a:rPr>
                            <m:t>p</m:t>
                          </m:r>
                        </m:e>
                        <m:sub>
                          <m:r>
                            <a:rPr lang="en-US" altLang="ko-KR" sz="1400" b="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dirty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2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dirty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dirty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dirty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  <m:t>𝑡</m:t>
                              </m:r>
                              <m:r>
                                <a:rPr lang="en-US" altLang="ko-KR" sz="1400" b="0" i="1" dirty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1400" i="1" dirty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 dirty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 dirty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2" charset="-127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4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4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0.1 [0.16,0.06,0.03] + …</a:t>
                </a:r>
              </a:p>
              <a:p>
                <a:r>
                  <a:rPr lang="en-US" altLang="ko-KR" sz="14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 [0.055, 0.231, 0.102]</a:t>
                </a:r>
              </a:p>
              <a:p>
                <a:r>
                  <a:rPr lang="en-US" altLang="ko-KR" sz="14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-&gt; [0.1418, 0.5954, 0.2629]</a:t>
                </a:r>
                <a:endParaRPr lang="ko-KR" altLang="en-US" sz="140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D82531-D2CA-2D33-60FC-7C6131753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955" y="4432440"/>
                <a:ext cx="3408425" cy="954107"/>
              </a:xfrm>
              <a:prstGeom prst="rect">
                <a:avLst/>
              </a:prstGeom>
              <a:blipFill>
                <a:blip r:embed="rId12"/>
                <a:stretch>
                  <a:fillRect l="-537" b="-50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56E0E98-1F7D-621B-6775-C05AFCF5F94B}"/>
              </a:ext>
            </a:extLst>
          </p:cNvPr>
          <p:cNvSpPr txBox="1"/>
          <p:nvPr/>
        </p:nvSpPr>
        <p:spPr>
          <a:xfrm>
            <a:off x="9136924" y="1601079"/>
            <a:ext cx="126475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Recap: D3PM</a:t>
            </a:r>
          </a:p>
        </p:txBody>
      </p:sp>
    </p:spTree>
    <p:extLst>
      <p:ext uri="{BB962C8B-B14F-4D97-AF65-F5344CB8AC3E}">
        <p14:creationId xmlns:p14="http://schemas.microsoft.com/office/powerpoint/2010/main" val="29536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7" grpId="0" animBg="1"/>
      <p:bldP spid="11" grpId="0"/>
      <p:bldP spid="13" grpId="0" animBg="1"/>
      <p:bldP spid="16" grpId="0"/>
      <p:bldP spid="18" grpId="0"/>
      <p:bldP spid="24" grpId="0"/>
      <p:bldP spid="30" grpId="0"/>
      <p:bldP spid="36" grpId="0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AA9F-8318-B13B-BB50-E62F41C7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58ED284D-1309-075E-B825-7672638D3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RDM: </a:t>
            </a:r>
            <a:r>
              <a:rPr lang="en-US" altLang="ko-KR" dirty="0" err="1"/>
              <a:t>Reparameterized</a:t>
            </a:r>
            <a:r>
              <a:rPr lang="en-US" altLang="ko-KR" dirty="0"/>
              <a:t> Discrete Diffusion Model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CA5539AB-E658-AEED-25F8-6C03DFED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BD175-0239-5FE9-3E6C-66127641561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1D58F-3104-B02C-621A-EA93EBF2B504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Zheng et al., “A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Reparameterized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Discrete Diffusion Model for Text Generation”, COLM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3E34EE-8159-A873-2212-0A2F6B642234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Backward process in D3PM is quite expensive: summing up over all possible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x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3E34EE-8159-A873-2212-0A2F6B642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blipFill>
                <a:blip r:embed="rId3"/>
                <a:stretch>
                  <a:fillRect l="-289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410037-8349-2616-6365-53144ACE479A}"/>
                  </a:ext>
                </a:extLst>
              </p:cNvPr>
              <p:cNvSpPr txBox="1"/>
              <p:nvPr/>
            </p:nvSpPr>
            <p:spPr>
              <a:xfrm>
                <a:off x="1898904" y="2386666"/>
                <a:ext cx="4968240" cy="798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0" dirty="0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  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p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𝑡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∝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naryPr>
                        <m:sub>
                          <m:acc>
                            <m:accPr>
                              <m:chr m:val="̃"/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sub>
                        <m:sup/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𝑞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𝑡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|</m:t>
                      </m:r>
                      <m:acc>
                        <m:accPr>
                          <m:chr m:val="̃"/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)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ko-KR" altLang="en-US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𝜃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i="1" dirty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|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410037-8349-2616-6365-53144ACE4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04" y="2386666"/>
                <a:ext cx="4968240" cy="798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9F4834-776B-4469-3E96-9D4CE849127E}"/>
              </a:ext>
            </a:extLst>
          </p:cNvPr>
          <p:cNvSpPr/>
          <p:nvPr/>
        </p:nvSpPr>
        <p:spPr>
          <a:xfrm>
            <a:off x="1027741" y="2250341"/>
            <a:ext cx="7311588" cy="10298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AAD877-8DE6-3D99-6380-97A0C35B35F7}"/>
                  </a:ext>
                </a:extLst>
              </p:cNvPr>
              <p:cNvSpPr txBox="1"/>
              <p:nvPr/>
            </p:nvSpPr>
            <p:spPr>
              <a:xfrm>
                <a:off x="609600" y="3740651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Reparameterize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the backward process into a </a:t>
                </a:r>
                <a:r>
                  <a:rPr lang="en-US" altLang="ko-KR" sz="16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routing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mechanism: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AAD877-8DE6-3D99-6380-97A0C35B3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740651"/>
                <a:ext cx="8448675" cy="338554"/>
              </a:xfrm>
              <a:prstGeom prst="rect">
                <a:avLst/>
              </a:prstGeom>
              <a:blipFill>
                <a:blip r:embed="rId5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2EF3C73-C3F8-DCEF-78E9-CEEBB622E741}"/>
              </a:ext>
            </a:extLst>
          </p:cNvPr>
          <p:cNvSpPr txBox="1"/>
          <p:nvPr/>
        </p:nvSpPr>
        <p:spPr>
          <a:xfrm>
            <a:off x="1027742" y="4182742"/>
            <a:ext cx="67244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Each token is either denoised (to ground truth) or reset to noise.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8EF11C-B96A-A52A-0311-460FD8A5DE05}"/>
              </a:ext>
            </a:extLst>
          </p:cNvPr>
          <p:cNvSpPr txBox="1"/>
          <p:nvPr/>
        </p:nvSpPr>
        <p:spPr>
          <a:xfrm>
            <a:off x="1027741" y="4582496"/>
            <a:ext cx="6946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Introduces latent routing variables controlling token-level decisions.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69E1E4-F106-695A-5B12-219139217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122" y="2218517"/>
            <a:ext cx="2743201" cy="23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8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D1C7-FF75-E4AF-DCA9-33F15E2D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D174A46-C4B9-0971-4B82-E26EF068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RDM: </a:t>
            </a:r>
            <a:r>
              <a:rPr lang="en-US" altLang="ko-KR" dirty="0" err="1"/>
              <a:t>Reparameterized</a:t>
            </a:r>
            <a:r>
              <a:rPr lang="en-US" altLang="ko-KR" dirty="0"/>
              <a:t> Discrete Diffusion Model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1228C03B-4A6E-7F86-A869-F9F4B2C4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22940-C2D2-9D41-A6C1-1D8F35E5EC0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4A093-7592-B2CE-6B5D-548F0B03094C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Zheng et al., “A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Reparameterized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Discrete Diffusion Model for Text Generation”, COLM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882A92-9056-0B55-3C7A-9F8D07E824BA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Let the forward transition be: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882A92-9056-0B55-3C7A-9F8D07E82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blipFill>
                <a:blip r:embed="rId3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E3E94D-6C32-15A6-6992-E4D9D7583E9E}"/>
                  </a:ext>
                </a:extLst>
              </p:cNvPr>
              <p:cNvSpPr txBox="1"/>
              <p:nvPr/>
            </p:nvSpPr>
            <p:spPr>
              <a:xfrm>
                <a:off x="3448865" y="2184461"/>
                <a:ext cx="42089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sub>
                      </m:sSub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E3E94D-6C32-15A6-6992-E4D9D7583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865" y="2184461"/>
                <a:ext cx="4208909" cy="307777"/>
              </a:xfrm>
              <a:prstGeom prst="rect">
                <a:avLst/>
              </a:prstGeom>
              <a:blipFill>
                <a:blip r:embed="rId4"/>
                <a:stretch>
                  <a:fillRect l="-1014" t="-196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317C60-B31A-C083-9C7D-D897007DA4B4}"/>
                  </a:ext>
                </a:extLst>
              </p:cNvPr>
              <p:cNvSpPr txBox="1"/>
              <p:nvPr/>
            </p:nvSpPr>
            <p:spPr>
              <a:xfrm>
                <a:off x="609600" y="2831541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We can then derive the conditional backward transition as: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317C60-B31A-C083-9C7D-D897007DA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31541"/>
                <a:ext cx="8448675" cy="338554"/>
              </a:xfrm>
              <a:prstGeom prst="rect">
                <a:avLst/>
              </a:prstGeom>
              <a:blipFill>
                <a:blip r:embed="rId5"/>
                <a:stretch>
                  <a:fillRect l="-289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53E80F-EEE7-51EF-02AC-50E9C9BADA2C}"/>
                  </a:ext>
                </a:extLst>
              </p:cNvPr>
              <p:cNvSpPr txBox="1"/>
              <p:nvPr/>
            </p:nvSpPr>
            <p:spPr>
              <a:xfrm>
                <a:off x="2044153" y="3387344"/>
                <a:ext cx="7018332" cy="1139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(1)</m:t>
                                      </m:r>
                                    </m:sup>
                                  </m:sSubSup>
                                </m:e>
                              </m:d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𝑛𝑜𝑖𝑠𝑒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𝑛𝑜𝑖𝑠𝑒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53E80F-EEE7-51EF-02AC-50E9C9BAD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153" y="3387344"/>
                <a:ext cx="7018332" cy="11396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C1F135-0A0A-68EE-3AB2-B9E7C244FED2}"/>
                  </a:ext>
                </a:extLst>
              </p:cNvPr>
              <p:cNvSpPr txBox="1"/>
              <p:nvPr/>
            </p:nvSpPr>
            <p:spPr>
              <a:xfrm>
                <a:off x="1871662" y="4744889"/>
                <a:ext cx="888168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600" b="0" i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Current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state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is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well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−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formed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Remain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at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nor/>
                      </m:rPr>
                      <a: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or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resets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to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noise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C1F135-0A0A-68EE-3AB2-B9E7C244F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662" y="4744889"/>
                <a:ext cx="8881682" cy="338554"/>
              </a:xfrm>
              <a:prstGeom prst="rect">
                <a:avLst/>
              </a:prstGeom>
              <a:blipFill>
                <a:blip r:embed="rId7"/>
                <a:stretch>
                  <a:fillRect l="-275" t="-7143" b="-1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268D33-3A9D-A9EA-83FB-F93FD141CA00}"/>
                  </a:ext>
                </a:extLst>
              </p:cNvPr>
              <p:cNvSpPr txBox="1"/>
              <p:nvPr/>
            </p:nvSpPr>
            <p:spPr>
              <a:xfrm>
                <a:off x="1871662" y="5132040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600" b="0" i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Current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state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is</m:t>
                    </m:r>
                    <m:r>
                      <m:rPr>
                        <m:nor/>
                      </m:rPr>
                      <a:rPr lang="en-US" altLang="ko-KR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noisy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→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Denoise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or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remain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600" b="0" i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noisy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268D33-3A9D-A9EA-83FB-F93FD141C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662" y="5132040"/>
                <a:ext cx="8448675" cy="338554"/>
              </a:xfrm>
              <a:prstGeom prst="rect">
                <a:avLst/>
              </a:prstGeom>
              <a:blipFill>
                <a:blip r:embed="rId8"/>
                <a:stretch>
                  <a:fillRect l="-289" t="-7273" b="-2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08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7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9F669-22E9-9CC9-65FE-E3F0026D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E3EA411C-F992-D62C-AED8-7987279C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RDM: </a:t>
            </a:r>
            <a:r>
              <a:rPr lang="en-US" altLang="ko-KR" dirty="0" err="1"/>
              <a:t>Reparameterized</a:t>
            </a:r>
            <a:r>
              <a:rPr lang="en-US" altLang="ko-KR" dirty="0"/>
              <a:t> Discrete Diffusion Model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B99705FA-86F1-23E3-0355-D3E9F497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B41F5-B024-85EB-7FB5-4A0EEE4B89B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4FD40A-BA5A-E7C1-BD5D-09E8EB12BA11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Zheng et al., “A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Reparameterized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Discrete Diffusion Model for Text Generation”, COLM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8612DB-17CD-C1C2-7603-E942C576B626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Reparameterized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Sampling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8612DB-17CD-C1C2-7603-E942C576B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8448675" cy="338554"/>
              </a:xfrm>
              <a:prstGeom prst="rect">
                <a:avLst/>
              </a:prstGeom>
              <a:blipFill>
                <a:blip r:embed="rId3"/>
                <a:stretch>
                  <a:fillRect l="-28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26026A-60A6-8C98-2B76-33FE51C9E0CB}"/>
                  </a:ext>
                </a:extLst>
              </p:cNvPr>
              <p:cNvSpPr txBox="1"/>
              <p:nvPr/>
            </p:nvSpPr>
            <p:spPr>
              <a:xfrm>
                <a:off x="1248017" y="2315000"/>
                <a:ext cx="1179618" cy="302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26026A-60A6-8C98-2B76-33FE51C9E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017" y="2315000"/>
                <a:ext cx="1179618" cy="302327"/>
              </a:xfrm>
              <a:prstGeom prst="rect">
                <a:avLst/>
              </a:prstGeom>
              <a:blipFill>
                <a:blip r:embed="rId4"/>
                <a:stretch>
                  <a:fillRect l="-4663" r="-518" b="-183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07635D-3EAA-DB6C-09C1-8777ABF7F149}"/>
                  </a:ext>
                </a:extLst>
              </p:cNvPr>
              <p:cNvSpPr txBox="1"/>
              <p:nvPr/>
            </p:nvSpPr>
            <p:spPr>
              <a:xfrm>
                <a:off x="1211441" y="2761750"/>
                <a:ext cx="2359044" cy="371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𝐵𝑒𝑟𝑛𝑜𝑢𝑙𝑙𝑖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07635D-3EAA-DB6C-09C1-8777ABF7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41" y="2761750"/>
                <a:ext cx="2359044" cy="371640"/>
              </a:xfrm>
              <a:prstGeom prst="rect">
                <a:avLst/>
              </a:prstGeom>
              <a:blipFill>
                <a:blip r:embed="rId5"/>
                <a:stretch>
                  <a:fillRect l="-775" r="-3359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130295-A3AA-3B86-9BF2-E19FD933EDD6}"/>
                  </a:ext>
                </a:extLst>
              </p:cNvPr>
              <p:cNvSpPr txBox="1"/>
              <p:nvPr/>
            </p:nvSpPr>
            <p:spPr>
              <a:xfrm>
                <a:off x="1211441" y="3307361"/>
                <a:ext cx="2359043" cy="371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𝐵𝑒𝑟𝑛𝑜𝑢𝑙𝑙𝑖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130295-A3AA-3B86-9BF2-E19FD933E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41" y="3307361"/>
                <a:ext cx="2359043" cy="371640"/>
              </a:xfrm>
              <a:prstGeom prst="rect">
                <a:avLst/>
              </a:prstGeom>
              <a:blipFill>
                <a:blip r:embed="rId6"/>
                <a:stretch>
                  <a:fillRect l="-775" r="-3359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CA5CC7-AB0B-DACF-1E43-208677A78459}"/>
                  </a:ext>
                </a:extLst>
              </p:cNvPr>
              <p:cNvSpPr txBox="1"/>
              <p:nvPr/>
            </p:nvSpPr>
            <p:spPr>
              <a:xfrm>
                <a:off x="1193153" y="3852972"/>
                <a:ext cx="1186434" cy="438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~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CA5CC7-AB0B-DACF-1E43-208677A7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153" y="3852972"/>
                <a:ext cx="1186434" cy="438325"/>
              </a:xfrm>
              <a:prstGeom prst="rect">
                <a:avLst/>
              </a:prstGeom>
              <a:blipFill>
                <a:blip r:embed="rId7"/>
                <a:stretch>
                  <a:fillRect r="-9278"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EDE43D-4D41-B9E9-E212-CEFEBC2008A0}"/>
                  </a:ext>
                </a:extLst>
              </p:cNvPr>
              <p:cNvSpPr txBox="1"/>
              <p:nvPr/>
            </p:nvSpPr>
            <p:spPr>
              <a:xfrm>
                <a:off x="1226321" y="4379638"/>
                <a:ext cx="1186434" cy="438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~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EDE43D-4D41-B9E9-E212-CEFEBC200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21" y="4379638"/>
                <a:ext cx="1186434" cy="438325"/>
              </a:xfrm>
              <a:prstGeom prst="rect">
                <a:avLst/>
              </a:prstGeom>
              <a:blipFill>
                <a:blip r:embed="rId8"/>
                <a:stretch>
                  <a:fillRect r="-49231" b="-9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82E852D2-2520-DFC3-5183-E7DBC0FB2C30}"/>
              </a:ext>
            </a:extLst>
          </p:cNvPr>
          <p:cNvSpPr/>
          <p:nvPr/>
        </p:nvSpPr>
        <p:spPr>
          <a:xfrm>
            <a:off x="3886200" y="2466163"/>
            <a:ext cx="612648" cy="2169845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0E742F-90D8-2373-2B43-FC3752DD85F3}"/>
                  </a:ext>
                </a:extLst>
              </p:cNvPr>
              <p:cNvSpPr txBox="1"/>
              <p:nvPr/>
            </p:nvSpPr>
            <p:spPr>
              <a:xfrm>
                <a:off x="4814563" y="3134092"/>
                <a:ext cx="5025654" cy="787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+(1−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ko-KR" dirty="0"/>
                        <m:t>[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+(1−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0E742F-90D8-2373-2B43-FC3752DD8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563" y="3134092"/>
                <a:ext cx="5025654" cy="787139"/>
              </a:xfrm>
              <a:prstGeom prst="rect">
                <a:avLst/>
              </a:prstGeom>
              <a:blipFill>
                <a:blip r:embed="rId9"/>
                <a:stretch>
                  <a:fillRect b="-5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D494B8-0746-015E-4CA3-CA5392E2F416}"/>
                  </a:ext>
                </a:extLst>
              </p:cNvPr>
              <p:cNvSpPr txBox="1"/>
              <p:nvPr/>
            </p:nvSpPr>
            <p:spPr>
              <a:xfrm>
                <a:off x="632266" y="5363350"/>
                <a:ext cx="84486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285750" indent="-285750">
                  <a:buFont typeface="Arial" panose="020B0604020202020204" pitchFamily="34" charset="0"/>
                  <a:buChar char="•"/>
                  <a:defRPr sz="160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marL="0" indent="0">
                  <a:buNone/>
                </a:pPr>
                <a:r>
                  <a:rPr lang="en-US" altLang="ko-KR" dirty="0"/>
                  <a:t>-&gt; Simplified training objective &amp; Efficient sampling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D494B8-0746-015E-4CA3-CA5392E2F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66" y="5363350"/>
                <a:ext cx="8448675" cy="338554"/>
              </a:xfrm>
              <a:prstGeom prst="rect">
                <a:avLst/>
              </a:prstGeom>
              <a:blipFill>
                <a:blip r:embed="rId10"/>
                <a:stretch>
                  <a:fillRect l="-433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80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7" grpId="0"/>
      <p:bldP spid="18" grpId="0" animBg="1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BE8F-0443-10F0-E58A-7069043A9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7C40741-9DB4-E524-8B19-402D181D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CTMC: Continuous Time Discrete Denoising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62217B76-1621-5C01-A86A-5BCDD36A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7CF55-E11D-4AB5-4CA1-AF4FB35FE75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37F16-78D5-8F24-616B-7D8C0150B523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Campbell et al., “A Continuous Time Framework for Discrete Denoising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2212BC-126C-F311-B4CC-B0B4C18F2FD3}"/>
                  </a:ext>
                </a:extLst>
              </p:cNvPr>
              <p:cNvSpPr txBox="1"/>
              <p:nvPr/>
            </p:nvSpPr>
            <p:spPr>
              <a:xfrm>
                <a:off x="609600" y="1680859"/>
                <a:ext cx="896416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We have seen the continuous time formulation (ODEs, SDEs) of continuous diffusion models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2212BC-126C-F311-B4CC-B0B4C18F2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0859"/>
                <a:ext cx="8964168" cy="338554"/>
              </a:xfrm>
              <a:prstGeom prst="rect">
                <a:avLst/>
              </a:prstGeom>
              <a:blipFill>
                <a:blip r:embed="rId3"/>
                <a:stretch>
                  <a:fillRect l="-27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C33F27-DC4F-3B56-99A1-6B93E53E3B76}"/>
                  </a:ext>
                </a:extLst>
              </p:cNvPr>
              <p:cNvSpPr txBox="1"/>
              <p:nvPr/>
            </p:nvSpPr>
            <p:spPr>
              <a:xfrm>
                <a:off x="609600" y="2028557"/>
                <a:ext cx="896416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Could discrete diffusion be extended to continuous time version?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C33F27-DC4F-3B56-99A1-6B93E53E3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28557"/>
                <a:ext cx="8964168" cy="338554"/>
              </a:xfrm>
              <a:prstGeom prst="rect">
                <a:avLst/>
              </a:prstGeom>
              <a:blipFill>
                <a:blip r:embed="rId4"/>
                <a:stretch>
                  <a:fillRect l="-27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52C6455-A774-3234-B1B6-59D4D3A4D3AB}"/>
              </a:ext>
            </a:extLst>
          </p:cNvPr>
          <p:cNvSpPr txBox="1"/>
          <p:nvPr/>
        </p:nvSpPr>
        <p:spPr>
          <a:xfrm>
            <a:off x="731520" y="2796655"/>
            <a:ext cx="50657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CTMC: Continuous Time Markov Chain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25F335-9B54-1BE4-62E2-4E468479242D}"/>
              </a:ext>
            </a:extLst>
          </p:cNvPr>
          <p:cNvSpPr txBox="1"/>
          <p:nvPr/>
        </p:nvSpPr>
        <p:spPr>
          <a:xfrm>
            <a:off x="1121664" y="3241849"/>
            <a:ext cx="50657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    Transition can occur at any time 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81F644-04F7-D187-F6F5-9ECBC72C9C17}"/>
                  </a:ext>
                </a:extLst>
              </p:cNvPr>
              <p:cNvSpPr txBox="1"/>
              <p:nvPr/>
            </p:nvSpPr>
            <p:spPr>
              <a:xfrm>
                <a:off x="1121664" y="3625188"/>
                <a:ext cx="5065776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-&gt;    Transition is defined by the </a:t>
                </a:r>
                <a:r>
                  <a:rPr lang="en-US" altLang="ko-KR" sz="16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rate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𝑹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𝒕</m:t>
                        </m:r>
                      </m:sub>
                    </m:sSub>
                    <m:r>
                      <a:rPr lang="en-US" altLang="ko-KR" sz="1600" b="1" i="0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𝒙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 </m:t>
                    </m:r>
                    <m:sSup>
                      <m:s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𝒙</m:t>
                        </m:r>
                      </m:e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′</m:t>
                        </m:r>
                      </m:sup>
                    </m:sSup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)</m:t>
                    </m:r>
                  </m:oMath>
                </a14:m>
                <a:endPara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81F644-04F7-D187-F6F5-9ECBC72C9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64" y="3625188"/>
                <a:ext cx="5065776" cy="338554"/>
              </a:xfrm>
              <a:prstGeom prst="rect">
                <a:avLst/>
              </a:prstGeom>
              <a:blipFill>
                <a:blip r:embed="rId5"/>
                <a:stretch>
                  <a:fillRect l="-2407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4E396A-BC5E-0CD3-BEA0-6AB3FE31169F}"/>
              </a:ext>
            </a:extLst>
          </p:cNvPr>
          <p:cNvCxnSpPr/>
          <p:nvPr/>
        </p:nvCxnSpPr>
        <p:spPr>
          <a:xfrm>
            <a:off x="4083992" y="3963742"/>
            <a:ext cx="18413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D50367-42A3-E3BF-9528-C4BCA7477AC8}"/>
              </a:ext>
            </a:extLst>
          </p:cNvPr>
          <p:cNvSpPr txBox="1"/>
          <p:nvPr/>
        </p:nvSpPr>
        <p:spPr>
          <a:xfrm>
            <a:off x="3680560" y="4008527"/>
            <a:ext cx="2978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instantaneous transition rates</a:t>
            </a:r>
            <a:endParaRPr lang="ko-KR" altLang="en-US" sz="1600" dirty="0">
              <a:solidFill>
                <a:schemeClr val="accent6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D73E0-6EF8-3FDA-0E0C-DAC8D2420E68}"/>
              </a:ext>
            </a:extLst>
          </p:cNvPr>
          <p:cNvSpPr txBox="1"/>
          <p:nvPr/>
        </p:nvSpPr>
        <p:spPr>
          <a:xfrm>
            <a:off x="731520" y="4683463"/>
            <a:ext cx="50657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Infinitesimal transition: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C3CFC6-E3DF-437B-006E-3708DA8A1A87}"/>
                  </a:ext>
                </a:extLst>
              </p:cNvPr>
              <p:cNvSpPr txBox="1"/>
              <p:nvPr/>
            </p:nvSpPr>
            <p:spPr>
              <a:xfrm>
                <a:off x="2654636" y="5216322"/>
                <a:ext cx="3857018" cy="335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C3CFC6-E3DF-437B-006E-3708DA8A1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36" y="5216322"/>
                <a:ext cx="3857018" cy="335285"/>
              </a:xfrm>
              <a:prstGeom prst="rect">
                <a:avLst/>
              </a:prstGeom>
              <a:blipFill>
                <a:blip r:embed="rId6"/>
                <a:stretch>
                  <a:fillRect l="-1106" t="-1818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401A2374-C2BE-48DA-0EE6-3F3B01BD10A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4530"/>
          <a:stretch>
            <a:fillRect/>
          </a:stretch>
        </p:blipFill>
        <p:spPr>
          <a:xfrm>
            <a:off x="7199816" y="2796655"/>
            <a:ext cx="4675096" cy="27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2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0" grpId="0"/>
      <p:bldP spid="11" grpId="0"/>
      <p:bldP spid="15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6E87-8BD4-58F3-D7D6-E266FAA2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016AC09-3167-3A21-2E3E-069794CB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CTMC: Continuous Time Discrete Denoising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677179FE-D32E-F7D0-F394-5B8895B7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4114D-257D-E446-F630-0B712BBA5DE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F23F2-E2E1-3BCE-A633-09D739B9FAA7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Campbell et al., “A Continuous Time Framework for Discrete Denoising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56554-109C-11D1-417B-055A5CFE3669}"/>
              </a:ext>
            </a:extLst>
          </p:cNvPr>
          <p:cNvSpPr txBox="1"/>
          <p:nvPr/>
        </p:nvSpPr>
        <p:spPr>
          <a:xfrm>
            <a:off x="609600" y="1694274"/>
            <a:ext cx="50657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CTMC: Continuous Time Markov Chain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C15FCF-B29B-B216-83B6-8B620D5C96D6}"/>
              </a:ext>
            </a:extLst>
          </p:cNvPr>
          <p:cNvSpPr txBox="1"/>
          <p:nvPr/>
        </p:nvSpPr>
        <p:spPr>
          <a:xfrm>
            <a:off x="673608" y="2921826"/>
            <a:ext cx="50657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Reverse transition matrix: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607554-5371-D265-5300-49A27E521C22}"/>
                  </a:ext>
                </a:extLst>
              </p:cNvPr>
              <p:cNvSpPr txBox="1"/>
              <p:nvPr/>
            </p:nvSpPr>
            <p:spPr>
              <a:xfrm>
                <a:off x="3654552" y="2227224"/>
                <a:ext cx="3857018" cy="335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607554-5371-D265-5300-49A27E521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552" y="2227224"/>
                <a:ext cx="3857018" cy="335285"/>
              </a:xfrm>
              <a:prstGeom prst="rect">
                <a:avLst/>
              </a:prstGeom>
              <a:blipFill>
                <a:blip r:embed="rId3"/>
                <a:stretch>
                  <a:fillRect l="-1108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78492D-28F9-3F25-5E3E-CC278079C6C6}"/>
                  </a:ext>
                </a:extLst>
              </p:cNvPr>
              <p:cNvSpPr txBox="1"/>
              <p:nvPr/>
            </p:nvSpPr>
            <p:spPr>
              <a:xfrm>
                <a:off x="2969729" y="3562606"/>
                <a:ext cx="4997971" cy="802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|0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|0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78492D-28F9-3F25-5E3E-CC278079C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729" y="3562606"/>
                <a:ext cx="4997971" cy="802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2A25EC-D011-7DE2-49CD-3FE9697B0DC2}"/>
                  </a:ext>
                </a:extLst>
              </p:cNvPr>
              <p:cNvSpPr txBox="1"/>
              <p:nvPr/>
            </p:nvSpPr>
            <p:spPr>
              <a:xfrm>
                <a:off x="673608" y="4688627"/>
                <a:ext cx="8077200" cy="36067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0|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This is intractable -&gt; parametrize by neural net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l-GR" altLang="ko-KR" sz="16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2A25EC-D011-7DE2-49CD-3FE9697B0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08" y="4688627"/>
                <a:ext cx="8077200" cy="360676"/>
              </a:xfrm>
              <a:prstGeom prst="rect">
                <a:avLst/>
              </a:prstGeom>
              <a:blipFill>
                <a:blip r:embed="rId5"/>
                <a:stretch>
                  <a:fillRect l="-1434" t="-5085" b="-152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13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778DB-E378-1301-87EB-B7F851CB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EA33292-40AB-B62C-9E04-86D7D9021142}"/>
              </a:ext>
            </a:extLst>
          </p:cNvPr>
          <p:cNvSpPr/>
          <p:nvPr/>
        </p:nvSpPr>
        <p:spPr>
          <a:xfrm>
            <a:off x="4256531" y="5482146"/>
            <a:ext cx="3258312" cy="72663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24B180-C300-A960-4EAD-6025FC74C116}"/>
              </a:ext>
            </a:extLst>
          </p:cNvPr>
          <p:cNvSpPr/>
          <p:nvPr/>
        </p:nvSpPr>
        <p:spPr>
          <a:xfrm>
            <a:off x="743712" y="2143013"/>
            <a:ext cx="10838688" cy="146727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34A4909-213A-53CC-C052-DBE19DF9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CTMC: Continuous Time Discrete Denoising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17984713-5EC6-3D94-D787-7BD7892B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C356E-B18F-FB51-1518-25C2ACF5EF8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47C09-1537-F651-0D77-EE79CBB33489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Campbell et al., “A Continuous Time Framework for Discrete Denoising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B1D30-BFD6-81D3-73E6-56D0684060BD}"/>
              </a:ext>
            </a:extLst>
          </p:cNvPr>
          <p:cNvSpPr txBox="1"/>
          <p:nvPr/>
        </p:nvSpPr>
        <p:spPr>
          <a:xfrm>
            <a:off x="609600" y="1694274"/>
            <a:ext cx="50657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Train with continuous time ELBO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028613-513F-396A-2305-F6B1EDCC29E5}"/>
              </a:ext>
            </a:extLst>
          </p:cNvPr>
          <p:cNvSpPr txBox="1"/>
          <p:nvPr/>
        </p:nvSpPr>
        <p:spPr>
          <a:xfrm>
            <a:off x="5252965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Yu et al., “Discrete Diffusion in Large Language and Multimodal Models: A Survey”,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E28F6E8-7FC9-5BDC-04E9-BA468D70B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20" y="2531016"/>
            <a:ext cx="809738" cy="22863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BD2D286-AB5D-D1CD-61DE-AC815C229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119" y="2463949"/>
            <a:ext cx="1400370" cy="30484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106B4E0-4CB7-8262-4A92-637F338A0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20" y="3045967"/>
            <a:ext cx="771633" cy="22863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D7C0139-FD06-D4EC-42B2-AFE7DC6EF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2640" y="3017388"/>
            <a:ext cx="1905266" cy="28579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332FE45-8D1F-244B-A1EA-13FA137A89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787" y="2317111"/>
            <a:ext cx="6796153" cy="1119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177F04-9EBF-BD35-5D91-B35E413BAAC0}"/>
                  </a:ext>
                </a:extLst>
              </p:cNvPr>
              <p:cNvSpPr txBox="1"/>
              <p:nvPr/>
            </p:nvSpPr>
            <p:spPr>
              <a:xfrm>
                <a:off x="609600" y="4134092"/>
                <a:ext cx="5065776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Inference with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𝜏</m:t>
                    </m:r>
                  </m:oMath>
                </a14:m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-leaping: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177F04-9EBF-BD35-5D91-B35E413B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134092"/>
                <a:ext cx="5065776" cy="338554"/>
              </a:xfrm>
              <a:prstGeom prst="rect">
                <a:avLst/>
              </a:prstGeom>
              <a:blipFill>
                <a:blip r:embed="rId8"/>
                <a:stretch>
                  <a:fillRect l="-228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B4C232C-AF2C-51A7-294F-55AB85AABCCE}"/>
              </a:ext>
            </a:extLst>
          </p:cNvPr>
          <p:cNvSpPr txBox="1"/>
          <p:nvPr/>
        </p:nvSpPr>
        <p:spPr>
          <a:xfrm>
            <a:off x="815018" y="4506808"/>
            <a:ext cx="10320904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indent="0">
              <a:buNone/>
            </a:pPr>
            <a:r>
              <a:rPr lang="en-US" altLang="ko-KR" sz="1400" dirty="0"/>
              <a:t>Instead of simulating every single jump event one by one, tau-leaping simulates all jumps over a time interval of length τ at once.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67DBDD-9746-298B-9508-601FC40A8A5D}"/>
                  </a:ext>
                </a:extLst>
              </p:cNvPr>
              <p:cNvSpPr txBox="1"/>
              <p:nvPr/>
            </p:nvSpPr>
            <p:spPr>
              <a:xfrm>
                <a:off x="815018" y="5085203"/>
                <a:ext cx="10320904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>
                <a:defPPr>
                  <a:defRPr lang="en-US"/>
                </a:defPPr>
                <a:lvl1pPr marL="285750" indent="-285750">
                  <a:buFont typeface="Arial" panose="020B0604020202020204" pitchFamily="34" charset="0"/>
                  <a:buChar char="•"/>
                  <a:defRPr sz="160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marL="0" indent="0">
                  <a:buNone/>
                </a:pPr>
                <a:r>
                  <a:rPr lang="en-US" altLang="ko-KR" sz="1400" dirty="0"/>
                  <a:t>For a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number of transitions to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sz="1400" dirty="0"/>
                  <a:t> during  [t − </a:t>
                </a:r>
                <a:r>
                  <a:rPr lang="el-GR" altLang="ko-KR" sz="1400" dirty="0"/>
                  <a:t>τ, </a:t>
                </a:r>
                <a:r>
                  <a:rPr lang="en-US" altLang="ko-KR" sz="1400" dirty="0"/>
                  <a:t>t] follows a Poisson distribution: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67DBDD-9746-298B-9508-601FC40A8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18" y="5085203"/>
                <a:ext cx="10320904" cy="307777"/>
              </a:xfrm>
              <a:prstGeom prst="rect">
                <a:avLst/>
              </a:prstGeom>
              <a:blipFill>
                <a:blip r:embed="rId9"/>
                <a:stretch>
                  <a:fillRect l="-1063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그림 33">
            <a:extLst>
              <a:ext uri="{FF2B5EF4-FFF2-40B4-BE49-F238E27FC236}">
                <a16:creationId xmlns:a16="http://schemas.microsoft.com/office/drawing/2014/main" id="{8A7DA405-9FA8-459C-485A-81B4FAD61E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6291" y="5612608"/>
            <a:ext cx="2638793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7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7" grpId="0"/>
      <p:bldP spid="28" grpId="0"/>
      <p:bldP spid="30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1D0D7-1B10-311C-30E4-B28425DD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B1FDFC-A938-AABF-40B7-4C429420E482}"/>
              </a:ext>
            </a:extLst>
          </p:cNvPr>
          <p:cNvSpPr/>
          <p:nvPr/>
        </p:nvSpPr>
        <p:spPr>
          <a:xfrm>
            <a:off x="833712" y="4202111"/>
            <a:ext cx="10838688" cy="1544639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3F58477-102A-6F17-826C-C5431559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SEDD: </a:t>
            </a:r>
            <a:r>
              <a:rPr lang="it-IT" altLang="ko-KR" dirty="0"/>
              <a:t>Score Entropy Discrete Diffusion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7CD8F781-9984-82DC-99AC-8B61ECB3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41B18-2564-555B-CFB4-875F4C9D790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4344B-5DB1-15E9-EDF5-A7E6AA5BFEB9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Lou et al., “Discrete Diffusion Modeling by Estimating the Ratios of the Data Distribution”, ICML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AD627-FF6A-48E7-D681-D2E4FFC98211}"/>
              </a:ext>
            </a:extLst>
          </p:cNvPr>
          <p:cNvSpPr txBox="1"/>
          <p:nvPr/>
        </p:nvSpPr>
        <p:spPr>
          <a:xfrm>
            <a:off x="609600" y="169427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Standard diffusion relies on score matching (∇ log p(x)), well-defined in continuous spaces.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7F5DC-0C7D-A20A-6658-D021BB242CCE}"/>
              </a:ext>
            </a:extLst>
          </p:cNvPr>
          <p:cNvSpPr txBox="1"/>
          <p:nvPr/>
        </p:nvSpPr>
        <p:spPr>
          <a:xfrm>
            <a:off x="653920" y="3700439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discrete domains (e.g., text), the gradient is undefined → use concrete score: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082222-3CCF-02DE-BD3E-50A150DB561D}"/>
                  </a:ext>
                </a:extLst>
              </p:cNvPr>
              <p:cNvSpPr txBox="1"/>
              <p:nvPr/>
            </p:nvSpPr>
            <p:spPr>
              <a:xfrm>
                <a:off x="2709159" y="2377582"/>
                <a:ext cx="5549660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 err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082222-3CCF-02DE-BD3E-50A150DB5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159" y="2377582"/>
                <a:ext cx="5549660" cy="461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579777BC-2A7C-EB78-6057-BD657AF49357}"/>
              </a:ext>
            </a:extLst>
          </p:cNvPr>
          <p:cNvSpPr/>
          <p:nvPr/>
        </p:nvSpPr>
        <p:spPr>
          <a:xfrm>
            <a:off x="2632072" y="2241811"/>
            <a:ext cx="5816984" cy="73154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160FFA-FB85-9E3A-E1A4-438267294451}"/>
              </a:ext>
            </a:extLst>
          </p:cNvPr>
          <p:cNvSpPr/>
          <p:nvPr/>
        </p:nvSpPr>
        <p:spPr>
          <a:xfrm>
            <a:off x="5262372" y="2421716"/>
            <a:ext cx="1403604" cy="4612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9CC4D-7282-99EE-682A-85209BAB1BB3}"/>
              </a:ext>
            </a:extLst>
          </p:cNvPr>
          <p:cNvSpPr txBox="1"/>
          <p:nvPr/>
        </p:nvSpPr>
        <p:spPr>
          <a:xfrm>
            <a:off x="5352096" y="3000415"/>
            <a:ext cx="1313880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Score Function</a:t>
            </a:r>
            <a:endParaRPr lang="ko-KR" altLang="en-US" sz="1400" dirty="0" err="1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CB1F5A9-4E6E-063E-2B09-763EEAB03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880" y="4878871"/>
            <a:ext cx="2232536" cy="5173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0DF012-FB3B-828B-5E97-E86EB7F6D66B}"/>
              </a:ext>
            </a:extLst>
          </p:cNvPr>
          <p:cNvSpPr txBox="1"/>
          <p:nvPr/>
        </p:nvSpPr>
        <p:spPr>
          <a:xfrm>
            <a:off x="1643252" y="4371214"/>
            <a:ext cx="113779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CTMC ODE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B6E2C90-121F-27A3-89DE-7DF8EBA9D9DC}"/>
              </a:ext>
            </a:extLst>
          </p:cNvPr>
          <p:cNvCxnSpPr>
            <a:cxnSpLocks/>
          </p:cNvCxnSpPr>
          <p:nvPr/>
        </p:nvCxnSpPr>
        <p:spPr>
          <a:xfrm>
            <a:off x="3401568" y="4540491"/>
            <a:ext cx="0" cy="95528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990AAE-8ED2-3359-ECB7-D1C7E57D4556}"/>
              </a:ext>
            </a:extLst>
          </p:cNvPr>
          <p:cNvSpPr txBox="1"/>
          <p:nvPr/>
        </p:nvSpPr>
        <p:spPr>
          <a:xfrm>
            <a:off x="4254245" y="4371214"/>
            <a:ext cx="113779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Euler step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99AC66-1923-48D5-8340-7667B90EEA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5593"/>
          <a:stretch>
            <a:fillRect/>
          </a:stretch>
        </p:blipFill>
        <p:spPr>
          <a:xfrm>
            <a:off x="3586651" y="4713636"/>
            <a:ext cx="1818688" cy="42588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CE6344D-12B9-BBBB-B67D-177968B7B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514" y="5095123"/>
            <a:ext cx="2193758" cy="400656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1D41C35-8261-6DC8-657C-0087FAADED0A}"/>
              </a:ext>
            </a:extLst>
          </p:cNvPr>
          <p:cNvCxnSpPr>
            <a:cxnSpLocks/>
          </p:cNvCxnSpPr>
          <p:nvPr/>
        </p:nvCxnSpPr>
        <p:spPr>
          <a:xfrm>
            <a:off x="6169152" y="4499333"/>
            <a:ext cx="0" cy="89691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93078B0-F33A-3F07-37BF-EB73354CCDEA}"/>
              </a:ext>
            </a:extLst>
          </p:cNvPr>
          <p:cNvSpPr txBox="1"/>
          <p:nvPr/>
        </p:nvSpPr>
        <p:spPr>
          <a:xfrm>
            <a:off x="8055683" y="4330056"/>
            <a:ext cx="113779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Reversal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3A6AB0B-ED47-5D38-8215-5768311185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4229" y="4586712"/>
            <a:ext cx="3541603" cy="113882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278EF1-F56D-48F6-E8B8-4D1981DFC316}"/>
              </a:ext>
            </a:extLst>
          </p:cNvPr>
          <p:cNvSpPr/>
          <p:nvPr/>
        </p:nvSpPr>
        <p:spPr>
          <a:xfrm>
            <a:off x="8952149" y="4619861"/>
            <a:ext cx="484459" cy="5438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AD481C-153A-E133-7DDC-B41A9FF82F7A}"/>
              </a:ext>
            </a:extLst>
          </p:cNvPr>
          <p:cNvSpPr txBox="1"/>
          <p:nvPr/>
        </p:nvSpPr>
        <p:spPr>
          <a:xfrm>
            <a:off x="9346074" y="4304496"/>
            <a:ext cx="1313880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Concrete Score</a:t>
            </a:r>
            <a:endParaRPr lang="ko-KR" altLang="en-US" sz="1400" dirty="0" err="1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688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/>
      <p:bldP spid="6" grpId="0"/>
      <p:bldP spid="7" grpId="0" animBg="1"/>
      <p:bldP spid="10" grpId="0" animBg="1"/>
      <p:bldP spid="11" grpId="0"/>
      <p:bldP spid="15" grpId="0"/>
      <p:bldP spid="18" grpId="0"/>
      <p:bldP spid="24" grpId="0"/>
      <p:bldP spid="29" grpId="0" animBg="1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415F7-F37E-D50F-ADAC-352C673A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25DDE8B9-9AAE-931D-BA86-E330A10CA1BF}"/>
              </a:ext>
            </a:extLst>
          </p:cNvPr>
          <p:cNvSpPr/>
          <p:nvPr/>
        </p:nvSpPr>
        <p:spPr>
          <a:xfrm>
            <a:off x="830665" y="4322498"/>
            <a:ext cx="6018191" cy="1414032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AAA5F8E-EA4B-F0F8-91DA-236339EF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SEDD: </a:t>
            </a:r>
            <a:r>
              <a:rPr lang="it-IT" altLang="ko-KR" dirty="0"/>
              <a:t>Score Entropy Discrete Diffusion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689DA87E-3998-8DCF-7278-02CFA4F2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F266D-8B43-6DBB-4FA6-4EDAC39DBFC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7CE22-EB6A-CD04-A085-DED214247E9C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Lou et al., “Discrete Diffusion Modeling by Estimating the Ratios of the Data Distribution”, ICML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56785-529A-8F15-6FB7-274F60A17CF3}"/>
              </a:ext>
            </a:extLst>
          </p:cNvPr>
          <p:cNvSpPr txBox="1"/>
          <p:nvPr/>
        </p:nvSpPr>
        <p:spPr>
          <a:xfrm>
            <a:off x="609600" y="169427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Concrete score matching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B1799F-CC67-7B23-1CD8-0BC7C8DFDF05}"/>
              </a:ext>
            </a:extLst>
          </p:cNvPr>
          <p:cNvSpPr/>
          <p:nvPr/>
        </p:nvSpPr>
        <p:spPr>
          <a:xfrm>
            <a:off x="815425" y="2184927"/>
            <a:ext cx="4140623" cy="1229456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A9CCD4B-9334-86E8-02D8-898BD1FBC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69" y="2270689"/>
            <a:ext cx="3822483" cy="10742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E025F6-E772-FB9D-2E87-3DDC95826092}"/>
              </a:ext>
            </a:extLst>
          </p:cNvPr>
          <p:cNvSpPr txBox="1"/>
          <p:nvPr/>
        </p:nvSpPr>
        <p:spPr>
          <a:xfrm>
            <a:off x="5744870" y="2462209"/>
            <a:ext cx="455593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ratio must be strictly positive; however, the L2 loss does not guarantee this.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374D25-16AF-32C9-55A7-E9B6F8418412}"/>
              </a:ext>
            </a:extLst>
          </p:cNvPr>
          <p:cNvSpPr txBox="1"/>
          <p:nvPr/>
        </p:nvSpPr>
        <p:spPr>
          <a:xfrm>
            <a:off x="609600" y="3747358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Denoising score entropy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AE8CFC8-CB2D-D1CC-D3B4-D5B7711F4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123" y="4515298"/>
            <a:ext cx="5016095" cy="101343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AD41A8F-D05A-A1F2-BE21-2A4F48E65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394" y="4919492"/>
            <a:ext cx="527729" cy="27985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6D481C0-8558-D0F6-D601-B5E945A11BAF}"/>
              </a:ext>
            </a:extLst>
          </p:cNvPr>
          <p:cNvSpPr txBox="1"/>
          <p:nvPr/>
        </p:nvSpPr>
        <p:spPr>
          <a:xfrm>
            <a:off x="1689498" y="4899287"/>
            <a:ext cx="23835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D2391B-1FC3-841E-E0C7-F1DB2360BA6F}"/>
              </a:ext>
            </a:extLst>
          </p:cNvPr>
          <p:cNvSpPr txBox="1"/>
          <p:nvPr/>
        </p:nvSpPr>
        <p:spPr>
          <a:xfrm>
            <a:off x="7376585" y="4510897"/>
            <a:ext cx="455593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Enforce positivity -&gt; training is stabilized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2EACFA-158F-21E5-06A0-1E7A4929C09B}"/>
                  </a:ext>
                </a:extLst>
              </p:cNvPr>
              <p:cNvSpPr txBox="1"/>
              <p:nvPr/>
            </p:nvSpPr>
            <p:spPr>
              <a:xfrm>
                <a:off x="7376585" y="5022017"/>
                <a:ext cx="4555930" cy="35798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𝑥𝑦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)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2EACFA-158F-21E5-06A0-1E7A4929C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585" y="5022017"/>
                <a:ext cx="4555930" cy="357983"/>
              </a:xfrm>
              <a:prstGeom prst="rect">
                <a:avLst/>
              </a:prstGeom>
              <a:blipFill>
                <a:blip r:embed="rId6"/>
                <a:stretch>
                  <a:fillRect l="-2677" t="-5085" b="-152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21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/>
      <p:bldP spid="19" grpId="0" animBg="1"/>
      <p:bldP spid="21" grpId="0"/>
      <p:bldP spid="25" grpId="0"/>
      <p:bldP spid="34" grpId="0"/>
      <p:bldP spid="35" grpId="0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C228-1133-9993-F68E-8F7B37E5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CBAD9CD-0A7B-5AB2-6038-3F748D92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SEDD: </a:t>
            </a:r>
            <a:r>
              <a:rPr lang="it-IT" altLang="ko-KR" dirty="0"/>
              <a:t>Score Entropy Discrete Diffusion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0A350507-DB87-EA2C-53BA-66C2BF02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D346D-9D68-5124-CF21-A2684D170D5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Discrete Diffusion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88517-9A6B-6173-5E37-E51EAF8E0F32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Lou et al., “Discrete Diffusion Modeling by Estimating the Ratios of the Data Distribution”, ICML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2E8F9D-5B7A-CFBD-90BF-83EA56B19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05" y="1787039"/>
            <a:ext cx="8628529" cy="390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6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218-6206-2AB4-9855-28133C8C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F6EF2-0CDF-CBDB-D485-DE3E07EC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5"/>
            <a:ext cx="7823200" cy="1421928"/>
          </a:xfrm>
        </p:spPr>
        <p:txBody>
          <a:bodyPr/>
          <a:lstStyle/>
          <a:p>
            <a:r>
              <a:rPr lang="en-US" altLang="ko-KR" dirty="0"/>
              <a:t>Masked Diffusion </a:t>
            </a:r>
            <a:br>
              <a:rPr lang="en-US" altLang="ko-KR" dirty="0"/>
            </a:br>
            <a:r>
              <a:rPr lang="en-US" altLang="ko-KR" dirty="0"/>
              <a:t>Language Models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6A66D-5F58-FC3D-B70B-E3135BBC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3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2054-CBED-C31A-523D-0ABB0B8A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D42D442B-3DEA-84D6-5251-5A9C3CF546C2}"/>
              </a:ext>
            </a:extLst>
          </p:cNvPr>
          <p:cNvSpPr/>
          <p:nvPr/>
        </p:nvSpPr>
        <p:spPr>
          <a:xfrm>
            <a:off x="897604" y="4650704"/>
            <a:ext cx="6741765" cy="1422268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46148E-F8BC-A126-4DAA-12A25E5522DA}"/>
              </a:ext>
            </a:extLst>
          </p:cNvPr>
          <p:cNvSpPr/>
          <p:nvPr/>
        </p:nvSpPr>
        <p:spPr>
          <a:xfrm>
            <a:off x="916009" y="3409818"/>
            <a:ext cx="6741765" cy="84085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DF86ED3-9A44-3B40-4F8C-7F2F6CC2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MDLM: </a:t>
            </a:r>
            <a:r>
              <a:rPr lang="en-US" altLang="ko-KR" sz="2800" dirty="0"/>
              <a:t>Simple and Effective Masked Diffusion Language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0179E795-D8C8-B250-9BCE-6C67238A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51CD3-9672-0293-D453-3BAD3A189D8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3F718-E73D-4EF7-F384-FC2C47F14BAA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Sahoo et al., “Simple and Effective Masked Diffusion Language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06D04-882E-CACC-BAE0-FF4B7E3ADB80}"/>
              </a:ext>
            </a:extLst>
          </p:cNvPr>
          <p:cNvSpPr txBox="1"/>
          <p:nvPr/>
        </p:nvSpPr>
        <p:spPr>
          <a:xfrm>
            <a:off x="609600" y="168523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Assume random variable with K categories (one-hot)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C251CB-659E-2FD3-14BC-71DC798043CF}"/>
                  </a:ext>
                </a:extLst>
              </p:cNvPr>
              <p:cNvSpPr txBox="1"/>
              <p:nvPr/>
            </p:nvSpPr>
            <p:spPr>
              <a:xfrm>
                <a:off x="609600" y="2089813"/>
                <a:ext cx="9476232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K-</a:t>
                </a:r>
                <a:r>
                  <a:rPr lang="en-US" altLang="ko-KR" sz="16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th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category is the [MASK] token,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𝑚</m:t>
                    </m:r>
                  </m:oMath>
                </a14:m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= one-hot vector for this mask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C251CB-659E-2FD3-14BC-71DC7980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89813"/>
                <a:ext cx="9476232" cy="338554"/>
              </a:xfrm>
              <a:prstGeom prst="rect">
                <a:avLst/>
              </a:prstGeom>
              <a:blipFill>
                <a:blip r:embed="rId3"/>
                <a:stretch>
                  <a:fillRect l="-122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81C1FEF-44E3-7C54-8B99-18E5C0005D65}"/>
              </a:ext>
            </a:extLst>
          </p:cNvPr>
          <p:cNvSpPr txBox="1"/>
          <p:nvPr/>
        </p:nvSpPr>
        <p:spPr>
          <a:xfrm>
            <a:off x="609600" y="2811672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Define the forward process as the interpolation between clean data and target distribution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B3CB1CC-A671-24DE-1F75-ED25D3E83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01" y="3601611"/>
            <a:ext cx="3267531" cy="45726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C5BEF4-9FDE-F091-B090-BB82CC9E8406}"/>
              </a:ext>
            </a:extLst>
          </p:cNvPr>
          <p:cNvCxnSpPr/>
          <p:nvPr/>
        </p:nvCxnSpPr>
        <p:spPr>
          <a:xfrm>
            <a:off x="4727448" y="3601611"/>
            <a:ext cx="0" cy="52233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CD6FDE-06B0-A00F-5BA9-E2F866542DE1}"/>
                  </a:ext>
                </a:extLst>
              </p:cNvPr>
              <p:cNvSpPr txBox="1"/>
              <p:nvPr/>
            </p:nvSpPr>
            <p:spPr>
              <a:xfrm>
                <a:off x="5076361" y="3502076"/>
                <a:ext cx="1385307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" panose="02000503000000020004" pitchFamily="2" charset="-127"/>
                  </a:rPr>
                  <a:t>Clean data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𝑥</m:t>
                    </m:r>
                  </m:oMath>
                </a14:m>
                <a:endParaRPr lang="en-US" altLang="ko-KR" sz="14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CD6FDE-06B0-A00F-5BA9-E2F866542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61" y="3502076"/>
                <a:ext cx="1385307" cy="307777"/>
              </a:xfrm>
              <a:prstGeom prst="rect">
                <a:avLst/>
              </a:prstGeom>
              <a:blipFill>
                <a:blip r:embed="rId5"/>
                <a:stretch>
                  <a:fillRect l="-7930"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21021E-71E9-F1E0-DF9C-C6BF8C2A1B0E}"/>
                  </a:ext>
                </a:extLst>
              </p:cNvPr>
              <p:cNvSpPr txBox="1"/>
              <p:nvPr/>
            </p:nvSpPr>
            <p:spPr>
              <a:xfrm>
                <a:off x="5076360" y="3809853"/>
                <a:ext cx="2388189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Pretendard" panose="02000503000000020004" pitchFamily="2" charset="-127"/>
                  </a:rPr>
                  <a:t>Target Distribution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𝐶𝑎𝑡</m:t>
                    </m:r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(:,</m:t>
                    </m:r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𝜋</m:t>
                    </m:r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)</m:t>
                    </m:r>
                  </m:oMath>
                </a14:m>
                <a:endParaRPr lang="en-US" altLang="ko-KR" sz="1400" dirty="0">
                  <a:solidFill>
                    <a:schemeClr val="bg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21021E-71E9-F1E0-DF9C-C6BF8C2A1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60" y="3809853"/>
                <a:ext cx="2388189" cy="307777"/>
              </a:xfrm>
              <a:prstGeom prst="rect">
                <a:avLst/>
              </a:prstGeom>
              <a:blipFill>
                <a:blip r:embed="rId6"/>
                <a:stretch>
                  <a:fillRect l="-4604" t="-6000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EA2E5CCE-0301-D8F4-2AAB-F5E4161E74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044" y="4662351"/>
            <a:ext cx="5372850" cy="1247949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91F88B9-9FA6-9196-274E-2F6DF72D9952}"/>
              </a:ext>
            </a:extLst>
          </p:cNvPr>
          <p:cNvCxnSpPr/>
          <p:nvPr/>
        </p:nvCxnSpPr>
        <p:spPr>
          <a:xfrm>
            <a:off x="4286891" y="4407408"/>
            <a:ext cx="0" cy="17373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F77BB5-86A4-2BA4-8B05-260291CC0B32}"/>
              </a:ext>
            </a:extLst>
          </p:cNvPr>
          <p:cNvSpPr/>
          <p:nvPr/>
        </p:nvSpPr>
        <p:spPr>
          <a:xfrm>
            <a:off x="8249180" y="3995171"/>
            <a:ext cx="3806196" cy="116789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2D8A51-1517-8550-E25A-A69FE707DB47}"/>
                  </a:ext>
                </a:extLst>
              </p:cNvPr>
              <p:cNvSpPr txBox="1"/>
              <p:nvPr/>
            </p:nvSpPr>
            <p:spPr>
              <a:xfrm>
                <a:off x="8397688" y="4179804"/>
                <a:ext cx="3657688" cy="842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endChr m:val="|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endChr m:val="|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1400" b="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𝐶𝑎𝑡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⊙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acc>
                          </m:num>
                          <m:den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acc>
                            <m:sSubSup>
                              <m:sSubSup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den>
                        </m:f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2D8A51-1517-8550-E25A-A69FE707D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88" y="4179804"/>
                <a:ext cx="3657688" cy="842410"/>
              </a:xfrm>
              <a:prstGeom prst="rect">
                <a:avLst/>
              </a:prstGeom>
              <a:blipFill>
                <a:blip r:embed="rId8"/>
                <a:stretch>
                  <a:fillRect t="-725"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83CF020C-76C5-4015-A355-5163A1636FA4}"/>
              </a:ext>
            </a:extLst>
          </p:cNvPr>
          <p:cNvSpPr txBox="1"/>
          <p:nvPr/>
        </p:nvSpPr>
        <p:spPr>
          <a:xfrm>
            <a:off x="9519900" y="3613344"/>
            <a:ext cx="126475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Recap: D3PM</a:t>
            </a:r>
          </a:p>
        </p:txBody>
      </p:sp>
    </p:spTree>
    <p:extLst>
      <p:ext uri="{BB962C8B-B14F-4D97-AF65-F5344CB8AC3E}">
        <p14:creationId xmlns:p14="http://schemas.microsoft.com/office/powerpoint/2010/main" val="352287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1" grpId="0" animBg="1"/>
      <p:bldP spid="2" grpId="0"/>
      <p:bldP spid="3" grpId="0"/>
      <p:bldP spid="6" grpId="0"/>
      <p:bldP spid="14" grpId="0"/>
      <p:bldP spid="15" grpId="0"/>
      <p:bldP spid="21" grpId="0" animBg="1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FD10-481E-1A03-AF44-4BB69F64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ACD564E-6217-A4DE-A412-185F6248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MDLM: </a:t>
            </a:r>
            <a:r>
              <a:rPr lang="en-US" altLang="ko-KR" sz="2800" dirty="0"/>
              <a:t>Simple and Effective Masked Diffusion Language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AA1737DA-1204-5E17-0233-AA780E46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19826-50AF-DBD8-B59B-C48F5C2D216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B3F80C-18D7-8886-D560-F0371DAC5C2B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Sahoo et al., “Simple and Effective Masked Diffusion Language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57272B-3D99-ED51-66CD-AFA06304F618}"/>
              </a:ext>
            </a:extLst>
          </p:cNvPr>
          <p:cNvSpPr txBox="1"/>
          <p:nvPr/>
        </p:nvSpPr>
        <p:spPr>
          <a:xfrm>
            <a:off x="609600" y="168523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Masked Diffusion = Absorbing state 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03BBEF-7EA4-48BB-E8F0-411841A03D6F}"/>
                  </a:ext>
                </a:extLst>
              </p:cNvPr>
              <p:cNvSpPr txBox="1"/>
              <p:nvPr/>
            </p:nvSpPr>
            <p:spPr>
              <a:xfrm>
                <a:off x="887483" y="2144011"/>
                <a:ext cx="3473280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Target Distribution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𝐶𝑎𝑡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:,</m:t>
                        </m:r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𝜋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→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𝜋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=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𝑚</m:t>
                    </m:r>
                  </m:oMath>
                </a14:m>
                <a:endPara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03BBEF-7EA4-48BB-E8F0-411841A0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83" y="2144011"/>
                <a:ext cx="3473280" cy="338554"/>
              </a:xfrm>
              <a:prstGeom prst="rect">
                <a:avLst/>
              </a:prstGeom>
              <a:blipFill>
                <a:blip r:embed="rId3"/>
                <a:stretch>
                  <a:fillRect l="-3691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ACD4D-2C3C-F253-89BF-A0DCE87F7F00}"/>
              </a:ext>
            </a:extLst>
          </p:cNvPr>
          <p:cNvSpPr/>
          <p:nvPr/>
        </p:nvSpPr>
        <p:spPr>
          <a:xfrm>
            <a:off x="887483" y="3162391"/>
            <a:ext cx="2934709" cy="53321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A09CD9-0D2E-06C6-7F3E-76A395BE2C0B}"/>
              </a:ext>
            </a:extLst>
          </p:cNvPr>
          <p:cNvSpPr txBox="1"/>
          <p:nvPr/>
        </p:nvSpPr>
        <p:spPr>
          <a:xfrm>
            <a:off x="609600" y="265852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Marginal of the forward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E4821BE-B3AD-518A-E12A-6980366FA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58" y="3261559"/>
            <a:ext cx="2553056" cy="3334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4503D34-8F87-AB95-2A28-9B61577FCA46}"/>
              </a:ext>
            </a:extLst>
          </p:cNvPr>
          <p:cNvSpPr txBox="1"/>
          <p:nvPr/>
        </p:nvSpPr>
        <p:spPr>
          <a:xfrm>
            <a:off x="609600" y="4062598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Posterior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C24C71-82A5-A0A4-AC6E-A994F126BC52}"/>
              </a:ext>
            </a:extLst>
          </p:cNvPr>
          <p:cNvSpPr/>
          <p:nvPr/>
        </p:nvSpPr>
        <p:spPr>
          <a:xfrm>
            <a:off x="887483" y="4761128"/>
            <a:ext cx="5771735" cy="118247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0DC39F6-EED7-1089-FB1B-0917FBB9D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83" y="4866520"/>
            <a:ext cx="5449060" cy="971686"/>
          </a:xfrm>
          <a:prstGeom prst="rect">
            <a:avLst/>
          </a:prstGeom>
        </p:spPr>
      </p:pic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02924AC-CE94-42EA-B606-F64A1A2923C8}"/>
              </a:ext>
            </a:extLst>
          </p:cNvPr>
          <p:cNvCxnSpPr/>
          <p:nvPr/>
        </p:nvCxnSpPr>
        <p:spPr>
          <a:xfrm>
            <a:off x="6839712" y="5148072"/>
            <a:ext cx="283464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2AB57BB-C379-E041-5AC5-7A552CCE8F5D}"/>
              </a:ext>
            </a:extLst>
          </p:cNvPr>
          <p:cNvCxnSpPr/>
          <p:nvPr/>
        </p:nvCxnSpPr>
        <p:spPr>
          <a:xfrm>
            <a:off x="6839712" y="5547360"/>
            <a:ext cx="283464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8DF22E-D7F6-1ABE-1287-107A013A2020}"/>
              </a:ext>
            </a:extLst>
          </p:cNvPr>
          <p:cNvSpPr txBox="1"/>
          <p:nvPr/>
        </p:nvSpPr>
        <p:spPr>
          <a:xfrm>
            <a:off x="7394963" y="4975276"/>
            <a:ext cx="347328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Not masked yet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38CC7B-1BD3-1258-803F-DD38A8E69CBA}"/>
              </a:ext>
            </a:extLst>
          </p:cNvPr>
          <p:cNvSpPr txBox="1"/>
          <p:nvPr/>
        </p:nvSpPr>
        <p:spPr>
          <a:xfrm>
            <a:off x="7394962" y="5404179"/>
            <a:ext cx="427743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Interpolate between mask and the true data</a:t>
            </a:r>
          </a:p>
        </p:txBody>
      </p:sp>
    </p:spTree>
    <p:extLst>
      <p:ext uri="{BB962C8B-B14F-4D97-AF65-F5344CB8AC3E}">
        <p14:creationId xmlns:p14="http://schemas.microsoft.com/office/powerpoint/2010/main" val="246532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2" grpId="0" animBg="1"/>
      <p:bldP spid="16" grpId="0"/>
      <p:bldP spid="25" grpId="0"/>
      <p:bldP spid="26" grpId="0" animBg="1"/>
      <p:bldP spid="33" grpId="0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CECC-AC11-32B1-8823-CBA76FCF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57259449-F931-8A47-04CC-9D4BA837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MDLM: </a:t>
            </a:r>
            <a:r>
              <a:rPr lang="en-US" altLang="ko-KR" sz="2800" dirty="0"/>
              <a:t>Simple and Effective Masked Diffusion Language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AC696A1A-C961-9DB5-BC76-A83F230A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FB2BA-A029-D469-CA39-392F8F61E4B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75EEA-12C2-C39D-E648-4E9A5353591E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Sahoo et al., “Simple and Effective Masked Diffusion Language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893DE8-D241-BC88-1852-4E0FFD5D0941}"/>
              </a:ext>
            </a:extLst>
          </p:cNvPr>
          <p:cNvSpPr txBox="1"/>
          <p:nvPr/>
        </p:nvSpPr>
        <p:spPr>
          <a:xfrm>
            <a:off x="609600" y="1653392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True posterior: is unknown (as usual)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5FFDC0-8938-F744-0A06-2CDE51307D11}"/>
              </a:ext>
            </a:extLst>
          </p:cNvPr>
          <p:cNvSpPr/>
          <p:nvPr/>
        </p:nvSpPr>
        <p:spPr>
          <a:xfrm>
            <a:off x="887483" y="2195406"/>
            <a:ext cx="5771735" cy="118247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D4E47DB-8FD6-FC95-C790-3D8446D425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59"/>
          <a:stretch>
            <a:fillRect/>
          </a:stretch>
        </p:blipFill>
        <p:spPr>
          <a:xfrm>
            <a:off x="959240" y="2340401"/>
            <a:ext cx="5449060" cy="890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77D3EF-0E61-B288-620F-03592BA826B7}"/>
              </a:ext>
            </a:extLst>
          </p:cNvPr>
          <p:cNvSpPr txBox="1"/>
          <p:nvPr/>
        </p:nvSpPr>
        <p:spPr>
          <a:xfrm>
            <a:off x="609600" y="3661170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Approximate with the model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E84901-FB5B-09EB-0A7F-9999CDF6843D}"/>
              </a:ext>
            </a:extLst>
          </p:cNvPr>
          <p:cNvSpPr/>
          <p:nvPr/>
        </p:nvSpPr>
        <p:spPr>
          <a:xfrm>
            <a:off x="887483" y="4280738"/>
            <a:ext cx="5771735" cy="118247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3586154-7826-8FF2-5FF5-23FBB00138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935"/>
          <a:stretch>
            <a:fillRect/>
          </a:stretch>
        </p:blipFill>
        <p:spPr>
          <a:xfrm>
            <a:off x="1120577" y="4410812"/>
            <a:ext cx="5305546" cy="79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8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3" grpId="0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DA41-A8F9-0E50-C661-A2287DD2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C8EB39D-7845-BC33-09D7-AD843184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MDLM: </a:t>
            </a:r>
            <a:r>
              <a:rPr lang="en-US" altLang="ko-KR" sz="2800" dirty="0"/>
              <a:t>Simple and Effective Masked Diffusion Language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DDF86225-97CC-2AEE-4FF8-55A9B578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E8CE5-FF96-3575-30FD-1F8714FDC8F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AD247-22BD-37E8-285F-7ACEE325F231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Sahoo et al., “Simple and Effective Masked Diffusion Language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FD9053-CC5F-97A5-CD65-5F340B72301A}"/>
              </a:ext>
            </a:extLst>
          </p:cNvPr>
          <p:cNvSpPr txBox="1"/>
          <p:nvPr/>
        </p:nvSpPr>
        <p:spPr>
          <a:xfrm>
            <a:off x="609600" y="1653392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Requirements for the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1DF6D-F2FB-B67D-216E-9AB54D2D0F38}"/>
              </a:ext>
            </a:extLst>
          </p:cNvPr>
          <p:cNvSpPr txBox="1"/>
          <p:nvPr/>
        </p:nvSpPr>
        <p:spPr>
          <a:xfrm>
            <a:off x="963168" y="2281307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Zero Masking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D257D8-F63A-5F43-622D-8008BF782BCC}"/>
                  </a:ext>
                </a:extLst>
              </p:cNvPr>
              <p:cNvSpPr txBox="1"/>
              <p:nvPr/>
            </p:nvSpPr>
            <p:spPr>
              <a:xfrm>
                <a:off x="1136904" y="2739945"/>
                <a:ext cx="2584704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By definition,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&lt;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𝑚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&gt; =0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D257D8-F63A-5F43-622D-8008BF782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904" y="2739945"/>
                <a:ext cx="2584704" cy="338554"/>
              </a:xfrm>
              <a:prstGeom prst="rect">
                <a:avLst/>
              </a:prstGeom>
              <a:blipFill>
                <a:blip r:embed="rId3"/>
                <a:stretch>
                  <a:fillRect l="-4953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1FC3C88-3A03-A468-99DA-6CDF3F150ADD}"/>
              </a:ext>
            </a:extLst>
          </p:cNvPr>
          <p:cNvCxnSpPr/>
          <p:nvPr/>
        </p:nvCxnSpPr>
        <p:spPr>
          <a:xfrm>
            <a:off x="1920240" y="3429000"/>
            <a:ext cx="58521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968015-1DE7-3A56-DE00-D02442E999A5}"/>
                  </a:ext>
                </a:extLst>
              </p:cNvPr>
              <p:cNvSpPr txBox="1"/>
              <p:nvPr/>
            </p:nvSpPr>
            <p:spPr>
              <a:xfrm>
                <a:off x="2697480" y="3259723"/>
                <a:ext cx="2584704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&lt;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𝜃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,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),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𝑚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&gt; =0</m:t>
                      </m:r>
                    </m:oMath>
                  </m:oMathPara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968015-1DE7-3A56-DE00-D02442E99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480" y="3259723"/>
                <a:ext cx="2584704" cy="338554"/>
              </a:xfrm>
              <a:prstGeom prst="rect">
                <a:avLst/>
              </a:prstGeom>
              <a:blipFill>
                <a:blip r:embed="rId4"/>
                <a:stretch>
                  <a:fillRect l="-2358" b="-1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7E8DD37-8F09-363D-D2A7-27508A1A47F5}"/>
              </a:ext>
            </a:extLst>
          </p:cNvPr>
          <p:cNvCxnSpPr/>
          <p:nvPr/>
        </p:nvCxnSpPr>
        <p:spPr>
          <a:xfrm>
            <a:off x="4762500" y="3429000"/>
            <a:ext cx="58521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4E5D06-5CA4-BFCC-CEA5-700748FCFE51}"/>
              </a:ext>
            </a:extLst>
          </p:cNvPr>
          <p:cNvSpPr txBox="1"/>
          <p:nvPr/>
        </p:nvSpPr>
        <p:spPr>
          <a:xfrm>
            <a:off x="5682996" y="3241435"/>
            <a:ext cx="422148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Model should not predict &lt;MASK&gt; as 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051F32-0978-C84B-D6F2-92A0B487748E}"/>
              </a:ext>
            </a:extLst>
          </p:cNvPr>
          <p:cNvSpPr txBox="1"/>
          <p:nvPr/>
        </p:nvSpPr>
        <p:spPr>
          <a:xfrm>
            <a:off x="963168" y="385975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   Carry-Over Unmasking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8B7849-96AA-6AC4-83AB-4824067A8ED3}"/>
              </a:ext>
            </a:extLst>
          </p:cNvPr>
          <p:cNvSpPr txBox="1"/>
          <p:nvPr/>
        </p:nvSpPr>
        <p:spPr>
          <a:xfrm>
            <a:off x="1136904" y="4403101"/>
            <a:ext cx="714756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If we have already unmasked the token, the model should not alter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5C6627-578F-47A3-7BF1-7B8A55B0DFF1}"/>
                  </a:ext>
                </a:extLst>
              </p:cNvPr>
              <p:cNvSpPr txBox="1"/>
              <p:nvPr/>
            </p:nvSpPr>
            <p:spPr>
              <a:xfrm>
                <a:off x="2697480" y="4941523"/>
                <a:ext cx="2584704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𝜃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,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) 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5C6627-578F-47A3-7BF1-7B8A55B0D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480" y="4941523"/>
                <a:ext cx="2584704" cy="338554"/>
              </a:xfrm>
              <a:prstGeom prst="rect">
                <a:avLst/>
              </a:prstGeom>
              <a:blipFill>
                <a:blip r:embed="rId5"/>
                <a:stretch>
                  <a:fillRect l="-2123" b="-1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5361176-B8F4-98EE-2294-03CDDCF09558}"/>
              </a:ext>
            </a:extLst>
          </p:cNvPr>
          <p:cNvCxnSpPr/>
          <p:nvPr/>
        </p:nvCxnSpPr>
        <p:spPr>
          <a:xfrm>
            <a:off x="1920240" y="5127504"/>
            <a:ext cx="58521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37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2" grpId="0"/>
      <p:bldP spid="15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B6907-56E7-BACF-CD20-A3EF896D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87F501EB-BA5C-3128-73AB-381186D1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MDLM: </a:t>
            </a:r>
            <a:r>
              <a:rPr lang="en-US" altLang="ko-KR" sz="2800" dirty="0"/>
              <a:t>Simple and Effective Masked Diffusion Language 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DAFEBEA2-3AF6-A5AD-C862-006E1B22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2F178-3FD5-88A7-0BF4-03B2C41FE6A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F7F80-0423-B53A-863B-0A1B6E7FAA62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Sahoo et al., “Simple and Effective Masked Diffusion Language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A9A2E0-919F-DDAF-D66E-7418E0181988}"/>
              </a:ext>
            </a:extLst>
          </p:cNvPr>
          <p:cNvSpPr txBox="1"/>
          <p:nvPr/>
        </p:nvSpPr>
        <p:spPr>
          <a:xfrm>
            <a:off x="609600" y="1653392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Loss function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2675B3-17C8-98EA-6CFE-06DEEF4EC4D2}"/>
              </a:ext>
            </a:extLst>
          </p:cNvPr>
          <p:cNvSpPr/>
          <p:nvPr/>
        </p:nvSpPr>
        <p:spPr>
          <a:xfrm>
            <a:off x="887483" y="2195406"/>
            <a:ext cx="10012165" cy="120395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FF0CC-1D36-A96E-38D7-D47C5275BD57}"/>
              </a:ext>
            </a:extLst>
          </p:cNvPr>
          <p:cNvSpPr txBox="1"/>
          <p:nvPr/>
        </p:nvSpPr>
        <p:spPr>
          <a:xfrm>
            <a:off x="1052556" y="2262535"/>
            <a:ext cx="126475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Original ELBO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7A8EA33-B74F-8736-EE2A-25A342467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384" y="2315379"/>
            <a:ext cx="4291068" cy="97354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AC4DF59-B19A-04B0-2A28-DF946A9DF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452" y="2395192"/>
            <a:ext cx="2493926" cy="89372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E72E24-624C-A92C-D27E-9A6CDF85BD8E}"/>
              </a:ext>
            </a:extLst>
          </p:cNvPr>
          <p:cNvSpPr/>
          <p:nvPr/>
        </p:nvSpPr>
        <p:spPr>
          <a:xfrm>
            <a:off x="887483" y="4183268"/>
            <a:ext cx="10012165" cy="1712314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99874-E1A3-242E-6EB3-B015800B630B}"/>
              </a:ext>
            </a:extLst>
          </p:cNvPr>
          <p:cNvSpPr txBox="1"/>
          <p:nvPr/>
        </p:nvSpPr>
        <p:spPr>
          <a:xfrm>
            <a:off x="1052556" y="4250397"/>
            <a:ext cx="1429828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D3PM loss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4758C11-0765-C0CC-EDD5-007264C7F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482" y="4640647"/>
            <a:ext cx="3878462" cy="595621"/>
          </a:xfrm>
          <a:prstGeom prst="rect">
            <a:avLst/>
          </a:prstGeom>
        </p:spPr>
      </p:pic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4CB109A-AD8A-22D7-DB70-FAAB2D45EA5F}"/>
              </a:ext>
            </a:extLst>
          </p:cNvPr>
          <p:cNvCxnSpPr/>
          <p:nvPr/>
        </p:nvCxnSpPr>
        <p:spPr>
          <a:xfrm>
            <a:off x="5541264" y="3630168"/>
            <a:ext cx="0" cy="32004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27040FB0-ACFA-53BD-324B-62F593B8E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483937"/>
            <a:ext cx="4293599" cy="117239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543EECD-EBE2-8680-9AB1-40F4EB14D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3565" y="3604170"/>
            <a:ext cx="2463855" cy="37203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3B52913D-6FA0-2614-62DD-A4464E01C7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6944" y="4459127"/>
            <a:ext cx="914278" cy="95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0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31" grpId="0" animBg="1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50B09-54BD-B319-21F5-B55C6041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E9560DD0-A455-B23E-EF45-ADEDB830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MDLM: </a:t>
            </a:r>
            <a:r>
              <a:rPr lang="en-US" altLang="ko-KR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Simple and Effective Masked Diffusion Language Models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6EBCBAE7-DC5E-7D21-0F61-BFA2E1EB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35B72-F0C3-97D7-491C-FFF8AFD4DE0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71A17-643D-364E-3CB5-FBD1576F9603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Sahoo et al., “Simple and Effective Masked Diffusion Language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21DEA-0A5D-322F-F8B0-EA853860F7D1}"/>
              </a:ext>
            </a:extLst>
          </p:cNvPr>
          <p:cNvSpPr txBox="1"/>
          <p:nvPr/>
        </p:nvSpPr>
        <p:spPr>
          <a:xfrm>
            <a:off x="609600" y="1653392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Loss function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C5BF15-5D4E-C4BA-6339-48EFA52FE97A}"/>
              </a:ext>
            </a:extLst>
          </p:cNvPr>
          <p:cNvSpPr/>
          <p:nvPr/>
        </p:nvSpPr>
        <p:spPr>
          <a:xfrm>
            <a:off x="750323" y="2157402"/>
            <a:ext cx="10012165" cy="1712314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E0752F-F9C1-0F03-53A8-50FF6DBBEB5F}"/>
              </a:ext>
            </a:extLst>
          </p:cNvPr>
          <p:cNvSpPr txBox="1"/>
          <p:nvPr/>
        </p:nvSpPr>
        <p:spPr>
          <a:xfrm>
            <a:off x="915396" y="2224531"/>
            <a:ext cx="1429828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D3PM loss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8F29C3D-07B4-DC87-43B7-C93938683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22" y="2614781"/>
            <a:ext cx="3878462" cy="595621"/>
          </a:xfrm>
          <a:prstGeom prst="rect">
            <a:avLst/>
          </a:prstGeom>
        </p:spPr>
      </p:pic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1434A7D-7A68-27C2-C9DD-39BDCEFA86E9}"/>
              </a:ext>
            </a:extLst>
          </p:cNvPr>
          <p:cNvCxnSpPr/>
          <p:nvPr/>
        </p:nvCxnSpPr>
        <p:spPr>
          <a:xfrm>
            <a:off x="5486400" y="4005072"/>
            <a:ext cx="0" cy="32004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0E5EB76A-EB08-DDAB-6268-A5BA0C208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840" y="2458071"/>
            <a:ext cx="4293599" cy="117239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F8A385B-65BF-6589-2765-00883F724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2433261"/>
            <a:ext cx="914278" cy="9586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D2348C-183C-3A67-6989-78224EDF69C1}"/>
                  </a:ext>
                </a:extLst>
              </p:cNvPr>
              <p:cNvSpPr txBox="1"/>
              <p:nvPr/>
            </p:nvSpPr>
            <p:spPr>
              <a:xfrm>
                <a:off x="5870448" y="3999454"/>
                <a:ext cx="2584704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&lt;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𝜃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,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),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𝑚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m:t>&gt; =0</m:t>
                      </m:r>
                    </m:oMath>
                  </m:oMathPara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D2348C-183C-3A67-6989-78224EDF6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448" y="3999454"/>
                <a:ext cx="2584704" cy="338554"/>
              </a:xfrm>
              <a:prstGeom prst="rect">
                <a:avLst/>
              </a:prstGeom>
              <a:blipFill>
                <a:blip r:embed="rId6"/>
                <a:stretch>
                  <a:fillRect l="-2358"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F3AD3A82-6E2B-48AC-43ED-788A61FF0140}"/>
              </a:ext>
            </a:extLst>
          </p:cNvPr>
          <p:cNvSpPr/>
          <p:nvPr/>
        </p:nvSpPr>
        <p:spPr>
          <a:xfrm>
            <a:off x="750323" y="4460468"/>
            <a:ext cx="10012165" cy="1351238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6900A-84E8-BCDA-1F71-2B5B54B764AF}"/>
              </a:ext>
            </a:extLst>
          </p:cNvPr>
          <p:cNvSpPr txBox="1"/>
          <p:nvPr/>
        </p:nvSpPr>
        <p:spPr>
          <a:xfrm>
            <a:off x="915396" y="4527597"/>
            <a:ext cx="3537732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MDLM loss (Rao-</a:t>
            </a:r>
            <a:r>
              <a:rPr lang="en-US" altLang="ko-KR" sz="14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Blackwellization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CDAF91-71B9-900B-B351-1749144F7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22" y="4917847"/>
            <a:ext cx="3878462" cy="59562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C96AE05-499A-3A2F-A881-E724B3857A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0160" y="4739810"/>
            <a:ext cx="3672166" cy="86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0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31C9-4C16-1177-D730-14651F59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75651A40-BD3D-BFD1-3031-367C66C1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5EA92-8877-1F91-EB7D-687859B2797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3B5DE-5AEA-10FB-BB3F-2B3C702CF93C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Campbell et al., “A Continuous Time Framework for Discrete Denoising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2022.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9FFC1-09CA-FAD1-F3B3-1D9D941AF66B}"/>
              </a:ext>
            </a:extLst>
          </p:cNvPr>
          <p:cNvSpPr txBox="1"/>
          <p:nvPr/>
        </p:nvSpPr>
        <p:spPr>
          <a:xfrm>
            <a:off x="609600" y="1623537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 time formulation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0AE688-62E2-9506-42E6-E544D6E1CFD6}"/>
              </a:ext>
            </a:extLst>
          </p:cNvPr>
          <p:cNvSpPr/>
          <p:nvPr/>
        </p:nvSpPr>
        <p:spPr>
          <a:xfrm>
            <a:off x="917051" y="2474518"/>
            <a:ext cx="4260589" cy="1060594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D8FCDD-EDD3-3158-3D08-3F78C26B9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374" y="2671136"/>
            <a:ext cx="3825942" cy="769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25A7CE-96E4-8223-16B3-592A4DC9A3EE}"/>
                  </a:ext>
                </a:extLst>
              </p:cNvPr>
              <p:cNvSpPr txBox="1"/>
              <p:nvPr/>
            </p:nvSpPr>
            <p:spPr>
              <a:xfrm>
                <a:off x="917051" y="2036037"/>
                <a:ext cx="2584704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Sending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𝑇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→</m:t>
                    </m:r>
                    <m:r>
                      <m:rPr>
                        <m:lit/>
                      </m:rPr>
                      <a:rPr lang="en-US" altLang="ko-KR" sz="1600" i="1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∞</m:t>
                    </m:r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25A7CE-96E4-8223-16B3-592A4DC9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51" y="2036037"/>
                <a:ext cx="2584704" cy="338554"/>
              </a:xfrm>
              <a:prstGeom prst="rect">
                <a:avLst/>
              </a:prstGeom>
              <a:blipFill>
                <a:blip r:embed="rId4"/>
                <a:stretch>
                  <a:fillRect l="-4717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1F08271-08F2-30A1-75AE-89E787C70D07}"/>
              </a:ext>
            </a:extLst>
          </p:cNvPr>
          <p:cNvSpPr txBox="1"/>
          <p:nvPr/>
        </p:nvSpPr>
        <p:spPr>
          <a:xfrm>
            <a:off x="690684" y="3830653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Masked diffusion language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203915-FFCC-82BB-9BF9-2C4DA04B4A4C}"/>
                  </a:ext>
                </a:extLst>
              </p:cNvPr>
              <p:cNvSpPr txBox="1"/>
              <p:nvPr/>
            </p:nvSpPr>
            <p:spPr>
              <a:xfrm>
                <a:off x="1000010" y="4292656"/>
                <a:ext cx="2584704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Sequence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1: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𝐿</m:t>
                        </m:r>
                      </m:sup>
                    </m:sSup>
                  </m:oMath>
                </a14:m>
                <a:endPara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203915-FFCC-82BB-9BF9-2C4DA04B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10" y="4292656"/>
                <a:ext cx="2584704" cy="338554"/>
              </a:xfrm>
              <a:prstGeom prst="rect">
                <a:avLst/>
              </a:prstGeom>
              <a:blipFill>
                <a:blip r:embed="rId5"/>
                <a:stretch>
                  <a:fillRect l="-4717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F13D85-CFE9-E55C-3CA9-E0EBABCDE80E}"/>
              </a:ext>
            </a:extLst>
          </p:cNvPr>
          <p:cNvSpPr/>
          <p:nvPr/>
        </p:nvSpPr>
        <p:spPr>
          <a:xfrm>
            <a:off x="1000010" y="4704166"/>
            <a:ext cx="4260589" cy="1060594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93D1DD4-5FC5-72A6-D176-2E2853DF6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10" y="4875834"/>
            <a:ext cx="4174562" cy="8552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50B7B5-FDEC-467C-9229-008758ABA2B6}"/>
              </a:ext>
            </a:extLst>
          </p:cNvPr>
          <p:cNvSpPr txBox="1"/>
          <p:nvPr/>
        </p:nvSpPr>
        <p:spPr>
          <a:xfrm>
            <a:off x="1718893" y="5846271"/>
            <a:ext cx="308305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Weighted average of MLM loss!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66394AB0-85B4-EA2C-1394-7ED7576D8889}"/>
              </a:ext>
            </a:extLst>
          </p:cNvPr>
          <p:cNvSpPr txBox="1">
            <a:spLocks/>
          </p:cNvSpPr>
          <p:nvPr/>
        </p:nvSpPr>
        <p:spPr>
          <a:xfrm>
            <a:off x="510210" y="92948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MDLM: </a:t>
            </a:r>
            <a:r>
              <a:rPr lang="en-US" altLang="ko-KR" sz="2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Simple and Effective Masked Diffusion Language Models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DFEE89-7D25-3506-F998-DB2BB6DA9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093385"/>
            <a:ext cx="5336301" cy="367137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9BD9DE-DAF8-E9B3-14F8-F5CFF73D274F}"/>
              </a:ext>
            </a:extLst>
          </p:cNvPr>
          <p:cNvSpPr/>
          <p:nvPr/>
        </p:nvSpPr>
        <p:spPr>
          <a:xfrm>
            <a:off x="3584714" y="5042647"/>
            <a:ext cx="1303292" cy="4504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5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10" grpId="0"/>
      <p:bldP spid="11" grpId="0"/>
      <p:bldP spid="12" grpId="0"/>
      <p:bldP spid="13" grpId="0" animBg="1"/>
      <p:bldP spid="18" grpId="0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9E7AC-C860-1036-7237-4256A8AE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65475ABF-FF97-67A1-1752-C156F8BA7FFD}"/>
              </a:ext>
            </a:extLst>
          </p:cNvPr>
          <p:cNvSpPr/>
          <p:nvPr/>
        </p:nvSpPr>
        <p:spPr>
          <a:xfrm>
            <a:off x="1675524" y="4831859"/>
            <a:ext cx="7038707" cy="1111729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FBE1729-7A13-48FF-E98C-F01492FA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RADD: </a:t>
            </a:r>
            <a:r>
              <a:rPr lang="en-US" altLang="ko-KR" sz="2800" dirty="0" err="1"/>
              <a:t>Reparameterized</a:t>
            </a:r>
            <a:r>
              <a:rPr lang="en-US" altLang="ko-KR" sz="2800" dirty="0"/>
              <a:t> Absorbing Discrete Diffusion 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1870D2B0-BB75-D226-4946-6823B1E1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E4E61-6A11-CE29-16FA-A070CD91F29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0B84D-50CE-9716-387B-AD3D8BE4D506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Ou et al., “YOUR ABSORBING DISCRETE DIFFUSION SECRETLY MODELS THE CONDITIONAL DISTRIBUTIONS OF CLEAN DATA”, ICLR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B2AC7-A8D3-D156-ED53-078DBC6BDADA}"/>
              </a:ext>
            </a:extLst>
          </p:cNvPr>
          <p:cNvSpPr txBox="1"/>
          <p:nvPr/>
        </p:nvSpPr>
        <p:spPr>
          <a:xfrm>
            <a:off x="609600" y="1653392"/>
            <a:ext cx="664159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Recall: Continuous time formulation of discrete diffusion model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6337B1-97CD-86ED-C8BE-B8536310DCAE}"/>
              </a:ext>
            </a:extLst>
          </p:cNvPr>
          <p:cNvSpPr/>
          <p:nvPr/>
        </p:nvSpPr>
        <p:spPr>
          <a:xfrm>
            <a:off x="743712" y="2231051"/>
            <a:ext cx="10838688" cy="1544639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206CC2B-0BCE-BE6F-8EE1-589B7A86E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80" y="2907811"/>
            <a:ext cx="2232536" cy="5173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38E66B-24F7-E580-775B-C208C903DEAC}"/>
              </a:ext>
            </a:extLst>
          </p:cNvPr>
          <p:cNvSpPr txBox="1"/>
          <p:nvPr/>
        </p:nvSpPr>
        <p:spPr>
          <a:xfrm>
            <a:off x="1553252" y="2400154"/>
            <a:ext cx="113779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CTMC ODE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CC29DC5-CB98-AF47-8527-6C6D7498AADB}"/>
              </a:ext>
            </a:extLst>
          </p:cNvPr>
          <p:cNvCxnSpPr>
            <a:cxnSpLocks/>
          </p:cNvCxnSpPr>
          <p:nvPr/>
        </p:nvCxnSpPr>
        <p:spPr>
          <a:xfrm>
            <a:off x="3311568" y="2569431"/>
            <a:ext cx="0" cy="95528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611D9C-35CF-A909-F044-209BB973A18A}"/>
              </a:ext>
            </a:extLst>
          </p:cNvPr>
          <p:cNvSpPr txBox="1"/>
          <p:nvPr/>
        </p:nvSpPr>
        <p:spPr>
          <a:xfrm>
            <a:off x="4164245" y="2400154"/>
            <a:ext cx="113779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Euler step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63A1829-0482-6308-39C9-EFEFE814F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593"/>
          <a:stretch>
            <a:fillRect/>
          </a:stretch>
        </p:blipFill>
        <p:spPr>
          <a:xfrm>
            <a:off x="3496651" y="2742576"/>
            <a:ext cx="1818688" cy="42588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764FB1C-B51D-DE2B-7857-53BA5C02D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514" y="3124063"/>
            <a:ext cx="2193758" cy="400656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49964C-1A0B-694F-0926-ADCCA6FB2796}"/>
              </a:ext>
            </a:extLst>
          </p:cNvPr>
          <p:cNvCxnSpPr>
            <a:cxnSpLocks/>
          </p:cNvCxnSpPr>
          <p:nvPr/>
        </p:nvCxnSpPr>
        <p:spPr>
          <a:xfrm>
            <a:off x="6079152" y="2528273"/>
            <a:ext cx="0" cy="89691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E35E6C2-9C09-A86A-9325-685C439EB071}"/>
              </a:ext>
            </a:extLst>
          </p:cNvPr>
          <p:cNvSpPr txBox="1"/>
          <p:nvPr/>
        </p:nvSpPr>
        <p:spPr>
          <a:xfrm>
            <a:off x="7965683" y="2358996"/>
            <a:ext cx="113779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Reversal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C2F3972-365E-6D71-2B9B-7007C6C08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229" y="2615652"/>
            <a:ext cx="3541603" cy="113882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FAFE51A-6C05-A57A-0254-6305E6A7EC53}"/>
              </a:ext>
            </a:extLst>
          </p:cNvPr>
          <p:cNvSpPr/>
          <p:nvPr/>
        </p:nvSpPr>
        <p:spPr>
          <a:xfrm>
            <a:off x="8862149" y="2648801"/>
            <a:ext cx="484459" cy="5438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6CA444-087D-50D7-0E67-B88A20C6BC39}"/>
              </a:ext>
            </a:extLst>
          </p:cNvPr>
          <p:cNvSpPr txBox="1"/>
          <p:nvPr/>
        </p:nvSpPr>
        <p:spPr>
          <a:xfrm>
            <a:off x="9256074" y="2333436"/>
            <a:ext cx="1313880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Concrete Score</a:t>
            </a:r>
            <a:endParaRPr lang="ko-KR" altLang="en-US" sz="1400" dirty="0" err="1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776B71E-5FCA-9934-3670-E41E41C684C0}"/>
              </a:ext>
            </a:extLst>
          </p:cNvPr>
          <p:cNvCxnSpPr>
            <a:cxnSpLocks/>
          </p:cNvCxnSpPr>
          <p:nvPr/>
        </p:nvCxnSpPr>
        <p:spPr>
          <a:xfrm>
            <a:off x="1005880" y="4919472"/>
            <a:ext cx="4193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B2C8B95-6508-8BB4-C34C-EE4393176AE8}"/>
              </a:ext>
            </a:extLst>
          </p:cNvPr>
          <p:cNvSpPr txBox="1"/>
          <p:nvPr/>
        </p:nvSpPr>
        <p:spPr>
          <a:xfrm>
            <a:off x="1389216" y="4324360"/>
            <a:ext cx="1013002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 multi-dimensional setting (length d), score becomes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(considering the cases when only 1 tokens are changed):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64EBE2A-E99F-6777-32FD-25C93FDD53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030" y="5050159"/>
            <a:ext cx="6578913" cy="8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1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4493-9D7B-465A-15E2-E80C4489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833870-B954-68B0-BD43-134D14C9274D}"/>
              </a:ext>
            </a:extLst>
          </p:cNvPr>
          <p:cNvSpPr/>
          <p:nvPr/>
        </p:nvSpPr>
        <p:spPr>
          <a:xfrm>
            <a:off x="609600" y="1578693"/>
            <a:ext cx="6288900" cy="82016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2A85A49D-9EF9-0791-83E6-52E55FBF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RADD: </a:t>
            </a:r>
            <a:r>
              <a:rPr lang="en-US" altLang="ko-KR" sz="2800" dirty="0" err="1"/>
              <a:t>Reparameterized</a:t>
            </a:r>
            <a:r>
              <a:rPr lang="en-US" altLang="ko-KR" sz="2800" dirty="0"/>
              <a:t> Absorbing Discrete Diffusion 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326CF22F-0846-95B0-8749-9A55E50C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0A040-8DE8-F00C-16E6-01265F5B46D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5DE8B-8FC6-265E-240E-141578978069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Ou et al., “YOUR ABSORBING DISCRETE DIFFUSION SECRETLY MODELS THE CONDITIONAL DISTRIBUTIONS OF CLEAN DATA”, ICLR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3705E18-82FD-CF20-71D5-4E3D5153D25D}"/>
              </a:ext>
            </a:extLst>
          </p:cNvPr>
          <p:cNvCxnSpPr>
            <a:cxnSpLocks/>
          </p:cNvCxnSpPr>
          <p:nvPr/>
        </p:nvCxnSpPr>
        <p:spPr>
          <a:xfrm>
            <a:off x="683843" y="2802409"/>
            <a:ext cx="4193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2300CA1-38B5-6ADE-AC99-BD878A41A67D}"/>
              </a:ext>
            </a:extLst>
          </p:cNvPr>
          <p:cNvSpPr txBox="1"/>
          <p:nvPr/>
        </p:nvSpPr>
        <p:spPr>
          <a:xfrm>
            <a:off x="1311950" y="2586071"/>
            <a:ext cx="10130026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reverse transition rate matrix then becomes: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DA292F7-F221-14F2-7253-4CA2B2D43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05" y="1645396"/>
            <a:ext cx="5843876" cy="72852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C21E333-D7C5-CECE-1021-29FC15414CFB}"/>
              </a:ext>
            </a:extLst>
          </p:cNvPr>
          <p:cNvSpPr/>
          <p:nvPr/>
        </p:nvSpPr>
        <p:spPr>
          <a:xfrm>
            <a:off x="609600" y="3025161"/>
            <a:ext cx="7674864" cy="1030429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5E87C4-EB97-F268-D0E9-A3A93E47E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05" y="3043814"/>
            <a:ext cx="6854289" cy="96721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57CD1CA-6580-8E88-2DF6-017577453945}"/>
              </a:ext>
            </a:extLst>
          </p:cNvPr>
          <p:cNvCxnSpPr>
            <a:cxnSpLocks/>
          </p:cNvCxnSpPr>
          <p:nvPr/>
        </p:nvCxnSpPr>
        <p:spPr>
          <a:xfrm>
            <a:off x="709537" y="4486405"/>
            <a:ext cx="4193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35A53F-0518-553B-BCF6-8DA47B3E53DF}"/>
              </a:ext>
            </a:extLst>
          </p:cNvPr>
          <p:cNvSpPr txBox="1"/>
          <p:nvPr/>
        </p:nvSpPr>
        <p:spPr>
          <a:xfrm>
            <a:off x="1311950" y="4295718"/>
            <a:ext cx="1013002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Note that for masked diffusion, only the transition from the masked token to an unmasked token is valid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7505BD-2278-0AA9-8BD0-1B4E64E5F783}"/>
              </a:ext>
            </a:extLst>
          </p:cNvPr>
          <p:cNvSpPr/>
          <p:nvPr/>
        </p:nvSpPr>
        <p:spPr>
          <a:xfrm>
            <a:off x="609600" y="4884993"/>
            <a:ext cx="9723120" cy="1151149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8B64628-2780-AA9B-26A3-0E2947A48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37" y="5170054"/>
            <a:ext cx="7063918" cy="70094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6F533E9-4684-64D9-370B-C5B940A5DC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5048014"/>
            <a:ext cx="652914" cy="24408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3D8565C8-049B-839F-5C78-844D09C5E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5500782"/>
            <a:ext cx="660147" cy="32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0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 animBg="1"/>
      <p:bldP spid="10" grpId="0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8459-3BBC-E3C7-1BEB-887E4D22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BCAD2BE-E3AD-6162-DEC3-0B1DB63D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RADD: </a:t>
            </a:r>
            <a:r>
              <a:rPr lang="en-US" altLang="ko-KR" sz="2800" dirty="0" err="1"/>
              <a:t>Reparameterized</a:t>
            </a:r>
            <a:r>
              <a:rPr lang="en-US" altLang="ko-KR" sz="2800" dirty="0"/>
              <a:t> Absorbing Discrete Diffusion 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E476F913-C5C9-B21F-0E68-F55CF90C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36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22588F-9E35-E0F5-E4F2-B66799ECAA9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F97F-F122-9C08-174E-A443E6BEB43B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Ou et al., “YOUR ABSORBING DISCRETE DIFFUSION SECRETLY MODELS THE CONDITIONAL DISTRIBUTIONS OF CLEAN DATA”, ICLR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B53CE12-EDB4-92F2-5DFB-89FC89877676}"/>
              </a:ext>
            </a:extLst>
          </p:cNvPr>
          <p:cNvCxnSpPr>
            <a:cxnSpLocks/>
          </p:cNvCxnSpPr>
          <p:nvPr/>
        </p:nvCxnSpPr>
        <p:spPr>
          <a:xfrm>
            <a:off x="709537" y="1822303"/>
            <a:ext cx="4193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161A6B-6F06-03E1-B72F-04B8552804D5}"/>
              </a:ext>
            </a:extLst>
          </p:cNvPr>
          <p:cNvSpPr txBox="1"/>
          <p:nvPr/>
        </p:nvSpPr>
        <p:spPr>
          <a:xfrm>
            <a:off x="1311950" y="1631616"/>
            <a:ext cx="927680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Then, we can express the concrete score a time-independent conditional distribution at time zero multiplied by an analytic time-dependent term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CFF3F3-CC3F-1D03-EEE2-36AF8981C89E}"/>
              </a:ext>
            </a:extLst>
          </p:cNvPr>
          <p:cNvSpPr/>
          <p:nvPr/>
        </p:nvSpPr>
        <p:spPr>
          <a:xfrm>
            <a:off x="1311950" y="2557098"/>
            <a:ext cx="8719018" cy="1695847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93982C7-E685-B243-26CA-5F3BEE64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48" y="2830109"/>
            <a:ext cx="4256269" cy="12729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236F08-4BF5-8709-B866-3BF35E9A9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011" y="3113817"/>
            <a:ext cx="1798862" cy="2304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C0A5425-907D-DF6B-4D59-C7A675374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3" y="3486487"/>
            <a:ext cx="3499487" cy="279473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2CE9A4D-92E5-21C2-EBCB-F26870DB6177}"/>
              </a:ext>
            </a:extLst>
          </p:cNvPr>
          <p:cNvCxnSpPr>
            <a:cxnSpLocks/>
          </p:cNvCxnSpPr>
          <p:nvPr/>
        </p:nvCxnSpPr>
        <p:spPr>
          <a:xfrm>
            <a:off x="816217" y="4809343"/>
            <a:ext cx="4193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422958B-55CE-D01F-C312-54605BAFBD92}"/>
              </a:ext>
            </a:extLst>
          </p:cNvPr>
          <p:cNvSpPr txBox="1"/>
          <p:nvPr/>
        </p:nvSpPr>
        <p:spPr>
          <a:xfrm>
            <a:off x="1393591" y="4641610"/>
            <a:ext cx="927680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Removes time dependency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C860B2DD-FDC9-605F-3C96-8BE409E67C27}"/>
              </a:ext>
            </a:extLst>
          </p:cNvPr>
          <p:cNvCxnSpPr>
            <a:cxnSpLocks/>
          </p:cNvCxnSpPr>
          <p:nvPr/>
        </p:nvCxnSpPr>
        <p:spPr>
          <a:xfrm>
            <a:off x="816217" y="5263346"/>
            <a:ext cx="419396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17D66D-FB18-B4E2-CCF8-32A8776EDC40}"/>
              </a:ext>
            </a:extLst>
          </p:cNvPr>
          <p:cNvSpPr txBox="1"/>
          <p:nvPr/>
        </p:nvSpPr>
        <p:spPr>
          <a:xfrm>
            <a:off x="1393591" y="5095613"/>
            <a:ext cx="927680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Enables caching</a:t>
            </a:r>
          </a:p>
        </p:txBody>
      </p:sp>
    </p:spTree>
    <p:extLst>
      <p:ext uri="{BB962C8B-B14F-4D97-AF65-F5344CB8AC3E}">
        <p14:creationId xmlns:p14="http://schemas.microsoft.com/office/powerpoint/2010/main" val="415439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8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ABC5-24A7-89E2-95EE-CDB7E881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CB3182C5-5E60-40A1-1956-5A2A4DDD2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RADD: </a:t>
            </a:r>
            <a:r>
              <a:rPr lang="en-US" altLang="ko-KR" sz="2800" dirty="0" err="1"/>
              <a:t>Reparameterized</a:t>
            </a:r>
            <a:r>
              <a:rPr lang="en-US" altLang="ko-KR" sz="2800" dirty="0"/>
              <a:t> Absorbing Discrete Diffusion 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983BB8EB-BB3C-CAC7-EBC1-A3064E36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37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75C4D-C40B-C4EC-F245-F77E0601FFD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Masked Diffusion Language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1AF53F-E685-6708-B36E-8C818585EF98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Ou et al., “YOUR ABSORBING DISCRETE DIFFUSION SECRETLY MODELS THE CONDITIONAL DISTRIBUTIONS OF CLEAN DATA”, ICLR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7D9883-8EB2-D075-777C-0815FB7DD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66" y="2164976"/>
            <a:ext cx="4985630" cy="35284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D552DD4-E1FA-4DE4-29DB-8DCBCA3A0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542" y="2164976"/>
            <a:ext cx="4278963" cy="35043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1A5D1F-54B5-B4FB-F53F-DD3ED9B1D19E}"/>
              </a:ext>
            </a:extLst>
          </p:cNvPr>
          <p:cNvSpPr txBox="1"/>
          <p:nvPr/>
        </p:nvSpPr>
        <p:spPr>
          <a:xfrm>
            <a:off x="3329968" y="1787039"/>
            <a:ext cx="97309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MDLM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6A04F7-4F16-BCBE-D4DC-9380C0B054A1}"/>
              </a:ext>
            </a:extLst>
          </p:cNvPr>
          <p:cNvSpPr txBox="1"/>
          <p:nvPr/>
        </p:nvSpPr>
        <p:spPr>
          <a:xfrm>
            <a:off x="8861192" y="1759914"/>
            <a:ext cx="97309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RADD</a:t>
            </a:r>
          </a:p>
        </p:txBody>
      </p:sp>
    </p:spTree>
    <p:extLst>
      <p:ext uri="{BB962C8B-B14F-4D97-AF65-F5344CB8AC3E}">
        <p14:creationId xmlns:p14="http://schemas.microsoft.com/office/powerpoint/2010/main" val="324633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4D4F-CBCA-483A-6925-6FCA576E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B24F4-56AF-833D-6AC4-365BDED0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5"/>
            <a:ext cx="7823200" cy="1421928"/>
          </a:xfrm>
        </p:spPr>
        <p:txBody>
          <a:bodyPr/>
          <a:lstStyle/>
          <a:p>
            <a:r>
              <a:rPr lang="en-US" altLang="ko-KR" dirty="0"/>
              <a:t>Unmasking </a:t>
            </a:r>
            <a:br>
              <a:rPr lang="en-US" altLang="ko-KR" dirty="0"/>
            </a:br>
            <a:r>
              <a:rPr lang="en-US" altLang="ko-KR" dirty="0"/>
              <a:t>&amp; Token Ordering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D638C-50C8-EA90-B163-B631525C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26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E6ED-C890-EDE1-A7EE-3C347BD4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0AC51F4-A31B-C63F-B3AC-066B5E07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Unmasking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5BB08C8C-11DE-C823-8115-6CD49825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39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5366F-395D-220B-5924-71AA2C6D0D6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Unmasking &amp; Token Ordering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4F19B-9B04-34DA-C8B3-EDFC9D2DEE3A}"/>
              </a:ext>
            </a:extLst>
          </p:cNvPr>
          <p:cNvSpPr txBox="1"/>
          <p:nvPr/>
        </p:nvSpPr>
        <p:spPr>
          <a:xfrm>
            <a:off x="707651" y="1707341"/>
            <a:ext cx="8019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Discrete diffusion can decode many tokens at once, since it operates over the entire sequence simultaneously.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675AE-2664-7594-46A0-1BC8C24137A3}"/>
              </a:ext>
            </a:extLst>
          </p:cNvPr>
          <p:cNvSpPr txBox="1"/>
          <p:nvPr/>
        </p:nvSpPr>
        <p:spPr>
          <a:xfrm>
            <a:off x="707650" y="2444772"/>
            <a:ext cx="8019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However, because unmasked tokens are often unchanged afterward, it is unclear whether unmasking all tokens is always beneficial.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15968BA-DDB5-C36A-9D63-E28FB384F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348512"/>
            <a:ext cx="5526739" cy="27105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4E18BB-9A25-4A5A-9E2F-001FC41DEFF7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Yu et al., “Discrete Diffusion in Large Language and Multimodal Models: A Survey”,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752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864D-883F-348D-7A19-A08DC2CB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06FBD89-7CD9-0D8C-8B9E-A406960E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Order Matters</a:t>
            </a: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B58A2548-79A2-3F4A-15C0-D8589382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40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8ED31-E67A-0066-C263-7F6467AB007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Unmasking &amp; Token Ordering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972AF-F6DE-38AA-E2D5-E5EAD76C0EC5}"/>
              </a:ext>
            </a:extLst>
          </p:cNvPr>
          <p:cNvSpPr txBox="1"/>
          <p:nvPr/>
        </p:nvSpPr>
        <p:spPr>
          <a:xfrm>
            <a:off x="707651" y="1707341"/>
            <a:ext cx="8019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Recent works in discrete diffusion show that the unmasking strategy has a significant impact on performance..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520661-0323-CF72-B33E-5C0B0B5EC39C}"/>
              </a:ext>
            </a:extLst>
          </p:cNvPr>
          <p:cNvSpPr txBox="1"/>
          <p:nvPr/>
        </p:nvSpPr>
        <p:spPr>
          <a:xfrm>
            <a:off x="510209" y="6477551"/>
            <a:ext cx="60788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Kim et al., “Train for the Worst, Plan for the Best: Understanding Token Ordering in Masked Diffusions”, ICML 2025.</a:t>
            </a:r>
            <a:endParaRPr lang="ko-KR" altLang="en-US" sz="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1BA78-5DB5-A94A-F187-853499E71A32}"/>
              </a:ext>
            </a:extLst>
          </p:cNvPr>
          <p:cNvSpPr txBox="1"/>
          <p:nvPr/>
        </p:nvSpPr>
        <p:spPr>
          <a:xfrm>
            <a:off x="707650" y="2495307"/>
            <a:ext cx="8019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This raises the question of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token ordering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—specifically, which tokens should be prioritized and unmasked earlier versus later.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C29656-3D70-F2D7-E7C8-CD83EAF91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33"/>
          <a:stretch>
            <a:fillRect/>
          </a:stretch>
        </p:blipFill>
        <p:spPr>
          <a:xfrm>
            <a:off x="6370107" y="3404417"/>
            <a:ext cx="3520206" cy="26653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436E2E-06F7-0375-3A44-5A5FCCC77DDE}"/>
              </a:ext>
            </a:extLst>
          </p:cNvPr>
          <p:cNvSpPr txBox="1"/>
          <p:nvPr/>
        </p:nvSpPr>
        <p:spPr>
          <a:xfrm>
            <a:off x="5490105" y="6475882"/>
            <a:ext cx="47094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Ben-Hamu et al., “Accelerated Sampling from Masked Diffusion Models via Entropy Bounded Unmasking”, 2025.</a:t>
            </a:r>
            <a:endParaRPr lang="ko-KR" altLang="en-US" sz="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18DC555-C916-ECC3-62F6-1181B2CF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312" y="3429000"/>
            <a:ext cx="3637430" cy="26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B0CF-DF91-79F2-777E-EE4A8D6D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CDB602F-A1FC-D4FE-B324-DEA01D14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How to unmask?</a:t>
            </a: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AC92846F-2517-C030-6291-A36F4BE0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41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F0060-750F-6C89-D420-C1C78520372C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Unmasking &amp; Token Ordering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65654-5828-1293-F7B4-8D45B6D3FEE6}"/>
              </a:ext>
            </a:extLst>
          </p:cNvPr>
          <p:cNvSpPr txBox="1"/>
          <p:nvPr/>
        </p:nvSpPr>
        <p:spPr>
          <a:xfrm>
            <a:off x="519600" y="1710363"/>
            <a:ext cx="8019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Then the questions are: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371DD-C6EF-EA31-5806-87A55B5D0A51}"/>
              </a:ext>
            </a:extLst>
          </p:cNvPr>
          <p:cNvSpPr txBox="1"/>
          <p:nvPr/>
        </p:nvSpPr>
        <p:spPr>
          <a:xfrm>
            <a:off x="510210" y="2418430"/>
            <a:ext cx="80194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Based on what criteria should we unmask?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3C04C-AD6F-B620-BAB7-2C7FF3127B5D}"/>
              </a:ext>
            </a:extLst>
          </p:cNvPr>
          <p:cNvSpPr txBox="1"/>
          <p:nvPr/>
        </p:nvSpPr>
        <p:spPr>
          <a:xfrm>
            <a:off x="519600" y="3157276"/>
            <a:ext cx="80194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 And how much should be unmasked?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DDB90B-B833-AFEF-D1A8-8509D5062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95"/>
          <a:stretch>
            <a:fillRect/>
          </a:stretch>
        </p:blipFill>
        <p:spPr>
          <a:xfrm>
            <a:off x="7613875" y="1033327"/>
            <a:ext cx="3446331" cy="47913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AA9A00-ED7C-99D1-A1AA-B26624CF360C}"/>
              </a:ext>
            </a:extLst>
          </p:cNvPr>
          <p:cNvSpPr txBox="1"/>
          <p:nvPr/>
        </p:nvSpPr>
        <p:spPr>
          <a:xfrm>
            <a:off x="510210" y="6477551"/>
            <a:ext cx="48074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Yu et al., “Discrete Diffusion in Large Language and Multimodal Models: A Survey”,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710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825F-3641-F4C9-8814-B22365AE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BEC3E65-08D9-6FE7-7C8B-976CFB910F12}"/>
              </a:ext>
            </a:extLst>
          </p:cNvPr>
          <p:cNvSpPr/>
          <p:nvPr/>
        </p:nvSpPr>
        <p:spPr>
          <a:xfrm>
            <a:off x="6375232" y="3881020"/>
            <a:ext cx="5397666" cy="19104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2EA6920-2DC6-BEE2-BDD5-7A957E73FCF4}"/>
              </a:ext>
            </a:extLst>
          </p:cNvPr>
          <p:cNvSpPr/>
          <p:nvPr/>
        </p:nvSpPr>
        <p:spPr>
          <a:xfrm>
            <a:off x="6375231" y="1789679"/>
            <a:ext cx="5397667" cy="19104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AF497B5-1672-635B-723A-360057C34FEA}"/>
              </a:ext>
            </a:extLst>
          </p:cNvPr>
          <p:cNvSpPr/>
          <p:nvPr/>
        </p:nvSpPr>
        <p:spPr>
          <a:xfrm>
            <a:off x="699247" y="3871066"/>
            <a:ext cx="5173017" cy="19104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098BB1D-4A0D-041E-61E3-A49D88AF369A}"/>
              </a:ext>
            </a:extLst>
          </p:cNvPr>
          <p:cNvSpPr/>
          <p:nvPr/>
        </p:nvSpPr>
        <p:spPr>
          <a:xfrm>
            <a:off x="699248" y="1787283"/>
            <a:ext cx="5217458" cy="19104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DB3F3F8-2928-0972-86E8-A7044DFD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Criteria for Unmasking</a:t>
            </a: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B6E2A1DF-258B-83F0-2903-BA302516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42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C8DC2-4EE8-54FD-48BB-11B91D1AC07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Unmasking &amp; Token Ordering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7844DF-22FE-C2A0-1735-905359646458}"/>
              </a:ext>
            </a:extLst>
          </p:cNvPr>
          <p:cNvSpPr txBox="1"/>
          <p:nvPr/>
        </p:nvSpPr>
        <p:spPr>
          <a:xfrm>
            <a:off x="808712" y="1889412"/>
            <a:ext cx="40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 Random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E9A90-E756-3BA5-EE8D-504DC7FB680B}"/>
              </a:ext>
            </a:extLst>
          </p:cNvPr>
          <p:cNvSpPr txBox="1"/>
          <p:nvPr/>
        </p:nvSpPr>
        <p:spPr>
          <a:xfrm>
            <a:off x="815435" y="3946362"/>
            <a:ext cx="3319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 Confidence (SMDM, 2025)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3AE3B-940B-CF9D-BE0A-E9A52A7F671A}"/>
              </a:ext>
            </a:extLst>
          </p:cNvPr>
          <p:cNvSpPr txBox="1"/>
          <p:nvPr/>
        </p:nvSpPr>
        <p:spPr>
          <a:xfrm>
            <a:off x="6534916" y="1909116"/>
            <a:ext cx="2972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 Entropy (Dream, 2025)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A3B72-F562-F173-25F4-A3CEF178A103}"/>
              </a:ext>
            </a:extLst>
          </p:cNvPr>
          <p:cNvSpPr txBox="1"/>
          <p:nvPr/>
        </p:nvSpPr>
        <p:spPr>
          <a:xfrm>
            <a:off x="6534916" y="3973847"/>
            <a:ext cx="3319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 Margin (Kim et al., 2025)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032334-B280-F825-30BC-08DA30544866}"/>
                  </a:ext>
                </a:extLst>
              </p:cNvPr>
              <p:cNvSpPr txBox="1"/>
              <p:nvPr/>
            </p:nvSpPr>
            <p:spPr>
              <a:xfrm>
                <a:off x="1088785" y="2350746"/>
                <a:ext cx="3729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Randomly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positions to unmask at time t</a:t>
                </a:r>
                <a:endParaRPr lang="ko-KR" altLang="en-US" dirty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032334-B280-F825-30BC-08DA30544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85" y="2350746"/>
                <a:ext cx="3729670" cy="646331"/>
              </a:xfrm>
              <a:prstGeom prst="rect">
                <a:avLst/>
              </a:prstGeom>
              <a:blipFill>
                <a:blip r:embed="rId3"/>
                <a:stretch>
                  <a:fillRect l="-1146" t="-5660" r="-180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99EA5F-7243-0589-BF4B-B62F2EAA82FA}"/>
                  </a:ext>
                </a:extLst>
              </p:cNvPr>
              <p:cNvSpPr txBox="1"/>
              <p:nvPr/>
            </p:nvSpPr>
            <p:spPr>
              <a:xfrm>
                <a:off x="1088785" y="4388816"/>
                <a:ext cx="3729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positions based on confidence </a:t>
                </a:r>
                <a:endParaRPr lang="ko-KR" altLang="en-US" dirty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99EA5F-7243-0589-BF4B-B62F2EAA8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85" y="4388816"/>
                <a:ext cx="3729670" cy="646331"/>
              </a:xfrm>
              <a:prstGeom prst="rect">
                <a:avLst/>
              </a:prstGeom>
              <a:blipFill>
                <a:blip r:embed="rId4"/>
                <a:stretch>
                  <a:fillRect l="-1146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692F31-44EB-270F-460D-B32FCCABB47E}"/>
                  </a:ext>
                </a:extLst>
              </p:cNvPr>
              <p:cNvSpPr txBox="1"/>
              <p:nvPr/>
            </p:nvSpPr>
            <p:spPr>
              <a:xfrm>
                <a:off x="6627187" y="2369396"/>
                <a:ext cx="3729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positions based on entropy</a:t>
                </a:r>
                <a:endParaRPr lang="ko-KR" altLang="en-US" dirty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692F31-44EB-270F-460D-B32FCCABB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187" y="2369396"/>
                <a:ext cx="3729670" cy="646331"/>
              </a:xfrm>
              <a:prstGeom prst="rect">
                <a:avLst/>
              </a:prstGeom>
              <a:blipFill>
                <a:blip r:embed="rId5"/>
                <a:stretch>
                  <a:fillRect l="-980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8A5564-619F-8E8A-B1DD-18197F5FF551}"/>
                  </a:ext>
                </a:extLst>
              </p:cNvPr>
              <p:cNvSpPr txBox="1"/>
              <p:nvPr/>
            </p:nvSpPr>
            <p:spPr>
              <a:xfrm>
                <a:off x="6694423" y="4420984"/>
                <a:ext cx="3729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𝐾</m:t>
                        </m:r>
                      </m:e>
                      <m:sub>
                        <m:r>
                          <a:rPr lang="en-US" altLang="ko-KR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ysClr val="windowText" lastClr="000000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positions based on confidence margin</a:t>
                </a:r>
                <a:endParaRPr lang="ko-KR" altLang="en-US" dirty="0">
                  <a:solidFill>
                    <a:sysClr val="windowText" lastClr="0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8A5564-619F-8E8A-B1DD-18197F5FF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423" y="4420984"/>
                <a:ext cx="3729670" cy="646331"/>
              </a:xfrm>
              <a:prstGeom prst="rect">
                <a:avLst/>
              </a:prstGeom>
              <a:blipFill>
                <a:blip r:embed="rId6"/>
                <a:stretch>
                  <a:fillRect l="-980" t="-4717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>
            <a:extLst>
              <a:ext uri="{FF2B5EF4-FFF2-40B4-BE49-F238E27FC236}">
                <a16:creationId xmlns:a16="http://schemas.microsoft.com/office/drawing/2014/main" id="{61479004-2AD5-D7F5-D209-0B460E91F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611" y="5149987"/>
            <a:ext cx="3910018" cy="5421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CA4E7AA-D28B-F20A-4248-97D440B80818}"/>
              </a:ext>
            </a:extLst>
          </p:cNvPr>
          <p:cNvSpPr txBox="1"/>
          <p:nvPr/>
        </p:nvSpPr>
        <p:spPr>
          <a:xfrm>
            <a:off x="519600" y="6482136"/>
            <a:ext cx="47094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Ben-Hamu et al., “Accelerated Sampling from Masked Diffusion Models via Entropy Bounded Unmasking”, 2025.</a:t>
            </a:r>
            <a:endParaRPr lang="ko-KR" altLang="en-US" sz="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EED3135-D7EA-326C-8210-7D834237E7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4423" y="3076975"/>
            <a:ext cx="4182388" cy="56188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14D56E4-ADB5-5388-7F26-B757CACDF0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4423" y="5174670"/>
            <a:ext cx="4855732" cy="43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9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27" grpId="0" animBg="1"/>
      <p:bldP spid="26" grpId="0" animBg="1"/>
      <p:bldP spid="2" grpId="0"/>
      <p:bldP spid="6" grpId="0"/>
      <p:bldP spid="9" grpId="0"/>
      <p:bldP spid="10" grpId="0"/>
      <p:bldP spid="12" grpId="0"/>
      <p:bldP spid="16" grpId="0"/>
      <p:bldP spid="17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BEC3-3FF5-4A59-5EFA-8B68D928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C49E8CC-E011-F774-DBA6-23AF80F7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Selecting K</a:t>
            </a: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8A73EB54-9509-CE55-C87F-A81E6C6E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43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A3C6A-9B37-ECC0-D2B3-BFBF4519A97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Unmasking &amp; Token Ordering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8E0937-BEBC-0DEE-EC7A-027788917D8F}"/>
              </a:ext>
            </a:extLst>
          </p:cNvPr>
          <p:cNvSpPr txBox="1"/>
          <p:nvPr/>
        </p:nvSpPr>
        <p:spPr>
          <a:xfrm>
            <a:off x="808712" y="1889412"/>
            <a:ext cx="40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 Top-K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7A910-2302-FE40-0522-F72573F16C12}"/>
              </a:ext>
            </a:extLst>
          </p:cNvPr>
          <p:cNvSpPr txBox="1"/>
          <p:nvPr/>
        </p:nvSpPr>
        <p:spPr>
          <a:xfrm>
            <a:off x="1088784" y="2350746"/>
            <a:ext cx="613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Unmask a fixed number of tokens at each step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D79F1B-7276-95D0-D852-03E0A5E8C316}"/>
              </a:ext>
            </a:extLst>
          </p:cNvPr>
          <p:cNvSpPr txBox="1"/>
          <p:nvPr/>
        </p:nvSpPr>
        <p:spPr>
          <a:xfrm>
            <a:off x="519600" y="6482136"/>
            <a:ext cx="470949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Ben-Hamu et al., “Accelerated Sampling from Masked Diffusion Models via Entropy Bounded Unmasking”, 2025.</a:t>
            </a:r>
            <a:endParaRPr lang="ko-KR" altLang="en-US" sz="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7407D-DF73-3E11-61B7-438E2C4C9C23}"/>
              </a:ext>
            </a:extLst>
          </p:cNvPr>
          <p:cNvSpPr txBox="1"/>
          <p:nvPr/>
        </p:nvSpPr>
        <p:spPr>
          <a:xfrm>
            <a:off x="808712" y="3059668"/>
            <a:ext cx="4420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 Confidence threshold (Dimple, 2025)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4EF0D-6E27-A49F-8AA8-F2D50112678B}"/>
              </a:ext>
            </a:extLst>
          </p:cNvPr>
          <p:cNvSpPr txBox="1"/>
          <p:nvPr/>
        </p:nvSpPr>
        <p:spPr>
          <a:xfrm>
            <a:off x="808712" y="4512887"/>
            <a:ext cx="40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 Adaptive (EB-Sampler, 2025)</a:t>
            </a:r>
            <a:endParaRPr lang="ko-KR" altLang="en-US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628A1-E25D-500E-21A4-12C8E821A65D}"/>
              </a:ext>
            </a:extLst>
          </p:cNvPr>
          <p:cNvSpPr txBox="1"/>
          <p:nvPr/>
        </p:nvSpPr>
        <p:spPr>
          <a:xfrm>
            <a:off x="1088784" y="3553388"/>
            <a:ext cx="6139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Dynamically unmask all tokens above a fixed confidence threshold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839DB-C385-F3B3-411C-25B2A9BA3BA2}"/>
              </a:ext>
            </a:extLst>
          </p:cNvPr>
          <p:cNvSpPr txBox="1"/>
          <p:nvPr/>
        </p:nvSpPr>
        <p:spPr>
          <a:xfrm>
            <a:off x="1088784" y="5153305"/>
            <a:ext cx="6794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dirty="0"/>
              <a:t>Adjust the number of tokens unmasked per step based on an entropy bound, unmasking more when the model is confident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42AD75E-CB71-6A85-903F-A3E43DF84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912" y="1741409"/>
            <a:ext cx="4975802" cy="312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3" grpId="0"/>
      <p:bldP spid="7" grpId="0"/>
      <p:bldP spid="13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9620-2BC1-B115-A47A-80E9BFC3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D2BAC2-EAE5-8F1C-2CD2-874E3F5F920D}"/>
              </a:ext>
            </a:extLst>
          </p:cNvPr>
          <p:cNvSpPr/>
          <p:nvPr/>
        </p:nvSpPr>
        <p:spPr>
          <a:xfrm>
            <a:off x="1035423" y="2595283"/>
            <a:ext cx="7046259" cy="1191234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3D621AB-6BB0-5699-47C9-4E6DEA637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 err="1"/>
              <a:t>Remasking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333E84B7-1576-DEAD-D08F-5391AAA4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44</a:t>
            </a:fld>
            <a:r>
              <a:rPr lang="en-US" dirty="0"/>
              <a:t>/35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0A7A4-F53A-0B4E-B2FC-1B4D936E98F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Unmasking &amp; Token Ordering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4BDC7-4CD6-9331-B8D5-0A7E83E7B3E8}"/>
              </a:ext>
            </a:extLst>
          </p:cNvPr>
          <p:cNvSpPr txBox="1"/>
          <p:nvPr/>
        </p:nvSpPr>
        <p:spPr>
          <a:xfrm>
            <a:off x="510210" y="6477551"/>
            <a:ext cx="7147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Wang et al., “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Remasking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Discrete Diffusion Models with Inference-Time Scaling”, 2025.</a:t>
            </a:r>
            <a:endParaRPr lang="ko-KR" alt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ACC4DB-AA40-881C-0AC3-25F29E5C220D}"/>
              </a:ext>
            </a:extLst>
          </p:cNvPr>
          <p:cNvSpPr txBox="1"/>
          <p:nvPr/>
        </p:nvSpPr>
        <p:spPr>
          <a:xfrm>
            <a:off x="815227" y="1619935"/>
            <a:ext cx="10137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dirty="0"/>
              <a:t>Then, beyond unmasking newly generated tokens, we may also wish to revisit previously unmasked tokens.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36D97E-11BD-E00B-8E43-9C2D07C73A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59"/>
          <a:stretch>
            <a:fillRect/>
          </a:stretch>
        </p:blipFill>
        <p:spPr>
          <a:xfrm>
            <a:off x="1238296" y="2816074"/>
            <a:ext cx="5641118" cy="921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32B25E-3602-EA75-C41B-6CBEA30C0674}"/>
              </a:ext>
            </a:extLst>
          </p:cNvPr>
          <p:cNvSpPr txBox="1"/>
          <p:nvPr/>
        </p:nvSpPr>
        <p:spPr>
          <a:xfrm>
            <a:off x="1084376" y="2595720"/>
            <a:ext cx="40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MDLM</a:t>
            </a:r>
            <a:endParaRPr lang="ko-KR" altLang="en-US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B469AC-FCA2-C53B-0F08-3558BEE1A1B0}"/>
              </a:ext>
            </a:extLst>
          </p:cNvPr>
          <p:cNvSpPr/>
          <p:nvPr/>
        </p:nvSpPr>
        <p:spPr>
          <a:xfrm>
            <a:off x="1033571" y="4361683"/>
            <a:ext cx="7046259" cy="1191234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57E80E-6CF3-08B7-9209-E3B0D5443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376" y="4651956"/>
            <a:ext cx="6673330" cy="8170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A428EE-30CD-9C47-1735-9D4EFD7F7F01}"/>
              </a:ext>
            </a:extLst>
          </p:cNvPr>
          <p:cNvSpPr txBox="1"/>
          <p:nvPr/>
        </p:nvSpPr>
        <p:spPr>
          <a:xfrm>
            <a:off x="1084376" y="4392351"/>
            <a:ext cx="40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ReMDM</a:t>
            </a:r>
            <a:endParaRPr lang="ko-KR" altLang="en-US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665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  <p:bldP spid="12" grpId="0"/>
      <p:bldP spid="13" grpId="0" animBg="1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4BC1-F7C8-2AC1-5668-9D1487A2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817BBAF-BE0A-808E-A120-E69BCDD4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1DA0808E-0400-92E1-E730-AC9B1A17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29" y="468619"/>
            <a:ext cx="10972800" cy="535531"/>
          </a:xfrm>
        </p:spPr>
        <p:txBody>
          <a:bodyPr/>
          <a:lstStyle/>
          <a:p>
            <a:r>
              <a:rPr lang="en-US" altLang="ko-KR" dirty="0"/>
              <a:t>Next week</a:t>
            </a:r>
            <a:endParaRPr lang="ko-KR" altLang="en-US" dirty="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E8D12064-3423-169E-661C-0C7EB821C20A}"/>
              </a:ext>
            </a:extLst>
          </p:cNvPr>
          <p:cNvSpPr/>
          <p:nvPr/>
        </p:nvSpPr>
        <p:spPr>
          <a:xfrm>
            <a:off x="723900" y="3509637"/>
            <a:ext cx="2861734" cy="12934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</a:t>
            </a:r>
            <a:r>
              <a:rPr lang="en-US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9</a:t>
            </a:r>
            <a:endParaRPr lang="en-KR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Language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Models I</a:t>
            </a: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</a:t>
            </a:r>
            <a:endParaRPr lang="en-KR" sz="1600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45B3019-B381-F46E-8EE4-06BE675588DA}"/>
              </a:ext>
            </a:extLst>
          </p:cNvPr>
          <p:cNvSpPr/>
          <p:nvPr/>
        </p:nvSpPr>
        <p:spPr>
          <a:xfrm>
            <a:off x="723900" y="1755244"/>
            <a:ext cx="2861734" cy="12934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</a:t>
            </a:r>
            <a:r>
              <a:rPr lang="en-US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8</a:t>
            </a:r>
            <a:endParaRPr lang="en-KR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Language 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Models 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Ⅲ</a:t>
            </a:r>
            <a:endParaRPr lang="en-KR" altLang="ko-KR" sz="1600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E7626-9DE5-EF14-C0A7-C563B961B722}"/>
              </a:ext>
            </a:extLst>
          </p:cNvPr>
          <p:cNvSpPr txBox="1"/>
          <p:nvPr/>
        </p:nvSpPr>
        <p:spPr>
          <a:xfrm>
            <a:off x="3923931" y="1847977"/>
            <a:ext cx="792774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 VS. NAR 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EA5E0-6B59-C713-0A9D-20FE5E19A14C}"/>
              </a:ext>
            </a:extLst>
          </p:cNvPr>
          <p:cNvSpPr txBox="1"/>
          <p:nvPr/>
        </p:nvSpPr>
        <p:spPr>
          <a:xfrm>
            <a:off x="3828881" y="224192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AR-like formulation in DLMs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93C90-2664-E0AE-14FC-8D4D841E1522}"/>
              </a:ext>
            </a:extLst>
          </p:cNvPr>
          <p:cNvSpPr txBox="1"/>
          <p:nvPr/>
        </p:nvSpPr>
        <p:spPr>
          <a:xfrm>
            <a:off x="3828881" y="263586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Block-wise diffusion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F52ED-E207-F1A3-5C20-22ACF5BA13C8}"/>
              </a:ext>
            </a:extLst>
          </p:cNvPr>
          <p:cNvSpPr txBox="1"/>
          <p:nvPr/>
        </p:nvSpPr>
        <p:spPr>
          <a:xfrm>
            <a:off x="3923931" y="3509637"/>
            <a:ext cx="792774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Recent advances in DLM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517AE-9C87-C78B-FBE3-E065A1709D72}"/>
              </a:ext>
            </a:extLst>
          </p:cNvPr>
          <p:cNvSpPr txBox="1"/>
          <p:nvPr/>
        </p:nvSpPr>
        <p:spPr>
          <a:xfrm>
            <a:off x="3828881" y="396409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Scaling, Reasoning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2B563-D674-72F4-812B-4B73EAC1749A}"/>
              </a:ext>
            </a:extLst>
          </p:cNvPr>
          <p:cNvSpPr txBox="1"/>
          <p:nvPr/>
        </p:nvSpPr>
        <p:spPr>
          <a:xfrm>
            <a:off x="3828881" y="435804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KV-caching, distillation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08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5207">
        <p:fade/>
      </p:transition>
    </mc:Choice>
    <mc:Fallback xmlns="">
      <p:transition spd="med" advTm="35207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7A8B-7E4C-A7D1-82DA-D2E26D7B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21A8A92-42AB-4B87-0951-EB5DE4C9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8245"/>
            <a:ext cx="10972800" cy="535531"/>
          </a:xfrm>
        </p:spPr>
        <p:txBody>
          <a:bodyPr/>
          <a:lstStyle/>
          <a:p>
            <a:r>
              <a:rPr lang="en-US" altLang="ko-KR" dirty="0"/>
              <a:t>More on this…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D0F46BF8-D931-C9C8-DCF5-089F45ED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46</a:t>
            </a:fld>
            <a:r>
              <a:rPr lang="en-US" dirty="0"/>
              <a:t>/35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BC885F-22E9-BD9A-FF61-BCDB58B3A0F5}"/>
              </a:ext>
            </a:extLst>
          </p:cNvPr>
          <p:cNvSpPr txBox="1"/>
          <p:nvPr/>
        </p:nvSpPr>
        <p:spPr>
          <a:xfrm>
            <a:off x="609600" y="1173066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diffusion modeling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E8B35-6C9E-98FB-E4AA-0C688EF1634A}"/>
              </a:ext>
            </a:extLst>
          </p:cNvPr>
          <p:cNvSpPr txBox="1"/>
          <p:nvPr/>
        </p:nvSpPr>
        <p:spPr>
          <a:xfrm>
            <a:off x="609600" y="2483506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CTMC / Concrete score matching / Ratio matching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EFA98-5DB5-4D26-7BF4-3022F1DF4A3F}"/>
              </a:ext>
            </a:extLst>
          </p:cNvPr>
          <p:cNvSpPr txBox="1"/>
          <p:nvPr/>
        </p:nvSpPr>
        <p:spPr>
          <a:xfrm>
            <a:off x="1048092" y="1575720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Austin et al., “Structured Denoising Diffusion Models in Discrete State-Spaces”, </a:t>
            </a:r>
            <a:r>
              <a:rPr lang="en-US" altLang="ko-KR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623C7-150A-B5FA-44D1-2233525C7F0B}"/>
              </a:ext>
            </a:extLst>
          </p:cNvPr>
          <p:cNvSpPr txBox="1"/>
          <p:nvPr/>
        </p:nvSpPr>
        <p:spPr>
          <a:xfrm>
            <a:off x="1048092" y="1891784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Hoogebum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et al., “Autoregressive Diffusion Models”, ICLR 2022.</a:t>
            </a:r>
            <a:endParaRPr lang="ko-KR" alt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B21FB-4F13-B988-C562-8D4E447B4AF0}"/>
              </a:ext>
            </a:extLst>
          </p:cNvPr>
          <p:cNvSpPr txBox="1"/>
          <p:nvPr/>
        </p:nvSpPr>
        <p:spPr>
          <a:xfrm>
            <a:off x="1048092" y="2983603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0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100" dirty="0"/>
              <a:t> Campbell et al., “A Continuous Time Framework for Discrete Denoising Models</a:t>
            </a:r>
            <a:r>
              <a:rPr lang="en-US" altLang="ko-KR" sz="1100"/>
              <a:t>”, NeurIPS</a:t>
            </a:r>
            <a:r>
              <a:rPr lang="en-US" altLang="ko-KR" sz="1100" dirty="0"/>
              <a:t> 2022.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97A10-0255-5A90-C1D8-EB6FBF1FF676}"/>
              </a:ext>
            </a:extLst>
          </p:cNvPr>
          <p:cNvSpPr txBox="1"/>
          <p:nvPr/>
        </p:nvSpPr>
        <p:spPr>
          <a:xfrm>
            <a:off x="1048092" y="3272577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0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100" dirty="0"/>
              <a:t> Meng et al., “Concrete Score Matching: Generalized Score Matching for Discrete Data”, </a:t>
            </a:r>
            <a:r>
              <a:rPr lang="en-US" altLang="ko-KR" sz="1100" dirty="0" err="1"/>
              <a:t>NeurIPS</a:t>
            </a:r>
            <a:r>
              <a:rPr lang="en-US" altLang="ko-KR" sz="1100" dirty="0"/>
              <a:t> 2022.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ABD15-5BD6-70CC-A3C9-6FDA66C024B5}"/>
              </a:ext>
            </a:extLst>
          </p:cNvPr>
          <p:cNvSpPr txBox="1"/>
          <p:nvPr/>
        </p:nvSpPr>
        <p:spPr>
          <a:xfrm>
            <a:off x="1061540" y="3561551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0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100" dirty="0"/>
              <a:t>Lou et al., “Discrete Diffusion Modeling by Estimating the Ratios of the Data Distribution”, ICML 2024.</a:t>
            </a:r>
            <a:endParaRPr lang="ko-KR" alt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7CB0D-8815-C59D-4CDD-A30EA8660AA4}"/>
              </a:ext>
            </a:extLst>
          </p:cNvPr>
          <p:cNvSpPr txBox="1"/>
          <p:nvPr/>
        </p:nvSpPr>
        <p:spPr>
          <a:xfrm>
            <a:off x="1061540" y="4139499"/>
            <a:ext cx="9689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0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100" dirty="0" err="1"/>
              <a:t>Haxholi</a:t>
            </a:r>
            <a:r>
              <a:rPr lang="en-US" altLang="ko-KR" sz="1100" dirty="0"/>
              <a:t> et al., “EFFICIENT PERPLEXITY BOUND AND RATIO MATCHING IN DISCRETE DIFFUSION LANGUAGE MODELS ”, ICLR 2025.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68D4C-D222-7E4D-C088-B03A72BABE40}"/>
              </a:ext>
            </a:extLst>
          </p:cNvPr>
          <p:cNvSpPr txBox="1"/>
          <p:nvPr/>
        </p:nvSpPr>
        <p:spPr>
          <a:xfrm>
            <a:off x="1061540" y="3850525"/>
            <a:ext cx="103124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Ou et al., “YOUR ABSORBING DISCRETE DIFFUSION SECRETLY MODELS THE CONDITIONAL DISTRIBUTIONS OF CLEAN DATA”, ICLR 2025.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75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83D8-1B54-3157-4E67-8061B8AC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160AE6E-A4A7-8805-77DB-154AA67F1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8245"/>
            <a:ext cx="10972800" cy="535531"/>
          </a:xfrm>
        </p:spPr>
        <p:txBody>
          <a:bodyPr/>
          <a:lstStyle/>
          <a:p>
            <a:r>
              <a:rPr lang="en-US" altLang="ko-KR" dirty="0"/>
              <a:t>More on this…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C82EE5E7-78F1-8303-AC2E-86E23647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47</a:t>
            </a:fld>
            <a:r>
              <a:rPr lang="en-US" dirty="0"/>
              <a:t>/35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6960D-43D4-C0E5-4DA2-9413A1A49382}"/>
              </a:ext>
            </a:extLst>
          </p:cNvPr>
          <p:cNvSpPr txBox="1"/>
          <p:nvPr/>
        </p:nvSpPr>
        <p:spPr>
          <a:xfrm>
            <a:off x="609600" y="1285084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Masked diffusion language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4A0C1-946B-8608-644A-2990F3D051DA}"/>
              </a:ext>
            </a:extLst>
          </p:cNvPr>
          <p:cNvSpPr txBox="1"/>
          <p:nvPr/>
        </p:nvSpPr>
        <p:spPr>
          <a:xfrm>
            <a:off x="609600" y="4195967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Uniform state diffusion language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05309-8B78-0802-4929-C49712DAD186}"/>
              </a:ext>
            </a:extLst>
          </p:cNvPr>
          <p:cNvSpPr txBox="1"/>
          <p:nvPr/>
        </p:nvSpPr>
        <p:spPr>
          <a:xfrm>
            <a:off x="609600" y="5295272"/>
            <a:ext cx="947623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Unmasking &amp; Token ordering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23A87B-B446-F804-E525-BAF2B711E6F5}"/>
              </a:ext>
            </a:extLst>
          </p:cNvPr>
          <p:cNvSpPr txBox="1"/>
          <p:nvPr/>
        </p:nvSpPr>
        <p:spPr>
          <a:xfrm>
            <a:off x="853111" y="1746394"/>
            <a:ext cx="9689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0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100" dirty="0"/>
              <a:t>He et al., “</a:t>
            </a:r>
            <a:r>
              <a:rPr lang="en-US" altLang="ko-KR" sz="1100" dirty="0" err="1"/>
              <a:t>DiffusionBERT</a:t>
            </a:r>
            <a:r>
              <a:rPr lang="en-US" altLang="ko-KR" sz="1100" dirty="0"/>
              <a:t>: Improving Generative Masked Language Models with Diffusion Models”, ACL 2023.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9D8BE1-CCCE-4F9C-8AA8-166AFF811C2D}"/>
              </a:ext>
            </a:extLst>
          </p:cNvPr>
          <p:cNvSpPr txBox="1"/>
          <p:nvPr/>
        </p:nvSpPr>
        <p:spPr>
          <a:xfrm>
            <a:off x="853111" y="2080727"/>
            <a:ext cx="9689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0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100" dirty="0"/>
              <a:t>Zhou et al., “Diffusion-NAT: Self-Prompting Discrete Diffusion for Non-Autoregressive Text Generation”, EACL 2024.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ADA815-A657-AD43-75BF-709EEC45D08E}"/>
              </a:ext>
            </a:extLst>
          </p:cNvPr>
          <p:cNvSpPr txBox="1"/>
          <p:nvPr/>
        </p:nvSpPr>
        <p:spPr>
          <a:xfrm>
            <a:off x="853111" y="2426896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Zheng et al., “A </a:t>
            </a:r>
            <a:r>
              <a:rPr lang="en-US" altLang="ko-KR" dirty="0" err="1"/>
              <a:t>Reparameterized</a:t>
            </a:r>
            <a:r>
              <a:rPr lang="en-US" altLang="ko-KR" dirty="0"/>
              <a:t> Discrete Diffusion Model for Text Generation”, COLM 2024.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2934F5-E465-2403-11CA-04C0D0ACA278}"/>
              </a:ext>
            </a:extLst>
          </p:cNvPr>
          <p:cNvSpPr txBox="1"/>
          <p:nvPr/>
        </p:nvSpPr>
        <p:spPr>
          <a:xfrm>
            <a:off x="853111" y="2789720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Sahoo et al., “Simple and Effective Masked Diffusion Language Models”, </a:t>
            </a:r>
            <a:r>
              <a:rPr lang="en-US" altLang="ko-KR" dirty="0" err="1"/>
              <a:t>NeurIPS</a:t>
            </a:r>
            <a:r>
              <a:rPr lang="en-US" altLang="ko-KR" dirty="0"/>
              <a:t> 2024.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73E63-6132-95B7-94DB-FC15A55B03A7}"/>
              </a:ext>
            </a:extLst>
          </p:cNvPr>
          <p:cNvSpPr txBox="1"/>
          <p:nvPr/>
        </p:nvSpPr>
        <p:spPr>
          <a:xfrm>
            <a:off x="853111" y="3141315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Nie et al., “Scaling up Masked Diffusion Models on Text”, ICLR 2025.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940DC-8B10-2BB2-D188-B36A27BDED2F}"/>
              </a:ext>
            </a:extLst>
          </p:cNvPr>
          <p:cNvSpPr txBox="1"/>
          <p:nvPr/>
        </p:nvSpPr>
        <p:spPr>
          <a:xfrm>
            <a:off x="853111" y="3466414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Nie et al., “Large Language Diffusion Models”, 2025.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75FFB-A847-7DB7-FBA8-8796EC426644}"/>
              </a:ext>
            </a:extLst>
          </p:cNvPr>
          <p:cNvSpPr txBox="1"/>
          <p:nvPr/>
        </p:nvSpPr>
        <p:spPr>
          <a:xfrm>
            <a:off x="853111" y="3765788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Gong et al., “Scaling Diffusion Language Models via Adaptation from Autoregressive Models”, ICLR 2025.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7F5BA-6A3E-5BFC-349D-661D6B2F2923}"/>
              </a:ext>
            </a:extLst>
          </p:cNvPr>
          <p:cNvSpPr txBox="1"/>
          <p:nvPr/>
        </p:nvSpPr>
        <p:spPr>
          <a:xfrm>
            <a:off x="853111" y="4617412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Schiff et al., “Simple Guidance Mechanisms for Discrete Diffusion Models”, ICLR 2025.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6DBA5F-3FE4-4566-0454-394A3E8522FA}"/>
              </a:ext>
            </a:extLst>
          </p:cNvPr>
          <p:cNvSpPr txBox="1"/>
          <p:nvPr/>
        </p:nvSpPr>
        <p:spPr>
          <a:xfrm>
            <a:off x="853111" y="4910425"/>
            <a:ext cx="71475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Sahoo et al., “The Diffusion Duality”, ICML 2025.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2C6126-57AF-E156-D540-7173F6097CEC}"/>
              </a:ext>
            </a:extLst>
          </p:cNvPr>
          <p:cNvSpPr txBox="1"/>
          <p:nvPr/>
        </p:nvSpPr>
        <p:spPr>
          <a:xfrm>
            <a:off x="853111" y="5654377"/>
            <a:ext cx="78202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 Kim et al., “Train for the Worst, Plan for the Best: Understanding Token Ordering in Masked Diffusions”, ICML 2025.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26B2E5-EE96-9124-0432-F3DA6B9A7D04}"/>
              </a:ext>
            </a:extLst>
          </p:cNvPr>
          <p:cNvSpPr txBox="1"/>
          <p:nvPr/>
        </p:nvSpPr>
        <p:spPr>
          <a:xfrm>
            <a:off x="853111" y="5975254"/>
            <a:ext cx="74594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Ben-Hamu et al., “Accelerated Sampling from Masked Diffusion Models via Entropy Bounded Unmasking”, 2025.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10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273">
        <p:fade/>
      </p:transition>
    </mc:Choice>
    <mc:Fallback xmlns="">
      <p:transition spd="med" advTm="60273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16E63F9-8302-7092-AF03-D57439901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77480"/>
            <a:ext cx="3950550" cy="1304657"/>
          </a:xfrm>
          <a:prstGeom prst="rect">
            <a:avLst/>
          </a:prstGeom>
        </p:spPr>
      </p:pic>
      <p:pic>
        <p:nvPicPr>
          <p:cNvPr id="5" name="오디오 4">
            <a:hlinkClick r:id="" action="ppaction://media"/>
            <a:extLst>
              <a:ext uri="{FF2B5EF4-FFF2-40B4-BE49-F238E27FC236}">
                <a16:creationId xmlns:a16="http://schemas.microsoft.com/office/drawing/2014/main" id="{CAB6615F-7987-1147-1054-DAF5C6ABBA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6118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16">
        <p:fade/>
      </p:transition>
    </mc:Choice>
    <mc:Fallback xmlns="">
      <p:transition spd="med" advTm="137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13.9"/>
</p:tagLst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 (AED+맑은고딕)">
      <a:majorFont>
        <a:latin typeface="Amazon Ember Display"/>
        <a:ea typeface="맑은 고딕"/>
        <a:cs typeface=""/>
      </a:majorFont>
      <a:minorFont>
        <a:latin typeface="Amazon Ember Display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Dark_2023" id="{72E2B4FE-C42D-464A-9B49-FB69F189B67A}" vid="{83355037-DD83-FB46-B5CB-DF9A297C7AF7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1B9F3A-A732-4BF1-8CA3-DA8DB77979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43260A-B934-4D8D-BBAA-0C9A0F678E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AWS_Powerpoint Template_Confidential_Dark_2023</Template>
  <TotalTime>3764</TotalTime>
  <Words>3371</Words>
  <Application>Microsoft Office PowerPoint</Application>
  <PresentationFormat>와이드스크린</PresentationFormat>
  <Paragraphs>477</Paragraphs>
  <Slides>48</Slides>
  <Notes>48</Notes>
  <HiddenSlides>0</HiddenSlides>
  <MMClips>2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8" baseType="lpstr">
      <vt:lpstr>Cambria Math</vt:lpstr>
      <vt:lpstr>Wingdings</vt:lpstr>
      <vt:lpstr>Pretendard Variable Medium</vt:lpstr>
      <vt:lpstr>Pretendard Variable Black</vt:lpstr>
      <vt:lpstr>Pretendard</vt:lpstr>
      <vt:lpstr>Pretendard Medium</vt:lpstr>
      <vt:lpstr>Pretendard SemiBold</vt:lpstr>
      <vt:lpstr>Amazon Ember</vt:lpstr>
      <vt:lpstr>Arial</vt:lpstr>
      <vt:lpstr>AWS Confidential Light</vt:lpstr>
      <vt:lpstr>Diffusion Language  Models 2</vt:lpstr>
      <vt:lpstr>Table of contents</vt:lpstr>
      <vt:lpstr>Recap: Discreteness of Text  </vt:lpstr>
      <vt:lpstr>Why Diffusion Doesn’t Directly Work on Text</vt:lpstr>
      <vt:lpstr>Fragility of Semantics</vt:lpstr>
      <vt:lpstr>Dealing with Discreteness</vt:lpstr>
      <vt:lpstr>Continuous VS. Discrete Diffusion</vt:lpstr>
      <vt:lpstr>Discrete Diffusion Modeling</vt:lpstr>
      <vt:lpstr>Evolution of Discrete Diffusion Language Models</vt:lpstr>
      <vt:lpstr>How can discrete data be modeled as a diffusion process?</vt:lpstr>
      <vt:lpstr>D3PM: Diffusion as Transitions in Discrete Space</vt:lpstr>
      <vt:lpstr>D3PM: Diffusion as Transitions in Discrete Space</vt:lpstr>
      <vt:lpstr>D3PM: Diffusion as Transitions in Discrete Space</vt:lpstr>
      <vt:lpstr>D3PM: Diffusion as Transitions in Discrete Space</vt:lpstr>
      <vt:lpstr>D3PM: Diffusion as Transitions in Discrete Space</vt:lpstr>
      <vt:lpstr>D3PM: Diffusion as Transitions in Discrete Space</vt:lpstr>
      <vt:lpstr>RDM: Reparameterized Discrete Diffusion Model</vt:lpstr>
      <vt:lpstr>RDM: Reparameterized Discrete Diffusion Model</vt:lpstr>
      <vt:lpstr>RDM: Reparameterized Discrete Diffusion Model</vt:lpstr>
      <vt:lpstr>CTMC: Continuous Time Discrete Denoising Models</vt:lpstr>
      <vt:lpstr>CTMC: Continuous Time Discrete Denoising Models</vt:lpstr>
      <vt:lpstr>CTMC: Continuous Time Discrete Denoising Models</vt:lpstr>
      <vt:lpstr>SEDD: Score Entropy Discrete Diffusion models</vt:lpstr>
      <vt:lpstr>SEDD: Score Entropy Discrete Diffusion models</vt:lpstr>
      <vt:lpstr>SEDD: Score Entropy Discrete Diffusion models</vt:lpstr>
      <vt:lpstr>Masked Diffusion  Language Models</vt:lpstr>
      <vt:lpstr>MDLM: Simple and Effective Masked Diffusion Language Models</vt:lpstr>
      <vt:lpstr>MDLM: Simple and Effective Masked Diffusion Language Models</vt:lpstr>
      <vt:lpstr>MDLM: Simple and Effective Masked Diffusion Language Models</vt:lpstr>
      <vt:lpstr>MDLM: Simple and Effective Masked Diffusion Language Models</vt:lpstr>
      <vt:lpstr>MDLM: Simple and Effective Masked Diffusion Language Models</vt:lpstr>
      <vt:lpstr>MDLM: Simple and Effective Masked Diffusion Language Models</vt:lpstr>
      <vt:lpstr>PowerPoint 프레젠테이션</vt:lpstr>
      <vt:lpstr>RADD: Reparameterized Absorbing Discrete Diffusion </vt:lpstr>
      <vt:lpstr>RADD: Reparameterized Absorbing Discrete Diffusion </vt:lpstr>
      <vt:lpstr>RADD: Reparameterized Absorbing Discrete Diffusion </vt:lpstr>
      <vt:lpstr>RADD: Reparameterized Absorbing Discrete Diffusion </vt:lpstr>
      <vt:lpstr>Unmasking  &amp; Token Ordering</vt:lpstr>
      <vt:lpstr>Unmasking</vt:lpstr>
      <vt:lpstr>Order Matters</vt:lpstr>
      <vt:lpstr>How to unmask?</vt:lpstr>
      <vt:lpstr>Criteria for Unmasking</vt:lpstr>
      <vt:lpstr>Selecting K</vt:lpstr>
      <vt:lpstr>Remasking</vt:lpstr>
      <vt:lpstr>Next week</vt:lpstr>
      <vt:lpstr>More on this…</vt:lpstr>
      <vt:lpstr>More on this…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이나경</dc:creator>
  <cp:lastModifiedBy>우진 김</cp:lastModifiedBy>
  <cp:revision>22</cp:revision>
  <dcterms:created xsi:type="dcterms:W3CDTF">2024-05-08T02:10:43Z</dcterms:created>
  <dcterms:modified xsi:type="dcterms:W3CDTF">2025-08-20T04:32:13Z</dcterms:modified>
</cp:coreProperties>
</file>