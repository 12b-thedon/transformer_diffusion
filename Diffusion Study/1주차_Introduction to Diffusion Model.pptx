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60"/>
  </p:notesMasterIdLst>
  <p:handoutMasterIdLst>
    <p:handoutMasterId r:id="rId61"/>
  </p:handoutMasterIdLst>
  <p:sldIdLst>
    <p:sldId id="324" r:id="rId4"/>
    <p:sldId id="260" r:id="rId5"/>
    <p:sldId id="394" r:id="rId6"/>
    <p:sldId id="400" r:id="rId7"/>
    <p:sldId id="440" r:id="rId8"/>
    <p:sldId id="403" r:id="rId9"/>
    <p:sldId id="401" r:id="rId10"/>
    <p:sldId id="406" r:id="rId11"/>
    <p:sldId id="405" r:id="rId12"/>
    <p:sldId id="441" r:id="rId13"/>
    <p:sldId id="404" r:id="rId14"/>
    <p:sldId id="407" r:id="rId15"/>
    <p:sldId id="421" r:id="rId16"/>
    <p:sldId id="422" r:id="rId17"/>
    <p:sldId id="408" r:id="rId18"/>
    <p:sldId id="409" r:id="rId19"/>
    <p:sldId id="410" r:id="rId20"/>
    <p:sldId id="423" r:id="rId21"/>
    <p:sldId id="424" r:id="rId22"/>
    <p:sldId id="411" r:id="rId23"/>
    <p:sldId id="412" r:id="rId24"/>
    <p:sldId id="425" r:id="rId25"/>
    <p:sldId id="427" r:id="rId26"/>
    <p:sldId id="426" r:id="rId27"/>
    <p:sldId id="428" r:id="rId28"/>
    <p:sldId id="429" r:id="rId29"/>
    <p:sldId id="430" r:id="rId30"/>
    <p:sldId id="434" r:id="rId31"/>
    <p:sldId id="433" r:id="rId32"/>
    <p:sldId id="413" r:id="rId33"/>
    <p:sldId id="416" r:id="rId34"/>
    <p:sldId id="451" r:id="rId35"/>
    <p:sldId id="452" r:id="rId36"/>
    <p:sldId id="453" r:id="rId37"/>
    <p:sldId id="454" r:id="rId38"/>
    <p:sldId id="414" r:id="rId39"/>
    <p:sldId id="435" r:id="rId40"/>
    <p:sldId id="436" r:id="rId41"/>
    <p:sldId id="437" r:id="rId42"/>
    <p:sldId id="438" r:id="rId43"/>
    <p:sldId id="439" r:id="rId44"/>
    <p:sldId id="415" r:id="rId45"/>
    <p:sldId id="445" r:id="rId46"/>
    <p:sldId id="447" r:id="rId47"/>
    <p:sldId id="449" r:id="rId48"/>
    <p:sldId id="442" r:id="rId49"/>
    <p:sldId id="450" r:id="rId50"/>
    <p:sldId id="444" r:id="rId51"/>
    <p:sldId id="443" r:id="rId52"/>
    <p:sldId id="446" r:id="rId53"/>
    <p:sldId id="448" r:id="rId54"/>
    <p:sldId id="455" r:id="rId55"/>
    <p:sldId id="418" r:id="rId56"/>
    <p:sldId id="420" r:id="rId57"/>
    <p:sldId id="362" r:id="rId58"/>
    <p:sldId id="432" r:id="rId59"/>
  </p:sldIdLst>
  <p:sldSz cx="12192000" cy="6858000"/>
  <p:notesSz cx="6858000" cy="9144000"/>
  <p:embeddedFontLst>
    <p:embeddedFont>
      <p:font typeface="STSong" panose="020B0600000101010101" charset="-122"/>
      <p:regular r:id="rId62"/>
    </p:embeddedFont>
    <p:embeddedFont>
      <p:font typeface="Amazon Ember" panose="020B0600000101010101" charset="0"/>
      <p:regular r:id="rId63"/>
      <p:bold r:id="rId64"/>
      <p:italic r:id="rId65"/>
      <p:boldItalic r:id="rId66"/>
    </p:embeddedFont>
    <p:embeddedFont>
      <p:font typeface="Cambria Math" panose="02040503050406030204" pitchFamily="18" charset="0"/>
      <p:regular r:id="rId67"/>
    </p:embeddedFont>
    <p:embeddedFont>
      <p:font typeface="Lucida Console" panose="020B0609040504020204" pitchFamily="49" charset="0"/>
      <p:regular r:id="rId68"/>
    </p:embeddedFont>
    <p:embeddedFont>
      <p:font typeface="Pretendard" panose="02000503000000020004" pitchFamily="2" charset="-127"/>
      <p:regular r:id="rId69"/>
      <p:bold r:id="rId70"/>
    </p:embeddedFont>
    <p:embeddedFont>
      <p:font typeface="Pretendard Medium" panose="02000603000000020004" pitchFamily="2" charset="-127"/>
      <p:regular r:id="rId71"/>
    </p:embeddedFont>
    <p:embeddedFont>
      <p:font typeface="Pretendard SemiBold" panose="02000703000000020004" pitchFamily="50" charset="-127"/>
      <p:regular r:id="rId72"/>
      <p:bold r:id="rId73"/>
    </p:embeddedFont>
    <p:embeddedFont>
      <p:font typeface="Pretendard Variable Black" panose="02000003000000020004" pitchFamily="2" charset="-127"/>
      <p:bold r:id="rId74"/>
    </p:embeddedFont>
    <p:embeddedFont>
      <p:font typeface="Pretendard Variable Medium" panose="02000003000000020004" pitchFamily="2" charset="-127"/>
      <p:regular r:id="rId7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25896864-DF69-40F5-8CB7-E9E220E900ED}">
          <p14:sldIdLst/>
        </p14:section>
        <p14:section name="Title slide" id="{8806E88D-7D3F-475C-A6F5-14A5B6CD3EBE}">
          <p14:sldIdLst>
            <p14:sldId id="324"/>
          </p14:sldIdLst>
        </p14:section>
        <p14:section name="Divider slide" id="{53D029EB-DEEC-436B-98BE-1B30026C68BA}">
          <p14:sldIdLst/>
        </p14:section>
        <p14:section name="Content slides" id="{EC17E99E-D672-4609-B42A-AE99DD1E8900}">
          <p14:sldIdLst>
            <p14:sldId id="260"/>
            <p14:sldId id="394"/>
            <p14:sldId id="400"/>
            <p14:sldId id="440"/>
            <p14:sldId id="403"/>
            <p14:sldId id="401"/>
            <p14:sldId id="406"/>
            <p14:sldId id="405"/>
            <p14:sldId id="441"/>
            <p14:sldId id="404"/>
            <p14:sldId id="407"/>
            <p14:sldId id="421"/>
            <p14:sldId id="422"/>
            <p14:sldId id="408"/>
            <p14:sldId id="409"/>
            <p14:sldId id="410"/>
            <p14:sldId id="423"/>
            <p14:sldId id="424"/>
            <p14:sldId id="411"/>
            <p14:sldId id="412"/>
            <p14:sldId id="425"/>
            <p14:sldId id="427"/>
            <p14:sldId id="426"/>
            <p14:sldId id="428"/>
            <p14:sldId id="429"/>
            <p14:sldId id="430"/>
            <p14:sldId id="434"/>
            <p14:sldId id="433"/>
            <p14:sldId id="413"/>
            <p14:sldId id="416"/>
            <p14:sldId id="451"/>
            <p14:sldId id="452"/>
            <p14:sldId id="453"/>
            <p14:sldId id="454"/>
            <p14:sldId id="414"/>
            <p14:sldId id="435"/>
            <p14:sldId id="436"/>
            <p14:sldId id="437"/>
            <p14:sldId id="438"/>
            <p14:sldId id="439"/>
            <p14:sldId id="415"/>
            <p14:sldId id="445"/>
            <p14:sldId id="447"/>
            <p14:sldId id="449"/>
            <p14:sldId id="442"/>
            <p14:sldId id="450"/>
            <p14:sldId id="444"/>
            <p14:sldId id="443"/>
            <p14:sldId id="446"/>
            <p14:sldId id="448"/>
          </p14:sldIdLst>
        </p14:section>
        <p14:section name="Thank you" id="{7E98B0BD-72E6-4477-9B70-9A023E279BCE}">
          <p14:sldIdLst>
            <p14:sldId id="455"/>
            <p14:sldId id="418"/>
            <p14:sldId id="420"/>
            <p14:sldId id="362"/>
          </p14:sldIdLst>
        </p14:section>
        <p14:section name="Examples" id="{5052AD04-C0D9-4FF6-AA6F-420659794DEE}">
          <p14:sldIdLst>
            <p14:sldId id="432"/>
          </p14:sldIdLst>
        </p14:section>
        <p14:section name="Template directions" id="{9E4ACA30-D387-48B9-B60B-FCAB7867C6F7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E8BC64"/>
    <a:srgbClr val="70DBFF"/>
    <a:srgbClr val="7FDDFF"/>
    <a:srgbClr val="2074D5"/>
    <a:srgbClr val="191919"/>
    <a:srgbClr val="FFAD97"/>
    <a:srgbClr val="9FFCEA"/>
    <a:srgbClr val="7CE8F4"/>
    <a:srgbClr val="FFD7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45FB2-E62E-45E5-B1FF-DCFA828D8720}" v="1263" dt="2025-06-25T03:52:12.986"/>
    <p1510:client id="{EBF71019-81A7-4FD2-9665-38B5BA58A457}" v="101" dt="2025-06-24T08:11:51.449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33" autoAdjust="0"/>
    <p:restoredTop sz="96215" autoAdjust="0"/>
  </p:normalViewPr>
  <p:slideViewPr>
    <p:cSldViewPr snapToGrid="0">
      <p:cViewPr varScale="1">
        <p:scale>
          <a:sx n="111" d="100"/>
          <a:sy n="111" d="100"/>
        </p:scale>
        <p:origin x="2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>
        <p:scale>
          <a:sx n="125" d="100"/>
          <a:sy n="125" d="100"/>
        </p:scale>
        <p:origin x="3012" y="-6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13.fntdata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11.fntdata"/><Relationship Id="rId80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font" Target="fonts/font10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진 김" userId="9d5916cb77183fd7" providerId="LiveId" clId="{2BCB4CB5-3776-4CF4-8AEA-5EC01CB3F9E3}"/>
    <pc:docChg chg="undo redo custSel addSld delSld modSld sldOrd modSection">
      <pc:chgData name="우진 김" userId="9d5916cb77183fd7" providerId="LiveId" clId="{2BCB4CB5-3776-4CF4-8AEA-5EC01CB3F9E3}" dt="2025-06-02T12:46:47.114" v="8326" actId="20577"/>
      <pc:docMkLst>
        <pc:docMk/>
      </pc:docMkLst>
      <pc:sldChg chg="modSp mod">
        <pc:chgData name="우진 김" userId="9d5916cb77183fd7" providerId="LiveId" clId="{2BCB4CB5-3776-4CF4-8AEA-5EC01CB3F9E3}" dt="2025-06-02T06:58:11.301" v="3165" actId="20577"/>
        <pc:sldMkLst>
          <pc:docMk/>
          <pc:sldMk cId="643104766" sldId="260"/>
        </pc:sldMkLst>
        <pc:spChg chg="mod">
          <ac:chgData name="우진 김" userId="9d5916cb77183fd7" providerId="LiveId" clId="{2BCB4CB5-3776-4CF4-8AEA-5EC01CB3F9E3}" dt="2025-06-02T06:58:11.301" v="3165" actId="20577"/>
          <ac:spMkLst>
            <pc:docMk/>
            <pc:sldMk cId="643104766" sldId="260"/>
            <ac:spMk id="5" creationId="{E81CE3E6-F081-7677-8F06-D45B5FFACA3A}"/>
          </ac:spMkLst>
        </pc:spChg>
      </pc:sldChg>
      <pc:sldChg chg="modSp mod">
        <pc:chgData name="우진 김" userId="9d5916cb77183fd7" providerId="LiveId" clId="{2BCB4CB5-3776-4CF4-8AEA-5EC01CB3F9E3}" dt="2025-06-02T12:31:25.745" v="8006" actId="404"/>
        <pc:sldMkLst>
          <pc:docMk/>
          <pc:sldMk cId="2597901476" sldId="362"/>
        </pc:sldMkLst>
      </pc:sldChg>
      <pc:sldChg chg="addSp delSp modSp mod">
        <pc:chgData name="우진 김" userId="9d5916cb77183fd7" providerId="LiveId" clId="{2BCB4CB5-3776-4CF4-8AEA-5EC01CB3F9E3}" dt="2025-06-02T11:31:46.291" v="7000" actId="20577"/>
        <pc:sldMkLst>
          <pc:docMk/>
          <pc:sldMk cId="2999422773" sldId="377"/>
        </pc:sldMkLst>
      </pc:sldChg>
      <pc:sldChg chg="addSp delSp modSp mod delAnim modAnim">
        <pc:chgData name="우진 김" userId="9d5916cb77183fd7" providerId="LiveId" clId="{2BCB4CB5-3776-4CF4-8AEA-5EC01CB3F9E3}" dt="2025-06-02T12:27:01.927" v="7972" actId="14100"/>
        <pc:sldMkLst>
          <pc:docMk/>
          <pc:sldMk cId="1323267245" sldId="384"/>
        </pc:sldMkLst>
      </pc:sldChg>
      <pc:sldChg chg="addSp delSp modSp mod">
        <pc:chgData name="우진 김" userId="9d5916cb77183fd7" providerId="LiveId" clId="{2BCB4CB5-3776-4CF4-8AEA-5EC01CB3F9E3}" dt="2025-06-02T09:45:05.181" v="5224" actId="207"/>
        <pc:sldMkLst>
          <pc:docMk/>
          <pc:sldMk cId="1387245958" sldId="386"/>
        </pc:sldMkLst>
      </pc:sldChg>
      <pc:sldChg chg="addSp delSp modSp mod">
        <pc:chgData name="우진 김" userId="9d5916cb77183fd7" providerId="LiveId" clId="{2BCB4CB5-3776-4CF4-8AEA-5EC01CB3F9E3}" dt="2025-06-02T12:29:44.780" v="8005" actId="6549"/>
        <pc:sldMkLst>
          <pc:docMk/>
          <pc:sldMk cId="2102768579" sldId="387"/>
        </pc:sldMkLst>
      </pc:sldChg>
      <pc:sldChg chg="addSp delSp modSp mod">
        <pc:chgData name="우진 김" userId="9d5916cb77183fd7" providerId="LiveId" clId="{2BCB4CB5-3776-4CF4-8AEA-5EC01CB3F9E3}" dt="2025-06-02T12:20:57.688" v="7950" actId="1076"/>
        <pc:sldMkLst>
          <pc:docMk/>
          <pc:sldMk cId="613155988" sldId="388"/>
        </pc:sldMkLst>
      </pc:sldChg>
      <pc:sldChg chg="addSp delSp modSp mod">
        <pc:chgData name="우진 김" userId="9d5916cb77183fd7" providerId="LiveId" clId="{2BCB4CB5-3776-4CF4-8AEA-5EC01CB3F9E3}" dt="2025-06-02T12:42:19.787" v="8007" actId="20577"/>
        <pc:sldMkLst>
          <pc:docMk/>
          <pc:sldMk cId="3244102734" sldId="389"/>
        </pc:sldMkLst>
      </pc:sldChg>
      <pc:sldChg chg="addSp delSp modSp mod">
        <pc:chgData name="우진 김" userId="9d5916cb77183fd7" providerId="LiveId" clId="{2BCB4CB5-3776-4CF4-8AEA-5EC01CB3F9E3}" dt="2025-06-02T12:46:47.114" v="8326" actId="20577"/>
        <pc:sldMkLst>
          <pc:docMk/>
          <pc:sldMk cId="3139979933" sldId="390"/>
        </pc:sldMkLst>
      </pc:sldChg>
      <pc:sldChg chg="addSp delSp modSp mod">
        <pc:chgData name="우진 김" userId="9d5916cb77183fd7" providerId="LiveId" clId="{2BCB4CB5-3776-4CF4-8AEA-5EC01CB3F9E3}" dt="2025-06-02T06:17:22.394" v="2632" actId="20577"/>
        <pc:sldMkLst>
          <pc:docMk/>
          <pc:sldMk cId="1706623445" sldId="392"/>
        </pc:sldMkLst>
      </pc:sldChg>
      <pc:sldChg chg="addSp delSp modSp mod">
        <pc:chgData name="우진 김" userId="9d5916cb77183fd7" providerId="LiveId" clId="{2BCB4CB5-3776-4CF4-8AEA-5EC01CB3F9E3}" dt="2025-06-02T06:59:07.905" v="3184"/>
        <pc:sldMkLst>
          <pc:docMk/>
          <pc:sldMk cId="1748009040" sldId="394"/>
        </pc:sldMkLst>
        <pc:spChg chg="mod">
          <ac:chgData name="우진 김" userId="9d5916cb77183fd7" providerId="LiveId" clId="{2BCB4CB5-3776-4CF4-8AEA-5EC01CB3F9E3}" dt="2025-06-02T06:59:07.905" v="3184"/>
          <ac:spMkLst>
            <pc:docMk/>
            <pc:sldMk cId="1748009040" sldId="394"/>
            <ac:spMk id="5" creationId="{3DF183B6-EF7C-EC8A-43A3-056F44F12645}"/>
          </ac:spMkLst>
        </pc:spChg>
      </pc:sldChg>
      <pc:sldChg chg="addSp delSp modSp mod modAnim">
        <pc:chgData name="우진 김" userId="9d5916cb77183fd7" providerId="LiveId" clId="{2BCB4CB5-3776-4CF4-8AEA-5EC01CB3F9E3}" dt="2025-06-02T09:49:50.067" v="5325" actId="20577"/>
        <pc:sldMkLst>
          <pc:docMk/>
          <pc:sldMk cId="1670988113" sldId="396"/>
        </pc:sldMkLst>
      </pc:sldChg>
      <pc:sldChg chg="modSp add mod">
        <pc:chgData name="우진 김" userId="9d5916cb77183fd7" providerId="LiveId" clId="{2BCB4CB5-3776-4CF4-8AEA-5EC01CB3F9E3}" dt="2025-06-02T12:27:18.474" v="7975" actId="14100"/>
        <pc:sldMkLst>
          <pc:docMk/>
          <pc:sldMk cId="265417717" sldId="397"/>
        </pc:sldMkLst>
      </pc:sldChg>
      <pc:sldChg chg="add del ord">
        <pc:chgData name="우진 김" userId="9d5916cb77183fd7" providerId="LiveId" clId="{2BCB4CB5-3776-4CF4-8AEA-5EC01CB3F9E3}" dt="2025-06-02T06:04:52.320" v="1945" actId="2696"/>
        <pc:sldMkLst>
          <pc:docMk/>
          <pc:sldMk cId="2647041255" sldId="397"/>
        </pc:sldMkLst>
      </pc:sldChg>
    </pc:docChg>
  </pc:docChgLst>
  <pc:docChgLst>
    <pc:chgData name="우진 김" userId="9d5916cb77183fd7" providerId="LiveId" clId="{E9BC34EC-F4F7-4E6D-BEED-5D8996F66705}"/>
    <pc:docChg chg="undo custSel addSld delSld modSld sldOrd modMainMaster modSection">
      <pc:chgData name="우진 김" userId="9d5916cb77183fd7" providerId="LiveId" clId="{E9BC34EC-F4F7-4E6D-BEED-5D8996F66705}" dt="2025-06-03T01:26:04.806" v="3563" actId="2711"/>
      <pc:docMkLst>
        <pc:docMk/>
      </pc:docMkLst>
      <pc:sldChg chg="addSp delSp modSp mod">
        <pc:chgData name="우진 김" userId="9d5916cb77183fd7" providerId="LiveId" clId="{E9BC34EC-F4F7-4E6D-BEED-5D8996F66705}" dt="2025-06-03T01:21:59.821" v="3503" actId="2711"/>
        <pc:sldMkLst>
          <pc:docMk/>
          <pc:sldMk cId="643104766" sldId="260"/>
        </pc:sldMkLst>
        <pc:spChg chg="mod">
          <ac:chgData name="우진 김" userId="9d5916cb77183fd7" providerId="LiveId" clId="{E9BC34EC-F4F7-4E6D-BEED-5D8996F66705}" dt="2025-06-03T01:13:45.152" v="3484" actId="20577"/>
          <ac:spMkLst>
            <pc:docMk/>
            <pc:sldMk cId="643104766" sldId="260"/>
            <ac:spMk id="2" creationId="{4AF65B8F-AD55-FB45-B2EE-E29FE64E9423}"/>
          </ac:spMkLst>
        </pc:spChg>
        <pc:spChg chg="add mod ord">
          <ac:chgData name="우진 김" userId="9d5916cb77183fd7" providerId="LiveId" clId="{E9BC34EC-F4F7-4E6D-BEED-5D8996F66705}" dt="2025-06-03T01:21:59.821" v="3503" actId="2711"/>
          <ac:spMkLst>
            <pc:docMk/>
            <pc:sldMk cId="643104766" sldId="260"/>
            <ac:spMk id="3" creationId="{CA060934-A629-BAFC-1388-67779BEF7226}"/>
          </ac:spMkLst>
        </pc:spChg>
        <pc:spChg chg="mod">
          <ac:chgData name="우진 김" userId="9d5916cb77183fd7" providerId="LiveId" clId="{E9BC34EC-F4F7-4E6D-BEED-5D8996F66705}" dt="2025-06-01T09:00:29.320" v="55" actId="20577"/>
          <ac:spMkLst>
            <pc:docMk/>
            <pc:sldMk cId="643104766" sldId="260"/>
            <ac:spMk id="5" creationId="{E81CE3E6-F081-7677-8F06-D45B5FFACA3A}"/>
          </ac:spMkLst>
        </pc:spChg>
        <pc:spChg chg="add mod">
          <ac:chgData name="우진 김" userId="9d5916cb77183fd7" providerId="LiveId" clId="{E9BC34EC-F4F7-4E6D-BEED-5D8996F66705}" dt="2025-06-03T01:21:59.821" v="3503" actId="2711"/>
          <ac:spMkLst>
            <pc:docMk/>
            <pc:sldMk cId="643104766" sldId="260"/>
            <ac:spMk id="6" creationId="{151CC41B-B877-2C8E-1EFE-C17195590B93}"/>
          </ac:spMkLst>
        </pc:spChg>
        <pc:spChg chg="add mod">
          <ac:chgData name="우진 김" userId="9d5916cb77183fd7" providerId="LiveId" clId="{E9BC34EC-F4F7-4E6D-BEED-5D8996F66705}" dt="2025-06-03T01:21:59.821" v="3503" actId="2711"/>
          <ac:spMkLst>
            <pc:docMk/>
            <pc:sldMk cId="643104766" sldId="260"/>
            <ac:spMk id="7" creationId="{DA0D21D0-0C75-CC6C-E80D-252E2CA64B0E}"/>
          </ac:spMkLst>
        </pc:spChg>
      </pc:sldChg>
      <pc:sldChg chg="del">
        <pc:chgData name="우진 김" userId="9d5916cb77183fd7" providerId="LiveId" clId="{E9BC34EC-F4F7-4E6D-BEED-5D8996F66705}" dt="2025-06-01T11:41:44.254" v="677" actId="2696"/>
        <pc:sldMkLst>
          <pc:docMk/>
          <pc:sldMk cId="2851644614" sldId="262"/>
        </pc:sldMkLst>
      </pc:sldChg>
      <pc:sldChg chg="del">
        <pc:chgData name="우진 김" userId="9d5916cb77183fd7" providerId="LiveId" clId="{E9BC34EC-F4F7-4E6D-BEED-5D8996F66705}" dt="2025-06-01T11:41:44.254" v="677" actId="2696"/>
        <pc:sldMkLst>
          <pc:docMk/>
          <pc:sldMk cId="1744258275" sldId="263"/>
        </pc:sldMkLst>
      </pc:sldChg>
      <pc:sldChg chg="del">
        <pc:chgData name="우진 김" userId="9d5916cb77183fd7" providerId="LiveId" clId="{E9BC34EC-F4F7-4E6D-BEED-5D8996F66705}" dt="2025-06-01T11:41:44.254" v="677" actId="2696"/>
        <pc:sldMkLst>
          <pc:docMk/>
          <pc:sldMk cId="2725259816" sldId="264"/>
        </pc:sldMkLst>
      </pc:sldChg>
      <pc:sldChg chg="del">
        <pc:chgData name="우진 김" userId="9d5916cb77183fd7" providerId="LiveId" clId="{E9BC34EC-F4F7-4E6D-BEED-5D8996F66705}" dt="2025-06-01T11:41:50.232" v="678" actId="2696"/>
        <pc:sldMkLst>
          <pc:docMk/>
          <pc:sldMk cId="764798100" sldId="265"/>
        </pc:sldMkLst>
      </pc:sldChg>
      <pc:sldChg chg="del">
        <pc:chgData name="우진 김" userId="9d5916cb77183fd7" providerId="LiveId" clId="{E9BC34EC-F4F7-4E6D-BEED-5D8996F66705}" dt="2025-06-01T11:41:50.232" v="678" actId="2696"/>
        <pc:sldMkLst>
          <pc:docMk/>
          <pc:sldMk cId="2544966892" sldId="266"/>
        </pc:sldMkLst>
      </pc:sldChg>
      <pc:sldChg chg="del">
        <pc:chgData name="우진 김" userId="9d5916cb77183fd7" providerId="LiveId" clId="{E9BC34EC-F4F7-4E6D-BEED-5D8996F66705}" dt="2025-06-01T11:41:50.232" v="678" actId="2696"/>
        <pc:sldMkLst>
          <pc:docMk/>
          <pc:sldMk cId="2444833139" sldId="312"/>
        </pc:sldMkLst>
      </pc:sldChg>
      <pc:sldChg chg="modSp mod">
        <pc:chgData name="우진 김" userId="9d5916cb77183fd7" providerId="LiveId" clId="{E9BC34EC-F4F7-4E6D-BEED-5D8996F66705}" dt="2025-06-01T11:26:50.501" v="346" actId="20577"/>
        <pc:sldMkLst>
          <pc:docMk/>
          <pc:sldMk cId="2712422305" sldId="324"/>
        </pc:sldMkLst>
        <pc:spChg chg="mod">
          <ac:chgData name="우진 김" userId="9d5916cb77183fd7" providerId="LiveId" clId="{E9BC34EC-F4F7-4E6D-BEED-5D8996F66705}" dt="2025-06-01T11:26:50.501" v="346" actId="20577"/>
          <ac:spMkLst>
            <pc:docMk/>
            <pc:sldMk cId="2712422305" sldId="324"/>
            <ac:spMk id="6" creationId="{65BDDAA9-2219-0266-AB20-FC2718CDB416}"/>
          </ac:spMkLst>
        </pc:spChg>
      </pc:sldChg>
      <pc:sldChg chg="addSp delSp modSp add mod ord">
        <pc:chgData name="우진 김" userId="9d5916cb77183fd7" providerId="LiveId" clId="{E9BC34EC-F4F7-4E6D-BEED-5D8996F66705}" dt="2025-06-03T01:19:53.387" v="3499" actId="207"/>
        <pc:sldMkLst>
          <pc:docMk/>
          <pc:sldMk cId="2575494793" sldId="343"/>
        </pc:sldMkLst>
      </pc:sldChg>
      <pc:sldChg chg="delSp modSp mod">
        <pc:chgData name="우진 김" userId="9d5916cb77183fd7" providerId="LiveId" clId="{E9BC34EC-F4F7-4E6D-BEED-5D8996F66705}" dt="2025-06-01T11:42:06.917" v="712" actId="478"/>
        <pc:sldMkLst>
          <pc:docMk/>
          <pc:sldMk cId="2597901476" sldId="362"/>
        </pc:sldMkLst>
      </pc:sldChg>
      <pc:sldChg chg="addSp delSp modSp mod">
        <pc:chgData name="우진 김" userId="9d5916cb77183fd7" providerId="LiveId" clId="{E9BC34EC-F4F7-4E6D-BEED-5D8996F66705}" dt="2025-06-03T01:22:34.745" v="3505" actId="2711"/>
        <pc:sldMkLst>
          <pc:docMk/>
          <pc:sldMk cId="2999422773" sldId="377"/>
        </pc:sldMkLst>
      </pc:sldChg>
      <pc:sldChg chg="del">
        <pc:chgData name="우진 김" userId="9d5916cb77183fd7" providerId="LiveId" clId="{E9BC34EC-F4F7-4E6D-BEED-5D8996F66705}" dt="2025-06-01T09:02:48.013" v="151" actId="2696"/>
        <pc:sldMkLst>
          <pc:docMk/>
          <pc:sldMk cId="2027842978" sldId="382"/>
        </pc:sldMkLst>
      </pc:sldChg>
      <pc:sldChg chg="del">
        <pc:chgData name="우진 김" userId="9d5916cb77183fd7" providerId="LiveId" clId="{E9BC34EC-F4F7-4E6D-BEED-5D8996F66705}" dt="2025-06-01T11:41:44.254" v="677" actId="2696"/>
        <pc:sldMkLst>
          <pc:docMk/>
          <pc:sldMk cId="1397370517" sldId="383"/>
        </pc:sldMkLst>
      </pc:sldChg>
      <pc:sldChg chg="addSp modSp add mod">
        <pc:chgData name="우진 김" userId="9d5916cb77183fd7" providerId="LiveId" clId="{E9BC34EC-F4F7-4E6D-BEED-5D8996F66705}" dt="2025-06-03T01:22:56.615" v="3508" actId="2711"/>
        <pc:sldMkLst>
          <pc:docMk/>
          <pc:sldMk cId="1323267245" sldId="384"/>
        </pc:sldMkLst>
      </pc:sldChg>
      <pc:sldChg chg="modSp add del mod">
        <pc:chgData name="우진 김" userId="9d5916cb77183fd7" providerId="LiveId" clId="{E9BC34EC-F4F7-4E6D-BEED-5D8996F66705}" dt="2025-06-01T13:09:05.066" v="889" actId="2696"/>
        <pc:sldMkLst>
          <pc:docMk/>
          <pc:sldMk cId="635304493" sldId="385"/>
        </pc:sldMkLst>
      </pc:sldChg>
      <pc:sldChg chg="addSp delSp modSp add mod">
        <pc:chgData name="우진 김" userId="9d5916cb77183fd7" providerId="LiveId" clId="{E9BC34EC-F4F7-4E6D-BEED-5D8996F66705}" dt="2025-06-03T01:25:05.275" v="3553" actId="2711"/>
        <pc:sldMkLst>
          <pc:docMk/>
          <pc:sldMk cId="1387245958" sldId="386"/>
        </pc:sldMkLst>
      </pc:sldChg>
      <pc:sldChg chg="addSp delSp modSp add mod">
        <pc:chgData name="우진 김" userId="9d5916cb77183fd7" providerId="LiveId" clId="{E9BC34EC-F4F7-4E6D-BEED-5D8996F66705}" dt="2025-06-03T01:25:15.185" v="3555" actId="2711"/>
        <pc:sldMkLst>
          <pc:docMk/>
          <pc:sldMk cId="2102768579" sldId="387"/>
        </pc:sldMkLst>
      </pc:sldChg>
      <pc:sldChg chg="addSp modSp add mod modAnim">
        <pc:chgData name="우진 김" userId="9d5916cb77183fd7" providerId="LiveId" clId="{E9BC34EC-F4F7-4E6D-BEED-5D8996F66705}" dt="2025-06-03T01:25:32.721" v="3557" actId="2711"/>
        <pc:sldMkLst>
          <pc:docMk/>
          <pc:sldMk cId="613155988" sldId="388"/>
        </pc:sldMkLst>
      </pc:sldChg>
      <pc:sldChg chg="modSp add mod">
        <pc:chgData name="우진 김" userId="9d5916cb77183fd7" providerId="LiveId" clId="{E9BC34EC-F4F7-4E6D-BEED-5D8996F66705}" dt="2025-06-03T01:25:49.904" v="3560" actId="2711"/>
        <pc:sldMkLst>
          <pc:docMk/>
          <pc:sldMk cId="3244102734" sldId="389"/>
        </pc:sldMkLst>
      </pc:sldChg>
      <pc:sldChg chg="addSp modSp add mod modAnim">
        <pc:chgData name="우진 김" userId="9d5916cb77183fd7" providerId="LiveId" clId="{E9BC34EC-F4F7-4E6D-BEED-5D8996F66705}" dt="2025-06-03T01:26:04.806" v="3563" actId="2711"/>
        <pc:sldMkLst>
          <pc:docMk/>
          <pc:sldMk cId="3139979933" sldId="390"/>
        </pc:sldMkLst>
      </pc:sldChg>
      <pc:sldChg chg="add del">
        <pc:chgData name="우진 김" userId="9d5916cb77183fd7" providerId="LiveId" clId="{E9BC34EC-F4F7-4E6D-BEED-5D8996F66705}" dt="2025-06-01T13:10:09.115" v="890" actId="2696"/>
        <pc:sldMkLst>
          <pc:docMk/>
          <pc:sldMk cId="201348985" sldId="391"/>
        </pc:sldMkLst>
      </pc:sldChg>
      <pc:sldChg chg="addSp delSp modSp add mod ord">
        <pc:chgData name="우진 김" userId="9d5916cb77183fd7" providerId="LiveId" clId="{E9BC34EC-F4F7-4E6D-BEED-5D8996F66705}" dt="2025-06-03T01:24:47.476" v="3551" actId="947"/>
        <pc:sldMkLst>
          <pc:docMk/>
          <pc:sldMk cId="1706623445" sldId="392"/>
        </pc:sldMkLst>
      </pc:sldChg>
      <pc:sldChg chg="modSp add mod ord">
        <pc:chgData name="우진 김" userId="9d5916cb77183fd7" providerId="LiveId" clId="{E9BC34EC-F4F7-4E6D-BEED-5D8996F66705}" dt="2025-06-03T01:20:09.557" v="3500" actId="207"/>
        <pc:sldMkLst>
          <pc:docMk/>
          <pc:sldMk cId="2491878704" sldId="393"/>
        </pc:sldMkLst>
      </pc:sldChg>
      <pc:sldChg chg="addSp delSp modSp add mod ord">
        <pc:chgData name="우진 김" userId="9d5916cb77183fd7" providerId="LiveId" clId="{E9BC34EC-F4F7-4E6D-BEED-5D8996F66705}" dt="2025-06-03T01:19:39.754" v="3498" actId="207"/>
        <pc:sldMkLst>
          <pc:docMk/>
          <pc:sldMk cId="1748009040" sldId="394"/>
        </pc:sldMkLst>
        <pc:spChg chg="add del mod">
          <ac:chgData name="우진 김" userId="9d5916cb77183fd7" providerId="LiveId" clId="{E9BC34EC-F4F7-4E6D-BEED-5D8996F66705}" dt="2025-06-03T01:19:39.754" v="3498" actId="207"/>
          <ac:spMkLst>
            <pc:docMk/>
            <pc:sldMk cId="1748009040" sldId="394"/>
            <ac:spMk id="2" creationId="{8779812B-5D96-3122-F2D1-0D483D30E198}"/>
          </ac:spMkLst>
        </pc:spChg>
        <pc:spChg chg="mod">
          <ac:chgData name="우진 김" userId="9d5916cb77183fd7" providerId="LiveId" clId="{E9BC34EC-F4F7-4E6D-BEED-5D8996F66705}" dt="2025-06-01T13:08:47.854" v="888"/>
          <ac:spMkLst>
            <pc:docMk/>
            <pc:sldMk cId="1748009040" sldId="394"/>
            <ac:spMk id="5" creationId="{3DF183B6-EF7C-EC8A-43A3-056F44F12645}"/>
          </ac:spMkLst>
        </pc:spChg>
      </pc:sldChg>
      <pc:sldChg chg="add del ord">
        <pc:chgData name="우진 김" userId="9d5916cb77183fd7" providerId="LiveId" clId="{E9BC34EC-F4F7-4E6D-BEED-5D8996F66705}" dt="2025-06-01T13:54:26.491" v="1459" actId="2696"/>
        <pc:sldMkLst>
          <pc:docMk/>
          <pc:sldMk cId="2461245989" sldId="395"/>
        </pc:sldMkLst>
      </pc:sldChg>
      <pc:sldChg chg="addSp delSp modSp add mod modAnim">
        <pc:chgData name="우진 김" userId="9d5916cb77183fd7" providerId="LiveId" clId="{E9BC34EC-F4F7-4E6D-BEED-5D8996F66705}" dt="2025-06-03T01:23:34.950" v="3513" actId="2711"/>
        <pc:sldMkLst>
          <pc:docMk/>
          <pc:sldMk cId="1670988113" sldId="396"/>
        </pc:sldMkLst>
      </pc:sldChg>
      <pc:sldChg chg="modSp mod">
        <pc:chgData name="우진 김" userId="9d5916cb77183fd7" providerId="LiveId" clId="{E9BC34EC-F4F7-4E6D-BEED-5D8996F66705}" dt="2025-06-03T01:23:08.462" v="3510" actId="2711"/>
        <pc:sldMkLst>
          <pc:docMk/>
          <pc:sldMk cId="265417717" sldId="397"/>
        </pc:sldMkLst>
      </pc:sldChg>
      <pc:sldMasterChg chg="modSldLayout">
        <pc:chgData name="우진 김" userId="9d5916cb77183fd7" providerId="LiveId" clId="{E9BC34EC-F4F7-4E6D-BEED-5D8996F66705}" dt="2025-06-03T01:20:31.709" v="3502" actId="478"/>
        <pc:sldMasterMkLst>
          <pc:docMk/>
          <pc:sldMasterMk cId="471148940" sldId="2147483648"/>
        </pc:sldMasterMkLst>
        <pc:sldLayoutChg chg="modSp mod">
          <pc:chgData name="우진 김" userId="9d5916cb77183fd7" providerId="LiveId" clId="{E9BC34EC-F4F7-4E6D-BEED-5D8996F66705}" dt="2025-06-03T01:17:16.575" v="3493" actId="20577"/>
          <pc:sldLayoutMkLst>
            <pc:docMk/>
            <pc:sldMasterMk cId="471148940" sldId="2147483648"/>
            <pc:sldLayoutMk cId="1425795397" sldId="2147483654"/>
          </pc:sldLayoutMkLst>
          <pc:spChg chg="mod">
            <ac:chgData name="우진 김" userId="9d5916cb77183fd7" providerId="LiveId" clId="{E9BC34EC-F4F7-4E6D-BEED-5D8996F66705}" dt="2025-06-03T01:17:16.575" v="3493" actId="20577"/>
            <ac:spMkLst>
              <pc:docMk/>
              <pc:sldMasterMk cId="471148940" sldId="2147483648"/>
              <pc:sldLayoutMk cId="1425795397" sldId="2147483654"/>
              <ac:spMk id="5" creationId="{6D907AE9-2A8E-446F-AC5C-E522F1C0231C}"/>
            </ac:spMkLst>
          </pc:spChg>
        </pc:sldLayoutChg>
        <pc:sldLayoutChg chg="delSp mod">
          <pc:chgData name="우진 김" userId="9d5916cb77183fd7" providerId="LiveId" clId="{E9BC34EC-F4F7-4E6D-BEED-5D8996F66705}" dt="2025-06-01T09:02:35.377" v="150" actId="478"/>
          <pc:sldLayoutMkLst>
            <pc:docMk/>
            <pc:sldMasterMk cId="471148940" sldId="2147483648"/>
            <pc:sldLayoutMk cId="70614007" sldId="2147483661"/>
          </pc:sldLayoutMkLst>
        </pc:sldLayoutChg>
        <pc:sldLayoutChg chg="delSp mod">
          <pc:chgData name="우진 김" userId="9d5916cb77183fd7" providerId="LiveId" clId="{E9BC34EC-F4F7-4E6D-BEED-5D8996F66705}" dt="2025-06-03T01:20:31.709" v="3502" actId="478"/>
          <pc:sldLayoutMkLst>
            <pc:docMk/>
            <pc:sldMasterMk cId="471148940" sldId="2147483648"/>
            <pc:sldLayoutMk cId="257949049" sldId="2147483761"/>
          </pc:sldLayoutMkLst>
        </pc:sldLayoutChg>
      </pc:sldMasterChg>
    </pc:docChg>
  </pc:docChgLst>
  <pc:docChgLst>
    <pc:chgData name="우진 김" userId="9d5916cb77183fd7" providerId="LiveId" clId="{EBF71019-81A7-4FD2-9665-38B5BA58A457}"/>
    <pc:docChg chg="undo custSel addSld delSld modSld sldOrd modSection">
      <pc:chgData name="우진 김" userId="9d5916cb77183fd7" providerId="LiveId" clId="{EBF71019-81A7-4FD2-9665-38B5BA58A457}" dt="2025-06-24T08:17:31.538" v="1008" actId="20577"/>
      <pc:docMkLst>
        <pc:docMk/>
      </pc:docMkLst>
      <pc:sldChg chg="addSp delSp modSp mod">
        <pc:chgData name="우진 김" userId="9d5916cb77183fd7" providerId="LiveId" clId="{EBF71019-81A7-4FD2-9665-38B5BA58A457}" dt="2025-06-24T07:35:06.570" v="646" actId="20577"/>
        <pc:sldMkLst>
          <pc:docMk/>
          <pc:sldMk cId="643104766" sldId="260"/>
        </pc:sldMkLst>
        <pc:spChg chg="mod">
          <ac:chgData name="우진 김" userId="9d5916cb77183fd7" providerId="LiveId" clId="{EBF71019-81A7-4FD2-9665-38B5BA58A457}" dt="2025-06-24T05:34:10.159" v="221" actId="12788"/>
          <ac:spMkLst>
            <pc:docMk/>
            <pc:sldMk cId="643104766" sldId="260"/>
            <ac:spMk id="3" creationId="{CA060934-A629-BAFC-1388-67779BEF7226}"/>
          </ac:spMkLst>
        </pc:spChg>
        <pc:spChg chg="mod">
          <ac:chgData name="우진 김" userId="9d5916cb77183fd7" providerId="LiveId" clId="{EBF71019-81A7-4FD2-9665-38B5BA58A457}" dt="2025-06-24T05:27:57.038" v="184" actId="20577"/>
          <ac:spMkLst>
            <pc:docMk/>
            <pc:sldMk cId="643104766" sldId="260"/>
            <ac:spMk id="4" creationId="{0555BE9F-F5D3-D811-FF26-E6EEB6ED0196}"/>
          </ac:spMkLst>
        </pc:spChg>
        <pc:spChg chg="mod">
          <ac:chgData name="우진 김" userId="9d5916cb77183fd7" providerId="LiveId" clId="{EBF71019-81A7-4FD2-9665-38B5BA58A457}" dt="2025-06-24T05:34:18.796" v="223" actId="552"/>
          <ac:spMkLst>
            <pc:docMk/>
            <pc:sldMk cId="643104766" sldId="260"/>
            <ac:spMk id="5" creationId="{E81CE3E6-F081-7677-8F06-D45B5FFACA3A}"/>
          </ac:spMkLst>
        </pc:spChg>
        <pc:spChg chg="mod">
          <ac:chgData name="우진 김" userId="9d5916cb77183fd7" providerId="LiveId" clId="{EBF71019-81A7-4FD2-9665-38B5BA58A457}" dt="2025-06-24T05:34:12.398" v="222" actId="465"/>
          <ac:spMkLst>
            <pc:docMk/>
            <pc:sldMk cId="643104766" sldId="260"/>
            <ac:spMk id="6" creationId="{151CC41B-B877-2C8E-1EFE-C17195590B93}"/>
          </ac:spMkLst>
        </pc:spChg>
        <pc:spChg chg="mod">
          <ac:chgData name="우진 김" userId="9d5916cb77183fd7" providerId="LiveId" clId="{EBF71019-81A7-4FD2-9665-38B5BA58A457}" dt="2025-06-24T05:34:12.398" v="222" actId="465"/>
          <ac:spMkLst>
            <pc:docMk/>
            <pc:sldMk cId="643104766" sldId="260"/>
            <ac:spMk id="7" creationId="{DA0D21D0-0C75-CC6C-E80D-252E2CA64B0E}"/>
          </ac:spMkLst>
        </pc:spChg>
        <pc:spChg chg="add mod">
          <ac:chgData name="우진 김" userId="9d5916cb77183fd7" providerId="LiveId" clId="{EBF71019-81A7-4FD2-9665-38B5BA58A457}" dt="2025-06-24T05:34:20.195" v="224" actId="465"/>
          <ac:spMkLst>
            <pc:docMk/>
            <pc:sldMk cId="643104766" sldId="260"/>
            <ac:spMk id="8" creationId="{558F8C50-94C5-5E8D-E41A-80409F91A431}"/>
          </ac:spMkLst>
        </pc:spChg>
        <pc:spChg chg="add mod">
          <ac:chgData name="우진 김" userId="9d5916cb77183fd7" providerId="LiveId" clId="{EBF71019-81A7-4FD2-9665-38B5BA58A457}" dt="2025-06-24T05:34:20.195" v="224" actId="465"/>
          <ac:spMkLst>
            <pc:docMk/>
            <pc:sldMk cId="643104766" sldId="260"/>
            <ac:spMk id="9" creationId="{5D73AD54-7CAF-8F4C-B854-EABBA74AD1C6}"/>
          </ac:spMkLst>
        </pc:spChg>
        <pc:spChg chg="del">
          <ac:chgData name="우진 김" userId="9d5916cb77183fd7" providerId="LiveId" clId="{EBF71019-81A7-4FD2-9665-38B5BA58A457}" dt="2025-06-24T05:29:14.011" v="189" actId="478"/>
          <ac:spMkLst>
            <pc:docMk/>
            <pc:sldMk cId="643104766" sldId="260"/>
            <ac:spMk id="10" creationId="{7A8CF931-CC48-F930-8AAD-B9E99600FC7A}"/>
          </ac:spMkLst>
        </pc:spChg>
        <pc:spChg chg="del">
          <ac:chgData name="우진 김" userId="9d5916cb77183fd7" providerId="LiveId" clId="{EBF71019-81A7-4FD2-9665-38B5BA58A457}" dt="2025-06-24T05:29:15.005" v="190" actId="478"/>
          <ac:spMkLst>
            <pc:docMk/>
            <pc:sldMk cId="643104766" sldId="260"/>
            <ac:spMk id="11" creationId="{106403F2-0965-3916-B5E7-4DB12E012E4C}"/>
          </ac:spMkLst>
        </pc:spChg>
        <pc:spChg chg="add mod">
          <ac:chgData name="우진 김" userId="9d5916cb77183fd7" providerId="LiveId" clId="{EBF71019-81A7-4FD2-9665-38B5BA58A457}" dt="2025-06-24T05:34:12.398" v="222" actId="465"/>
          <ac:spMkLst>
            <pc:docMk/>
            <pc:sldMk cId="643104766" sldId="260"/>
            <ac:spMk id="12" creationId="{8FBA774F-2010-3E57-632B-CC751EB374F3}"/>
          </ac:spMkLst>
        </pc:spChg>
        <pc:spChg chg="add mod">
          <ac:chgData name="우진 김" userId="9d5916cb77183fd7" providerId="LiveId" clId="{EBF71019-81A7-4FD2-9665-38B5BA58A457}" dt="2025-06-24T05:34:20.195" v="224" actId="465"/>
          <ac:spMkLst>
            <pc:docMk/>
            <pc:sldMk cId="643104766" sldId="260"/>
            <ac:spMk id="13" creationId="{985558B7-EBDB-F656-BD38-E46493CBC95F}"/>
          </ac:spMkLst>
        </pc:spChg>
        <pc:spChg chg="add mod">
          <ac:chgData name="우진 김" userId="9d5916cb77183fd7" providerId="LiveId" clId="{EBF71019-81A7-4FD2-9665-38B5BA58A457}" dt="2025-06-24T05:34:12.398" v="222" actId="465"/>
          <ac:spMkLst>
            <pc:docMk/>
            <pc:sldMk cId="643104766" sldId="260"/>
            <ac:spMk id="14" creationId="{BBBE284F-5AC1-E0AD-971C-C1BFFBB47713}"/>
          </ac:spMkLst>
        </pc:spChg>
        <pc:spChg chg="add mod">
          <ac:chgData name="우진 김" userId="9d5916cb77183fd7" providerId="LiveId" clId="{EBF71019-81A7-4FD2-9665-38B5BA58A457}" dt="2025-06-24T05:34:20.195" v="224" actId="465"/>
          <ac:spMkLst>
            <pc:docMk/>
            <pc:sldMk cId="643104766" sldId="260"/>
            <ac:spMk id="15" creationId="{88AD44FD-5517-7F74-69E7-23535F252341}"/>
          </ac:spMkLst>
        </pc:spChg>
        <pc:spChg chg="add mod">
          <ac:chgData name="우진 김" userId="9d5916cb77183fd7" providerId="LiveId" clId="{EBF71019-81A7-4FD2-9665-38B5BA58A457}" dt="2025-06-24T05:34:10.159" v="221" actId="12788"/>
          <ac:spMkLst>
            <pc:docMk/>
            <pc:sldMk cId="643104766" sldId="260"/>
            <ac:spMk id="16" creationId="{E2614CDB-E1C4-F270-68E8-624E2076F56A}"/>
          </ac:spMkLst>
        </pc:spChg>
        <pc:spChg chg="add mod">
          <ac:chgData name="우진 김" userId="9d5916cb77183fd7" providerId="LiveId" clId="{EBF71019-81A7-4FD2-9665-38B5BA58A457}" dt="2025-06-24T07:35:06.570" v="646" actId="20577"/>
          <ac:spMkLst>
            <pc:docMk/>
            <pc:sldMk cId="643104766" sldId="260"/>
            <ac:spMk id="17" creationId="{27D9BF05-8D85-476A-3195-2A2B669AC4FF}"/>
          </ac:spMkLst>
        </pc:spChg>
      </pc:sldChg>
      <pc:sldChg chg="delSp modSp mod">
        <pc:chgData name="우진 김" userId="9d5916cb77183fd7" providerId="LiveId" clId="{EBF71019-81A7-4FD2-9665-38B5BA58A457}" dt="2025-06-24T05:27:47.123" v="167" actId="20577"/>
        <pc:sldMkLst>
          <pc:docMk/>
          <pc:sldMk cId="2712422305" sldId="324"/>
        </pc:sldMkLst>
        <pc:spChg chg="mod">
          <ac:chgData name="우진 김" userId="9d5916cb77183fd7" providerId="LiveId" clId="{EBF71019-81A7-4FD2-9665-38B5BA58A457}" dt="2025-06-24T05:27:16.154" v="126" actId="20577"/>
          <ac:spMkLst>
            <pc:docMk/>
            <pc:sldMk cId="2712422305" sldId="324"/>
            <ac:spMk id="2" creationId="{451842AD-51B6-1C23-4E72-00565032CAFC}"/>
          </ac:spMkLst>
        </pc:spChg>
        <pc:spChg chg="del mod">
          <ac:chgData name="우진 김" userId="9d5916cb77183fd7" providerId="LiveId" clId="{EBF71019-81A7-4FD2-9665-38B5BA58A457}" dt="2025-06-24T05:27:10.891" v="116" actId="478"/>
          <ac:spMkLst>
            <pc:docMk/>
            <pc:sldMk cId="2712422305" sldId="324"/>
            <ac:spMk id="3" creationId="{79FD374C-292D-8681-FB25-CF6A43E99644}"/>
          </ac:spMkLst>
        </pc:spChg>
        <pc:spChg chg="mod">
          <ac:chgData name="우진 김" userId="9d5916cb77183fd7" providerId="LiveId" clId="{EBF71019-81A7-4FD2-9665-38B5BA58A457}" dt="2025-06-24T05:27:38.209" v="148" actId="20577"/>
          <ac:spMkLst>
            <pc:docMk/>
            <pc:sldMk cId="2712422305" sldId="324"/>
            <ac:spMk id="5" creationId="{53C8FE73-30E8-5B94-794F-A35BB3E87C7A}"/>
          </ac:spMkLst>
        </pc:spChg>
        <pc:spChg chg="mod">
          <ac:chgData name="우진 김" userId="9d5916cb77183fd7" providerId="LiveId" clId="{EBF71019-81A7-4FD2-9665-38B5BA58A457}" dt="2025-06-24T05:27:47.123" v="167" actId="20577"/>
          <ac:spMkLst>
            <pc:docMk/>
            <pc:sldMk cId="2712422305" sldId="324"/>
            <ac:spMk id="6" creationId="{65BDDAA9-2219-0266-AB20-FC2718CDB416}"/>
          </ac:spMkLst>
        </pc:spChg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2575494793" sldId="343"/>
        </pc:sldMkLst>
      </pc:sldChg>
      <pc:sldChg chg="delSp modSp del mod">
        <pc:chgData name="우진 김" userId="9d5916cb77183fd7" providerId="LiveId" clId="{EBF71019-81A7-4FD2-9665-38B5BA58A457}" dt="2025-06-24T06:27:35.255" v="423" actId="2696"/>
        <pc:sldMkLst>
          <pc:docMk/>
          <pc:sldMk cId="2999422773" sldId="377"/>
        </pc:sldMkLst>
        <pc:spChg chg="mod">
          <ac:chgData name="우진 김" userId="9d5916cb77183fd7" providerId="LiveId" clId="{EBF71019-81A7-4FD2-9665-38B5BA58A457}" dt="2025-06-24T05:37:11.529" v="256" actId="20577"/>
          <ac:spMkLst>
            <pc:docMk/>
            <pc:sldMk cId="2999422773" sldId="377"/>
            <ac:spMk id="5" creationId="{EBEC9392-FCD5-727F-7BEE-97FDFB76129D}"/>
          </ac:spMkLst>
        </pc:spChg>
        <pc:spChg chg="del">
          <ac:chgData name="우진 김" userId="9d5916cb77183fd7" providerId="LiveId" clId="{EBF71019-81A7-4FD2-9665-38B5BA58A457}" dt="2025-06-24T05:37:14.667" v="257" actId="478"/>
          <ac:spMkLst>
            <pc:docMk/>
            <pc:sldMk cId="2999422773" sldId="377"/>
            <ac:spMk id="7" creationId="{34F25DE8-76B8-DA44-E475-A1DBFB16B974}"/>
          </ac:spMkLst>
        </pc:spChg>
        <pc:spChg chg="mod">
          <ac:chgData name="우진 김" userId="9d5916cb77183fd7" providerId="LiveId" clId="{EBF71019-81A7-4FD2-9665-38B5BA58A457}" dt="2025-06-24T05:35:53.533" v="238" actId="6549"/>
          <ac:spMkLst>
            <pc:docMk/>
            <pc:sldMk cId="2999422773" sldId="377"/>
            <ac:spMk id="9" creationId="{FE4434C2-994F-0B14-D396-27BEBDCD00AB}"/>
          </ac:spMkLst>
        </pc:spChg>
        <pc:grpChg chg="del">
          <ac:chgData name="우진 김" userId="9d5916cb77183fd7" providerId="LiveId" clId="{EBF71019-81A7-4FD2-9665-38B5BA58A457}" dt="2025-06-24T05:35:57.041" v="240" actId="478"/>
          <ac:grpSpMkLst>
            <pc:docMk/>
            <pc:sldMk cId="2999422773" sldId="377"/>
            <ac:grpSpMk id="6" creationId="{EEA2F2DD-AA0F-A946-1B51-0617ABDBFF08}"/>
          </ac:grpSpMkLst>
        </pc:grpChg>
        <pc:picChg chg="del">
          <ac:chgData name="우진 김" userId="9d5916cb77183fd7" providerId="LiveId" clId="{EBF71019-81A7-4FD2-9665-38B5BA58A457}" dt="2025-06-24T05:35:56.440" v="239" actId="478"/>
          <ac:picMkLst>
            <pc:docMk/>
            <pc:sldMk cId="2999422773" sldId="377"/>
            <ac:picMk id="1028" creationId="{840736A4-0414-5CCB-CBBB-6FD13A9DBD8C}"/>
          </ac:picMkLst>
        </pc:picChg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1323267245" sldId="384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1387245958" sldId="386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2102768579" sldId="387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613155988" sldId="388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3244102734" sldId="389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3139979933" sldId="390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1706623445" sldId="392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2491878704" sldId="393"/>
        </pc:sldMkLst>
      </pc:sldChg>
      <pc:sldChg chg="modSp mod">
        <pc:chgData name="우진 김" userId="9d5916cb77183fd7" providerId="LiveId" clId="{EBF71019-81A7-4FD2-9665-38B5BA58A457}" dt="2025-06-24T07:30:54.879" v="627"/>
        <pc:sldMkLst>
          <pc:docMk/>
          <pc:sldMk cId="1748009040" sldId="394"/>
        </pc:sldMkLst>
        <pc:spChg chg="mod">
          <ac:chgData name="우진 김" userId="9d5916cb77183fd7" providerId="LiveId" clId="{EBF71019-81A7-4FD2-9665-38B5BA58A457}" dt="2025-06-24T07:30:54.879" v="627"/>
          <ac:spMkLst>
            <pc:docMk/>
            <pc:sldMk cId="1748009040" sldId="394"/>
            <ac:spMk id="5" creationId="{3DF183B6-EF7C-EC8A-43A3-056F44F12645}"/>
          </ac:spMkLst>
        </pc:spChg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1670988113" sldId="396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265417717" sldId="397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3251006538" sldId="398"/>
        </pc:sldMkLst>
      </pc:sldChg>
      <pc:sldChg chg="del">
        <pc:chgData name="우진 김" userId="9d5916cb77183fd7" providerId="LiveId" clId="{EBF71019-81A7-4FD2-9665-38B5BA58A457}" dt="2025-06-24T07:21:45.137" v="624" actId="2696"/>
        <pc:sldMkLst>
          <pc:docMk/>
          <pc:sldMk cId="777029354" sldId="399"/>
        </pc:sldMkLst>
      </pc:sldChg>
      <pc:sldChg chg="addSp delSp modSp add mod ord">
        <pc:chgData name="우진 김" userId="9d5916cb77183fd7" providerId="LiveId" clId="{EBF71019-81A7-4FD2-9665-38B5BA58A457}" dt="2025-06-24T07:41:30.798" v="647" actId="1076"/>
        <pc:sldMkLst>
          <pc:docMk/>
          <pc:sldMk cId="2443134601" sldId="400"/>
        </pc:sldMkLst>
        <pc:spChg chg="add del mod">
          <ac:chgData name="우진 김" userId="9d5916cb77183fd7" providerId="LiveId" clId="{EBF71019-81A7-4FD2-9665-38B5BA58A457}" dt="2025-06-24T05:48:36.282" v="262" actId="478"/>
          <ac:spMkLst>
            <pc:docMk/>
            <pc:sldMk cId="2443134601" sldId="400"/>
            <ac:spMk id="3" creationId="{6E1B710B-FA01-8B47-C779-EDEF4B27E20C}"/>
          </ac:spMkLst>
        </pc:spChg>
        <pc:spChg chg="add mod">
          <ac:chgData name="우진 김" userId="9d5916cb77183fd7" providerId="LiveId" clId="{EBF71019-81A7-4FD2-9665-38B5BA58A457}" dt="2025-06-24T05:55:26.893" v="294" actId="20577"/>
          <ac:spMkLst>
            <pc:docMk/>
            <pc:sldMk cId="2443134601" sldId="400"/>
            <ac:spMk id="4" creationId="{7A4CF916-7CD9-5AAC-1E04-A886163602B2}"/>
          </ac:spMkLst>
        </pc:spChg>
        <pc:spChg chg="del">
          <ac:chgData name="우진 김" userId="9d5916cb77183fd7" providerId="LiveId" clId="{EBF71019-81A7-4FD2-9665-38B5BA58A457}" dt="2025-06-24T05:48:34.827" v="261" actId="478"/>
          <ac:spMkLst>
            <pc:docMk/>
            <pc:sldMk cId="2443134601" sldId="400"/>
            <ac:spMk id="5" creationId="{2830BB9B-6F65-1426-BF53-42657582CBE3}"/>
          </ac:spMkLst>
        </pc:spChg>
        <pc:spChg chg="add mod">
          <ac:chgData name="우진 김" userId="9d5916cb77183fd7" providerId="LiveId" clId="{EBF71019-81A7-4FD2-9665-38B5BA58A457}" dt="2025-06-24T07:41:30.798" v="647" actId="1076"/>
          <ac:spMkLst>
            <pc:docMk/>
            <pc:sldMk cId="2443134601" sldId="400"/>
            <ac:spMk id="6" creationId="{23746A4A-3A7F-804E-0586-E123CC8EC858}"/>
          </ac:spMkLst>
        </pc:spChg>
      </pc:sldChg>
      <pc:sldChg chg="addSp delSp modSp add mod ord modTransition modAnim">
        <pc:chgData name="우진 김" userId="9d5916cb77183fd7" providerId="LiveId" clId="{EBF71019-81A7-4FD2-9665-38B5BA58A457}" dt="2025-06-24T06:29:53.312" v="438"/>
        <pc:sldMkLst>
          <pc:docMk/>
          <pc:sldMk cId="2051639049" sldId="401"/>
        </pc:sldMkLst>
        <pc:spChg chg="add del mod">
          <ac:chgData name="우진 김" userId="9d5916cb77183fd7" providerId="LiveId" clId="{EBF71019-81A7-4FD2-9665-38B5BA58A457}" dt="2025-06-24T06:29:31.946" v="435" actId="478"/>
          <ac:spMkLst>
            <pc:docMk/>
            <pc:sldMk cId="2051639049" sldId="401"/>
            <ac:spMk id="3" creationId="{89F8D4F4-BD68-914B-200A-88DEA0E5603E}"/>
          </ac:spMkLst>
        </pc:spChg>
        <pc:spChg chg="mod">
          <ac:chgData name="우진 김" userId="9d5916cb77183fd7" providerId="LiveId" clId="{EBF71019-81A7-4FD2-9665-38B5BA58A457}" dt="2025-06-24T06:02:48.609" v="341" actId="20577"/>
          <ac:spMkLst>
            <pc:docMk/>
            <pc:sldMk cId="2051639049" sldId="401"/>
            <ac:spMk id="5" creationId="{D9EAFD88-DF36-AFDF-0175-C2A49AD30149}"/>
          </ac:spMkLst>
        </pc:spChg>
        <pc:picChg chg="add mod">
          <ac:chgData name="우진 김" userId="9d5916cb77183fd7" providerId="LiveId" clId="{EBF71019-81A7-4FD2-9665-38B5BA58A457}" dt="2025-06-24T06:29:33.889" v="436" actId="1076"/>
          <ac:picMkLst>
            <pc:docMk/>
            <pc:sldMk cId="2051639049" sldId="401"/>
            <ac:picMk id="4" creationId="{AB47A3BD-3CDB-C5BE-AFAA-688E285D1137}"/>
          </ac:picMkLst>
        </pc:picChg>
        <pc:picChg chg="add del mod">
          <ac:chgData name="우진 김" userId="9d5916cb77183fd7" providerId="LiveId" clId="{EBF71019-81A7-4FD2-9665-38B5BA58A457}" dt="2025-06-24T06:29:29.592" v="434" actId="478"/>
          <ac:picMkLst>
            <pc:docMk/>
            <pc:sldMk cId="2051639049" sldId="401"/>
            <ac:picMk id="1026" creationId="{3D766425-69E1-9EFB-F7C0-CB1070D6DB5F}"/>
          </ac:picMkLst>
        </pc:picChg>
      </pc:sldChg>
      <pc:sldChg chg="delSp modSp add mod">
        <pc:chgData name="우진 김" userId="9d5916cb77183fd7" providerId="LiveId" clId="{EBF71019-81A7-4FD2-9665-38B5BA58A457}" dt="2025-06-24T06:03:29.015" v="357" actId="478"/>
        <pc:sldMkLst>
          <pc:docMk/>
          <pc:sldMk cId="278381297" sldId="402"/>
        </pc:sldMkLst>
        <pc:spChg chg="mod">
          <ac:chgData name="우진 김" userId="9d5916cb77183fd7" providerId="LiveId" clId="{EBF71019-81A7-4FD2-9665-38B5BA58A457}" dt="2025-06-24T06:03:25.224" v="356" actId="20577"/>
          <ac:spMkLst>
            <pc:docMk/>
            <pc:sldMk cId="278381297" sldId="402"/>
            <ac:spMk id="4" creationId="{EC076AC9-BC63-15C2-9422-3390645A16E5}"/>
          </ac:spMkLst>
        </pc:spChg>
        <pc:spChg chg="del">
          <ac:chgData name="우진 김" userId="9d5916cb77183fd7" providerId="LiveId" clId="{EBF71019-81A7-4FD2-9665-38B5BA58A457}" dt="2025-06-24T06:03:29.015" v="357" actId="478"/>
          <ac:spMkLst>
            <pc:docMk/>
            <pc:sldMk cId="278381297" sldId="402"/>
            <ac:spMk id="6" creationId="{CC4FFE5E-1EDC-5B55-4CE9-CBCD91401A29}"/>
          </ac:spMkLst>
        </pc:spChg>
      </pc:sldChg>
      <pc:sldChg chg="modSp add mod">
        <pc:chgData name="우진 김" userId="9d5916cb77183fd7" providerId="LiveId" clId="{EBF71019-81A7-4FD2-9665-38B5BA58A457}" dt="2025-06-24T06:03:53.704" v="378" actId="20577"/>
        <pc:sldMkLst>
          <pc:docMk/>
          <pc:sldMk cId="961423696" sldId="403"/>
        </pc:sldMkLst>
        <pc:spChg chg="mod">
          <ac:chgData name="우진 김" userId="9d5916cb77183fd7" providerId="LiveId" clId="{EBF71019-81A7-4FD2-9665-38B5BA58A457}" dt="2025-06-24T06:03:53.704" v="378" actId="20577"/>
          <ac:spMkLst>
            <pc:docMk/>
            <pc:sldMk cId="961423696" sldId="403"/>
            <ac:spMk id="4" creationId="{C1D5EA41-E1AC-3964-A726-B5CEF0E5E7EE}"/>
          </ac:spMkLst>
        </pc:spChg>
      </pc:sldChg>
      <pc:sldChg chg="modSp add mod ord">
        <pc:chgData name="우진 김" userId="9d5916cb77183fd7" providerId="LiveId" clId="{EBF71019-81A7-4FD2-9665-38B5BA58A457}" dt="2025-06-24T06:05:23.443" v="385" actId="20577"/>
        <pc:sldMkLst>
          <pc:docMk/>
          <pc:sldMk cId="170990919" sldId="404"/>
        </pc:sldMkLst>
        <pc:spChg chg="mod">
          <ac:chgData name="우진 김" userId="9d5916cb77183fd7" providerId="LiveId" clId="{EBF71019-81A7-4FD2-9665-38B5BA58A457}" dt="2025-06-24T06:05:23.443" v="385" actId="20577"/>
          <ac:spMkLst>
            <pc:docMk/>
            <pc:sldMk cId="170990919" sldId="404"/>
            <ac:spMk id="5" creationId="{2227665D-DABA-FA47-ED9D-ED8A34893D85}"/>
          </ac:spMkLst>
        </pc:spChg>
      </pc:sldChg>
      <pc:sldChg chg="addSp delSp modSp add mod ord modAnim">
        <pc:chgData name="우진 김" userId="9d5916cb77183fd7" providerId="LiveId" clId="{EBF71019-81A7-4FD2-9665-38B5BA58A457}" dt="2025-06-24T06:28:16.213" v="425"/>
        <pc:sldMkLst>
          <pc:docMk/>
          <pc:sldMk cId="3890997179" sldId="405"/>
        </pc:sldMkLst>
        <pc:picChg chg="add mod">
          <ac:chgData name="우진 김" userId="9d5916cb77183fd7" providerId="LiveId" clId="{EBF71019-81A7-4FD2-9665-38B5BA58A457}" dt="2025-06-24T06:16:48.797" v="391" actId="1076"/>
          <ac:picMkLst>
            <pc:docMk/>
            <pc:sldMk cId="3890997179" sldId="405"/>
            <ac:picMk id="2" creationId="{50655C3A-B4A0-A5BB-AD81-857D302B4DFC}"/>
          </ac:picMkLst>
        </pc:picChg>
        <pc:picChg chg="add del">
          <ac:chgData name="우진 김" userId="9d5916cb77183fd7" providerId="LiveId" clId="{EBF71019-81A7-4FD2-9665-38B5BA58A457}" dt="2025-06-24T06:18:21.007" v="393" actId="21"/>
          <ac:picMkLst>
            <pc:docMk/>
            <pc:sldMk cId="3890997179" sldId="405"/>
            <ac:picMk id="1026" creationId="{3D766425-69E1-9EFB-F7C0-CB1070D6DB5F}"/>
          </ac:picMkLst>
        </pc:picChg>
      </pc:sldChg>
      <pc:sldChg chg="add del">
        <pc:chgData name="우진 김" userId="9d5916cb77183fd7" providerId="LiveId" clId="{EBF71019-81A7-4FD2-9665-38B5BA58A457}" dt="2025-06-24T06:28:22.763" v="427"/>
        <pc:sldMkLst>
          <pc:docMk/>
          <pc:sldMk cId="1722464783" sldId="406"/>
        </pc:sldMkLst>
      </pc:sldChg>
      <pc:sldChg chg="addSp delSp modSp add mod modTransition delAnim modAnim">
        <pc:chgData name="우진 김" userId="9d5916cb77183fd7" providerId="LiveId" clId="{EBF71019-81A7-4FD2-9665-38B5BA58A457}" dt="2025-06-24T06:31:50.232" v="457"/>
        <pc:sldMkLst>
          <pc:docMk/>
          <pc:sldMk cId="2236289798" sldId="406"/>
        </pc:sldMkLst>
        <pc:spChg chg="add mod">
          <ac:chgData name="우진 김" userId="9d5916cb77183fd7" providerId="LiveId" clId="{EBF71019-81A7-4FD2-9665-38B5BA58A457}" dt="2025-06-24T06:31:37.729" v="454" actId="14100"/>
          <ac:spMkLst>
            <pc:docMk/>
            <pc:sldMk cId="2236289798" sldId="406"/>
            <ac:spMk id="2" creationId="{2D4F892E-B79A-C061-D338-8D431CE712D3}"/>
          </ac:spMkLst>
        </pc:spChg>
        <pc:spChg chg="mod">
          <ac:chgData name="우진 김" userId="9d5916cb77183fd7" providerId="LiveId" clId="{EBF71019-81A7-4FD2-9665-38B5BA58A457}" dt="2025-06-24T06:30:42.347" v="443" actId="1076"/>
          <ac:spMkLst>
            <pc:docMk/>
            <pc:sldMk cId="2236289798" sldId="406"/>
            <ac:spMk id="3" creationId="{89E70189-A158-1810-53E2-385EC1EFA12F}"/>
          </ac:spMkLst>
        </pc:spChg>
        <pc:picChg chg="del">
          <ac:chgData name="우진 김" userId="9d5916cb77183fd7" providerId="LiveId" clId="{EBF71019-81A7-4FD2-9665-38B5BA58A457}" dt="2025-06-24T06:29:21.750" v="432" actId="478"/>
          <ac:picMkLst>
            <pc:docMk/>
            <pc:sldMk cId="2236289798" sldId="406"/>
            <ac:picMk id="4" creationId="{AB4B2829-87CA-CD29-D646-7499FED3628C}"/>
          </ac:picMkLst>
        </pc:picChg>
        <pc:picChg chg="mod">
          <ac:chgData name="우진 김" userId="9d5916cb77183fd7" providerId="LiveId" clId="{EBF71019-81A7-4FD2-9665-38B5BA58A457}" dt="2025-06-24T06:31:40.707" v="456" actId="1076"/>
          <ac:picMkLst>
            <pc:docMk/>
            <pc:sldMk cId="2236289798" sldId="406"/>
            <ac:picMk id="1026" creationId="{CD4A27CD-6EC2-4940-A754-91C440AF59FD}"/>
          </ac:picMkLst>
        </pc:picChg>
      </pc:sldChg>
      <pc:sldChg chg="addSp delSp modSp add mod ord">
        <pc:chgData name="우진 김" userId="9d5916cb77183fd7" providerId="LiveId" clId="{EBF71019-81A7-4FD2-9665-38B5BA58A457}" dt="2025-06-24T07:49:38.988" v="669" actId="20577"/>
        <pc:sldMkLst>
          <pc:docMk/>
          <pc:sldMk cId="1109168458" sldId="407"/>
        </pc:sldMkLst>
        <pc:spChg chg="mod">
          <ac:chgData name="우진 김" userId="9d5916cb77183fd7" providerId="LiveId" clId="{EBF71019-81A7-4FD2-9665-38B5BA58A457}" dt="2025-06-24T06:39:09.776" v="502" actId="20577"/>
          <ac:spMkLst>
            <pc:docMk/>
            <pc:sldMk cId="1109168458" sldId="407"/>
            <ac:spMk id="4" creationId="{74CE0106-AB9A-CB12-B434-6F432DB67C59}"/>
          </ac:spMkLst>
        </pc:spChg>
        <pc:spChg chg="mod">
          <ac:chgData name="우진 김" userId="9d5916cb77183fd7" providerId="LiveId" clId="{EBF71019-81A7-4FD2-9665-38B5BA58A457}" dt="2025-06-24T07:49:38.988" v="669" actId="20577"/>
          <ac:spMkLst>
            <pc:docMk/>
            <pc:sldMk cId="1109168458" sldId="407"/>
            <ac:spMk id="9" creationId="{14400EF3-F1B6-A497-E2F1-7E8B4E1AF261}"/>
          </ac:spMkLst>
        </pc:spChg>
        <pc:picChg chg="add del mod">
          <ac:chgData name="우진 김" userId="9d5916cb77183fd7" providerId="LiveId" clId="{EBF71019-81A7-4FD2-9665-38B5BA58A457}" dt="2025-06-24T06:52:16.189" v="512" actId="478"/>
          <ac:picMkLst>
            <pc:docMk/>
            <pc:sldMk cId="1109168458" sldId="407"/>
            <ac:picMk id="2050" creationId="{36E121DF-71C8-8889-737A-170565847368}"/>
          </ac:picMkLst>
        </pc:picChg>
      </pc:sldChg>
      <pc:sldChg chg="addSp delSp modSp add mod">
        <pc:chgData name="우진 김" userId="9d5916cb77183fd7" providerId="LiveId" clId="{EBF71019-81A7-4FD2-9665-38B5BA58A457}" dt="2025-06-24T07:49:44.995" v="671"/>
        <pc:sldMkLst>
          <pc:docMk/>
          <pc:sldMk cId="1891535383" sldId="408"/>
        </pc:sldMkLst>
        <pc:spChg chg="add del mod">
          <ac:chgData name="우진 김" userId="9d5916cb77183fd7" providerId="LiveId" clId="{EBF71019-81A7-4FD2-9665-38B5BA58A457}" dt="2025-06-24T06:52:05.235" v="508" actId="478"/>
          <ac:spMkLst>
            <pc:docMk/>
            <pc:sldMk cId="1891535383" sldId="408"/>
            <ac:spMk id="3" creationId="{FEE49438-4567-87BA-F9C4-9A58C1CC379A}"/>
          </ac:spMkLst>
        </pc:spChg>
        <pc:spChg chg="del">
          <ac:chgData name="우진 김" userId="9d5916cb77183fd7" providerId="LiveId" clId="{EBF71019-81A7-4FD2-9665-38B5BA58A457}" dt="2025-06-24T06:52:02.614" v="507" actId="478"/>
          <ac:spMkLst>
            <pc:docMk/>
            <pc:sldMk cId="1891535383" sldId="408"/>
            <ac:spMk id="4" creationId="{700A177A-C9F1-A262-96B8-59B9E0F5A18D}"/>
          </ac:spMkLst>
        </pc:spChg>
        <pc:spChg chg="add mod">
          <ac:chgData name="우진 김" userId="9d5916cb77183fd7" providerId="LiveId" clId="{EBF71019-81A7-4FD2-9665-38B5BA58A457}" dt="2025-06-24T06:56:12.591" v="518" actId="1076"/>
          <ac:spMkLst>
            <pc:docMk/>
            <pc:sldMk cId="1891535383" sldId="408"/>
            <ac:spMk id="5" creationId="{6967A4B2-709F-DAF2-42D7-8A758683139B}"/>
          </ac:spMkLst>
        </pc:spChg>
        <pc:spChg chg="add">
          <ac:chgData name="우진 김" userId="9d5916cb77183fd7" providerId="LiveId" clId="{EBF71019-81A7-4FD2-9665-38B5BA58A457}" dt="2025-06-24T06:55:53.290" v="515"/>
          <ac:spMkLst>
            <pc:docMk/>
            <pc:sldMk cId="1891535383" sldId="408"/>
            <ac:spMk id="6" creationId="{D8BFA4E2-C83F-F915-4DC5-3251A0D85F36}"/>
          </ac:spMkLst>
        </pc:spChg>
        <pc:spChg chg="add mod">
          <ac:chgData name="우진 김" userId="9d5916cb77183fd7" providerId="LiveId" clId="{EBF71019-81A7-4FD2-9665-38B5BA58A457}" dt="2025-06-24T07:49:44.995" v="671"/>
          <ac:spMkLst>
            <pc:docMk/>
            <pc:sldMk cId="1891535383" sldId="408"/>
            <ac:spMk id="7" creationId="{5586356C-EB48-226C-A607-8EE35F73BB4D}"/>
          </ac:spMkLst>
        </pc:spChg>
        <pc:spChg chg="del">
          <ac:chgData name="우진 김" userId="9d5916cb77183fd7" providerId="LiveId" clId="{EBF71019-81A7-4FD2-9665-38B5BA58A457}" dt="2025-06-24T07:49:44.811" v="670" actId="478"/>
          <ac:spMkLst>
            <pc:docMk/>
            <pc:sldMk cId="1891535383" sldId="408"/>
            <ac:spMk id="9" creationId="{D3FF972C-156F-3E13-BF77-89837591FCC4}"/>
          </ac:spMkLst>
        </pc:spChg>
        <pc:picChg chg="mod">
          <ac:chgData name="우진 김" userId="9d5916cb77183fd7" providerId="LiveId" clId="{EBF71019-81A7-4FD2-9665-38B5BA58A457}" dt="2025-06-24T06:52:10.377" v="511" actId="1076"/>
          <ac:picMkLst>
            <pc:docMk/>
            <pc:sldMk cId="1891535383" sldId="408"/>
            <ac:picMk id="2050" creationId="{E2BF7C1F-796D-2031-BFA6-037EED199078}"/>
          </ac:picMkLst>
        </pc:picChg>
      </pc:sldChg>
      <pc:sldChg chg="addSp delSp modSp add mod ord">
        <pc:chgData name="우진 김" userId="9d5916cb77183fd7" providerId="LiveId" clId="{EBF71019-81A7-4FD2-9665-38B5BA58A457}" dt="2025-06-24T07:49:49.895" v="673"/>
        <pc:sldMkLst>
          <pc:docMk/>
          <pc:sldMk cId="2371426764" sldId="409"/>
        </pc:sldMkLst>
        <pc:spChg chg="add del">
          <ac:chgData name="우진 김" userId="9d5916cb77183fd7" providerId="LiveId" clId="{EBF71019-81A7-4FD2-9665-38B5BA58A457}" dt="2025-06-24T07:11:26.642" v="580" actId="478"/>
          <ac:spMkLst>
            <pc:docMk/>
            <pc:sldMk cId="2371426764" sldId="409"/>
            <ac:spMk id="2" creationId="{442832D4-A78A-F735-E779-C7586173C19B}"/>
          </ac:spMkLst>
        </pc:spChg>
        <pc:spChg chg="add mod">
          <ac:chgData name="우진 김" userId="9d5916cb77183fd7" providerId="LiveId" clId="{EBF71019-81A7-4FD2-9665-38B5BA58A457}" dt="2025-06-24T07:32:55.850" v="628" actId="1076"/>
          <ac:spMkLst>
            <pc:docMk/>
            <pc:sldMk cId="2371426764" sldId="409"/>
            <ac:spMk id="3" creationId="{DAAF26F6-7203-687E-BE10-574E5DE17EB4}"/>
          </ac:spMkLst>
        </pc:spChg>
        <pc:spChg chg="mod">
          <ac:chgData name="우진 김" userId="9d5916cb77183fd7" providerId="LiveId" clId="{EBF71019-81A7-4FD2-9665-38B5BA58A457}" dt="2025-06-24T06:57:36.142" v="578" actId="20577"/>
          <ac:spMkLst>
            <pc:docMk/>
            <pc:sldMk cId="2371426764" sldId="409"/>
            <ac:spMk id="4" creationId="{7A5EA57B-CC86-D174-8BB8-FEFC2EA788D0}"/>
          </ac:spMkLst>
        </pc:spChg>
        <pc:spChg chg="add mod">
          <ac:chgData name="우진 김" userId="9d5916cb77183fd7" providerId="LiveId" clId="{EBF71019-81A7-4FD2-9665-38B5BA58A457}" dt="2025-06-24T07:32:55.850" v="628" actId="1076"/>
          <ac:spMkLst>
            <pc:docMk/>
            <pc:sldMk cId="2371426764" sldId="409"/>
            <ac:spMk id="5" creationId="{EE13A16F-47D2-00DD-339D-2F293E252FD4}"/>
          </ac:spMkLst>
        </pc:spChg>
        <pc:spChg chg="add mod">
          <ac:chgData name="우진 김" userId="9d5916cb77183fd7" providerId="LiveId" clId="{EBF71019-81A7-4FD2-9665-38B5BA58A457}" dt="2025-06-24T07:32:55.850" v="628" actId="1076"/>
          <ac:spMkLst>
            <pc:docMk/>
            <pc:sldMk cId="2371426764" sldId="409"/>
            <ac:spMk id="6" creationId="{E584F4CC-ECF9-134B-A726-F942C1CCB7E5}"/>
          </ac:spMkLst>
        </pc:spChg>
        <pc:spChg chg="add mod">
          <ac:chgData name="우진 김" userId="9d5916cb77183fd7" providerId="LiveId" clId="{EBF71019-81A7-4FD2-9665-38B5BA58A457}" dt="2025-06-24T07:32:55.850" v="628" actId="1076"/>
          <ac:spMkLst>
            <pc:docMk/>
            <pc:sldMk cId="2371426764" sldId="409"/>
            <ac:spMk id="7" creationId="{C8A65786-0DB8-568E-F084-E97C00B77F00}"/>
          </ac:spMkLst>
        </pc:spChg>
        <pc:spChg chg="del">
          <ac:chgData name="우진 김" userId="9d5916cb77183fd7" providerId="LiveId" clId="{EBF71019-81A7-4FD2-9665-38B5BA58A457}" dt="2025-06-24T07:49:49.697" v="672" actId="478"/>
          <ac:spMkLst>
            <pc:docMk/>
            <pc:sldMk cId="2371426764" sldId="409"/>
            <ac:spMk id="9" creationId="{57A11810-9741-977E-6363-501D26CB38CE}"/>
          </ac:spMkLst>
        </pc:spChg>
        <pc:spChg chg="add mod">
          <ac:chgData name="우진 김" userId="9d5916cb77183fd7" providerId="LiveId" clId="{EBF71019-81A7-4FD2-9665-38B5BA58A457}" dt="2025-06-24T07:49:49.895" v="673"/>
          <ac:spMkLst>
            <pc:docMk/>
            <pc:sldMk cId="2371426764" sldId="409"/>
            <ac:spMk id="10" creationId="{59C683C9-9AF4-4A46-A272-C3923804B419}"/>
          </ac:spMkLst>
        </pc:spChg>
      </pc:sldChg>
      <pc:sldChg chg="addSp delSp modSp add mod">
        <pc:chgData name="우진 김" userId="9d5916cb77183fd7" providerId="LiveId" clId="{EBF71019-81A7-4FD2-9665-38B5BA58A457}" dt="2025-06-24T07:49:53.206" v="675"/>
        <pc:sldMkLst>
          <pc:docMk/>
          <pc:sldMk cId="1015900713" sldId="410"/>
        </pc:sldMkLst>
        <pc:spChg chg="add mod">
          <ac:chgData name="우진 김" userId="9d5916cb77183fd7" providerId="LiveId" clId="{EBF71019-81A7-4FD2-9665-38B5BA58A457}" dt="2025-06-24T07:49:53.206" v="675"/>
          <ac:spMkLst>
            <pc:docMk/>
            <pc:sldMk cId="1015900713" sldId="410"/>
            <ac:spMk id="2" creationId="{DC10AEDE-C08E-6A4C-21C0-721EBCE275ED}"/>
          </ac:spMkLst>
        </pc:spChg>
        <pc:spChg chg="del">
          <ac:chgData name="우진 김" userId="9d5916cb77183fd7" providerId="LiveId" clId="{EBF71019-81A7-4FD2-9665-38B5BA58A457}" dt="2025-06-24T07:49:53.009" v="674" actId="478"/>
          <ac:spMkLst>
            <pc:docMk/>
            <pc:sldMk cId="1015900713" sldId="410"/>
            <ac:spMk id="9" creationId="{83C079D8-6B66-730E-0DF8-8CD13D7AA3AC}"/>
          </ac:spMkLst>
        </pc:spChg>
      </pc:sldChg>
      <pc:sldChg chg="modSp add mod ord">
        <pc:chgData name="우진 김" userId="9d5916cb77183fd7" providerId="LiveId" clId="{EBF71019-81A7-4FD2-9665-38B5BA58A457}" dt="2025-06-24T07:50:22.864" v="709" actId="20577"/>
        <pc:sldMkLst>
          <pc:docMk/>
          <pc:sldMk cId="850991956" sldId="411"/>
        </pc:sldMkLst>
        <pc:spChg chg="mod">
          <ac:chgData name="우진 김" userId="9d5916cb77183fd7" providerId="LiveId" clId="{EBF71019-81A7-4FD2-9665-38B5BA58A457}" dt="2025-06-24T07:50:22.864" v="709" actId="20577"/>
          <ac:spMkLst>
            <pc:docMk/>
            <pc:sldMk cId="850991956" sldId="411"/>
            <ac:spMk id="5" creationId="{EF1FDA19-3C4B-D9DB-4107-312BC38C60E7}"/>
          </ac:spMkLst>
        </pc:spChg>
      </pc:sldChg>
      <pc:sldChg chg="modSp add mod ord">
        <pc:chgData name="우진 김" userId="9d5916cb77183fd7" providerId="LiveId" clId="{EBF71019-81A7-4FD2-9665-38B5BA58A457}" dt="2025-06-24T07:50:39.644" v="723" actId="20577"/>
        <pc:sldMkLst>
          <pc:docMk/>
          <pc:sldMk cId="395349699" sldId="412"/>
        </pc:sldMkLst>
        <pc:spChg chg="mod">
          <ac:chgData name="우진 김" userId="9d5916cb77183fd7" providerId="LiveId" clId="{EBF71019-81A7-4FD2-9665-38B5BA58A457}" dt="2025-06-24T07:50:39.644" v="723" actId="20577"/>
          <ac:spMkLst>
            <pc:docMk/>
            <pc:sldMk cId="395349699" sldId="412"/>
            <ac:spMk id="2" creationId="{9725F05B-2657-F7B4-7B35-A2BECC37F108}"/>
          </ac:spMkLst>
        </pc:spChg>
      </pc:sldChg>
      <pc:sldChg chg="modSp add mod ord">
        <pc:chgData name="우진 김" userId="9d5916cb77183fd7" providerId="LiveId" clId="{EBF71019-81A7-4FD2-9665-38B5BA58A457}" dt="2025-06-24T07:50:55.940" v="729" actId="20577"/>
        <pc:sldMkLst>
          <pc:docMk/>
          <pc:sldMk cId="2702404648" sldId="413"/>
        </pc:sldMkLst>
        <pc:spChg chg="mod">
          <ac:chgData name="우진 김" userId="9d5916cb77183fd7" providerId="LiveId" clId="{EBF71019-81A7-4FD2-9665-38B5BA58A457}" dt="2025-06-24T07:50:55.940" v="729" actId="20577"/>
          <ac:spMkLst>
            <pc:docMk/>
            <pc:sldMk cId="2702404648" sldId="413"/>
            <ac:spMk id="5" creationId="{CE58A374-F2C8-2848-44DC-72E5FF888B47}"/>
          </ac:spMkLst>
        </pc:spChg>
      </pc:sldChg>
      <pc:sldChg chg="modSp add mod ord">
        <pc:chgData name="우진 김" userId="9d5916cb77183fd7" providerId="LiveId" clId="{EBF71019-81A7-4FD2-9665-38B5BA58A457}" dt="2025-06-24T07:51:14.036" v="757" actId="20577"/>
        <pc:sldMkLst>
          <pc:docMk/>
          <pc:sldMk cId="3537827683" sldId="414"/>
        </pc:sldMkLst>
        <pc:spChg chg="mod">
          <ac:chgData name="우진 김" userId="9d5916cb77183fd7" providerId="LiveId" clId="{EBF71019-81A7-4FD2-9665-38B5BA58A457}" dt="2025-06-24T07:51:14.036" v="757" actId="20577"/>
          <ac:spMkLst>
            <pc:docMk/>
            <pc:sldMk cId="3537827683" sldId="414"/>
            <ac:spMk id="2" creationId="{2E41557C-9A8D-AE24-EA60-BF2DCB25D539}"/>
          </ac:spMkLst>
        </pc:spChg>
      </pc:sldChg>
      <pc:sldChg chg="modSp add mod ord">
        <pc:chgData name="우진 김" userId="9d5916cb77183fd7" providerId="LiveId" clId="{EBF71019-81A7-4FD2-9665-38B5BA58A457}" dt="2025-06-24T07:51:46.696" v="795" actId="14100"/>
        <pc:sldMkLst>
          <pc:docMk/>
          <pc:sldMk cId="306895051" sldId="415"/>
        </pc:sldMkLst>
        <pc:spChg chg="mod">
          <ac:chgData name="우진 김" userId="9d5916cb77183fd7" providerId="LiveId" clId="{EBF71019-81A7-4FD2-9665-38B5BA58A457}" dt="2025-06-24T07:51:46.696" v="795" actId="14100"/>
          <ac:spMkLst>
            <pc:docMk/>
            <pc:sldMk cId="306895051" sldId="415"/>
            <ac:spMk id="5" creationId="{B31E42FE-3C26-8747-3410-1EF87E6E2471}"/>
          </ac:spMkLst>
        </pc:spChg>
      </pc:sldChg>
      <pc:sldChg chg="modSp add mod ord">
        <pc:chgData name="우진 김" userId="9d5916cb77183fd7" providerId="LiveId" clId="{EBF71019-81A7-4FD2-9665-38B5BA58A457}" dt="2025-06-24T07:52:31.924" v="823" actId="20577"/>
        <pc:sldMkLst>
          <pc:docMk/>
          <pc:sldMk cId="3985480785" sldId="416"/>
        </pc:sldMkLst>
        <pc:spChg chg="mod">
          <ac:chgData name="우진 김" userId="9d5916cb77183fd7" providerId="LiveId" clId="{EBF71019-81A7-4FD2-9665-38B5BA58A457}" dt="2025-06-24T07:52:31.924" v="823" actId="20577"/>
          <ac:spMkLst>
            <pc:docMk/>
            <pc:sldMk cId="3985480785" sldId="416"/>
            <ac:spMk id="2" creationId="{1458A841-7254-6630-9D50-3C705DB173CC}"/>
          </ac:spMkLst>
        </pc:spChg>
      </pc:sldChg>
      <pc:sldChg chg="modSp add mod ord">
        <pc:chgData name="우진 김" userId="9d5916cb77183fd7" providerId="LiveId" clId="{EBF71019-81A7-4FD2-9665-38B5BA58A457}" dt="2025-06-24T08:07:12.629" v="831"/>
        <pc:sldMkLst>
          <pc:docMk/>
          <pc:sldMk cId="1816194939" sldId="417"/>
        </pc:sldMkLst>
        <pc:spChg chg="mod">
          <ac:chgData name="우진 김" userId="9d5916cb77183fd7" providerId="LiveId" clId="{EBF71019-81A7-4FD2-9665-38B5BA58A457}" dt="2025-06-24T08:07:12.629" v="831"/>
          <ac:spMkLst>
            <pc:docMk/>
            <pc:sldMk cId="1816194939" sldId="417"/>
            <ac:spMk id="5" creationId="{D070803C-AE14-D4BF-313C-128138E1BEFE}"/>
          </ac:spMkLst>
        </pc:spChg>
      </pc:sldChg>
      <pc:sldChg chg="addSp delSp modSp add mod ord">
        <pc:chgData name="우진 김" userId="9d5916cb77183fd7" providerId="LiveId" clId="{EBF71019-81A7-4FD2-9665-38B5BA58A457}" dt="2025-06-24T08:17:31.538" v="1008" actId="20577"/>
        <pc:sldMkLst>
          <pc:docMk/>
          <pc:sldMk cId="2915987274" sldId="418"/>
        </pc:sldMkLst>
        <pc:spChg chg="mod">
          <ac:chgData name="우진 김" userId="9d5916cb77183fd7" providerId="LiveId" clId="{EBF71019-81A7-4FD2-9665-38B5BA58A457}" dt="2025-06-24T08:07:27.940" v="841" actId="20577"/>
          <ac:spMkLst>
            <pc:docMk/>
            <pc:sldMk cId="2915987274" sldId="418"/>
            <ac:spMk id="2" creationId="{DED2E552-D2F1-84B0-CDCE-D213216A00B9}"/>
          </ac:spMkLst>
        </pc:spChg>
        <pc:spChg chg="del">
          <ac:chgData name="우진 김" userId="9d5916cb77183fd7" providerId="LiveId" clId="{EBF71019-81A7-4FD2-9665-38B5BA58A457}" dt="2025-06-24T08:07:38.454" v="843" actId="478"/>
          <ac:spMkLst>
            <pc:docMk/>
            <pc:sldMk cId="2915987274" sldId="418"/>
            <ac:spMk id="3" creationId="{B40636A6-677F-7E2D-E812-E77950A78C6B}"/>
          </ac:spMkLst>
        </pc:spChg>
        <pc:spChg chg="del">
          <ac:chgData name="우진 김" userId="9d5916cb77183fd7" providerId="LiveId" clId="{EBF71019-81A7-4FD2-9665-38B5BA58A457}" dt="2025-06-24T08:07:30.351" v="842" actId="478"/>
          <ac:spMkLst>
            <pc:docMk/>
            <pc:sldMk cId="2915987274" sldId="418"/>
            <ac:spMk id="4" creationId="{C02F3118-A167-3A55-8175-002BCCB2E4FB}"/>
          </ac:spMkLst>
        </pc:spChg>
        <pc:spChg chg="del">
          <ac:chgData name="우진 김" userId="9d5916cb77183fd7" providerId="LiveId" clId="{EBF71019-81A7-4FD2-9665-38B5BA58A457}" dt="2025-06-24T08:07:38.454" v="843" actId="478"/>
          <ac:spMkLst>
            <pc:docMk/>
            <pc:sldMk cId="2915987274" sldId="418"/>
            <ac:spMk id="5" creationId="{00854B04-ABA3-3364-387A-BEC8909E759A}"/>
          </ac:spMkLst>
        </pc:spChg>
        <pc:spChg chg="del">
          <ac:chgData name="우진 김" userId="9d5916cb77183fd7" providerId="LiveId" clId="{EBF71019-81A7-4FD2-9665-38B5BA58A457}" dt="2025-06-24T08:07:38.454" v="843" actId="478"/>
          <ac:spMkLst>
            <pc:docMk/>
            <pc:sldMk cId="2915987274" sldId="418"/>
            <ac:spMk id="6" creationId="{6BCE7422-6DF6-6FBC-4014-81FAE66486EF}"/>
          </ac:spMkLst>
        </pc:spChg>
        <pc:spChg chg="del">
          <ac:chgData name="우진 김" userId="9d5916cb77183fd7" providerId="LiveId" clId="{EBF71019-81A7-4FD2-9665-38B5BA58A457}" dt="2025-06-24T08:07:38.454" v="843" actId="478"/>
          <ac:spMkLst>
            <pc:docMk/>
            <pc:sldMk cId="2915987274" sldId="418"/>
            <ac:spMk id="7" creationId="{8775BD80-4161-1162-C7D6-DE73CEF5959A}"/>
          </ac:spMkLst>
        </pc:spChg>
        <pc:spChg chg="add mod">
          <ac:chgData name="우진 김" userId="9d5916cb77183fd7" providerId="LiveId" clId="{EBF71019-81A7-4FD2-9665-38B5BA58A457}" dt="2025-06-24T08:07:30.351" v="842" actId="478"/>
          <ac:spMkLst>
            <pc:docMk/>
            <pc:sldMk cId="2915987274" sldId="418"/>
            <ac:spMk id="10" creationId="{38EBF126-16C2-7A76-0529-FB9684126AE6}"/>
          </ac:spMkLst>
        </pc:spChg>
        <pc:graphicFrameChg chg="add mod modGraphic">
          <ac:chgData name="우진 김" userId="9d5916cb77183fd7" providerId="LiveId" clId="{EBF71019-81A7-4FD2-9665-38B5BA58A457}" dt="2025-06-24T08:17:27.279" v="1002" actId="20577"/>
          <ac:graphicFrameMkLst>
            <pc:docMk/>
            <pc:sldMk cId="2915987274" sldId="418"/>
            <ac:graphicFrameMk id="11" creationId="{7CA877B1-40A6-B8E7-27F0-8AA23B645A29}"/>
          </ac:graphicFrameMkLst>
        </pc:graphicFrameChg>
        <pc:graphicFrameChg chg="add mod modGraphic">
          <ac:chgData name="우진 김" userId="9d5916cb77183fd7" providerId="LiveId" clId="{EBF71019-81A7-4FD2-9665-38B5BA58A457}" dt="2025-06-24T08:17:31.538" v="1008" actId="20577"/>
          <ac:graphicFrameMkLst>
            <pc:docMk/>
            <pc:sldMk cId="2915987274" sldId="418"/>
            <ac:graphicFrameMk id="14" creationId="{8339F9C9-C3A0-3C75-F32C-AF85668F8709}"/>
          </ac:graphicFrameMkLst>
        </pc:graphicFrameChg>
        <pc:cxnChg chg="add">
          <ac:chgData name="우진 김" userId="9d5916cb77183fd7" providerId="LiveId" clId="{EBF71019-81A7-4FD2-9665-38B5BA58A457}" dt="2025-06-24T08:09:33.764" v="868" actId="11529"/>
          <ac:cxnSpMkLst>
            <pc:docMk/>
            <pc:sldMk cId="2915987274" sldId="418"/>
            <ac:cxnSpMk id="13" creationId="{46B7D4F3-52C8-88CC-B12F-682F0566CEA9}"/>
          </ac:cxnSpMkLst>
        </pc:cxnChg>
      </pc:sldChg>
    </pc:docChg>
  </pc:docChgLst>
  <pc:docChgLst>
    <pc:chgData name="우진 김" userId="9d5916cb77183fd7" providerId="LiveId" clId="{70C45FB2-E62E-45E5-B1FF-DCFA828D8720}"/>
    <pc:docChg chg="undo redo custSel addSld delSld modSld sldOrd modMainMaster modSection">
      <pc:chgData name="우진 김" userId="9d5916cb77183fd7" providerId="LiveId" clId="{70C45FB2-E62E-45E5-B1FF-DCFA828D8720}" dt="2025-06-25T03:52:25.960" v="9462" actId="14100"/>
      <pc:docMkLst>
        <pc:docMk/>
      </pc:docMkLst>
      <pc:sldChg chg="addSp delSp modSp mod modAnim">
        <pc:chgData name="우진 김" userId="9d5916cb77183fd7" providerId="LiveId" clId="{70C45FB2-E62E-45E5-B1FF-DCFA828D8720}" dt="2025-06-25T03:34:47.143" v="9256" actId="20577"/>
        <pc:sldMkLst>
          <pc:docMk/>
          <pc:sldMk cId="643104766" sldId="260"/>
        </pc:sldMkLst>
        <pc:spChg chg="mod">
          <ac:chgData name="우진 김" userId="9d5916cb77183fd7" providerId="LiveId" clId="{70C45FB2-E62E-45E5-B1FF-DCFA828D8720}" dt="2025-06-25T03:34:47.143" v="9256" actId="20577"/>
          <ac:spMkLst>
            <pc:docMk/>
            <pc:sldMk cId="643104766" sldId="260"/>
            <ac:spMk id="2" creationId="{4AF65B8F-AD55-FB45-B2EE-E29FE64E9423}"/>
          </ac:spMkLst>
        </pc:spChg>
        <pc:spChg chg="mod">
          <ac:chgData name="우진 김" userId="9d5916cb77183fd7" providerId="LiveId" clId="{70C45FB2-E62E-45E5-B1FF-DCFA828D8720}" dt="2025-06-25T02:46:47.309" v="8174" actId="14100"/>
          <ac:spMkLst>
            <pc:docMk/>
            <pc:sldMk cId="643104766" sldId="260"/>
            <ac:spMk id="4" creationId="{0555BE9F-F5D3-D811-FF26-E6EEB6ED0196}"/>
          </ac:spMkLst>
        </pc:spChg>
        <pc:spChg chg="del">
          <ac:chgData name="우진 김" userId="9d5916cb77183fd7" providerId="LiveId" clId="{70C45FB2-E62E-45E5-B1FF-DCFA828D8720}" dt="2025-06-25T02:50:40.941" v="8200" actId="478"/>
          <ac:spMkLst>
            <pc:docMk/>
            <pc:sldMk cId="643104766" sldId="260"/>
            <ac:spMk id="16" creationId="{E2614CDB-E1C4-F270-68E8-624E2076F56A}"/>
          </ac:spMkLst>
        </pc:spChg>
        <pc:spChg chg="del">
          <ac:chgData name="우진 김" userId="9d5916cb77183fd7" providerId="LiveId" clId="{70C45FB2-E62E-45E5-B1FF-DCFA828D8720}" dt="2025-06-25T02:50:40.421" v="8199" actId="478"/>
          <ac:spMkLst>
            <pc:docMk/>
            <pc:sldMk cId="643104766" sldId="260"/>
            <ac:spMk id="17" creationId="{27D9BF05-8D85-476A-3195-2A2B669AC4FF}"/>
          </ac:spMkLst>
        </pc:spChg>
        <pc:spChg chg="add mod">
          <ac:chgData name="우진 김" userId="9d5916cb77183fd7" providerId="LiveId" clId="{70C45FB2-E62E-45E5-B1FF-DCFA828D8720}" dt="2025-06-25T02:52:52.776" v="8233" actId="1076"/>
          <ac:spMkLst>
            <pc:docMk/>
            <pc:sldMk cId="643104766" sldId="260"/>
            <ac:spMk id="18" creationId="{031825A0-DE3E-03FD-15B0-03CDF9AB8407}"/>
          </ac:spMkLst>
        </pc:spChg>
        <pc:spChg chg="add mod">
          <ac:chgData name="우진 김" userId="9d5916cb77183fd7" providerId="LiveId" clId="{70C45FB2-E62E-45E5-B1FF-DCFA828D8720}" dt="2025-06-25T02:52:52.776" v="8233" actId="1076"/>
          <ac:spMkLst>
            <pc:docMk/>
            <pc:sldMk cId="643104766" sldId="260"/>
            <ac:spMk id="19" creationId="{1ECE3030-07C1-AAFF-8971-7D45C4BCBF26}"/>
          </ac:spMkLst>
        </pc:spChg>
        <pc:spChg chg="add mod">
          <ac:chgData name="우진 김" userId="9d5916cb77183fd7" providerId="LiveId" clId="{70C45FB2-E62E-45E5-B1FF-DCFA828D8720}" dt="2025-06-25T02:52:52.776" v="8233" actId="1076"/>
          <ac:spMkLst>
            <pc:docMk/>
            <pc:sldMk cId="643104766" sldId="260"/>
            <ac:spMk id="20" creationId="{F60FB11C-E2D2-A914-E9DC-A9AAC36EB7DD}"/>
          </ac:spMkLst>
        </pc:spChg>
        <pc:spChg chg="add mod">
          <ac:chgData name="우진 김" userId="9d5916cb77183fd7" providerId="LiveId" clId="{70C45FB2-E62E-45E5-B1FF-DCFA828D8720}" dt="2025-06-25T02:52:52.776" v="8233" actId="1076"/>
          <ac:spMkLst>
            <pc:docMk/>
            <pc:sldMk cId="643104766" sldId="260"/>
            <ac:spMk id="21" creationId="{9F663820-9349-7774-FD99-D0226E29BD79}"/>
          </ac:spMkLst>
        </pc:spChg>
        <pc:spChg chg="add mod">
          <ac:chgData name="우진 김" userId="9d5916cb77183fd7" providerId="LiveId" clId="{70C45FB2-E62E-45E5-B1FF-DCFA828D8720}" dt="2025-06-25T03:34:20.877" v="9236" actId="20577"/>
          <ac:spMkLst>
            <pc:docMk/>
            <pc:sldMk cId="643104766" sldId="260"/>
            <ac:spMk id="22" creationId="{C2F64DBB-9A1B-19F0-1C55-54D1E121A277}"/>
          </ac:spMkLst>
        </pc:spChg>
        <pc:spChg chg="add mod">
          <ac:chgData name="우진 김" userId="9d5916cb77183fd7" providerId="LiveId" clId="{70C45FB2-E62E-45E5-B1FF-DCFA828D8720}" dt="2025-06-25T03:34:27.404" v="9252" actId="20577"/>
          <ac:spMkLst>
            <pc:docMk/>
            <pc:sldMk cId="643104766" sldId="260"/>
            <ac:spMk id="23" creationId="{FE626CB9-E3CF-D95A-7BFB-3D0AEA05C6D0}"/>
          </ac:spMkLst>
        </pc:spChg>
        <pc:cxnChg chg="add">
          <ac:chgData name="우진 김" userId="9d5916cb77183fd7" providerId="LiveId" clId="{70C45FB2-E62E-45E5-B1FF-DCFA828D8720}" dt="2025-06-25T02:46:43.655" v="8173" actId="11529"/>
          <ac:cxnSpMkLst>
            <pc:docMk/>
            <pc:sldMk cId="643104766" sldId="260"/>
            <ac:cxnSpMk id="11" creationId="{BCFED8DF-2228-4B61-757C-15EE068CA067}"/>
          </ac:cxnSpMkLst>
        </pc:cxnChg>
      </pc:sldChg>
      <pc:sldChg chg="modSp mod">
        <pc:chgData name="우진 김" userId="9d5916cb77183fd7" providerId="LiveId" clId="{70C45FB2-E62E-45E5-B1FF-DCFA828D8720}" dt="2025-06-24T14:51:54.794" v="1340" actId="20577"/>
        <pc:sldMkLst>
          <pc:docMk/>
          <pc:sldMk cId="2712422305" sldId="324"/>
        </pc:sldMkLst>
        <pc:spChg chg="mod">
          <ac:chgData name="우진 김" userId="9d5916cb77183fd7" providerId="LiveId" clId="{70C45FB2-E62E-45E5-B1FF-DCFA828D8720}" dt="2025-06-24T14:51:54.794" v="1340" actId="20577"/>
          <ac:spMkLst>
            <pc:docMk/>
            <pc:sldMk cId="2712422305" sldId="324"/>
            <ac:spMk id="2" creationId="{451842AD-51B6-1C23-4E72-00565032CAFC}"/>
          </ac:spMkLst>
        </pc:spChg>
      </pc:sldChg>
      <pc:sldChg chg="addSp delSp modSp mod">
        <pc:chgData name="우진 김" userId="9d5916cb77183fd7" providerId="LiveId" clId="{70C45FB2-E62E-45E5-B1FF-DCFA828D8720}" dt="2025-06-25T03:34:52.383" v="9260" actId="20577"/>
        <pc:sldMkLst>
          <pc:docMk/>
          <pc:sldMk cId="2443134601" sldId="400"/>
        </pc:sldMkLst>
        <pc:spChg chg="add mod">
          <ac:chgData name="우진 김" userId="9d5916cb77183fd7" providerId="LiveId" clId="{70C45FB2-E62E-45E5-B1FF-DCFA828D8720}" dt="2025-06-25T00:19:16.045" v="6617" actId="20577"/>
          <ac:spMkLst>
            <pc:docMk/>
            <pc:sldMk cId="2443134601" sldId="400"/>
            <ac:spMk id="3" creationId="{845088A3-C52A-4B51-F839-BC90519A2D88}"/>
          </ac:spMkLst>
        </pc:spChg>
        <pc:spChg chg="add mod ord">
          <ac:chgData name="우진 김" userId="9d5916cb77183fd7" providerId="LiveId" clId="{70C45FB2-E62E-45E5-B1FF-DCFA828D8720}" dt="2025-06-25T00:39:56.351" v="6664" actId="207"/>
          <ac:spMkLst>
            <pc:docMk/>
            <pc:sldMk cId="2443134601" sldId="400"/>
            <ac:spMk id="5" creationId="{85D09B39-637B-0B4E-8407-CBBDA2280352}"/>
          </ac:spMkLst>
        </pc:spChg>
        <pc:spChg chg="mod">
          <ac:chgData name="우진 김" userId="9d5916cb77183fd7" providerId="LiveId" clId="{70C45FB2-E62E-45E5-B1FF-DCFA828D8720}" dt="2025-06-25T00:39:56.351" v="6664" actId="207"/>
          <ac:spMkLst>
            <pc:docMk/>
            <pc:sldMk cId="2443134601" sldId="400"/>
            <ac:spMk id="6" creationId="{23746A4A-3A7F-804E-0586-E123CC8EC858}"/>
          </ac:spMkLst>
        </pc:spChg>
        <pc:spChg chg="mod">
          <ac:chgData name="우진 김" userId="9d5916cb77183fd7" providerId="LiveId" clId="{70C45FB2-E62E-45E5-B1FF-DCFA828D8720}" dt="2025-06-25T03:34:52.383" v="9260" actId="20577"/>
          <ac:spMkLst>
            <pc:docMk/>
            <pc:sldMk cId="2443134601" sldId="400"/>
            <ac:spMk id="8" creationId="{3B40DF63-461E-AA01-7AC5-1FE845A31D28}"/>
          </ac:spMkLst>
        </pc:spChg>
        <pc:grpChg chg="add del mod ord">
          <ac:chgData name="우진 김" userId="9d5916cb77183fd7" providerId="LiveId" clId="{70C45FB2-E62E-45E5-B1FF-DCFA828D8720}" dt="2025-06-25T00:41:26.684" v="6678" actId="478"/>
          <ac:grpSpMkLst>
            <pc:docMk/>
            <pc:sldMk cId="2443134601" sldId="400"/>
            <ac:grpSpMk id="7" creationId="{D599EB45-02B8-649C-9C4B-BA8D3FDC23D2}"/>
          </ac:grpSpMkLst>
        </pc:grpChg>
        <pc:picChg chg="add del mod modCrop">
          <ac:chgData name="우진 김" userId="9d5916cb77183fd7" providerId="LiveId" clId="{70C45FB2-E62E-45E5-B1FF-DCFA828D8720}" dt="2025-06-25T00:34:54.180" v="6637" actId="478"/>
          <ac:picMkLst>
            <pc:docMk/>
            <pc:sldMk cId="2443134601" sldId="400"/>
            <ac:picMk id="11" creationId="{2B88D975-9BFD-7292-D474-DA17F6569CE2}"/>
          </ac:picMkLst>
        </pc:picChg>
        <pc:picChg chg="add del mod modCrop">
          <ac:chgData name="우진 김" userId="9d5916cb77183fd7" providerId="LiveId" clId="{70C45FB2-E62E-45E5-B1FF-DCFA828D8720}" dt="2025-06-25T00:38:53.647" v="6649" actId="478"/>
          <ac:picMkLst>
            <pc:docMk/>
            <pc:sldMk cId="2443134601" sldId="400"/>
            <ac:picMk id="13" creationId="{9E895E07-D591-3A04-C3FE-C9E32DB2681D}"/>
          </ac:picMkLst>
        </pc:picChg>
        <pc:picChg chg="add mod">
          <ac:chgData name="우진 김" userId="9d5916cb77183fd7" providerId="LiveId" clId="{70C45FB2-E62E-45E5-B1FF-DCFA828D8720}" dt="2025-06-25T00:39:47.656" v="6662" actId="1076"/>
          <ac:picMkLst>
            <pc:docMk/>
            <pc:sldMk cId="2443134601" sldId="400"/>
            <ac:picMk id="15" creationId="{43FD122B-F44F-8BE7-8749-1B825F8F72C7}"/>
          </ac:picMkLst>
        </pc:picChg>
      </pc:sldChg>
      <pc:sldChg chg="modSp mod">
        <pc:chgData name="우진 김" userId="9d5916cb77183fd7" providerId="LiveId" clId="{70C45FB2-E62E-45E5-B1FF-DCFA828D8720}" dt="2025-06-25T03:35:03.088" v="9272" actId="20577"/>
        <pc:sldMkLst>
          <pc:docMk/>
          <pc:sldMk cId="2051639049" sldId="401"/>
        </pc:sldMkLst>
        <pc:spChg chg="mod">
          <ac:chgData name="우진 김" userId="9d5916cb77183fd7" providerId="LiveId" clId="{70C45FB2-E62E-45E5-B1FF-DCFA828D8720}" dt="2025-06-25T03:35:03.088" v="9272" actId="20577"/>
          <ac:spMkLst>
            <pc:docMk/>
            <pc:sldMk cId="2051639049" sldId="401"/>
            <ac:spMk id="8" creationId="{9DD4A33E-30CF-32E3-C411-A71C965C955D}"/>
          </ac:spMkLst>
        </pc:spChg>
      </pc:sldChg>
      <pc:sldChg chg="del">
        <pc:chgData name="우진 김" userId="9d5916cb77183fd7" providerId="LiveId" clId="{70C45FB2-E62E-45E5-B1FF-DCFA828D8720}" dt="2025-06-25T00:18:03.725" v="6599" actId="2696"/>
        <pc:sldMkLst>
          <pc:docMk/>
          <pc:sldMk cId="278381297" sldId="402"/>
        </pc:sldMkLst>
      </pc:sldChg>
      <pc:sldChg chg="addSp modSp mod modAnim">
        <pc:chgData name="우진 김" userId="9d5916cb77183fd7" providerId="LiveId" clId="{70C45FB2-E62E-45E5-B1FF-DCFA828D8720}" dt="2025-06-25T03:34:59.656" v="9268" actId="20577"/>
        <pc:sldMkLst>
          <pc:docMk/>
          <pc:sldMk cId="961423696" sldId="403"/>
        </pc:sldMkLst>
        <pc:spChg chg="add mod">
          <ac:chgData name="우진 김" userId="9d5916cb77183fd7" providerId="LiveId" clId="{70C45FB2-E62E-45E5-B1FF-DCFA828D8720}" dt="2025-06-25T00:50:26.390" v="6883" actId="20577"/>
          <ac:spMkLst>
            <pc:docMk/>
            <pc:sldMk cId="961423696" sldId="403"/>
            <ac:spMk id="2" creationId="{65F9488D-467F-8A97-BF55-35A91ADFEC99}"/>
          </ac:spMkLst>
        </pc:spChg>
        <pc:spChg chg="add mod">
          <ac:chgData name="우진 김" userId="9d5916cb77183fd7" providerId="LiveId" clId="{70C45FB2-E62E-45E5-B1FF-DCFA828D8720}" dt="2025-06-25T00:50:11.824" v="6864" actId="1076"/>
          <ac:spMkLst>
            <pc:docMk/>
            <pc:sldMk cId="961423696" sldId="403"/>
            <ac:spMk id="3" creationId="{67D7AAAF-B3B7-6962-97CF-74D108973FCC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7" creationId="{B3DE552D-D5B9-DA7B-5C67-D95128FC211E}"/>
          </ac:spMkLst>
        </pc:spChg>
        <pc:spChg chg="mod">
          <ac:chgData name="우진 김" userId="9d5916cb77183fd7" providerId="LiveId" clId="{70C45FB2-E62E-45E5-B1FF-DCFA828D8720}" dt="2025-06-25T03:34:59.656" v="9268" actId="20577"/>
          <ac:spMkLst>
            <pc:docMk/>
            <pc:sldMk cId="961423696" sldId="403"/>
            <ac:spMk id="8" creationId="{1C3D00E4-21BE-AE48-21E1-CCC4CD41B764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10" creationId="{1B4F0BD8-02B8-E481-4705-B0C745794066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12" creationId="{661EEE24-F486-FFD7-02C7-FEACF92789E4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13" creationId="{ADCF5ECA-E84C-E9ED-CE30-8559A988D964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14" creationId="{0B0644F5-064D-FB8B-C24B-87CB4AA89D6F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15" creationId="{C4B01396-42A4-00CA-773E-B305CB8D5FF4}"/>
          </ac:spMkLst>
        </pc:spChg>
        <pc:spChg chg="add mod">
          <ac:chgData name="우진 김" userId="9d5916cb77183fd7" providerId="LiveId" clId="{70C45FB2-E62E-45E5-B1FF-DCFA828D8720}" dt="2025-06-25T00:50:24.294" v="6882" actId="20577"/>
          <ac:spMkLst>
            <pc:docMk/>
            <pc:sldMk cId="961423696" sldId="403"/>
            <ac:spMk id="16" creationId="{860229A9-FCEE-47BD-9D39-1B2114DE9049}"/>
          </ac:spMkLst>
        </pc:spChg>
        <pc:spChg chg="add mod">
          <ac:chgData name="우진 김" userId="9d5916cb77183fd7" providerId="LiveId" clId="{70C45FB2-E62E-45E5-B1FF-DCFA828D8720}" dt="2025-06-25T00:50:16.412" v="6866" actId="1076"/>
          <ac:spMkLst>
            <pc:docMk/>
            <pc:sldMk cId="961423696" sldId="403"/>
            <ac:spMk id="17" creationId="{EEDB07A4-E20F-90DC-56E8-EFDA67E0C4E0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19" creationId="{4AC86C6B-1FA2-BB4C-D5A4-774BB7B85F71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20" creationId="{16A4B96A-138F-BD70-3BE8-FFCC299A17B9}"/>
          </ac:spMkLst>
        </pc:spChg>
        <pc:spChg chg="add mod">
          <ac:chgData name="우진 김" userId="9d5916cb77183fd7" providerId="LiveId" clId="{70C45FB2-E62E-45E5-B1FF-DCFA828D8720}" dt="2025-06-25T00:50:16.412" v="6866" actId="1076"/>
          <ac:spMkLst>
            <pc:docMk/>
            <pc:sldMk cId="961423696" sldId="403"/>
            <ac:spMk id="22" creationId="{13CCE83C-51BF-58FC-0021-5CADE7FD3BD7}"/>
          </ac:spMkLst>
        </pc:spChg>
        <pc:spChg chg="add mod">
          <ac:chgData name="우진 김" userId="9d5916cb77183fd7" providerId="LiveId" clId="{70C45FB2-E62E-45E5-B1FF-DCFA828D8720}" dt="2025-06-25T00:50:16.412" v="6866" actId="1076"/>
          <ac:spMkLst>
            <pc:docMk/>
            <pc:sldMk cId="961423696" sldId="403"/>
            <ac:spMk id="23" creationId="{8627EB5C-854F-9B59-8A74-DBFDEF8822D7}"/>
          </ac:spMkLst>
        </pc:spChg>
        <pc:spChg chg="add mod">
          <ac:chgData name="우진 김" userId="9d5916cb77183fd7" providerId="LiveId" clId="{70C45FB2-E62E-45E5-B1FF-DCFA828D8720}" dt="2025-06-25T00:50:16.412" v="6866" actId="1076"/>
          <ac:spMkLst>
            <pc:docMk/>
            <pc:sldMk cId="961423696" sldId="403"/>
            <ac:spMk id="24" creationId="{43EF19B4-B175-C3A4-A5AD-5D2476563781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25" creationId="{A4E1DD31-318B-3A6C-A5FA-DAB3C9EA1BBB}"/>
          </ac:spMkLst>
        </pc:spChg>
        <pc:spChg chg="add mod">
          <ac:chgData name="우진 김" userId="9d5916cb77183fd7" providerId="LiveId" clId="{70C45FB2-E62E-45E5-B1FF-DCFA828D8720}" dt="2025-06-25T00:51:33.600" v="6914" actId="1076"/>
          <ac:spMkLst>
            <pc:docMk/>
            <pc:sldMk cId="961423696" sldId="403"/>
            <ac:spMk id="28" creationId="{FA65F4EF-7CCD-952A-E916-4FC192EB7603}"/>
          </ac:spMkLst>
        </pc:spChg>
        <pc:spChg chg="add mod">
          <ac:chgData name="우진 김" userId="9d5916cb77183fd7" providerId="LiveId" clId="{70C45FB2-E62E-45E5-B1FF-DCFA828D8720}" dt="2025-06-25T00:52:54.711" v="6931" actId="1076"/>
          <ac:spMkLst>
            <pc:docMk/>
            <pc:sldMk cId="961423696" sldId="403"/>
            <ac:spMk id="29" creationId="{85A206BC-EF4E-FB7A-FD08-DB1B8EDCE236}"/>
          </ac:spMkLst>
        </pc:spChg>
        <pc:cxnChg chg="add mod">
          <ac:chgData name="우진 김" userId="9d5916cb77183fd7" providerId="LiveId" clId="{70C45FB2-E62E-45E5-B1FF-DCFA828D8720}" dt="2025-06-25T00:50:11.824" v="6864" actId="1076"/>
          <ac:cxnSpMkLst>
            <pc:docMk/>
            <pc:sldMk cId="961423696" sldId="403"/>
            <ac:cxnSpMk id="6" creationId="{D14C47FB-CB47-476B-4520-F46B38701119}"/>
          </ac:cxnSpMkLst>
        </pc:cxnChg>
        <pc:cxnChg chg="add mod">
          <ac:chgData name="우진 김" userId="9d5916cb77183fd7" providerId="LiveId" clId="{70C45FB2-E62E-45E5-B1FF-DCFA828D8720}" dt="2025-06-25T00:50:11.824" v="6864" actId="1076"/>
          <ac:cxnSpMkLst>
            <pc:docMk/>
            <pc:sldMk cId="961423696" sldId="403"/>
            <ac:cxnSpMk id="11" creationId="{BF77F6D1-3686-DCF0-41E6-340051BAC740}"/>
          </ac:cxnSpMkLst>
        </pc:cxnChg>
        <pc:cxnChg chg="add mod">
          <ac:chgData name="우진 김" userId="9d5916cb77183fd7" providerId="LiveId" clId="{70C45FB2-E62E-45E5-B1FF-DCFA828D8720}" dt="2025-06-25T00:50:16.412" v="6866" actId="1076"/>
          <ac:cxnSpMkLst>
            <pc:docMk/>
            <pc:sldMk cId="961423696" sldId="403"/>
            <ac:cxnSpMk id="18" creationId="{0E390D4E-ACE8-3331-18B4-8DE10DAACF8D}"/>
          </ac:cxnSpMkLst>
        </pc:cxnChg>
        <pc:cxnChg chg="add mod">
          <ac:chgData name="우진 김" userId="9d5916cb77183fd7" providerId="LiveId" clId="{70C45FB2-E62E-45E5-B1FF-DCFA828D8720}" dt="2025-06-25T00:50:16.412" v="6866" actId="1076"/>
          <ac:cxnSpMkLst>
            <pc:docMk/>
            <pc:sldMk cId="961423696" sldId="403"/>
            <ac:cxnSpMk id="21" creationId="{2E746523-7656-4E79-12E2-62E5EE3C8BE5}"/>
          </ac:cxnSpMkLst>
        </pc:cxnChg>
        <pc:cxnChg chg="add mod">
          <ac:chgData name="우진 김" userId="9d5916cb77183fd7" providerId="LiveId" clId="{70C45FB2-E62E-45E5-B1FF-DCFA828D8720}" dt="2025-06-25T00:52:56.481" v="6932" actId="1076"/>
          <ac:cxnSpMkLst>
            <pc:docMk/>
            <pc:sldMk cId="961423696" sldId="403"/>
            <ac:cxnSpMk id="27" creationId="{6EF32C28-8046-8EA4-765B-05FFEEED8437}"/>
          </ac:cxnSpMkLst>
        </pc:cxnChg>
      </pc:sldChg>
      <pc:sldChg chg="modSp mod">
        <pc:chgData name="우진 김" userId="9d5916cb77183fd7" providerId="LiveId" clId="{70C45FB2-E62E-45E5-B1FF-DCFA828D8720}" dt="2025-06-25T03:35:10.577" v="9280" actId="20577"/>
        <pc:sldMkLst>
          <pc:docMk/>
          <pc:sldMk cId="3890997179" sldId="405"/>
        </pc:sldMkLst>
        <pc:spChg chg="mod">
          <ac:chgData name="우진 김" userId="9d5916cb77183fd7" providerId="LiveId" clId="{70C45FB2-E62E-45E5-B1FF-DCFA828D8720}" dt="2025-06-25T03:35:10.577" v="9280" actId="20577"/>
          <ac:spMkLst>
            <pc:docMk/>
            <pc:sldMk cId="3890997179" sldId="405"/>
            <ac:spMk id="8" creationId="{9D6942BA-AC6F-C50F-EC12-BFEC06155539}"/>
          </ac:spMkLst>
        </pc:spChg>
      </pc:sldChg>
      <pc:sldChg chg="addSp modSp mod modAnim">
        <pc:chgData name="우진 김" userId="9d5916cb77183fd7" providerId="LiveId" clId="{70C45FB2-E62E-45E5-B1FF-DCFA828D8720}" dt="2025-06-25T03:35:06.882" v="9276" actId="20577"/>
        <pc:sldMkLst>
          <pc:docMk/>
          <pc:sldMk cId="2236289798" sldId="406"/>
        </pc:sldMkLst>
        <pc:spChg chg="add mod">
          <ac:chgData name="우진 김" userId="9d5916cb77183fd7" providerId="LiveId" clId="{70C45FB2-E62E-45E5-B1FF-DCFA828D8720}" dt="2025-06-25T00:54:12.064" v="6958" actId="1076"/>
          <ac:spMkLst>
            <pc:docMk/>
            <pc:sldMk cId="2236289798" sldId="406"/>
            <ac:spMk id="4" creationId="{D0FD24B4-3C47-3614-CF1A-25981AE87E18}"/>
          </ac:spMkLst>
        </pc:spChg>
        <pc:spChg chg="mod">
          <ac:chgData name="우진 김" userId="9d5916cb77183fd7" providerId="LiveId" clId="{70C45FB2-E62E-45E5-B1FF-DCFA828D8720}" dt="2025-06-25T03:35:06.882" v="9276" actId="20577"/>
          <ac:spMkLst>
            <pc:docMk/>
            <pc:sldMk cId="2236289798" sldId="406"/>
            <ac:spMk id="8" creationId="{52F41B4A-51AC-0024-5ADC-8959D4291052}"/>
          </ac:spMkLst>
        </pc:spChg>
      </pc:sldChg>
      <pc:sldChg chg="addSp delSp modSp mod modAnim">
        <pc:chgData name="우진 김" userId="9d5916cb77183fd7" providerId="LiveId" clId="{70C45FB2-E62E-45E5-B1FF-DCFA828D8720}" dt="2025-06-25T03:35:18.785" v="9288" actId="20577"/>
        <pc:sldMkLst>
          <pc:docMk/>
          <pc:sldMk cId="1109168458" sldId="407"/>
        </pc:sldMkLst>
        <pc:spChg chg="add mod">
          <ac:chgData name="우진 김" userId="9d5916cb77183fd7" providerId="LiveId" clId="{70C45FB2-E62E-45E5-B1FF-DCFA828D8720}" dt="2025-06-24T17:19:08.290" v="1457" actId="113"/>
          <ac:spMkLst>
            <pc:docMk/>
            <pc:sldMk cId="1109168458" sldId="407"/>
            <ac:spMk id="2" creationId="{9FA1A29D-155F-1366-1ADA-EB2D3825148B}"/>
          </ac:spMkLst>
        </pc:spChg>
        <pc:spChg chg="add mod">
          <ac:chgData name="우진 김" userId="9d5916cb77183fd7" providerId="LiveId" clId="{70C45FB2-E62E-45E5-B1FF-DCFA828D8720}" dt="2025-06-24T17:19:18.926" v="1465" actId="14100"/>
          <ac:spMkLst>
            <pc:docMk/>
            <pc:sldMk cId="1109168458" sldId="407"/>
            <ac:spMk id="3" creationId="{CAE55719-D2FA-B15D-8A93-924FD79EB3F1}"/>
          </ac:spMkLst>
        </pc:spChg>
        <pc:spChg chg="add mod">
          <ac:chgData name="우진 김" userId="9d5916cb77183fd7" providerId="LiveId" clId="{70C45FB2-E62E-45E5-B1FF-DCFA828D8720}" dt="2025-06-24T18:58:04.896" v="1899" actId="164"/>
          <ac:spMkLst>
            <pc:docMk/>
            <pc:sldMk cId="1109168458" sldId="407"/>
            <ac:spMk id="5" creationId="{213CB0A1-FC15-1906-D605-C2F7758A5E66}"/>
          </ac:spMkLst>
        </pc:spChg>
        <pc:spChg chg="add mod">
          <ac:chgData name="우진 김" userId="9d5916cb77183fd7" providerId="LiveId" clId="{70C45FB2-E62E-45E5-B1FF-DCFA828D8720}" dt="2025-06-24T18:58:04.896" v="1899" actId="164"/>
          <ac:spMkLst>
            <pc:docMk/>
            <pc:sldMk cId="1109168458" sldId="407"/>
            <ac:spMk id="6" creationId="{195D0119-B349-A9C5-9EA5-629C30FA34C0}"/>
          </ac:spMkLst>
        </pc:spChg>
        <pc:spChg chg="add mod">
          <ac:chgData name="우진 김" userId="9d5916cb77183fd7" providerId="LiveId" clId="{70C45FB2-E62E-45E5-B1FF-DCFA828D8720}" dt="2025-06-24T18:58:04.896" v="1899" actId="164"/>
          <ac:spMkLst>
            <pc:docMk/>
            <pc:sldMk cId="1109168458" sldId="407"/>
            <ac:spMk id="7" creationId="{2284C1B7-9D77-23B8-34A0-D764366088EB}"/>
          </ac:spMkLst>
        </pc:spChg>
        <pc:spChg chg="mod">
          <ac:chgData name="우진 김" userId="9d5916cb77183fd7" providerId="LiveId" clId="{70C45FB2-E62E-45E5-B1FF-DCFA828D8720}" dt="2025-06-25T03:35:18.785" v="9288" actId="20577"/>
          <ac:spMkLst>
            <pc:docMk/>
            <pc:sldMk cId="1109168458" sldId="407"/>
            <ac:spMk id="8" creationId="{F4E0DF70-22AA-98BB-56CA-B5EF679EA453}"/>
          </ac:spMkLst>
        </pc:spChg>
        <pc:spChg chg="add del mod">
          <ac:chgData name="우진 김" userId="9d5916cb77183fd7" providerId="LiveId" clId="{70C45FB2-E62E-45E5-B1FF-DCFA828D8720}" dt="2025-06-24T17:24:05.630" v="1538" actId="478"/>
          <ac:spMkLst>
            <pc:docMk/>
            <pc:sldMk cId="1109168458" sldId="407"/>
            <ac:spMk id="12" creationId="{0DAED16F-F739-8560-6DCD-1B89A7497D6A}"/>
          </ac:spMkLst>
        </pc:spChg>
        <pc:spChg chg="add mod">
          <ac:chgData name="우진 김" userId="9d5916cb77183fd7" providerId="LiveId" clId="{70C45FB2-E62E-45E5-B1FF-DCFA828D8720}" dt="2025-06-24T18:58:09.174" v="1900" actId="164"/>
          <ac:spMkLst>
            <pc:docMk/>
            <pc:sldMk cId="1109168458" sldId="407"/>
            <ac:spMk id="13" creationId="{F7F83C9F-C151-65E3-F747-0ACA3DD307AE}"/>
          </ac:spMkLst>
        </pc:spChg>
        <pc:spChg chg="add del mod">
          <ac:chgData name="우진 김" userId="9d5916cb77183fd7" providerId="LiveId" clId="{70C45FB2-E62E-45E5-B1FF-DCFA828D8720}" dt="2025-06-24T17:24:05.110" v="1537" actId="478"/>
          <ac:spMkLst>
            <pc:docMk/>
            <pc:sldMk cId="1109168458" sldId="407"/>
            <ac:spMk id="14" creationId="{DD5F1B9D-2BC8-D989-8365-58E2130DB555}"/>
          </ac:spMkLst>
        </pc:spChg>
        <pc:spChg chg="add mod ord">
          <ac:chgData name="우진 김" userId="9d5916cb77183fd7" providerId="LiveId" clId="{70C45FB2-E62E-45E5-B1FF-DCFA828D8720}" dt="2025-06-24T18:58:09.174" v="1900" actId="164"/>
          <ac:spMkLst>
            <pc:docMk/>
            <pc:sldMk cId="1109168458" sldId="407"/>
            <ac:spMk id="15" creationId="{E81A736A-6BF6-6851-C455-29022A729841}"/>
          </ac:spMkLst>
        </pc:spChg>
        <pc:spChg chg="add mod">
          <ac:chgData name="우진 김" userId="9d5916cb77183fd7" providerId="LiveId" clId="{70C45FB2-E62E-45E5-B1FF-DCFA828D8720}" dt="2025-06-24T18:58:19.721" v="1902" actId="164"/>
          <ac:spMkLst>
            <pc:docMk/>
            <pc:sldMk cId="1109168458" sldId="407"/>
            <ac:spMk id="17" creationId="{38CED4AA-F132-E6FF-56BC-24FF23E6C0CB}"/>
          </ac:spMkLst>
        </pc:spChg>
        <pc:spChg chg="add mod">
          <ac:chgData name="우진 김" userId="9d5916cb77183fd7" providerId="LiveId" clId="{70C45FB2-E62E-45E5-B1FF-DCFA828D8720}" dt="2025-06-24T18:58:09.174" v="1900" actId="164"/>
          <ac:spMkLst>
            <pc:docMk/>
            <pc:sldMk cId="1109168458" sldId="407"/>
            <ac:spMk id="18" creationId="{F6672CD5-D44E-F4A9-FBFD-D37AA8DD68B3}"/>
          </ac:spMkLst>
        </pc:spChg>
        <pc:spChg chg="add mod">
          <ac:chgData name="우진 김" userId="9d5916cb77183fd7" providerId="LiveId" clId="{70C45FB2-E62E-45E5-B1FF-DCFA828D8720}" dt="2025-06-24T18:58:19.721" v="1902" actId="164"/>
          <ac:spMkLst>
            <pc:docMk/>
            <pc:sldMk cId="1109168458" sldId="407"/>
            <ac:spMk id="19" creationId="{EF8B6C53-05B7-89E0-E367-54FBBD745C18}"/>
          </ac:spMkLst>
        </pc:spChg>
        <pc:spChg chg="add mod ord">
          <ac:chgData name="우진 김" userId="9d5916cb77183fd7" providerId="LiveId" clId="{70C45FB2-E62E-45E5-B1FF-DCFA828D8720}" dt="2025-06-24T18:58:19.721" v="1902" actId="164"/>
          <ac:spMkLst>
            <pc:docMk/>
            <pc:sldMk cId="1109168458" sldId="407"/>
            <ac:spMk id="22" creationId="{6AA84B84-F4FD-E7A1-4408-5F9CCADF46BA}"/>
          </ac:spMkLst>
        </pc:spChg>
        <pc:spChg chg="add mod">
          <ac:chgData name="우진 김" userId="9d5916cb77183fd7" providerId="LiveId" clId="{70C45FB2-E62E-45E5-B1FF-DCFA828D8720}" dt="2025-06-24T18:58:23.577" v="1903" actId="164"/>
          <ac:spMkLst>
            <pc:docMk/>
            <pc:sldMk cId="1109168458" sldId="407"/>
            <ac:spMk id="24" creationId="{F0FC6C72-B25B-9926-07CB-00A6467AA0F1}"/>
          </ac:spMkLst>
        </pc:spChg>
        <pc:grpChg chg="add mod">
          <ac:chgData name="우진 김" userId="9d5916cb77183fd7" providerId="LiveId" clId="{70C45FB2-E62E-45E5-B1FF-DCFA828D8720}" dt="2025-06-24T18:58:04.896" v="1899" actId="164"/>
          <ac:grpSpMkLst>
            <pc:docMk/>
            <pc:sldMk cId="1109168458" sldId="407"/>
            <ac:grpSpMk id="25" creationId="{7A3E54A0-535B-BCEB-F5D0-AADF45C5F79F}"/>
          </ac:grpSpMkLst>
        </pc:grpChg>
        <pc:grpChg chg="add mod">
          <ac:chgData name="우진 김" userId="9d5916cb77183fd7" providerId="LiveId" clId="{70C45FB2-E62E-45E5-B1FF-DCFA828D8720}" dt="2025-06-24T18:58:09.174" v="1900" actId="164"/>
          <ac:grpSpMkLst>
            <pc:docMk/>
            <pc:sldMk cId="1109168458" sldId="407"/>
            <ac:grpSpMk id="26" creationId="{508A1E7F-88E6-C3A6-FF31-7FF39FD94313}"/>
          </ac:grpSpMkLst>
        </pc:grpChg>
        <pc:grpChg chg="add mod">
          <ac:chgData name="우진 김" userId="9d5916cb77183fd7" providerId="LiveId" clId="{70C45FB2-E62E-45E5-B1FF-DCFA828D8720}" dt="2025-06-24T18:58:19.721" v="1902" actId="164"/>
          <ac:grpSpMkLst>
            <pc:docMk/>
            <pc:sldMk cId="1109168458" sldId="407"/>
            <ac:grpSpMk id="27" creationId="{E5DDFFD3-36E6-063A-95C0-A55BE7050F27}"/>
          </ac:grpSpMkLst>
        </pc:grpChg>
        <pc:grpChg chg="add mod">
          <ac:chgData name="우진 김" userId="9d5916cb77183fd7" providerId="LiveId" clId="{70C45FB2-E62E-45E5-B1FF-DCFA828D8720}" dt="2025-06-24T18:58:23.577" v="1903" actId="164"/>
          <ac:grpSpMkLst>
            <pc:docMk/>
            <pc:sldMk cId="1109168458" sldId="407"/>
            <ac:grpSpMk id="28" creationId="{30153647-6459-01A6-6B2E-58479EE8BF89}"/>
          </ac:grpSpMkLst>
        </pc:grpChg>
        <pc:picChg chg="add mod">
          <ac:chgData name="우진 김" userId="9d5916cb77183fd7" providerId="LiveId" clId="{70C45FB2-E62E-45E5-B1FF-DCFA828D8720}" dt="2025-06-24T18:58:19.721" v="1902" actId="164"/>
          <ac:picMkLst>
            <pc:docMk/>
            <pc:sldMk cId="1109168458" sldId="407"/>
            <ac:picMk id="21" creationId="{545653BB-4EEA-2823-65DB-408C97D7B68D}"/>
          </ac:picMkLst>
        </pc:picChg>
        <pc:picChg chg="add mod">
          <ac:chgData name="우진 김" userId="9d5916cb77183fd7" providerId="LiveId" clId="{70C45FB2-E62E-45E5-B1FF-DCFA828D8720}" dt="2025-06-24T18:58:09.174" v="1900" actId="164"/>
          <ac:picMkLst>
            <pc:docMk/>
            <pc:sldMk cId="1109168458" sldId="407"/>
            <ac:picMk id="1026" creationId="{035963B6-90F9-9E55-F5A1-4082FDCE7444}"/>
          </ac:picMkLst>
        </pc:picChg>
        <pc:picChg chg="add mod">
          <ac:chgData name="우진 김" userId="9d5916cb77183fd7" providerId="LiveId" clId="{70C45FB2-E62E-45E5-B1FF-DCFA828D8720}" dt="2025-06-24T18:58:09.174" v="1900" actId="164"/>
          <ac:picMkLst>
            <pc:docMk/>
            <pc:sldMk cId="1109168458" sldId="407"/>
            <ac:picMk id="1028" creationId="{D040B4C7-5E0C-766D-BD54-EB30CFE3D6A0}"/>
          </ac:picMkLst>
        </pc:picChg>
        <pc:picChg chg="add mod">
          <ac:chgData name="우진 김" userId="9d5916cb77183fd7" providerId="LiveId" clId="{70C45FB2-E62E-45E5-B1FF-DCFA828D8720}" dt="2025-06-24T18:58:09.174" v="1900" actId="164"/>
          <ac:picMkLst>
            <pc:docMk/>
            <pc:sldMk cId="1109168458" sldId="407"/>
            <ac:picMk id="1030" creationId="{6657CE0E-A7EE-561A-224E-285C06D67F13}"/>
          </ac:picMkLst>
        </pc:picChg>
        <pc:picChg chg="add mod">
          <ac:chgData name="우진 김" userId="9d5916cb77183fd7" providerId="LiveId" clId="{70C45FB2-E62E-45E5-B1FF-DCFA828D8720}" dt="2025-06-24T18:58:23.577" v="1903" actId="164"/>
          <ac:picMkLst>
            <pc:docMk/>
            <pc:sldMk cId="1109168458" sldId="407"/>
            <ac:picMk id="1032" creationId="{75BF3C11-2241-7CA1-AC11-A348AECA69EF}"/>
          </ac:picMkLst>
        </pc:picChg>
        <pc:cxnChg chg="add mod">
          <ac:chgData name="우진 김" userId="9d5916cb77183fd7" providerId="LiveId" clId="{70C45FB2-E62E-45E5-B1FF-DCFA828D8720}" dt="2025-06-24T18:58:09.174" v="1900" actId="164"/>
          <ac:cxnSpMkLst>
            <pc:docMk/>
            <pc:sldMk cId="1109168458" sldId="407"/>
            <ac:cxnSpMk id="11" creationId="{E90897ED-862B-2EA5-49DA-A786221DF369}"/>
          </ac:cxnSpMkLst>
        </pc:cxnChg>
        <pc:cxnChg chg="add mod">
          <ac:chgData name="우진 김" userId="9d5916cb77183fd7" providerId="LiveId" clId="{70C45FB2-E62E-45E5-B1FF-DCFA828D8720}" dt="2025-06-24T18:58:19.721" v="1902" actId="164"/>
          <ac:cxnSpMkLst>
            <pc:docMk/>
            <pc:sldMk cId="1109168458" sldId="407"/>
            <ac:cxnSpMk id="16" creationId="{22B2848D-FE1C-64A7-9997-A3E1C61665A4}"/>
          </ac:cxnSpMkLst>
        </pc:cxnChg>
        <pc:cxnChg chg="add mod">
          <ac:chgData name="우진 김" userId="9d5916cb77183fd7" providerId="LiveId" clId="{70C45FB2-E62E-45E5-B1FF-DCFA828D8720}" dt="2025-06-24T18:58:23.577" v="1903" actId="164"/>
          <ac:cxnSpMkLst>
            <pc:docMk/>
            <pc:sldMk cId="1109168458" sldId="407"/>
            <ac:cxnSpMk id="23" creationId="{5E69AF4A-87CF-5AA6-05AD-B067A021B805}"/>
          </ac:cxnSpMkLst>
        </pc:cxnChg>
      </pc:sldChg>
      <pc:sldChg chg="modSp mod">
        <pc:chgData name="우진 김" userId="9d5916cb77183fd7" providerId="LiveId" clId="{70C45FB2-E62E-45E5-B1FF-DCFA828D8720}" dt="2025-06-25T03:35:31.754" v="9300" actId="20577"/>
        <pc:sldMkLst>
          <pc:docMk/>
          <pc:sldMk cId="1891535383" sldId="408"/>
        </pc:sldMkLst>
        <pc:spChg chg="mod">
          <ac:chgData name="우진 김" userId="9d5916cb77183fd7" providerId="LiveId" clId="{70C45FB2-E62E-45E5-B1FF-DCFA828D8720}" dt="2025-06-25T03:35:31.754" v="9300" actId="20577"/>
          <ac:spMkLst>
            <pc:docMk/>
            <pc:sldMk cId="1891535383" sldId="408"/>
            <ac:spMk id="8" creationId="{9D77DBBE-31E0-A9DD-608D-4F8C150B96CF}"/>
          </ac:spMkLst>
        </pc:spChg>
      </pc:sldChg>
      <pc:sldChg chg="addSp delSp modSp mod modAnim">
        <pc:chgData name="우진 김" userId="9d5916cb77183fd7" providerId="LiveId" clId="{70C45FB2-E62E-45E5-B1FF-DCFA828D8720}" dt="2025-06-25T03:35:35.163" v="9304" actId="20577"/>
        <pc:sldMkLst>
          <pc:docMk/>
          <pc:sldMk cId="2371426764" sldId="409"/>
        </pc:sldMkLst>
        <pc:spChg chg="mod">
          <ac:chgData name="우진 김" userId="9d5916cb77183fd7" providerId="LiveId" clId="{70C45FB2-E62E-45E5-B1FF-DCFA828D8720}" dt="2025-06-24T19:28:12.246" v="2267" actId="164"/>
          <ac:spMkLst>
            <pc:docMk/>
            <pc:sldMk cId="2371426764" sldId="409"/>
            <ac:spMk id="3" creationId="{DAAF26F6-7203-687E-BE10-574E5DE17EB4}"/>
          </ac:spMkLst>
        </pc:spChg>
        <pc:spChg chg="mod">
          <ac:chgData name="우진 김" userId="9d5916cb77183fd7" providerId="LiveId" clId="{70C45FB2-E62E-45E5-B1FF-DCFA828D8720}" dt="2025-06-24T19:27:59.339" v="2265" actId="164"/>
          <ac:spMkLst>
            <pc:docMk/>
            <pc:sldMk cId="2371426764" sldId="409"/>
            <ac:spMk id="5" creationId="{EE13A16F-47D2-00DD-339D-2F293E252FD4}"/>
          </ac:spMkLst>
        </pc:spChg>
        <pc:spChg chg="mod">
          <ac:chgData name="우진 김" userId="9d5916cb77183fd7" providerId="LiveId" clId="{70C45FB2-E62E-45E5-B1FF-DCFA828D8720}" dt="2025-06-24T19:28:06.729" v="2266" actId="164"/>
          <ac:spMkLst>
            <pc:docMk/>
            <pc:sldMk cId="2371426764" sldId="409"/>
            <ac:spMk id="6" creationId="{E584F4CC-ECF9-134B-A726-F942C1CCB7E5}"/>
          </ac:spMkLst>
        </pc:spChg>
        <pc:spChg chg="mod">
          <ac:chgData name="우진 김" userId="9d5916cb77183fd7" providerId="LiveId" clId="{70C45FB2-E62E-45E5-B1FF-DCFA828D8720}" dt="2025-06-24T19:27:50.294" v="2264" actId="1076"/>
          <ac:spMkLst>
            <pc:docMk/>
            <pc:sldMk cId="2371426764" sldId="409"/>
            <ac:spMk id="7" creationId="{C8A65786-0DB8-568E-F084-E97C00B77F00}"/>
          </ac:spMkLst>
        </pc:spChg>
        <pc:spChg chg="mod">
          <ac:chgData name="우진 김" userId="9d5916cb77183fd7" providerId="LiveId" clId="{70C45FB2-E62E-45E5-B1FF-DCFA828D8720}" dt="2025-06-25T03:35:35.163" v="9304" actId="20577"/>
          <ac:spMkLst>
            <pc:docMk/>
            <pc:sldMk cId="2371426764" sldId="409"/>
            <ac:spMk id="8" creationId="{7D8C24F6-906F-C9A4-7CCA-7AC1FB0BBCD7}"/>
          </ac:spMkLst>
        </pc:spChg>
        <pc:spChg chg="add mod">
          <ac:chgData name="우진 김" userId="9d5916cb77183fd7" providerId="LiveId" clId="{70C45FB2-E62E-45E5-B1FF-DCFA828D8720}" dt="2025-06-24T19:28:12.246" v="2267" actId="164"/>
          <ac:spMkLst>
            <pc:docMk/>
            <pc:sldMk cId="2371426764" sldId="409"/>
            <ac:spMk id="12" creationId="{D5AA6D60-A96D-1A96-063E-BAA81EA27C39}"/>
          </ac:spMkLst>
        </pc:spChg>
        <pc:spChg chg="add mod">
          <ac:chgData name="우진 김" userId="9d5916cb77183fd7" providerId="LiveId" clId="{70C45FB2-E62E-45E5-B1FF-DCFA828D8720}" dt="2025-06-24T19:27:59.339" v="2265" actId="164"/>
          <ac:spMkLst>
            <pc:docMk/>
            <pc:sldMk cId="2371426764" sldId="409"/>
            <ac:spMk id="14" creationId="{829FE957-DE37-17FB-499D-8BBBBBD15738}"/>
          </ac:spMkLst>
        </pc:spChg>
        <pc:spChg chg="add mod">
          <ac:chgData name="우진 김" userId="9d5916cb77183fd7" providerId="LiveId" clId="{70C45FB2-E62E-45E5-B1FF-DCFA828D8720}" dt="2025-06-24T19:28:06.729" v="2266" actId="164"/>
          <ac:spMkLst>
            <pc:docMk/>
            <pc:sldMk cId="2371426764" sldId="409"/>
            <ac:spMk id="15" creationId="{13C383C4-3328-9D65-DDFA-29A38988CF56}"/>
          </ac:spMkLst>
        </pc:spChg>
        <pc:spChg chg="add mod">
          <ac:chgData name="우진 김" userId="9d5916cb77183fd7" providerId="LiveId" clId="{70C45FB2-E62E-45E5-B1FF-DCFA828D8720}" dt="2025-06-24T19:28:12.246" v="2267" actId="164"/>
          <ac:spMkLst>
            <pc:docMk/>
            <pc:sldMk cId="2371426764" sldId="409"/>
            <ac:spMk id="20" creationId="{D027D0CA-F23B-34AA-4916-29A330B41844}"/>
          </ac:spMkLst>
        </pc:spChg>
        <pc:spChg chg="add mod">
          <ac:chgData name="우진 김" userId="9d5916cb77183fd7" providerId="LiveId" clId="{70C45FB2-E62E-45E5-B1FF-DCFA828D8720}" dt="2025-06-24T19:27:59.339" v="2265" actId="164"/>
          <ac:spMkLst>
            <pc:docMk/>
            <pc:sldMk cId="2371426764" sldId="409"/>
            <ac:spMk id="22" creationId="{00C089D1-707D-8D49-A18C-6CE9722194BC}"/>
          </ac:spMkLst>
        </pc:spChg>
        <pc:spChg chg="add mod">
          <ac:chgData name="우진 김" userId="9d5916cb77183fd7" providerId="LiveId" clId="{70C45FB2-E62E-45E5-B1FF-DCFA828D8720}" dt="2025-06-24T19:27:59.339" v="2265" actId="164"/>
          <ac:spMkLst>
            <pc:docMk/>
            <pc:sldMk cId="2371426764" sldId="409"/>
            <ac:spMk id="24" creationId="{7DCE3646-F568-14AB-1342-84E6FB7F49AD}"/>
          </ac:spMkLst>
        </pc:spChg>
        <pc:spChg chg="add mod">
          <ac:chgData name="우진 김" userId="9d5916cb77183fd7" providerId="LiveId" clId="{70C45FB2-E62E-45E5-B1FF-DCFA828D8720}" dt="2025-06-24T19:27:59.339" v="2265" actId="164"/>
          <ac:spMkLst>
            <pc:docMk/>
            <pc:sldMk cId="2371426764" sldId="409"/>
            <ac:spMk id="25" creationId="{C0038886-E083-1745-9207-14A0B78F7F07}"/>
          </ac:spMkLst>
        </pc:spChg>
        <pc:spChg chg="add del mod">
          <ac:chgData name="우진 김" userId="9d5916cb77183fd7" providerId="LiveId" clId="{70C45FB2-E62E-45E5-B1FF-DCFA828D8720}" dt="2025-06-24T19:25:01.733" v="2185" actId="478"/>
          <ac:spMkLst>
            <pc:docMk/>
            <pc:sldMk cId="2371426764" sldId="409"/>
            <ac:spMk id="26" creationId="{BBF9F4EA-9D91-F638-8240-97E569F23A47}"/>
          </ac:spMkLst>
        </pc:spChg>
        <pc:spChg chg="add mod">
          <ac:chgData name="우진 김" userId="9d5916cb77183fd7" providerId="LiveId" clId="{70C45FB2-E62E-45E5-B1FF-DCFA828D8720}" dt="2025-06-24T19:27:59.339" v="2265" actId="164"/>
          <ac:spMkLst>
            <pc:docMk/>
            <pc:sldMk cId="2371426764" sldId="409"/>
            <ac:spMk id="28" creationId="{81BA65D8-61BE-940C-51FD-CA89D42D5481}"/>
          </ac:spMkLst>
        </pc:spChg>
        <pc:spChg chg="add mod">
          <ac:chgData name="우진 김" userId="9d5916cb77183fd7" providerId="LiveId" clId="{70C45FB2-E62E-45E5-B1FF-DCFA828D8720}" dt="2025-06-24T19:27:59.339" v="2265" actId="164"/>
          <ac:spMkLst>
            <pc:docMk/>
            <pc:sldMk cId="2371426764" sldId="409"/>
            <ac:spMk id="29" creationId="{EAEC01E1-F8EF-C266-88E6-96FF8965187E}"/>
          </ac:spMkLst>
        </pc:spChg>
        <pc:spChg chg="add mod">
          <ac:chgData name="우진 김" userId="9d5916cb77183fd7" providerId="LiveId" clId="{70C45FB2-E62E-45E5-B1FF-DCFA828D8720}" dt="2025-06-24T19:28:06.729" v="2266" actId="164"/>
          <ac:spMkLst>
            <pc:docMk/>
            <pc:sldMk cId="2371426764" sldId="409"/>
            <ac:spMk id="31" creationId="{F1AE92EE-C9E2-443B-0EFF-CC24CF58F1DF}"/>
          </ac:spMkLst>
        </pc:spChg>
        <pc:spChg chg="add del mod">
          <ac:chgData name="우진 김" userId="9d5916cb77183fd7" providerId="LiveId" clId="{70C45FB2-E62E-45E5-B1FF-DCFA828D8720}" dt="2025-06-24T19:26:11.676" v="2209" actId="478"/>
          <ac:spMkLst>
            <pc:docMk/>
            <pc:sldMk cId="2371426764" sldId="409"/>
            <ac:spMk id="32" creationId="{194801C2-1BF2-6DF9-6813-0DC61FA6A4CA}"/>
          </ac:spMkLst>
        </pc:spChg>
        <pc:spChg chg="add mod">
          <ac:chgData name="우진 김" userId="9d5916cb77183fd7" providerId="LiveId" clId="{70C45FB2-E62E-45E5-B1FF-DCFA828D8720}" dt="2025-06-24T19:28:06.729" v="2266" actId="164"/>
          <ac:spMkLst>
            <pc:docMk/>
            <pc:sldMk cId="2371426764" sldId="409"/>
            <ac:spMk id="34" creationId="{1954DDA0-3F9B-2657-E618-175B7E91037F}"/>
          </ac:spMkLst>
        </pc:spChg>
        <pc:spChg chg="add mod">
          <ac:chgData name="우진 김" userId="9d5916cb77183fd7" providerId="LiveId" clId="{70C45FB2-E62E-45E5-B1FF-DCFA828D8720}" dt="2025-06-24T19:28:06.729" v="2266" actId="164"/>
          <ac:spMkLst>
            <pc:docMk/>
            <pc:sldMk cId="2371426764" sldId="409"/>
            <ac:spMk id="36" creationId="{4FBCF28C-AD33-E6F2-A578-BCF210204BCD}"/>
          </ac:spMkLst>
        </pc:spChg>
        <pc:grpChg chg="add mod">
          <ac:chgData name="우진 김" userId="9d5916cb77183fd7" providerId="LiveId" clId="{70C45FB2-E62E-45E5-B1FF-DCFA828D8720}" dt="2025-06-24T19:27:59.339" v="2265" actId="164"/>
          <ac:grpSpMkLst>
            <pc:docMk/>
            <pc:sldMk cId="2371426764" sldId="409"/>
            <ac:grpSpMk id="37" creationId="{707B26B5-C430-1052-2FA2-A8E2F21B7002}"/>
          </ac:grpSpMkLst>
        </pc:grpChg>
        <pc:grpChg chg="add mod">
          <ac:chgData name="우진 김" userId="9d5916cb77183fd7" providerId="LiveId" clId="{70C45FB2-E62E-45E5-B1FF-DCFA828D8720}" dt="2025-06-24T19:28:06.729" v="2266" actId="164"/>
          <ac:grpSpMkLst>
            <pc:docMk/>
            <pc:sldMk cId="2371426764" sldId="409"/>
            <ac:grpSpMk id="38" creationId="{E2F30976-9B30-ABD4-7BAA-C8C22682A119}"/>
          </ac:grpSpMkLst>
        </pc:grpChg>
        <pc:grpChg chg="add mod">
          <ac:chgData name="우진 김" userId="9d5916cb77183fd7" providerId="LiveId" clId="{70C45FB2-E62E-45E5-B1FF-DCFA828D8720}" dt="2025-06-24T19:28:12.246" v="2267" actId="164"/>
          <ac:grpSpMkLst>
            <pc:docMk/>
            <pc:sldMk cId="2371426764" sldId="409"/>
            <ac:grpSpMk id="39" creationId="{55315374-0D66-9760-2081-A7944D18F704}"/>
          </ac:grpSpMkLst>
        </pc:grpChg>
        <pc:cxnChg chg="add mod">
          <ac:chgData name="우진 김" userId="9d5916cb77183fd7" providerId="LiveId" clId="{70C45FB2-E62E-45E5-B1FF-DCFA828D8720}" dt="2025-06-24T19:28:12.246" v="2267" actId="164"/>
          <ac:cxnSpMkLst>
            <pc:docMk/>
            <pc:sldMk cId="2371426764" sldId="409"/>
            <ac:cxnSpMk id="9" creationId="{7B18B8B4-7E6A-5C8E-E2AC-24F189607025}"/>
          </ac:cxnSpMkLst>
        </pc:cxnChg>
        <pc:cxnChg chg="add mod">
          <ac:chgData name="우진 김" userId="9d5916cb77183fd7" providerId="LiveId" clId="{70C45FB2-E62E-45E5-B1FF-DCFA828D8720}" dt="2025-06-24T19:27:59.339" v="2265" actId="164"/>
          <ac:cxnSpMkLst>
            <pc:docMk/>
            <pc:sldMk cId="2371426764" sldId="409"/>
            <ac:cxnSpMk id="13" creationId="{253DD01B-8840-85CA-40C9-14A49AB3A4C4}"/>
          </ac:cxnSpMkLst>
        </pc:cxnChg>
        <pc:cxnChg chg="add mod">
          <ac:chgData name="우진 김" userId="9d5916cb77183fd7" providerId="LiveId" clId="{70C45FB2-E62E-45E5-B1FF-DCFA828D8720}" dt="2025-06-24T19:28:06.729" v="2266" actId="164"/>
          <ac:cxnSpMkLst>
            <pc:docMk/>
            <pc:sldMk cId="2371426764" sldId="409"/>
            <ac:cxnSpMk id="16" creationId="{B8001060-D0E0-A538-87FB-EE83BD7B8DEC}"/>
          </ac:cxnSpMkLst>
        </pc:cxnChg>
        <pc:cxnChg chg="add mod">
          <ac:chgData name="우진 김" userId="9d5916cb77183fd7" providerId="LiveId" clId="{70C45FB2-E62E-45E5-B1FF-DCFA828D8720}" dt="2025-06-24T19:28:12.246" v="2267" actId="164"/>
          <ac:cxnSpMkLst>
            <pc:docMk/>
            <pc:sldMk cId="2371426764" sldId="409"/>
            <ac:cxnSpMk id="18" creationId="{C27557A1-DA5D-C3BE-7F34-22427911DA0B}"/>
          </ac:cxnSpMkLst>
        </pc:cxnChg>
        <pc:cxnChg chg="add mod">
          <ac:chgData name="우진 김" userId="9d5916cb77183fd7" providerId="LiveId" clId="{70C45FB2-E62E-45E5-B1FF-DCFA828D8720}" dt="2025-06-24T19:20:56.162" v="2166" actId="1036"/>
          <ac:cxnSpMkLst>
            <pc:docMk/>
            <pc:sldMk cId="2371426764" sldId="409"/>
            <ac:cxnSpMk id="21" creationId="{1D844E7C-BF24-B1CE-1D24-1673E2D59009}"/>
          </ac:cxnSpMkLst>
        </pc:cxnChg>
        <pc:cxnChg chg="add mod">
          <ac:chgData name="우진 김" userId="9d5916cb77183fd7" providerId="LiveId" clId="{70C45FB2-E62E-45E5-B1FF-DCFA828D8720}" dt="2025-06-24T19:27:59.339" v="2265" actId="164"/>
          <ac:cxnSpMkLst>
            <pc:docMk/>
            <pc:sldMk cId="2371426764" sldId="409"/>
            <ac:cxnSpMk id="23" creationId="{3B66C89E-EAB9-183B-0777-CE8CB1BC5FEB}"/>
          </ac:cxnSpMkLst>
        </pc:cxnChg>
        <pc:cxnChg chg="add mod">
          <ac:chgData name="우진 김" userId="9d5916cb77183fd7" providerId="LiveId" clId="{70C45FB2-E62E-45E5-B1FF-DCFA828D8720}" dt="2025-06-24T19:25:37.643" v="2195" actId="1076"/>
          <ac:cxnSpMkLst>
            <pc:docMk/>
            <pc:sldMk cId="2371426764" sldId="409"/>
            <ac:cxnSpMk id="27" creationId="{21F97302-F262-9135-ADE2-F73B4C855C0F}"/>
          </ac:cxnSpMkLst>
        </pc:cxnChg>
        <pc:cxnChg chg="add mod">
          <ac:chgData name="우진 김" userId="9d5916cb77183fd7" providerId="LiveId" clId="{70C45FB2-E62E-45E5-B1FF-DCFA828D8720}" dt="2025-06-24T19:28:06.729" v="2266" actId="164"/>
          <ac:cxnSpMkLst>
            <pc:docMk/>
            <pc:sldMk cId="2371426764" sldId="409"/>
            <ac:cxnSpMk id="30" creationId="{AEFD7694-9FB3-626C-74B0-1D02AFC54951}"/>
          </ac:cxnSpMkLst>
        </pc:cxnChg>
        <pc:cxnChg chg="add mod">
          <ac:chgData name="우진 김" userId="9d5916cb77183fd7" providerId="LiveId" clId="{70C45FB2-E62E-45E5-B1FF-DCFA828D8720}" dt="2025-06-24T19:28:06.729" v="2266" actId="164"/>
          <ac:cxnSpMkLst>
            <pc:docMk/>
            <pc:sldMk cId="2371426764" sldId="409"/>
            <ac:cxnSpMk id="33" creationId="{C98BDF8C-AB92-8E86-3ADC-4C66FE405720}"/>
          </ac:cxnSpMkLst>
        </pc:cxnChg>
        <pc:cxnChg chg="add mod">
          <ac:chgData name="우진 김" userId="9d5916cb77183fd7" providerId="LiveId" clId="{70C45FB2-E62E-45E5-B1FF-DCFA828D8720}" dt="2025-06-24T19:28:06.729" v="2266" actId="164"/>
          <ac:cxnSpMkLst>
            <pc:docMk/>
            <pc:sldMk cId="2371426764" sldId="409"/>
            <ac:cxnSpMk id="35" creationId="{B225A3EF-5414-8DE5-E3A1-BF47CE87D865}"/>
          </ac:cxnSpMkLst>
        </pc:cxnChg>
      </pc:sldChg>
      <pc:sldChg chg="addSp delSp modSp mod">
        <pc:chgData name="우진 김" userId="9d5916cb77183fd7" providerId="LiveId" clId="{70C45FB2-E62E-45E5-B1FF-DCFA828D8720}" dt="2025-06-25T03:35:38.795" v="9308" actId="20577"/>
        <pc:sldMkLst>
          <pc:docMk/>
          <pc:sldMk cId="1015900713" sldId="410"/>
        </pc:sldMkLst>
        <pc:spChg chg="del">
          <ac:chgData name="우진 김" userId="9d5916cb77183fd7" providerId="LiveId" clId="{70C45FB2-E62E-45E5-B1FF-DCFA828D8720}" dt="2025-06-24T19:29:14.801" v="2278" actId="478"/>
          <ac:spMkLst>
            <pc:docMk/>
            <pc:sldMk cId="1015900713" sldId="410"/>
            <ac:spMk id="3" creationId="{2E25D748-D461-BC53-4B73-644BCEF4DA0A}"/>
          </ac:spMkLst>
        </pc:spChg>
        <pc:spChg chg="mod">
          <ac:chgData name="우진 김" userId="9d5916cb77183fd7" providerId="LiveId" clId="{70C45FB2-E62E-45E5-B1FF-DCFA828D8720}" dt="2025-06-24T19:32:27.249" v="2341" actId="20577"/>
          <ac:spMkLst>
            <pc:docMk/>
            <pc:sldMk cId="1015900713" sldId="410"/>
            <ac:spMk id="4" creationId="{B609A6D8-678D-AFD9-E2AB-558CF2F57F32}"/>
          </ac:spMkLst>
        </pc:spChg>
        <pc:spChg chg="del">
          <ac:chgData name="우진 김" userId="9d5916cb77183fd7" providerId="LiveId" clId="{70C45FB2-E62E-45E5-B1FF-DCFA828D8720}" dt="2025-06-24T19:29:14.801" v="2278" actId="478"/>
          <ac:spMkLst>
            <pc:docMk/>
            <pc:sldMk cId="1015900713" sldId="410"/>
            <ac:spMk id="5" creationId="{80C51834-C396-2B8A-0FD7-486DBF9E8A6C}"/>
          </ac:spMkLst>
        </pc:spChg>
        <pc:spChg chg="del">
          <ac:chgData name="우진 김" userId="9d5916cb77183fd7" providerId="LiveId" clId="{70C45FB2-E62E-45E5-B1FF-DCFA828D8720}" dt="2025-06-24T19:29:14.801" v="2278" actId="478"/>
          <ac:spMkLst>
            <pc:docMk/>
            <pc:sldMk cId="1015900713" sldId="410"/>
            <ac:spMk id="6" creationId="{07B98960-6CBF-FF39-7EA7-08355925A4F9}"/>
          </ac:spMkLst>
        </pc:spChg>
        <pc:spChg chg="del">
          <ac:chgData name="우진 김" userId="9d5916cb77183fd7" providerId="LiveId" clId="{70C45FB2-E62E-45E5-B1FF-DCFA828D8720}" dt="2025-06-24T19:29:14.801" v="2278" actId="478"/>
          <ac:spMkLst>
            <pc:docMk/>
            <pc:sldMk cId="1015900713" sldId="410"/>
            <ac:spMk id="7" creationId="{CFADDF87-0920-0F4F-3A4E-92310A3160DA}"/>
          </ac:spMkLst>
        </pc:spChg>
        <pc:spChg chg="mod">
          <ac:chgData name="우진 김" userId="9d5916cb77183fd7" providerId="LiveId" clId="{70C45FB2-E62E-45E5-B1FF-DCFA828D8720}" dt="2025-06-25T03:35:38.795" v="9308" actId="20577"/>
          <ac:spMkLst>
            <pc:docMk/>
            <pc:sldMk cId="1015900713" sldId="410"/>
            <ac:spMk id="8" creationId="{9D1C9774-DC16-FD9A-1835-C8BDB8BC14DE}"/>
          </ac:spMkLst>
        </pc:spChg>
        <pc:spChg chg="add del mod">
          <ac:chgData name="우진 김" userId="9d5916cb77183fd7" providerId="LiveId" clId="{70C45FB2-E62E-45E5-B1FF-DCFA828D8720}" dt="2025-06-24T19:32:36.946" v="2343" actId="478"/>
          <ac:spMkLst>
            <pc:docMk/>
            <pc:sldMk cId="1015900713" sldId="410"/>
            <ac:spMk id="10" creationId="{6B2D30C0-956C-5FB8-D3D3-C5FC471B2D44}"/>
          </ac:spMkLst>
        </pc:spChg>
        <pc:spChg chg="add mod">
          <ac:chgData name="우진 김" userId="9d5916cb77183fd7" providerId="LiveId" clId="{70C45FB2-E62E-45E5-B1FF-DCFA828D8720}" dt="2025-06-24T19:41:46.619" v="2508" actId="164"/>
          <ac:spMkLst>
            <pc:docMk/>
            <pc:sldMk cId="1015900713" sldId="410"/>
            <ac:spMk id="12" creationId="{6B290D12-E7A6-1E87-B2BF-C343656AE78E}"/>
          </ac:spMkLst>
        </pc:spChg>
        <pc:spChg chg="add mod">
          <ac:chgData name="우진 김" userId="9d5916cb77183fd7" providerId="LiveId" clId="{70C45FB2-E62E-45E5-B1FF-DCFA828D8720}" dt="2025-06-24T19:41:46.619" v="2508" actId="164"/>
          <ac:spMkLst>
            <pc:docMk/>
            <pc:sldMk cId="1015900713" sldId="410"/>
            <ac:spMk id="13" creationId="{73A92B15-FDCE-6F12-C138-43F9EC3E87B9}"/>
          </ac:spMkLst>
        </pc:spChg>
        <pc:spChg chg="add mod">
          <ac:chgData name="우진 김" userId="9d5916cb77183fd7" providerId="LiveId" clId="{70C45FB2-E62E-45E5-B1FF-DCFA828D8720}" dt="2025-06-24T19:42:00.203" v="2511" actId="408"/>
          <ac:spMkLst>
            <pc:docMk/>
            <pc:sldMk cId="1015900713" sldId="410"/>
            <ac:spMk id="14" creationId="{DEDBDBDE-73D9-79DD-35D0-C528C13FD96D}"/>
          </ac:spMkLst>
        </pc:spChg>
        <pc:spChg chg="add del">
          <ac:chgData name="우진 김" userId="9d5916cb77183fd7" providerId="LiveId" clId="{70C45FB2-E62E-45E5-B1FF-DCFA828D8720}" dt="2025-06-24T19:37:34.554" v="2429" actId="478"/>
          <ac:spMkLst>
            <pc:docMk/>
            <pc:sldMk cId="1015900713" sldId="410"/>
            <ac:spMk id="16" creationId="{878820B4-829E-932A-306F-87538801CFDA}"/>
          </ac:spMkLst>
        </pc:spChg>
        <pc:spChg chg="add del">
          <ac:chgData name="우진 김" userId="9d5916cb77183fd7" providerId="LiveId" clId="{70C45FB2-E62E-45E5-B1FF-DCFA828D8720}" dt="2025-06-24T19:37:39.174" v="2431" actId="22"/>
          <ac:spMkLst>
            <pc:docMk/>
            <pc:sldMk cId="1015900713" sldId="410"/>
            <ac:spMk id="18" creationId="{71744C37-7519-6CF1-CEEE-843D9C731CFD}"/>
          </ac:spMkLst>
        </pc:spChg>
        <pc:spChg chg="add del">
          <ac:chgData name="우진 김" userId="9d5916cb77183fd7" providerId="LiveId" clId="{70C45FB2-E62E-45E5-B1FF-DCFA828D8720}" dt="2025-06-24T19:37:44.347" v="2435" actId="478"/>
          <ac:spMkLst>
            <pc:docMk/>
            <pc:sldMk cId="1015900713" sldId="410"/>
            <ac:spMk id="20" creationId="{849F001A-D742-7B5E-BF7F-FBF6FE05CFF5}"/>
          </ac:spMkLst>
        </pc:spChg>
        <pc:spChg chg="add del">
          <ac:chgData name="우진 김" userId="9d5916cb77183fd7" providerId="LiveId" clId="{70C45FB2-E62E-45E5-B1FF-DCFA828D8720}" dt="2025-06-24T19:38:53.450" v="2445" actId="22"/>
          <ac:spMkLst>
            <pc:docMk/>
            <pc:sldMk cId="1015900713" sldId="410"/>
            <ac:spMk id="24" creationId="{BF13C250-B185-1E4C-15B5-918D0A7FAC46}"/>
          </ac:spMkLst>
        </pc:spChg>
        <pc:spChg chg="add mod">
          <ac:chgData name="우진 김" userId="9d5916cb77183fd7" providerId="LiveId" clId="{70C45FB2-E62E-45E5-B1FF-DCFA828D8720}" dt="2025-06-24T19:42:00.203" v="2511" actId="408"/>
          <ac:spMkLst>
            <pc:docMk/>
            <pc:sldMk cId="1015900713" sldId="410"/>
            <ac:spMk id="26" creationId="{2D872E2F-11A3-57D9-01A7-26A5B8CECBDC}"/>
          </ac:spMkLst>
        </pc:spChg>
        <pc:spChg chg="add">
          <ac:chgData name="우진 김" userId="9d5916cb77183fd7" providerId="LiveId" clId="{70C45FB2-E62E-45E5-B1FF-DCFA828D8720}" dt="2025-06-24T19:40:42.408" v="2466"/>
          <ac:spMkLst>
            <pc:docMk/>
            <pc:sldMk cId="1015900713" sldId="410"/>
            <ac:spMk id="27" creationId="{4F40B9BC-B429-14F0-3FB3-CA44B954B340}"/>
          </ac:spMkLst>
        </pc:spChg>
        <pc:spChg chg="add mod">
          <ac:chgData name="우진 김" userId="9d5916cb77183fd7" providerId="LiveId" clId="{70C45FB2-E62E-45E5-B1FF-DCFA828D8720}" dt="2025-06-24T19:41:52.892" v="2510" actId="164"/>
          <ac:spMkLst>
            <pc:docMk/>
            <pc:sldMk cId="1015900713" sldId="410"/>
            <ac:spMk id="29" creationId="{1B72C969-9871-5CE7-EFC9-C2CE519154FA}"/>
          </ac:spMkLst>
        </pc:spChg>
        <pc:spChg chg="add del">
          <ac:chgData name="우진 김" userId="9d5916cb77183fd7" providerId="LiveId" clId="{70C45FB2-E62E-45E5-B1FF-DCFA828D8720}" dt="2025-06-24T19:41:33.860" v="2502" actId="22"/>
          <ac:spMkLst>
            <pc:docMk/>
            <pc:sldMk cId="1015900713" sldId="410"/>
            <ac:spMk id="31" creationId="{ED4F21A8-96EC-4D5A-8961-D02C760D2D22}"/>
          </ac:spMkLst>
        </pc:spChg>
        <pc:spChg chg="add mod">
          <ac:chgData name="우진 김" userId="9d5916cb77183fd7" providerId="LiveId" clId="{70C45FB2-E62E-45E5-B1FF-DCFA828D8720}" dt="2025-06-24T19:41:52.892" v="2510" actId="164"/>
          <ac:spMkLst>
            <pc:docMk/>
            <pc:sldMk cId="1015900713" sldId="410"/>
            <ac:spMk id="33" creationId="{5EECB1F4-D3C7-83AE-75ED-9BA8D0D02C58}"/>
          </ac:spMkLst>
        </pc:spChg>
        <pc:grpChg chg="add mod">
          <ac:chgData name="우진 김" userId="9d5916cb77183fd7" providerId="LiveId" clId="{70C45FB2-E62E-45E5-B1FF-DCFA828D8720}" dt="2025-06-24T19:42:00.203" v="2511" actId="408"/>
          <ac:grpSpMkLst>
            <pc:docMk/>
            <pc:sldMk cId="1015900713" sldId="410"/>
            <ac:grpSpMk id="34" creationId="{886233CD-F05E-EADE-C226-E314BFE3596A}"/>
          </ac:grpSpMkLst>
        </pc:grpChg>
        <pc:grpChg chg="add mod">
          <ac:chgData name="우진 김" userId="9d5916cb77183fd7" providerId="LiveId" clId="{70C45FB2-E62E-45E5-B1FF-DCFA828D8720}" dt="2025-06-24T19:42:00.203" v="2511" actId="408"/>
          <ac:grpSpMkLst>
            <pc:docMk/>
            <pc:sldMk cId="1015900713" sldId="410"/>
            <ac:grpSpMk id="35" creationId="{906CBF6F-3EC5-CB3E-2CCD-01B2064FA022}"/>
          </ac:grpSpMkLst>
        </pc:grpChg>
        <pc:grpChg chg="add mod">
          <ac:chgData name="우진 김" userId="9d5916cb77183fd7" providerId="LiveId" clId="{70C45FB2-E62E-45E5-B1FF-DCFA828D8720}" dt="2025-06-24T19:42:00.203" v="2511" actId="408"/>
          <ac:grpSpMkLst>
            <pc:docMk/>
            <pc:sldMk cId="1015900713" sldId="410"/>
            <ac:grpSpMk id="36" creationId="{54EC450B-5621-55C4-88EB-B4FAFEBC5079}"/>
          </ac:grpSpMkLst>
        </pc:grpChg>
        <pc:picChg chg="add mod modCrop">
          <ac:chgData name="우진 김" userId="9d5916cb77183fd7" providerId="LiveId" clId="{70C45FB2-E62E-45E5-B1FF-DCFA828D8720}" dt="2025-06-24T19:42:00.203" v="2511" actId="408"/>
          <ac:picMkLst>
            <pc:docMk/>
            <pc:sldMk cId="1015900713" sldId="410"/>
            <ac:picMk id="22" creationId="{4EE80CE3-7AEF-7CE0-832E-87AB058A59AF}"/>
          </ac:picMkLst>
        </pc:picChg>
        <pc:picChg chg="add mod">
          <ac:chgData name="우진 김" userId="9d5916cb77183fd7" providerId="LiveId" clId="{70C45FB2-E62E-45E5-B1FF-DCFA828D8720}" dt="2025-06-24T19:41:52.892" v="2510" actId="164"/>
          <ac:picMkLst>
            <pc:docMk/>
            <pc:sldMk cId="1015900713" sldId="410"/>
            <ac:picMk id="28" creationId="{50AC5A29-DEC1-9F26-639E-69382287DA2E}"/>
          </ac:picMkLst>
        </pc:picChg>
        <pc:picChg chg="add del">
          <ac:chgData name="우진 김" userId="9d5916cb77183fd7" providerId="LiveId" clId="{70C45FB2-E62E-45E5-B1FF-DCFA828D8720}" dt="2025-06-24T19:29:51.660" v="2280" actId="478"/>
          <ac:picMkLst>
            <pc:docMk/>
            <pc:sldMk cId="1015900713" sldId="410"/>
            <ac:picMk id="5122" creationId="{D2E4B99F-CB8E-9F5B-99F1-F4E3B2C29685}"/>
          </ac:picMkLst>
        </pc:picChg>
        <pc:picChg chg="add mod">
          <ac:chgData name="우진 김" userId="9d5916cb77183fd7" providerId="LiveId" clId="{70C45FB2-E62E-45E5-B1FF-DCFA828D8720}" dt="2025-06-24T19:41:46.619" v="2508" actId="164"/>
          <ac:picMkLst>
            <pc:docMk/>
            <pc:sldMk cId="1015900713" sldId="410"/>
            <ac:picMk id="5124" creationId="{0D5E1A37-A1C8-FA9D-5878-49A5807E4044}"/>
          </ac:picMkLst>
        </pc:picChg>
        <pc:picChg chg="add del mod">
          <ac:chgData name="우진 김" userId="9d5916cb77183fd7" providerId="LiveId" clId="{70C45FB2-E62E-45E5-B1FF-DCFA828D8720}" dt="2025-06-24T19:32:36.946" v="2343" actId="478"/>
          <ac:picMkLst>
            <pc:docMk/>
            <pc:sldMk cId="1015900713" sldId="410"/>
            <ac:picMk id="5126" creationId="{2425C2E5-68AF-0C03-8A18-CDF2BDFEC645}"/>
          </ac:picMkLst>
        </pc:picChg>
        <pc:cxnChg chg="add mod">
          <ac:chgData name="우진 김" userId="9d5916cb77183fd7" providerId="LiveId" clId="{70C45FB2-E62E-45E5-B1FF-DCFA828D8720}" dt="2025-06-24T22:21:59.454" v="4739"/>
          <ac:cxnSpMkLst>
            <pc:docMk/>
            <pc:sldMk cId="1015900713" sldId="410"/>
            <ac:cxnSpMk id="37" creationId="{B3D18D50-A457-1878-4430-96DCDED414A8}"/>
          </ac:cxnSpMkLst>
        </pc:cxnChg>
        <pc:cxnChg chg="add mod">
          <ac:chgData name="우진 김" userId="9d5916cb77183fd7" providerId="LiveId" clId="{70C45FB2-E62E-45E5-B1FF-DCFA828D8720}" dt="2025-06-24T22:22:07.035" v="4742" actId="1076"/>
          <ac:cxnSpMkLst>
            <pc:docMk/>
            <pc:sldMk cId="1015900713" sldId="410"/>
            <ac:cxnSpMk id="38" creationId="{959A33E0-594B-C7E2-FD38-B8B56EA38854}"/>
          </ac:cxnSpMkLst>
        </pc:cxnChg>
      </pc:sldChg>
      <pc:sldChg chg="addSp delSp modSp mod">
        <pc:chgData name="우진 김" userId="9d5916cb77183fd7" providerId="LiveId" clId="{70C45FB2-E62E-45E5-B1FF-DCFA828D8720}" dt="2025-06-25T03:36:13.445" v="9320" actId="20577"/>
        <pc:sldMkLst>
          <pc:docMk/>
          <pc:sldMk cId="395349699" sldId="412"/>
        </pc:sldMkLst>
        <pc:spChg chg="del">
          <ac:chgData name="우진 김" userId="9d5916cb77183fd7" providerId="LiveId" clId="{70C45FB2-E62E-45E5-B1FF-DCFA828D8720}" dt="2025-06-24T20:14:37.353" v="2758" actId="478"/>
          <ac:spMkLst>
            <pc:docMk/>
            <pc:sldMk cId="395349699" sldId="412"/>
            <ac:spMk id="3" creationId="{82AE8BEB-29EA-0B69-645E-DB017B78EF9B}"/>
          </ac:spMkLst>
        </pc:spChg>
        <pc:spChg chg="mod">
          <ac:chgData name="우진 김" userId="9d5916cb77183fd7" providerId="LiveId" clId="{70C45FB2-E62E-45E5-B1FF-DCFA828D8720}" dt="2025-06-24T20:04:00.159" v="2755" actId="20577"/>
          <ac:spMkLst>
            <pc:docMk/>
            <pc:sldMk cId="395349699" sldId="412"/>
            <ac:spMk id="4" creationId="{3A52F097-4BD4-19AD-FDCF-9A9D33D1E339}"/>
          </ac:spMkLst>
        </pc:spChg>
        <pc:spChg chg="del">
          <ac:chgData name="우진 김" userId="9d5916cb77183fd7" providerId="LiveId" clId="{70C45FB2-E62E-45E5-B1FF-DCFA828D8720}" dt="2025-06-24T20:14:37.353" v="2758" actId="478"/>
          <ac:spMkLst>
            <pc:docMk/>
            <pc:sldMk cId="395349699" sldId="412"/>
            <ac:spMk id="5" creationId="{B76C2C53-1F9B-2E1A-3545-6D6CC57B7239}"/>
          </ac:spMkLst>
        </pc:spChg>
        <pc:spChg chg="del">
          <ac:chgData name="우진 김" userId="9d5916cb77183fd7" providerId="LiveId" clId="{70C45FB2-E62E-45E5-B1FF-DCFA828D8720}" dt="2025-06-24T20:14:37.353" v="2758" actId="478"/>
          <ac:spMkLst>
            <pc:docMk/>
            <pc:sldMk cId="395349699" sldId="412"/>
            <ac:spMk id="6" creationId="{C176225F-EE00-2739-F3ED-E4A92E836682}"/>
          </ac:spMkLst>
        </pc:spChg>
        <pc:spChg chg="del">
          <ac:chgData name="우진 김" userId="9d5916cb77183fd7" providerId="LiveId" clId="{70C45FB2-E62E-45E5-B1FF-DCFA828D8720}" dt="2025-06-24T20:14:37.353" v="2758" actId="478"/>
          <ac:spMkLst>
            <pc:docMk/>
            <pc:sldMk cId="395349699" sldId="412"/>
            <ac:spMk id="7" creationId="{C150E52C-6EC1-0BB6-3928-F7710CDCBE48}"/>
          </ac:spMkLst>
        </pc:spChg>
        <pc:spChg chg="mod">
          <ac:chgData name="우진 김" userId="9d5916cb77183fd7" providerId="LiveId" clId="{70C45FB2-E62E-45E5-B1FF-DCFA828D8720}" dt="2025-06-25T03:36:13.445" v="9320" actId="20577"/>
          <ac:spMkLst>
            <pc:docMk/>
            <pc:sldMk cId="395349699" sldId="412"/>
            <ac:spMk id="8" creationId="{38CF62F7-CA6C-586F-88A7-8E98F8647F83}"/>
          </ac:spMkLst>
        </pc:spChg>
        <pc:spChg chg="add mod">
          <ac:chgData name="우진 김" userId="9d5916cb77183fd7" providerId="LiveId" clId="{70C45FB2-E62E-45E5-B1FF-DCFA828D8720}" dt="2025-06-24T20:28:26.138" v="2854" actId="1076"/>
          <ac:spMkLst>
            <pc:docMk/>
            <pc:sldMk cId="395349699" sldId="412"/>
            <ac:spMk id="10" creationId="{C8A14786-1E92-4725-3847-48B235444339}"/>
          </ac:spMkLst>
        </pc:spChg>
        <pc:spChg chg="add mod">
          <ac:chgData name="우진 김" userId="9d5916cb77183fd7" providerId="LiveId" clId="{70C45FB2-E62E-45E5-B1FF-DCFA828D8720}" dt="2025-06-24T20:28:26.138" v="2854" actId="1076"/>
          <ac:spMkLst>
            <pc:docMk/>
            <pc:sldMk cId="395349699" sldId="412"/>
            <ac:spMk id="11" creationId="{2732D43B-8FC3-BCA6-E6B3-69C28AB4D63F}"/>
          </ac:spMkLst>
        </pc:spChg>
        <pc:spChg chg="add mod">
          <ac:chgData name="우진 김" userId="9d5916cb77183fd7" providerId="LiveId" clId="{70C45FB2-E62E-45E5-B1FF-DCFA828D8720}" dt="2025-06-24T20:28:26.138" v="2854" actId="1076"/>
          <ac:spMkLst>
            <pc:docMk/>
            <pc:sldMk cId="395349699" sldId="412"/>
            <ac:spMk id="14" creationId="{824FA7F1-28FB-A79B-1399-62477657001A}"/>
          </ac:spMkLst>
        </pc:spChg>
        <pc:picChg chg="add mod">
          <ac:chgData name="우진 김" userId="9d5916cb77183fd7" providerId="LiveId" clId="{70C45FB2-E62E-45E5-B1FF-DCFA828D8720}" dt="2025-06-24T20:28:26.138" v="2854" actId="1076"/>
          <ac:picMkLst>
            <pc:docMk/>
            <pc:sldMk cId="395349699" sldId="412"/>
            <ac:picMk id="9" creationId="{F0A35245-8079-4E1F-62D3-BC81E780323C}"/>
          </ac:picMkLst>
        </pc:picChg>
        <pc:picChg chg="add mod">
          <ac:chgData name="우진 김" userId="9d5916cb77183fd7" providerId="LiveId" clId="{70C45FB2-E62E-45E5-B1FF-DCFA828D8720}" dt="2025-06-24T20:28:26.138" v="2854" actId="1076"/>
          <ac:picMkLst>
            <pc:docMk/>
            <pc:sldMk cId="395349699" sldId="412"/>
            <ac:picMk id="12" creationId="{92EBF5FE-D627-8C00-0211-FBE284FDE5F0}"/>
          </ac:picMkLst>
        </pc:picChg>
        <pc:picChg chg="add del mod">
          <ac:chgData name="우진 김" userId="9d5916cb77183fd7" providerId="LiveId" clId="{70C45FB2-E62E-45E5-B1FF-DCFA828D8720}" dt="2025-06-24T20:17:30.879" v="2777" actId="478"/>
          <ac:picMkLst>
            <pc:docMk/>
            <pc:sldMk cId="395349699" sldId="412"/>
            <ac:picMk id="6146" creationId="{ACCCA9EC-297C-AE44-A586-7F15047ABFE4}"/>
          </ac:picMkLst>
        </pc:picChg>
        <pc:cxnChg chg="add mod">
          <ac:chgData name="우진 김" userId="9d5916cb77183fd7" providerId="LiveId" clId="{70C45FB2-E62E-45E5-B1FF-DCFA828D8720}" dt="2025-06-24T20:28:26.138" v="2854" actId="1076"/>
          <ac:cxnSpMkLst>
            <pc:docMk/>
            <pc:sldMk cId="395349699" sldId="412"/>
            <ac:cxnSpMk id="13" creationId="{CB4998EA-3561-7099-82FF-8F9FD1B56622}"/>
          </ac:cxnSpMkLst>
        </pc:cxnChg>
      </pc:sldChg>
      <pc:sldChg chg="addSp delSp modSp mod modAnim">
        <pc:chgData name="우진 김" userId="9d5916cb77183fd7" providerId="LiveId" clId="{70C45FB2-E62E-45E5-B1FF-DCFA828D8720}" dt="2025-06-25T03:37:19.939" v="9383" actId="20577"/>
        <pc:sldMkLst>
          <pc:docMk/>
          <pc:sldMk cId="3537827683" sldId="414"/>
        </pc:sldMkLst>
        <pc:spChg chg="mod">
          <ac:chgData name="우진 김" userId="9d5916cb77183fd7" providerId="LiveId" clId="{70C45FB2-E62E-45E5-B1FF-DCFA828D8720}" dt="2025-06-24T22:11:41.928" v="4637" actId="20577"/>
          <ac:spMkLst>
            <pc:docMk/>
            <pc:sldMk cId="3537827683" sldId="414"/>
            <ac:spMk id="2" creationId="{2E41557C-9A8D-AE24-EA60-BF2DCB25D539}"/>
          </ac:spMkLst>
        </pc:spChg>
        <pc:spChg chg="del">
          <ac:chgData name="우진 김" userId="9d5916cb77183fd7" providerId="LiveId" clId="{70C45FB2-E62E-45E5-B1FF-DCFA828D8720}" dt="2025-06-24T22:23:33.561" v="4743" actId="478"/>
          <ac:spMkLst>
            <pc:docMk/>
            <pc:sldMk cId="3537827683" sldId="414"/>
            <ac:spMk id="3" creationId="{83B9D5ED-3AA2-68AC-68BE-A2009DAEC122}"/>
          </ac:spMkLst>
        </pc:spChg>
        <pc:spChg chg="mod">
          <ac:chgData name="우진 김" userId="9d5916cb77183fd7" providerId="LiveId" clId="{70C45FB2-E62E-45E5-B1FF-DCFA828D8720}" dt="2025-06-24T22:23:41.277" v="4745"/>
          <ac:spMkLst>
            <pc:docMk/>
            <pc:sldMk cId="3537827683" sldId="414"/>
            <ac:spMk id="4" creationId="{17CD1839-11B2-0CCF-14D6-F2C6D46E9B4C}"/>
          </ac:spMkLst>
        </pc:spChg>
        <pc:spChg chg="del">
          <ac:chgData name="우진 김" userId="9d5916cb77183fd7" providerId="LiveId" clId="{70C45FB2-E62E-45E5-B1FF-DCFA828D8720}" dt="2025-06-24T22:23:33.561" v="4743" actId="478"/>
          <ac:spMkLst>
            <pc:docMk/>
            <pc:sldMk cId="3537827683" sldId="414"/>
            <ac:spMk id="5" creationId="{E38475C7-3E66-42C7-6911-A90202A01CDA}"/>
          </ac:spMkLst>
        </pc:spChg>
        <pc:spChg chg="del">
          <ac:chgData name="우진 김" userId="9d5916cb77183fd7" providerId="LiveId" clId="{70C45FB2-E62E-45E5-B1FF-DCFA828D8720}" dt="2025-06-24T22:23:33.561" v="4743" actId="478"/>
          <ac:spMkLst>
            <pc:docMk/>
            <pc:sldMk cId="3537827683" sldId="414"/>
            <ac:spMk id="6" creationId="{4CD668F4-03DC-5516-8B68-DE51B090B777}"/>
          </ac:spMkLst>
        </pc:spChg>
        <pc:spChg chg="del">
          <ac:chgData name="우진 김" userId="9d5916cb77183fd7" providerId="LiveId" clId="{70C45FB2-E62E-45E5-B1FF-DCFA828D8720}" dt="2025-06-24T22:23:33.561" v="4743" actId="478"/>
          <ac:spMkLst>
            <pc:docMk/>
            <pc:sldMk cId="3537827683" sldId="414"/>
            <ac:spMk id="7" creationId="{EFEEA7A9-8EB9-0FCE-A1F5-27A59FC8563B}"/>
          </ac:spMkLst>
        </pc:spChg>
        <pc:spChg chg="mod">
          <ac:chgData name="우진 김" userId="9d5916cb77183fd7" providerId="LiveId" clId="{70C45FB2-E62E-45E5-B1FF-DCFA828D8720}" dt="2025-06-25T03:37:19.939" v="9383" actId="20577"/>
          <ac:spMkLst>
            <pc:docMk/>
            <pc:sldMk cId="3537827683" sldId="414"/>
            <ac:spMk id="8" creationId="{FFAC48EF-5BAE-5A71-19B0-685783C76DE5}"/>
          </ac:spMkLst>
        </pc:spChg>
        <pc:spChg chg="add mod">
          <ac:chgData name="우진 김" userId="9d5916cb77183fd7" providerId="LiveId" clId="{70C45FB2-E62E-45E5-B1FF-DCFA828D8720}" dt="2025-06-24T22:24:34.109" v="4769" actId="20577"/>
          <ac:spMkLst>
            <pc:docMk/>
            <pc:sldMk cId="3537827683" sldId="414"/>
            <ac:spMk id="10" creationId="{53B944FF-40DA-6E3B-0E3D-48F761CB2E14}"/>
          </ac:spMkLst>
        </pc:spChg>
        <pc:spChg chg="add mod">
          <ac:chgData name="우진 김" userId="9d5916cb77183fd7" providerId="LiveId" clId="{70C45FB2-E62E-45E5-B1FF-DCFA828D8720}" dt="2025-06-24T22:36:02.231" v="5023" actId="1076"/>
          <ac:spMkLst>
            <pc:docMk/>
            <pc:sldMk cId="3537827683" sldId="414"/>
            <ac:spMk id="14" creationId="{7D72B4DC-67EF-9058-12D7-7A1FB7DAC737}"/>
          </ac:spMkLst>
        </pc:spChg>
        <pc:spChg chg="mod">
          <ac:chgData name="우진 김" userId="9d5916cb77183fd7" providerId="LiveId" clId="{70C45FB2-E62E-45E5-B1FF-DCFA828D8720}" dt="2025-06-24T22:36:02.231" v="5023" actId="1076"/>
          <ac:spMkLst>
            <pc:docMk/>
            <pc:sldMk cId="3537827683" sldId="414"/>
            <ac:spMk id="20" creationId="{62750642-F304-E1A5-FEF3-57073E80FD84}"/>
          </ac:spMkLst>
        </pc:spChg>
        <pc:spChg chg="add del mod">
          <ac:chgData name="우진 김" userId="9d5916cb77183fd7" providerId="LiveId" clId="{70C45FB2-E62E-45E5-B1FF-DCFA828D8720}" dt="2025-06-24T22:35:03.360" v="4997" actId="478"/>
          <ac:spMkLst>
            <pc:docMk/>
            <pc:sldMk cId="3537827683" sldId="414"/>
            <ac:spMk id="22" creationId="{A003F21B-5ED6-86AC-EB8D-9E86ACDA666E}"/>
          </ac:spMkLst>
        </pc:spChg>
        <pc:spChg chg="add del mod">
          <ac:chgData name="우진 김" userId="9d5916cb77183fd7" providerId="LiveId" clId="{70C45FB2-E62E-45E5-B1FF-DCFA828D8720}" dt="2025-06-24T22:35:02.328" v="4996" actId="478"/>
          <ac:spMkLst>
            <pc:docMk/>
            <pc:sldMk cId="3537827683" sldId="414"/>
            <ac:spMk id="25" creationId="{1030722E-B699-7F68-3282-B7578AA8CDE5}"/>
          </ac:spMkLst>
        </pc:spChg>
        <pc:spChg chg="add mod">
          <ac:chgData name="우진 김" userId="9d5916cb77183fd7" providerId="LiveId" clId="{70C45FB2-E62E-45E5-B1FF-DCFA828D8720}" dt="2025-06-24T22:36:19.504" v="5037" actId="1076"/>
          <ac:spMkLst>
            <pc:docMk/>
            <pc:sldMk cId="3537827683" sldId="414"/>
            <ac:spMk id="33" creationId="{9BE7F1F9-CF32-674B-9008-2072022595A2}"/>
          </ac:spMkLst>
        </pc:spChg>
        <pc:grpChg chg="add mod">
          <ac:chgData name="우진 김" userId="9d5916cb77183fd7" providerId="LiveId" clId="{70C45FB2-E62E-45E5-B1FF-DCFA828D8720}" dt="2025-06-24T22:36:02.231" v="5023" actId="1076"/>
          <ac:grpSpMkLst>
            <pc:docMk/>
            <pc:sldMk cId="3537827683" sldId="414"/>
            <ac:grpSpMk id="15" creationId="{7A4E4A98-3148-5D34-F895-7CD3198BFEA6}"/>
          </ac:grpSpMkLst>
        </pc:grpChg>
        <pc:grpChg chg="add del mod">
          <ac:chgData name="우진 김" userId="9d5916cb77183fd7" providerId="LiveId" clId="{70C45FB2-E62E-45E5-B1FF-DCFA828D8720}" dt="2025-06-24T22:29:32.461" v="4855" actId="478"/>
          <ac:grpSpMkLst>
            <pc:docMk/>
            <pc:sldMk cId="3537827683" sldId="414"/>
            <ac:grpSpMk id="16" creationId="{0DAA3864-6BA2-FBFA-605D-94D21E41E1D2}"/>
          </ac:grpSpMkLst>
        </pc:grpChg>
        <pc:graphicFrameChg chg="add mod modGraphic">
          <ac:chgData name="우진 김" userId="9d5916cb77183fd7" providerId="LiveId" clId="{70C45FB2-E62E-45E5-B1FF-DCFA828D8720}" dt="2025-06-24T22:36:02.231" v="5023" actId="1076"/>
          <ac:graphicFrameMkLst>
            <pc:docMk/>
            <pc:sldMk cId="3537827683" sldId="414"/>
            <ac:graphicFrameMk id="26" creationId="{1029F6B1-59E9-3FC8-1650-1FD12180E01D}"/>
          </ac:graphicFrameMkLst>
        </pc:graphicFrameChg>
        <pc:graphicFrameChg chg="add mod modGraphic">
          <ac:chgData name="우진 김" userId="9d5916cb77183fd7" providerId="LiveId" clId="{70C45FB2-E62E-45E5-B1FF-DCFA828D8720}" dt="2025-06-24T22:36:36.375" v="5044" actId="20577"/>
          <ac:graphicFrameMkLst>
            <pc:docMk/>
            <pc:sldMk cId="3537827683" sldId="414"/>
            <ac:graphicFrameMk id="27" creationId="{AA764D94-9A4B-BDC6-7911-F02E2597859C}"/>
          </ac:graphicFrameMkLst>
        </pc:graphicFrameChg>
        <pc:graphicFrameChg chg="add mod modGraphic">
          <ac:chgData name="우진 김" userId="9d5916cb77183fd7" providerId="LiveId" clId="{70C45FB2-E62E-45E5-B1FF-DCFA828D8720}" dt="2025-06-24T22:37:33.003" v="5079" actId="20577"/>
          <ac:graphicFrameMkLst>
            <pc:docMk/>
            <pc:sldMk cId="3537827683" sldId="414"/>
            <ac:graphicFrameMk id="32" creationId="{FDF54605-961B-B1D1-7ABE-DF16198EEF94}"/>
          </ac:graphicFrameMkLst>
        </pc:graphicFrameChg>
        <pc:picChg chg="add mod">
          <ac:chgData name="우진 김" userId="9d5916cb77183fd7" providerId="LiveId" clId="{70C45FB2-E62E-45E5-B1FF-DCFA828D8720}" dt="2025-06-24T22:36:02.231" v="5023" actId="1076"/>
          <ac:picMkLst>
            <pc:docMk/>
            <pc:sldMk cId="3537827683" sldId="414"/>
            <ac:picMk id="11" creationId="{0842FCB9-C6AD-EBE6-F853-BD144210D736}"/>
          </ac:picMkLst>
        </pc:picChg>
        <pc:picChg chg="add mod">
          <ac:chgData name="우진 김" userId="9d5916cb77183fd7" providerId="LiveId" clId="{70C45FB2-E62E-45E5-B1FF-DCFA828D8720}" dt="2025-06-24T22:36:02.231" v="5023" actId="1076"/>
          <ac:picMkLst>
            <pc:docMk/>
            <pc:sldMk cId="3537827683" sldId="414"/>
            <ac:picMk id="12" creationId="{CEBE8F4E-AD1F-E876-EFC0-40AE98F1028E}"/>
          </ac:picMkLst>
        </pc:picChg>
        <pc:picChg chg="add mod">
          <ac:chgData name="우진 김" userId="9d5916cb77183fd7" providerId="LiveId" clId="{70C45FB2-E62E-45E5-B1FF-DCFA828D8720}" dt="2025-06-24T22:36:02.231" v="5023" actId="1076"/>
          <ac:picMkLst>
            <pc:docMk/>
            <pc:sldMk cId="3537827683" sldId="414"/>
            <ac:picMk id="13" creationId="{D7005074-94E6-9ADB-F327-3CD8779CA6A1}"/>
          </ac:picMkLst>
        </pc:picChg>
        <pc:picChg chg="del mod">
          <ac:chgData name="우진 김" userId="9d5916cb77183fd7" providerId="LiveId" clId="{70C45FB2-E62E-45E5-B1FF-DCFA828D8720}" dt="2025-06-24T22:29:31.404" v="4853" actId="478"/>
          <ac:picMkLst>
            <pc:docMk/>
            <pc:sldMk cId="3537827683" sldId="414"/>
            <ac:picMk id="17" creationId="{DAD7E7FA-8C99-AB6B-DAAA-E8E21C200312}"/>
          </ac:picMkLst>
        </pc:picChg>
        <pc:picChg chg="del mod">
          <ac:chgData name="우진 김" userId="9d5916cb77183fd7" providerId="LiveId" clId="{70C45FB2-E62E-45E5-B1FF-DCFA828D8720}" dt="2025-06-24T22:29:31.941" v="4854" actId="478"/>
          <ac:picMkLst>
            <pc:docMk/>
            <pc:sldMk cId="3537827683" sldId="414"/>
            <ac:picMk id="18" creationId="{28F0B522-ED21-F3B3-6E3E-71387FF9ED7B}"/>
          </ac:picMkLst>
        </pc:picChg>
        <pc:picChg chg="del mod">
          <ac:chgData name="우진 김" userId="9d5916cb77183fd7" providerId="LiveId" clId="{70C45FB2-E62E-45E5-B1FF-DCFA828D8720}" dt="2025-06-24T22:29:32.461" v="4855" actId="478"/>
          <ac:picMkLst>
            <pc:docMk/>
            <pc:sldMk cId="3537827683" sldId="414"/>
            <ac:picMk id="19" creationId="{382E9E9C-8B4B-184C-0438-CDC6BE76F7E8}"/>
          </ac:picMkLst>
        </pc:picChg>
        <pc:cxnChg chg="add del mod">
          <ac:chgData name="우진 김" userId="9d5916cb77183fd7" providerId="LiveId" clId="{70C45FB2-E62E-45E5-B1FF-DCFA828D8720}" dt="2025-06-24T22:33:24.751" v="4955" actId="478"/>
          <ac:cxnSpMkLst>
            <pc:docMk/>
            <pc:sldMk cId="3537827683" sldId="414"/>
            <ac:cxnSpMk id="24" creationId="{A148F749-E21A-36C5-2C34-6C087FB15986}"/>
          </ac:cxnSpMkLst>
        </pc:cxnChg>
        <pc:cxnChg chg="add mod">
          <ac:chgData name="우진 김" userId="9d5916cb77183fd7" providerId="LiveId" clId="{70C45FB2-E62E-45E5-B1FF-DCFA828D8720}" dt="2025-06-24T22:36:02.231" v="5023" actId="1076"/>
          <ac:cxnSpMkLst>
            <pc:docMk/>
            <pc:sldMk cId="3537827683" sldId="414"/>
            <ac:cxnSpMk id="29" creationId="{79EE271B-5EE1-1238-72B2-E64A0BCF008E}"/>
          </ac:cxnSpMkLst>
        </pc:cxnChg>
        <pc:cxnChg chg="add mod">
          <ac:chgData name="우진 김" userId="9d5916cb77183fd7" providerId="LiveId" clId="{70C45FB2-E62E-45E5-B1FF-DCFA828D8720}" dt="2025-06-24T22:35:49.952" v="5020" actId="1076"/>
          <ac:cxnSpMkLst>
            <pc:docMk/>
            <pc:sldMk cId="3537827683" sldId="414"/>
            <ac:cxnSpMk id="31" creationId="{A59BED8D-01E9-7490-A83B-30DB622CD12A}"/>
          </ac:cxnSpMkLst>
        </pc:cxnChg>
      </pc:sldChg>
      <pc:sldChg chg="addSp delSp modSp add mod modAnim">
        <pc:chgData name="우진 김" userId="9d5916cb77183fd7" providerId="LiveId" clId="{70C45FB2-E62E-45E5-B1FF-DCFA828D8720}" dt="2025-06-25T03:36:49.417" v="9356" actId="20577"/>
        <pc:sldMkLst>
          <pc:docMk/>
          <pc:sldMk cId="2710845988" sldId="416"/>
        </pc:sldMkLst>
        <pc:spChg chg="del">
          <ac:chgData name="우진 김" userId="9d5916cb77183fd7" providerId="LiveId" clId="{70C45FB2-E62E-45E5-B1FF-DCFA828D8720}" dt="2025-06-25T02:34:52.289" v="8024" actId="478"/>
          <ac:spMkLst>
            <pc:docMk/>
            <pc:sldMk cId="2710845988" sldId="416"/>
            <ac:spMk id="2" creationId="{1458A841-7254-6630-9D50-3C705DB173CC}"/>
          </ac:spMkLst>
        </pc:spChg>
        <pc:spChg chg="add mod">
          <ac:chgData name="우진 김" userId="9d5916cb77183fd7" providerId="LiveId" clId="{70C45FB2-E62E-45E5-B1FF-DCFA828D8720}" dt="2025-06-25T02:34:52.445" v="8025"/>
          <ac:spMkLst>
            <pc:docMk/>
            <pc:sldMk cId="2710845988" sldId="416"/>
            <ac:spMk id="3" creationId="{733AA8E7-0258-D725-22E2-1CAD095E60A5}"/>
          </ac:spMkLst>
        </pc:spChg>
        <pc:spChg chg="add mod">
          <ac:chgData name="우진 김" userId="9d5916cb77183fd7" providerId="LiveId" clId="{70C45FB2-E62E-45E5-B1FF-DCFA828D8720}" dt="2025-06-25T02:40:19.802" v="8121" actId="1076"/>
          <ac:spMkLst>
            <pc:docMk/>
            <pc:sldMk cId="2710845988" sldId="416"/>
            <ac:spMk id="5" creationId="{BF5C5915-7E0A-B99C-9BE1-7905FF66635B}"/>
          </ac:spMkLst>
        </pc:spChg>
        <pc:spChg chg="mod">
          <ac:chgData name="우진 김" userId="9d5916cb77183fd7" providerId="LiveId" clId="{70C45FB2-E62E-45E5-B1FF-DCFA828D8720}" dt="2025-06-25T03:36:49.417" v="9356" actId="20577"/>
          <ac:spMkLst>
            <pc:docMk/>
            <pc:sldMk cId="2710845988" sldId="416"/>
            <ac:spMk id="8" creationId="{CE0952F0-9F28-326F-2849-0CA482B9B821}"/>
          </ac:spMkLst>
        </pc:spChg>
        <pc:spChg chg="mod">
          <ac:chgData name="우진 김" userId="9d5916cb77183fd7" providerId="LiveId" clId="{70C45FB2-E62E-45E5-B1FF-DCFA828D8720}" dt="2025-06-25T02:45:06.069" v="8170" actId="1076"/>
          <ac:spMkLst>
            <pc:docMk/>
            <pc:sldMk cId="2710845988" sldId="416"/>
            <ac:spMk id="9" creationId="{7E8907AC-C6B6-D9D6-8D5C-5E6C139F39A9}"/>
          </ac:spMkLst>
        </pc:spChg>
        <pc:spChg chg="mod">
          <ac:chgData name="우진 김" userId="9d5916cb77183fd7" providerId="LiveId" clId="{70C45FB2-E62E-45E5-B1FF-DCFA828D8720}" dt="2025-06-25T02:42:24.180" v="8161" actId="164"/>
          <ac:spMkLst>
            <pc:docMk/>
            <pc:sldMk cId="2710845988" sldId="416"/>
            <ac:spMk id="14" creationId="{0ADD78D6-2D7F-FA20-3209-903A0A83304B}"/>
          </ac:spMkLst>
        </pc:spChg>
        <pc:spChg chg="mod">
          <ac:chgData name="우진 김" userId="9d5916cb77183fd7" providerId="LiveId" clId="{70C45FB2-E62E-45E5-B1FF-DCFA828D8720}" dt="2025-06-25T02:42:24.180" v="8161" actId="164"/>
          <ac:spMkLst>
            <pc:docMk/>
            <pc:sldMk cId="2710845988" sldId="416"/>
            <ac:spMk id="19" creationId="{A36E7E0B-5CD2-72E4-4B15-4488D2B442C1}"/>
          </ac:spMkLst>
        </pc:spChg>
        <pc:spChg chg="mod">
          <ac:chgData name="우진 김" userId="9d5916cb77183fd7" providerId="LiveId" clId="{70C45FB2-E62E-45E5-B1FF-DCFA828D8720}" dt="2025-06-25T02:42:27.259" v="8162" actId="164"/>
          <ac:spMkLst>
            <pc:docMk/>
            <pc:sldMk cId="2710845988" sldId="416"/>
            <ac:spMk id="20" creationId="{97E158D4-A1DE-426B-DAE5-BBE5D31F1425}"/>
          </ac:spMkLst>
        </pc:spChg>
        <pc:spChg chg="mod">
          <ac:chgData name="우진 김" userId="9d5916cb77183fd7" providerId="LiveId" clId="{70C45FB2-E62E-45E5-B1FF-DCFA828D8720}" dt="2025-06-25T02:42:27.259" v="8162" actId="164"/>
          <ac:spMkLst>
            <pc:docMk/>
            <pc:sldMk cId="2710845988" sldId="416"/>
            <ac:spMk id="21" creationId="{7ACC8800-DF50-34E7-CFED-AF34F3008820}"/>
          </ac:spMkLst>
        </pc:spChg>
        <pc:spChg chg="mod">
          <ac:chgData name="우진 김" userId="9d5916cb77183fd7" providerId="LiveId" clId="{70C45FB2-E62E-45E5-B1FF-DCFA828D8720}" dt="2025-06-25T02:42:30.411" v="8163" actId="164"/>
          <ac:spMkLst>
            <pc:docMk/>
            <pc:sldMk cId="2710845988" sldId="416"/>
            <ac:spMk id="22" creationId="{A0776145-36C2-ECB0-5DA1-43DC2B70B16A}"/>
          </ac:spMkLst>
        </pc:spChg>
        <pc:spChg chg="mod">
          <ac:chgData name="우진 김" userId="9d5916cb77183fd7" providerId="LiveId" clId="{70C45FB2-E62E-45E5-B1FF-DCFA828D8720}" dt="2025-06-25T02:42:30.411" v="8163" actId="164"/>
          <ac:spMkLst>
            <pc:docMk/>
            <pc:sldMk cId="2710845988" sldId="416"/>
            <ac:spMk id="23" creationId="{D59BB817-7EAC-29F8-6B33-1E7AE3DF9C10}"/>
          </ac:spMkLst>
        </pc:spChg>
        <pc:spChg chg="mod">
          <ac:chgData name="우진 김" userId="9d5916cb77183fd7" providerId="LiveId" clId="{70C45FB2-E62E-45E5-B1FF-DCFA828D8720}" dt="2025-06-25T02:42:34.652" v="8164" actId="164"/>
          <ac:spMkLst>
            <pc:docMk/>
            <pc:sldMk cId="2710845988" sldId="416"/>
            <ac:spMk id="24" creationId="{62962F93-32FB-F3E0-654A-FF3E3A3359C0}"/>
          </ac:spMkLst>
        </pc:spChg>
        <pc:spChg chg="mod">
          <ac:chgData name="우진 김" userId="9d5916cb77183fd7" providerId="LiveId" clId="{70C45FB2-E62E-45E5-B1FF-DCFA828D8720}" dt="2025-06-25T02:42:49.650" v="8169" actId="20577"/>
          <ac:spMkLst>
            <pc:docMk/>
            <pc:sldMk cId="2710845988" sldId="416"/>
            <ac:spMk id="25" creationId="{1E89AFB2-FBE7-0F5D-E5BE-7CFF534DDF81}"/>
          </ac:spMkLst>
        </pc:spChg>
        <pc:grpChg chg="add mod">
          <ac:chgData name="우진 김" userId="9d5916cb77183fd7" providerId="LiveId" clId="{70C45FB2-E62E-45E5-B1FF-DCFA828D8720}" dt="2025-06-25T02:45:06.069" v="8170" actId="1076"/>
          <ac:grpSpMkLst>
            <pc:docMk/>
            <pc:sldMk cId="2710845988" sldId="416"/>
            <ac:grpSpMk id="6" creationId="{C917AED7-2BBD-B894-71A8-327F594B8856}"/>
          </ac:grpSpMkLst>
        </pc:grpChg>
        <pc:grpChg chg="add mod">
          <ac:chgData name="우진 김" userId="9d5916cb77183fd7" providerId="LiveId" clId="{70C45FB2-E62E-45E5-B1FF-DCFA828D8720}" dt="2025-06-25T02:45:06.069" v="8170" actId="1076"/>
          <ac:grpSpMkLst>
            <pc:docMk/>
            <pc:sldMk cId="2710845988" sldId="416"/>
            <ac:grpSpMk id="7" creationId="{9320F81D-6E80-752E-3F84-131D4CFF22C4}"/>
          </ac:grpSpMkLst>
        </pc:grpChg>
        <pc:grpChg chg="mod">
          <ac:chgData name="우진 김" userId="9d5916cb77183fd7" providerId="LiveId" clId="{70C45FB2-E62E-45E5-B1FF-DCFA828D8720}" dt="2025-06-25T02:45:06.069" v="8170" actId="1076"/>
          <ac:grpSpMkLst>
            <pc:docMk/>
            <pc:sldMk cId="2710845988" sldId="416"/>
            <ac:grpSpMk id="10" creationId="{DAD31DF9-AE61-595C-0E15-A3DB9A2A9231}"/>
          </ac:grpSpMkLst>
        </pc:grpChg>
        <pc:grpChg chg="add mod">
          <ac:chgData name="우진 김" userId="9d5916cb77183fd7" providerId="LiveId" clId="{70C45FB2-E62E-45E5-B1FF-DCFA828D8720}" dt="2025-06-25T02:45:06.069" v="8170" actId="1076"/>
          <ac:grpSpMkLst>
            <pc:docMk/>
            <pc:sldMk cId="2710845988" sldId="416"/>
            <ac:grpSpMk id="15" creationId="{B81B0050-3E37-B660-D18E-9D4F98A5007D}"/>
          </ac:grpSpMkLst>
        </pc:grpChg>
        <pc:grpChg chg="add mod">
          <ac:chgData name="우진 김" userId="9d5916cb77183fd7" providerId="LiveId" clId="{70C45FB2-E62E-45E5-B1FF-DCFA828D8720}" dt="2025-06-25T02:45:06.069" v="8170" actId="1076"/>
          <ac:grpSpMkLst>
            <pc:docMk/>
            <pc:sldMk cId="2710845988" sldId="416"/>
            <ac:grpSpMk id="16" creationId="{2D7548D9-ABDE-54C0-F87C-3D052E000304}"/>
          </ac:grpSpMkLst>
        </pc:grpChg>
        <pc:picChg chg="mod">
          <ac:chgData name="우진 김" userId="9d5916cb77183fd7" providerId="LiveId" clId="{70C45FB2-E62E-45E5-B1FF-DCFA828D8720}" dt="2025-06-25T02:42:24.180" v="8161" actId="164"/>
          <ac:picMkLst>
            <pc:docMk/>
            <pc:sldMk cId="2710845988" sldId="416"/>
            <ac:picMk id="27" creationId="{C5D66C4B-D66D-9160-134F-F7B8C0390AFA}"/>
          </ac:picMkLst>
        </pc:picChg>
        <pc:picChg chg="mod">
          <ac:chgData name="우진 김" userId="9d5916cb77183fd7" providerId="LiveId" clId="{70C45FB2-E62E-45E5-B1FF-DCFA828D8720}" dt="2025-06-25T02:42:27.259" v="8162" actId="164"/>
          <ac:picMkLst>
            <pc:docMk/>
            <pc:sldMk cId="2710845988" sldId="416"/>
            <ac:picMk id="29" creationId="{A5C7865B-D290-B2A9-AF9B-6A2F02B293F2}"/>
          </ac:picMkLst>
        </pc:picChg>
        <pc:picChg chg="mod">
          <ac:chgData name="우진 김" userId="9d5916cb77183fd7" providerId="LiveId" clId="{70C45FB2-E62E-45E5-B1FF-DCFA828D8720}" dt="2025-06-25T02:42:30.411" v="8163" actId="164"/>
          <ac:picMkLst>
            <pc:docMk/>
            <pc:sldMk cId="2710845988" sldId="416"/>
            <ac:picMk id="31" creationId="{C9996249-66DE-2E30-D3CA-526E6F642034}"/>
          </ac:picMkLst>
        </pc:picChg>
        <pc:picChg chg="mod">
          <ac:chgData name="우진 김" userId="9d5916cb77183fd7" providerId="LiveId" clId="{70C45FB2-E62E-45E5-B1FF-DCFA828D8720}" dt="2025-06-25T02:42:34.652" v="8164" actId="164"/>
          <ac:picMkLst>
            <pc:docMk/>
            <pc:sldMk cId="2710845988" sldId="416"/>
            <ac:picMk id="33" creationId="{AE431261-B013-B1E9-7024-EC0B682B32FE}"/>
          </ac:picMkLst>
        </pc:picChg>
      </pc:sldChg>
      <pc:sldChg chg="addSp delSp modSp del mod ord">
        <pc:chgData name="우진 김" userId="9d5916cb77183fd7" providerId="LiveId" clId="{70C45FB2-E62E-45E5-B1FF-DCFA828D8720}" dt="2025-06-25T02:31:34.728" v="8022" actId="2696"/>
        <pc:sldMkLst>
          <pc:docMk/>
          <pc:sldMk cId="3985480785" sldId="416"/>
        </pc:sldMkLst>
        <pc:spChg chg="del">
          <ac:chgData name="우진 김" userId="9d5916cb77183fd7" providerId="LiveId" clId="{70C45FB2-E62E-45E5-B1FF-DCFA828D8720}" dt="2025-06-24T23:57:37.362" v="6348" actId="478"/>
          <ac:spMkLst>
            <pc:docMk/>
            <pc:sldMk cId="3985480785" sldId="416"/>
            <ac:spMk id="3" creationId="{3E640F62-7EB1-5B68-88D8-EB34948186DD}"/>
          </ac:spMkLst>
        </pc:spChg>
        <pc:spChg chg="mod">
          <ac:chgData name="우진 김" userId="9d5916cb77183fd7" providerId="LiveId" clId="{70C45FB2-E62E-45E5-B1FF-DCFA828D8720}" dt="2025-06-24T23:57:10.479" v="6347"/>
          <ac:spMkLst>
            <pc:docMk/>
            <pc:sldMk cId="3985480785" sldId="416"/>
            <ac:spMk id="4" creationId="{71033A99-6966-5040-C766-3582B2B7C05D}"/>
          </ac:spMkLst>
        </pc:spChg>
        <pc:spChg chg="del">
          <ac:chgData name="우진 김" userId="9d5916cb77183fd7" providerId="LiveId" clId="{70C45FB2-E62E-45E5-B1FF-DCFA828D8720}" dt="2025-06-24T23:57:37.362" v="6348" actId="478"/>
          <ac:spMkLst>
            <pc:docMk/>
            <pc:sldMk cId="3985480785" sldId="416"/>
            <ac:spMk id="5" creationId="{4085254D-1BEF-3711-23EE-F11E9D5A8886}"/>
          </ac:spMkLst>
        </pc:spChg>
        <pc:spChg chg="del">
          <ac:chgData name="우진 김" userId="9d5916cb77183fd7" providerId="LiveId" clId="{70C45FB2-E62E-45E5-B1FF-DCFA828D8720}" dt="2025-06-24T23:57:37.362" v="6348" actId="478"/>
          <ac:spMkLst>
            <pc:docMk/>
            <pc:sldMk cId="3985480785" sldId="416"/>
            <ac:spMk id="6" creationId="{0730B320-2E09-2602-C87F-2456A771A58C}"/>
          </ac:spMkLst>
        </pc:spChg>
        <pc:spChg chg="del">
          <ac:chgData name="우진 김" userId="9d5916cb77183fd7" providerId="LiveId" clId="{70C45FB2-E62E-45E5-B1FF-DCFA828D8720}" dt="2025-06-24T23:57:37.362" v="6348" actId="478"/>
          <ac:spMkLst>
            <pc:docMk/>
            <pc:sldMk cId="3985480785" sldId="416"/>
            <ac:spMk id="7" creationId="{EF8E5E88-0776-8FCF-0B3A-7CF85D88A9DF}"/>
          </ac:spMkLst>
        </pc:spChg>
        <pc:spChg chg="add mod">
          <ac:chgData name="우진 김" userId="9d5916cb77183fd7" providerId="LiveId" clId="{70C45FB2-E62E-45E5-B1FF-DCFA828D8720}" dt="2025-06-25T00:02:00.777" v="6426" actId="1076"/>
          <ac:spMkLst>
            <pc:docMk/>
            <pc:sldMk cId="3985480785" sldId="416"/>
            <ac:spMk id="9" creationId="{7E8907AC-C6B6-D9D6-8D5C-5E6C139F39A9}"/>
          </ac:spMkLst>
        </pc:spChg>
        <pc:spChg chg="add mod">
          <ac:chgData name="우진 김" userId="9d5916cb77183fd7" providerId="LiveId" clId="{70C45FB2-E62E-45E5-B1FF-DCFA828D8720}" dt="2025-06-25T00:01:24.843" v="6399" actId="20577"/>
          <ac:spMkLst>
            <pc:docMk/>
            <pc:sldMk cId="3985480785" sldId="416"/>
            <ac:spMk id="14" creationId="{0ADD78D6-2D7F-FA20-3209-903A0A83304B}"/>
          </ac:spMkLst>
        </pc:spChg>
        <pc:spChg chg="add mod">
          <ac:chgData name="우진 김" userId="9d5916cb77183fd7" providerId="LiveId" clId="{70C45FB2-E62E-45E5-B1FF-DCFA828D8720}" dt="2025-06-25T00:02:48.858" v="6458" actId="20577"/>
          <ac:spMkLst>
            <pc:docMk/>
            <pc:sldMk cId="3985480785" sldId="416"/>
            <ac:spMk id="19" creationId="{A36E7E0B-5CD2-72E4-4B15-4488D2B442C1}"/>
          </ac:spMkLst>
        </pc:spChg>
        <pc:spChg chg="add mod">
          <ac:chgData name="우진 김" userId="9d5916cb77183fd7" providerId="LiveId" clId="{70C45FB2-E62E-45E5-B1FF-DCFA828D8720}" dt="2025-06-25T00:01:45.884" v="6418" actId="1076"/>
          <ac:spMkLst>
            <pc:docMk/>
            <pc:sldMk cId="3985480785" sldId="416"/>
            <ac:spMk id="20" creationId="{97E158D4-A1DE-426B-DAE5-BBE5D31F1425}"/>
          </ac:spMkLst>
        </pc:spChg>
        <pc:spChg chg="add mod">
          <ac:chgData name="우진 김" userId="9d5916cb77183fd7" providerId="LiveId" clId="{70C45FB2-E62E-45E5-B1FF-DCFA828D8720}" dt="2025-06-25T00:03:16.668" v="6543" actId="20577"/>
          <ac:spMkLst>
            <pc:docMk/>
            <pc:sldMk cId="3985480785" sldId="416"/>
            <ac:spMk id="21" creationId="{7ACC8800-DF50-34E7-CFED-AF34F3008820}"/>
          </ac:spMkLst>
        </pc:spChg>
        <pc:spChg chg="add mod">
          <ac:chgData name="우진 김" userId="9d5916cb77183fd7" providerId="LiveId" clId="{70C45FB2-E62E-45E5-B1FF-DCFA828D8720}" dt="2025-06-25T00:04:40.809" v="6565" actId="1076"/>
          <ac:spMkLst>
            <pc:docMk/>
            <pc:sldMk cId="3985480785" sldId="416"/>
            <ac:spMk id="22" creationId="{A0776145-36C2-ECB0-5DA1-43DC2B70B16A}"/>
          </ac:spMkLst>
        </pc:spChg>
        <pc:spChg chg="add mod">
          <ac:chgData name="우진 김" userId="9d5916cb77183fd7" providerId="LiveId" clId="{70C45FB2-E62E-45E5-B1FF-DCFA828D8720}" dt="2025-06-25T00:04:49.817" v="6567" actId="1076"/>
          <ac:spMkLst>
            <pc:docMk/>
            <pc:sldMk cId="3985480785" sldId="416"/>
            <ac:spMk id="23" creationId="{D59BB817-7EAC-29F8-6B33-1E7AE3DF9C10}"/>
          </ac:spMkLst>
        </pc:spChg>
        <pc:spChg chg="add mod">
          <ac:chgData name="우진 김" userId="9d5916cb77183fd7" providerId="LiveId" clId="{70C45FB2-E62E-45E5-B1FF-DCFA828D8720}" dt="2025-06-25T00:02:17.717" v="6430" actId="1076"/>
          <ac:spMkLst>
            <pc:docMk/>
            <pc:sldMk cId="3985480785" sldId="416"/>
            <ac:spMk id="24" creationId="{62962F93-32FB-F3E0-654A-FF3E3A3359C0}"/>
          </ac:spMkLst>
        </pc:spChg>
        <pc:spChg chg="add mod">
          <ac:chgData name="우진 김" userId="9d5916cb77183fd7" providerId="LiveId" clId="{70C45FB2-E62E-45E5-B1FF-DCFA828D8720}" dt="2025-06-25T00:05:32.855" v="6592" actId="20577"/>
          <ac:spMkLst>
            <pc:docMk/>
            <pc:sldMk cId="3985480785" sldId="416"/>
            <ac:spMk id="25" creationId="{1E89AFB2-FBE7-0F5D-E5BE-7CFF534DDF81}"/>
          </ac:spMkLst>
        </pc:spChg>
        <pc:picChg chg="del">
          <ac:chgData name="우진 김" userId="9d5916cb77183fd7" providerId="LiveId" clId="{70C45FB2-E62E-45E5-B1FF-DCFA828D8720}" dt="2025-06-24T23:59:19.330" v="6350" actId="478"/>
          <ac:picMkLst>
            <pc:docMk/>
            <pc:sldMk cId="3985480785" sldId="416"/>
            <ac:picMk id="15" creationId="{AEC16CDA-5F8C-2304-F458-E5F471491CA4}"/>
          </ac:picMkLst>
        </pc:picChg>
        <pc:picChg chg="del">
          <ac:chgData name="우진 김" userId="9d5916cb77183fd7" providerId="LiveId" clId="{70C45FB2-E62E-45E5-B1FF-DCFA828D8720}" dt="2025-06-24T23:59:59.917" v="6357" actId="478"/>
          <ac:picMkLst>
            <pc:docMk/>
            <pc:sldMk cId="3985480785" sldId="416"/>
            <ac:picMk id="16" creationId="{6E416412-6CF0-68B9-F3AE-99BF8840EE13}"/>
          </ac:picMkLst>
        </pc:picChg>
        <pc:picChg chg="del">
          <ac:chgData name="우진 김" userId="9d5916cb77183fd7" providerId="LiveId" clId="{70C45FB2-E62E-45E5-B1FF-DCFA828D8720}" dt="2025-06-25T00:00:25.023" v="6361" actId="478"/>
          <ac:picMkLst>
            <pc:docMk/>
            <pc:sldMk cId="3985480785" sldId="416"/>
            <ac:picMk id="17" creationId="{AEC5C7F4-1025-CACB-9BD6-516D46BEFA1E}"/>
          </ac:picMkLst>
        </pc:picChg>
        <pc:picChg chg="add del mod">
          <ac:chgData name="우진 김" userId="9d5916cb77183fd7" providerId="LiveId" clId="{70C45FB2-E62E-45E5-B1FF-DCFA828D8720}" dt="2025-06-25T00:01:03.458" v="6367" actId="478"/>
          <ac:picMkLst>
            <pc:docMk/>
            <pc:sldMk cId="3985480785" sldId="416"/>
            <ac:picMk id="18" creationId="{1A2FAD43-702D-FD7D-21E2-A7F1514A8159}"/>
          </ac:picMkLst>
        </pc:picChg>
        <pc:picChg chg="add mod">
          <ac:chgData name="우진 김" userId="9d5916cb77183fd7" providerId="LiveId" clId="{70C45FB2-E62E-45E5-B1FF-DCFA828D8720}" dt="2025-06-24T23:59:29.407" v="6356" actId="1076"/>
          <ac:picMkLst>
            <pc:docMk/>
            <pc:sldMk cId="3985480785" sldId="416"/>
            <ac:picMk id="27" creationId="{C5D66C4B-D66D-9160-134F-F7B8C0390AFA}"/>
          </ac:picMkLst>
        </pc:picChg>
        <pc:picChg chg="add mod">
          <ac:chgData name="우진 김" userId="9d5916cb77183fd7" providerId="LiveId" clId="{70C45FB2-E62E-45E5-B1FF-DCFA828D8720}" dt="2025-06-25T00:00:05.677" v="6360" actId="1076"/>
          <ac:picMkLst>
            <pc:docMk/>
            <pc:sldMk cId="3985480785" sldId="416"/>
            <ac:picMk id="29" creationId="{A5C7865B-D290-B2A9-AF9B-6A2F02B293F2}"/>
          </ac:picMkLst>
        </pc:picChg>
        <pc:picChg chg="add mod">
          <ac:chgData name="우진 김" userId="9d5916cb77183fd7" providerId="LiveId" clId="{70C45FB2-E62E-45E5-B1FF-DCFA828D8720}" dt="2025-06-25T00:04:44.244" v="6566" actId="1076"/>
          <ac:picMkLst>
            <pc:docMk/>
            <pc:sldMk cId="3985480785" sldId="416"/>
            <ac:picMk id="31" creationId="{C9996249-66DE-2E30-D3CA-526E6F642034}"/>
          </ac:picMkLst>
        </pc:picChg>
        <pc:picChg chg="add mod">
          <ac:chgData name="우진 김" userId="9d5916cb77183fd7" providerId="LiveId" clId="{70C45FB2-E62E-45E5-B1FF-DCFA828D8720}" dt="2025-06-25T00:01:09.669" v="6370" actId="1076"/>
          <ac:picMkLst>
            <pc:docMk/>
            <pc:sldMk cId="3985480785" sldId="416"/>
            <ac:picMk id="33" creationId="{AE431261-B013-B1E9-7024-EC0B682B32FE}"/>
          </ac:picMkLst>
        </pc:picChg>
      </pc:sldChg>
      <pc:sldChg chg="del">
        <pc:chgData name="우진 김" userId="9d5916cb77183fd7" providerId="LiveId" clId="{70C45FB2-E62E-45E5-B1FF-DCFA828D8720}" dt="2025-06-25T02:50:17.361" v="8198" actId="2696"/>
        <pc:sldMkLst>
          <pc:docMk/>
          <pc:sldMk cId="1816194939" sldId="417"/>
        </pc:sldMkLst>
      </pc:sldChg>
      <pc:sldChg chg="modSp add mod ord">
        <pc:chgData name="우진 김" userId="9d5916cb77183fd7" providerId="LiveId" clId="{70C45FB2-E62E-45E5-B1FF-DCFA828D8720}" dt="2025-06-25T03:38:27.056" v="9443" actId="20577"/>
        <pc:sldMkLst>
          <pc:docMk/>
          <pc:sldMk cId="383517591" sldId="418"/>
        </pc:sldMkLst>
        <pc:spChg chg="mod">
          <ac:chgData name="우진 김" userId="9d5916cb77183fd7" providerId="LiveId" clId="{70C45FB2-E62E-45E5-B1FF-DCFA828D8720}" dt="2025-06-25T02:50:47.845" v="8202" actId="20577"/>
          <ac:spMkLst>
            <pc:docMk/>
            <pc:sldMk cId="383517591" sldId="418"/>
            <ac:spMk id="2" creationId="{DED2E552-D2F1-84B0-CDCE-D213216A00B9}"/>
          </ac:spMkLst>
        </pc:spChg>
        <pc:spChg chg="mod">
          <ac:chgData name="우진 김" userId="9d5916cb77183fd7" providerId="LiveId" clId="{70C45FB2-E62E-45E5-B1FF-DCFA828D8720}" dt="2025-06-25T03:38:27.056" v="9443" actId="20577"/>
          <ac:spMkLst>
            <pc:docMk/>
            <pc:sldMk cId="383517591" sldId="418"/>
            <ac:spMk id="8" creationId="{82CF339E-E43C-D387-82DF-7696866EB26B}"/>
          </ac:spMkLst>
        </pc:spChg>
      </pc:sldChg>
      <pc:sldChg chg="addSp delSp modSp del mod modAnim">
        <pc:chgData name="우진 김" userId="9d5916cb77183fd7" providerId="LiveId" clId="{70C45FB2-E62E-45E5-B1FF-DCFA828D8720}" dt="2025-06-25T02:50:03.172" v="8194" actId="2696"/>
        <pc:sldMkLst>
          <pc:docMk/>
          <pc:sldMk cId="2915987274" sldId="418"/>
        </pc:sldMkLst>
        <pc:spChg chg="add del">
          <ac:chgData name="우진 김" userId="9d5916cb77183fd7" providerId="LiveId" clId="{70C45FB2-E62E-45E5-B1FF-DCFA828D8720}" dt="2025-06-24T14:26:35.210" v="391" actId="478"/>
          <ac:spMkLst>
            <pc:docMk/>
            <pc:sldMk cId="2915987274" sldId="418"/>
            <ac:spMk id="6" creationId="{CDCF5B3B-82E9-2418-62DC-C4BEB9B634D9}"/>
          </ac:spMkLst>
        </pc:spChg>
        <pc:spChg chg="add del mod">
          <ac:chgData name="우진 김" userId="9d5916cb77183fd7" providerId="LiveId" clId="{70C45FB2-E62E-45E5-B1FF-DCFA828D8720}" dt="2025-06-24T14:20:20.423" v="256" actId="113"/>
          <ac:spMkLst>
            <pc:docMk/>
            <pc:sldMk cId="2915987274" sldId="418"/>
            <ac:spMk id="10" creationId="{38EBF126-16C2-7A76-0529-FB9684126AE6}"/>
          </ac:spMkLst>
        </pc:spChg>
        <pc:graphicFrameChg chg="mod modGraphic">
          <ac:chgData name="우진 김" userId="9d5916cb77183fd7" providerId="LiveId" clId="{70C45FB2-E62E-45E5-B1FF-DCFA828D8720}" dt="2025-06-24T14:42:24.189" v="853" actId="20577"/>
          <ac:graphicFrameMkLst>
            <pc:docMk/>
            <pc:sldMk cId="2915987274" sldId="418"/>
            <ac:graphicFrameMk id="11" creationId="{7CA877B1-40A6-B8E7-27F0-8AA23B645A29}"/>
          </ac:graphicFrameMkLst>
        </pc:graphicFrameChg>
        <pc:graphicFrameChg chg="del mod modGraphic">
          <ac:chgData name="우진 김" userId="9d5916cb77183fd7" providerId="LiveId" clId="{70C45FB2-E62E-45E5-B1FF-DCFA828D8720}" dt="2025-06-24T14:26:44.326" v="394" actId="478"/>
          <ac:graphicFrameMkLst>
            <pc:docMk/>
            <pc:sldMk cId="2915987274" sldId="418"/>
            <ac:graphicFrameMk id="14" creationId="{8339F9C9-C3A0-3C75-F32C-AF85668F8709}"/>
          </ac:graphicFrameMkLst>
        </pc:graphicFrameChg>
        <pc:cxnChg chg="del mod">
          <ac:chgData name="우진 김" userId="9d5916cb77183fd7" providerId="LiveId" clId="{70C45FB2-E62E-45E5-B1FF-DCFA828D8720}" dt="2025-06-24T14:26:30.041" v="389" actId="478"/>
          <ac:cxnSpMkLst>
            <pc:docMk/>
            <pc:sldMk cId="2915987274" sldId="418"/>
            <ac:cxnSpMk id="13" creationId="{46B7D4F3-52C8-88CC-B12F-682F0566CEA9}"/>
          </ac:cxnSpMkLst>
        </pc:cxnChg>
      </pc:sldChg>
      <pc:sldChg chg="add del">
        <pc:chgData name="우진 김" userId="9d5916cb77183fd7" providerId="LiveId" clId="{70C45FB2-E62E-45E5-B1FF-DCFA828D8720}" dt="2025-06-24T14:49:51.013" v="1327" actId="2696"/>
        <pc:sldMkLst>
          <pc:docMk/>
          <pc:sldMk cId="2149896120" sldId="419"/>
        </pc:sldMkLst>
      </pc:sldChg>
      <pc:sldChg chg="addSp modSp add del mod">
        <pc:chgData name="우진 김" userId="9d5916cb77183fd7" providerId="LiveId" clId="{70C45FB2-E62E-45E5-B1FF-DCFA828D8720}" dt="2025-06-25T02:50:03.172" v="8194" actId="2696"/>
        <pc:sldMkLst>
          <pc:docMk/>
          <pc:sldMk cId="127980085" sldId="420"/>
        </pc:sldMkLst>
        <pc:spChg chg="add mod">
          <ac:chgData name="우진 김" userId="9d5916cb77183fd7" providerId="LiveId" clId="{70C45FB2-E62E-45E5-B1FF-DCFA828D8720}" dt="2025-06-25T02:36:46.500" v="8071" actId="1076"/>
          <ac:spMkLst>
            <pc:docMk/>
            <pc:sldMk cId="127980085" sldId="420"/>
            <ac:spMk id="4" creationId="{F41292AA-ABA3-48E3-7718-20BAC38AC030}"/>
          </ac:spMkLst>
        </pc:spChg>
        <pc:spChg chg="mod">
          <ac:chgData name="우진 김" userId="9d5916cb77183fd7" providerId="LiveId" clId="{70C45FB2-E62E-45E5-B1FF-DCFA828D8720}" dt="2025-06-25T02:35:36.209" v="8031" actId="1076"/>
          <ac:spMkLst>
            <pc:docMk/>
            <pc:sldMk cId="127980085" sldId="420"/>
            <ac:spMk id="10" creationId="{6907D829-D8CA-4E3B-8411-87D78AC69CFE}"/>
          </ac:spMkLst>
        </pc:spChg>
        <pc:graphicFrameChg chg="mod modGraphic">
          <ac:chgData name="우진 김" userId="9d5916cb77183fd7" providerId="LiveId" clId="{70C45FB2-E62E-45E5-B1FF-DCFA828D8720}" dt="2025-06-24T14:49:38.890" v="1326" actId="20577"/>
          <ac:graphicFrameMkLst>
            <pc:docMk/>
            <pc:sldMk cId="127980085" sldId="420"/>
            <ac:graphicFrameMk id="11" creationId="{DC87AA5C-8593-3482-9037-8EF711BE9C71}"/>
          </ac:graphicFrameMkLst>
        </pc:graphicFrameChg>
      </pc:sldChg>
      <pc:sldChg chg="modSp add mod ord">
        <pc:chgData name="우진 김" userId="9d5916cb77183fd7" providerId="LiveId" clId="{70C45FB2-E62E-45E5-B1FF-DCFA828D8720}" dt="2025-06-25T03:38:31.065" v="9447" actId="20577"/>
        <pc:sldMkLst>
          <pc:docMk/>
          <pc:sldMk cId="2879972990" sldId="420"/>
        </pc:sldMkLst>
        <pc:spChg chg="mod">
          <ac:chgData name="우진 김" userId="9d5916cb77183fd7" providerId="LiveId" clId="{70C45FB2-E62E-45E5-B1FF-DCFA828D8720}" dt="2025-06-25T02:50:51.245" v="8204" actId="20577"/>
          <ac:spMkLst>
            <pc:docMk/>
            <pc:sldMk cId="2879972990" sldId="420"/>
            <ac:spMk id="2" creationId="{4F58E403-9A6E-5525-5DAF-131A0624E35F}"/>
          </ac:spMkLst>
        </pc:spChg>
        <pc:spChg chg="mod">
          <ac:chgData name="우진 김" userId="9d5916cb77183fd7" providerId="LiveId" clId="{70C45FB2-E62E-45E5-B1FF-DCFA828D8720}" dt="2025-06-25T03:38:31.065" v="9447" actId="20577"/>
          <ac:spMkLst>
            <pc:docMk/>
            <pc:sldMk cId="2879972990" sldId="420"/>
            <ac:spMk id="8" creationId="{94950B02-BFB1-60ED-57E9-EC6C292532F2}"/>
          </ac:spMkLst>
        </pc:spChg>
      </pc:sldChg>
      <pc:sldChg chg="addSp delSp modSp add mod">
        <pc:chgData name="우진 김" userId="9d5916cb77183fd7" providerId="LiveId" clId="{70C45FB2-E62E-45E5-B1FF-DCFA828D8720}" dt="2025-06-25T03:35:22.346" v="9292" actId="20577"/>
        <pc:sldMkLst>
          <pc:docMk/>
          <pc:sldMk cId="3661798220" sldId="421"/>
        </pc:sldMkLst>
        <pc:spChg chg="mod">
          <ac:chgData name="우진 김" userId="9d5916cb77183fd7" providerId="LiveId" clId="{70C45FB2-E62E-45E5-B1FF-DCFA828D8720}" dt="2025-06-24T17:36:46.986" v="1713" actId="20577"/>
          <ac:spMkLst>
            <pc:docMk/>
            <pc:sldMk cId="3661798220" sldId="421"/>
            <ac:spMk id="2" creationId="{9486B1BA-BD85-66B4-1465-955D25D3F2DB}"/>
          </ac:spMkLst>
        </pc:spChg>
        <pc:spChg chg="del">
          <ac:chgData name="우진 김" userId="9d5916cb77183fd7" providerId="LiveId" clId="{70C45FB2-E62E-45E5-B1FF-DCFA828D8720}" dt="2025-06-24T17:35:59.214" v="1706" actId="478"/>
          <ac:spMkLst>
            <pc:docMk/>
            <pc:sldMk cId="3661798220" sldId="421"/>
            <ac:spMk id="3" creationId="{CC39D284-CADC-3384-7A32-8E82A9AA9AB0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5" creationId="{DC8B09D4-09CA-1594-E09D-3762C0000C01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6" creationId="{2DE883AD-232B-D179-F699-FB358D36F7C1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7" creationId="{58E3AA4A-D957-621C-0E82-7EB164B7F05C}"/>
          </ac:spMkLst>
        </pc:spChg>
        <pc:spChg chg="mod">
          <ac:chgData name="우진 김" userId="9d5916cb77183fd7" providerId="LiveId" clId="{70C45FB2-E62E-45E5-B1FF-DCFA828D8720}" dt="2025-06-25T03:35:22.346" v="9292" actId="20577"/>
          <ac:spMkLst>
            <pc:docMk/>
            <pc:sldMk cId="3661798220" sldId="421"/>
            <ac:spMk id="8" creationId="{03FEB834-0359-AED2-E878-F56011B8EEE5}"/>
          </ac:spMkLst>
        </pc:spChg>
        <pc:spChg chg="add mod">
          <ac:chgData name="우진 김" userId="9d5916cb77183fd7" providerId="LiveId" clId="{70C45FB2-E62E-45E5-B1FF-DCFA828D8720}" dt="2025-06-24T17:37:31.589" v="1752" actId="20577"/>
          <ac:spMkLst>
            <pc:docMk/>
            <pc:sldMk cId="3661798220" sldId="421"/>
            <ac:spMk id="10" creationId="{7E155913-24DE-E193-792B-30C73E890D6A}"/>
          </ac:spMkLst>
        </pc:spChg>
        <pc:spChg chg="add mod">
          <ac:chgData name="우진 김" userId="9d5916cb77183fd7" providerId="LiveId" clId="{70C45FB2-E62E-45E5-B1FF-DCFA828D8720}" dt="2025-06-24T18:10:46.606" v="1893" actId="1076"/>
          <ac:spMkLst>
            <pc:docMk/>
            <pc:sldMk cId="3661798220" sldId="421"/>
            <ac:spMk id="12" creationId="{F1B653B1-A8A9-FC94-47C1-82C8972D2BCC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13" creationId="{D246BB80-0789-5537-B5CF-A0BDB7F7214E}"/>
          </ac:spMkLst>
        </pc:spChg>
        <pc:spChg chg="add">
          <ac:chgData name="우진 김" userId="9d5916cb77183fd7" providerId="LiveId" clId="{70C45FB2-E62E-45E5-B1FF-DCFA828D8720}" dt="2025-06-24T17:37:39.828" v="1755"/>
          <ac:spMkLst>
            <pc:docMk/>
            <pc:sldMk cId="3661798220" sldId="421"/>
            <ac:spMk id="14" creationId="{D69ACA2C-BE78-35F4-C8E0-7F0FA52DF48E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15" creationId="{B49DCD7B-D268-36AD-30FB-73FB2ADFAB99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17" creationId="{51F901A7-80F9-60F9-5E0D-115711DAFD4D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18" creationId="{F3D3ADE7-F18C-75E1-44B8-7DE285419D30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19" creationId="{8F3AA2D0-97CA-805C-7B18-73A89D35E13A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22" creationId="{64E00B4C-946B-E3DC-5F1A-EB652E586883}"/>
          </ac:spMkLst>
        </pc:spChg>
        <pc:spChg chg="del">
          <ac:chgData name="우진 김" userId="9d5916cb77183fd7" providerId="LiveId" clId="{70C45FB2-E62E-45E5-B1FF-DCFA828D8720}" dt="2025-06-24T17:36:00.702" v="1707" actId="478"/>
          <ac:spMkLst>
            <pc:docMk/>
            <pc:sldMk cId="3661798220" sldId="421"/>
            <ac:spMk id="24" creationId="{2E5138C2-6943-501F-B19E-9EEC6E22E8A2}"/>
          </ac:spMkLst>
        </pc:spChg>
        <pc:spChg chg="add mod">
          <ac:chgData name="우진 김" userId="9d5916cb77183fd7" providerId="LiveId" clId="{70C45FB2-E62E-45E5-B1FF-DCFA828D8720}" dt="2025-06-24T18:08:02.837" v="1822" actId="1076"/>
          <ac:spMkLst>
            <pc:docMk/>
            <pc:sldMk cId="3661798220" sldId="421"/>
            <ac:spMk id="25" creationId="{A61912C0-BECB-43C3-FDE4-E34928C5CE2C}"/>
          </ac:spMkLst>
        </pc:spChg>
        <pc:spChg chg="add mod">
          <ac:chgData name="우진 김" userId="9d5916cb77183fd7" providerId="LiveId" clId="{70C45FB2-E62E-45E5-B1FF-DCFA828D8720}" dt="2025-06-24T18:10:49.552" v="1894" actId="1076"/>
          <ac:spMkLst>
            <pc:docMk/>
            <pc:sldMk cId="3661798220" sldId="421"/>
            <ac:spMk id="27" creationId="{2D732AF1-F5A9-E0F8-B382-2F300A7DE748}"/>
          </ac:spMkLst>
        </pc:spChg>
        <pc:spChg chg="add del mod">
          <ac:chgData name="우진 김" userId="9d5916cb77183fd7" providerId="LiveId" clId="{70C45FB2-E62E-45E5-B1FF-DCFA828D8720}" dt="2025-06-24T18:09:08.596" v="1861" actId="478"/>
          <ac:spMkLst>
            <pc:docMk/>
            <pc:sldMk cId="3661798220" sldId="421"/>
            <ac:spMk id="30" creationId="{51F535F3-F054-1534-8753-CDEBB0DC4B66}"/>
          </ac:spMkLst>
        </pc:spChg>
        <pc:spChg chg="add del mod">
          <ac:chgData name="우진 김" userId="9d5916cb77183fd7" providerId="LiveId" clId="{70C45FB2-E62E-45E5-B1FF-DCFA828D8720}" dt="2025-06-24T18:10:19.746" v="1882" actId="478"/>
          <ac:spMkLst>
            <pc:docMk/>
            <pc:sldMk cId="3661798220" sldId="421"/>
            <ac:spMk id="32" creationId="{1B013494-C3DA-AC8E-EFA8-759951B69005}"/>
          </ac:spMkLst>
        </pc:spChg>
        <pc:spChg chg="add mod">
          <ac:chgData name="우진 김" userId="9d5916cb77183fd7" providerId="LiveId" clId="{70C45FB2-E62E-45E5-B1FF-DCFA828D8720}" dt="2025-06-24T18:10:43.272" v="1891" actId="1076"/>
          <ac:spMkLst>
            <pc:docMk/>
            <pc:sldMk cId="3661798220" sldId="421"/>
            <ac:spMk id="34" creationId="{D614A05A-B11F-C867-442C-704818923748}"/>
          </ac:spMkLst>
        </pc:spChg>
        <pc:picChg chg="add del mod">
          <ac:chgData name="우진 김" userId="9d5916cb77183fd7" providerId="LiveId" clId="{70C45FB2-E62E-45E5-B1FF-DCFA828D8720}" dt="2025-06-24T18:08:11.222" v="1825" actId="478"/>
          <ac:picMkLst>
            <pc:docMk/>
            <pc:sldMk cId="3661798220" sldId="421"/>
            <ac:picMk id="26" creationId="{1089FA75-AC56-C2D7-7B16-B3BC9CC261C9}"/>
          </ac:picMkLst>
        </pc:picChg>
        <pc:picChg chg="add mod">
          <ac:chgData name="우진 김" userId="9d5916cb77183fd7" providerId="LiveId" clId="{70C45FB2-E62E-45E5-B1FF-DCFA828D8720}" dt="2025-06-24T18:08:00.201" v="1821" actId="1076"/>
          <ac:picMkLst>
            <pc:docMk/>
            <pc:sldMk cId="3661798220" sldId="421"/>
            <ac:picMk id="2051" creationId="{016CA02F-8C83-B8A3-FC07-46A241FB2001}"/>
          </ac:picMkLst>
        </pc:picChg>
        <pc:picChg chg="add mod">
          <ac:chgData name="우진 김" userId="9d5916cb77183fd7" providerId="LiveId" clId="{70C45FB2-E62E-45E5-B1FF-DCFA828D8720}" dt="2025-06-24T18:10:49.552" v="1894" actId="1076"/>
          <ac:picMkLst>
            <pc:docMk/>
            <pc:sldMk cId="3661798220" sldId="421"/>
            <ac:picMk id="2053" creationId="{8E6123B7-13CD-45E6-2D95-750B4E402443}"/>
          </ac:picMkLst>
        </pc:picChg>
        <pc:cxnChg chg="add">
          <ac:chgData name="우진 김" userId="9d5916cb77183fd7" providerId="LiveId" clId="{70C45FB2-E62E-45E5-B1FF-DCFA828D8720}" dt="2025-06-24T18:08:52.170" v="1858" actId="11529"/>
          <ac:cxnSpMkLst>
            <pc:docMk/>
            <pc:sldMk cId="3661798220" sldId="421"/>
            <ac:cxnSpMk id="29" creationId="{5B9F420C-4C00-CF6A-8C72-77F056AAC79D}"/>
          </ac:cxnSpMkLst>
        </pc:cxnChg>
      </pc:sldChg>
      <pc:sldChg chg="addSp delSp modSp add mod modAnim">
        <pc:chgData name="우진 김" userId="9d5916cb77183fd7" providerId="LiveId" clId="{70C45FB2-E62E-45E5-B1FF-DCFA828D8720}" dt="2025-06-25T03:35:26.258" v="9296" actId="20577"/>
        <pc:sldMkLst>
          <pc:docMk/>
          <pc:sldMk cId="128438277" sldId="422"/>
        </pc:sldMkLst>
        <pc:spChg chg="del">
          <ac:chgData name="우진 김" userId="9d5916cb77183fd7" providerId="LiveId" clId="{70C45FB2-E62E-45E5-B1FF-DCFA828D8720}" dt="2025-06-24T18:05:45.412" v="1767" actId="478"/>
          <ac:spMkLst>
            <pc:docMk/>
            <pc:sldMk cId="128438277" sldId="422"/>
            <ac:spMk id="2" creationId="{1870CC92-8939-8117-30D5-8F52D6533864}"/>
          </ac:spMkLst>
        </pc:spChg>
        <pc:spChg chg="add mod">
          <ac:chgData name="우진 김" userId="9d5916cb77183fd7" providerId="LiveId" clId="{70C45FB2-E62E-45E5-B1FF-DCFA828D8720}" dt="2025-06-25T01:06:25.872" v="7012" actId="1076"/>
          <ac:spMkLst>
            <pc:docMk/>
            <pc:sldMk cId="128438277" sldId="422"/>
            <ac:spMk id="3" creationId="{8E97B88D-AA95-151D-F7C3-84A62348A367}"/>
          </ac:spMkLst>
        </pc:spChg>
        <pc:spChg chg="add mod">
          <ac:chgData name="우진 김" userId="9d5916cb77183fd7" providerId="LiveId" clId="{70C45FB2-E62E-45E5-B1FF-DCFA828D8720}" dt="2025-06-24T19:14:12.196" v="2123" actId="164"/>
          <ac:spMkLst>
            <pc:docMk/>
            <pc:sldMk cId="128438277" sldId="422"/>
            <ac:spMk id="5" creationId="{BC7DBD7C-F489-55A9-3765-7787A91E5C35}"/>
          </ac:spMkLst>
        </pc:spChg>
        <pc:spChg chg="add mod">
          <ac:chgData name="우진 김" userId="9d5916cb77183fd7" providerId="LiveId" clId="{70C45FB2-E62E-45E5-B1FF-DCFA828D8720}" dt="2025-06-24T19:14:16.372" v="2124" actId="164"/>
          <ac:spMkLst>
            <pc:docMk/>
            <pc:sldMk cId="128438277" sldId="422"/>
            <ac:spMk id="6" creationId="{5019210D-985A-D0EC-30AC-CD454396A301}"/>
          </ac:spMkLst>
        </pc:spChg>
        <pc:spChg chg="add mod">
          <ac:chgData name="우진 김" userId="9d5916cb77183fd7" providerId="LiveId" clId="{70C45FB2-E62E-45E5-B1FF-DCFA828D8720}" dt="2025-06-25T01:06:25.872" v="7012" actId="1076"/>
          <ac:spMkLst>
            <pc:docMk/>
            <pc:sldMk cId="128438277" sldId="422"/>
            <ac:spMk id="7" creationId="{14604D5B-A6D9-65C2-CE71-6F34847A05C4}"/>
          </ac:spMkLst>
        </pc:spChg>
        <pc:spChg chg="mod">
          <ac:chgData name="우진 김" userId="9d5916cb77183fd7" providerId="LiveId" clId="{70C45FB2-E62E-45E5-B1FF-DCFA828D8720}" dt="2025-06-25T03:35:26.258" v="9296" actId="20577"/>
          <ac:spMkLst>
            <pc:docMk/>
            <pc:sldMk cId="128438277" sldId="422"/>
            <ac:spMk id="8" creationId="{F7A2ABDA-8F04-850D-B729-52319B508127}"/>
          </ac:spMkLst>
        </pc:spChg>
        <pc:spChg chg="del">
          <ac:chgData name="우진 김" userId="9d5916cb77183fd7" providerId="LiveId" clId="{70C45FB2-E62E-45E5-B1FF-DCFA828D8720}" dt="2025-06-24T18:05:45.412" v="1767" actId="478"/>
          <ac:spMkLst>
            <pc:docMk/>
            <pc:sldMk cId="128438277" sldId="422"/>
            <ac:spMk id="10" creationId="{84557A25-979C-8A2F-45C5-AC99F55EEFF0}"/>
          </ac:spMkLst>
        </pc:spChg>
        <pc:spChg chg="del">
          <ac:chgData name="우진 김" userId="9d5916cb77183fd7" providerId="LiveId" clId="{70C45FB2-E62E-45E5-B1FF-DCFA828D8720}" dt="2025-06-24T18:05:45.412" v="1767" actId="478"/>
          <ac:spMkLst>
            <pc:docMk/>
            <pc:sldMk cId="128438277" sldId="422"/>
            <ac:spMk id="12" creationId="{13D1707B-5472-EE50-0BE1-A45931DBE1F3}"/>
          </ac:spMkLst>
        </pc:spChg>
        <pc:spChg chg="add mod">
          <ac:chgData name="우진 김" userId="9d5916cb77183fd7" providerId="LiveId" clId="{70C45FB2-E62E-45E5-B1FF-DCFA828D8720}" dt="2025-06-25T01:06:25.872" v="7012" actId="1076"/>
          <ac:spMkLst>
            <pc:docMk/>
            <pc:sldMk cId="128438277" sldId="422"/>
            <ac:spMk id="13" creationId="{5B00C27D-6EB0-B40F-C9FF-9D7125C136A8}"/>
          </ac:spMkLst>
        </pc:spChg>
        <pc:spChg chg="add mod">
          <ac:chgData name="우진 김" userId="9d5916cb77183fd7" providerId="LiveId" clId="{70C45FB2-E62E-45E5-B1FF-DCFA828D8720}" dt="2025-06-25T01:06:25.872" v="7012" actId="1076"/>
          <ac:spMkLst>
            <pc:docMk/>
            <pc:sldMk cId="128438277" sldId="422"/>
            <ac:spMk id="15" creationId="{FB890163-559B-49B0-ADEF-4B96984B6E1C}"/>
          </ac:spMkLst>
        </pc:spChg>
        <pc:spChg chg="add mod">
          <ac:chgData name="우진 김" userId="9d5916cb77183fd7" providerId="LiveId" clId="{70C45FB2-E62E-45E5-B1FF-DCFA828D8720}" dt="2025-06-24T19:14:12.196" v="2123" actId="164"/>
          <ac:spMkLst>
            <pc:docMk/>
            <pc:sldMk cId="128438277" sldId="422"/>
            <ac:spMk id="17" creationId="{5BA7184F-3788-0D2D-636B-A3ECD5570DD1}"/>
          </ac:spMkLst>
        </pc:spChg>
        <pc:spChg chg="add mod">
          <ac:chgData name="우진 김" userId="9d5916cb77183fd7" providerId="LiveId" clId="{70C45FB2-E62E-45E5-B1FF-DCFA828D8720}" dt="2025-06-24T19:14:16.372" v="2124" actId="164"/>
          <ac:spMkLst>
            <pc:docMk/>
            <pc:sldMk cId="128438277" sldId="422"/>
            <ac:spMk id="19" creationId="{54D11CC7-3BA5-926D-580A-84D0EE18C139}"/>
          </ac:spMkLst>
        </pc:spChg>
        <pc:grpChg chg="add mod">
          <ac:chgData name="우진 김" userId="9d5916cb77183fd7" providerId="LiveId" clId="{70C45FB2-E62E-45E5-B1FF-DCFA828D8720}" dt="2025-06-25T01:06:25.872" v="7012" actId="1076"/>
          <ac:grpSpMkLst>
            <pc:docMk/>
            <pc:sldMk cId="128438277" sldId="422"/>
            <ac:grpSpMk id="20" creationId="{F6EBC7E1-42AC-26B3-F25D-B012A3FC1F45}"/>
          </ac:grpSpMkLst>
        </pc:grpChg>
        <pc:grpChg chg="add mod">
          <ac:chgData name="우진 김" userId="9d5916cb77183fd7" providerId="LiveId" clId="{70C45FB2-E62E-45E5-B1FF-DCFA828D8720}" dt="2025-06-25T01:06:25.872" v="7012" actId="1076"/>
          <ac:grpSpMkLst>
            <pc:docMk/>
            <pc:sldMk cId="128438277" sldId="422"/>
            <ac:grpSpMk id="21" creationId="{9F4EF203-3AEA-58F8-7051-F384F7D357E4}"/>
          </ac:grpSpMkLst>
        </pc:grpChg>
        <pc:grpChg chg="add mod">
          <ac:chgData name="우진 김" userId="9d5916cb77183fd7" providerId="LiveId" clId="{70C45FB2-E62E-45E5-B1FF-DCFA828D8720}" dt="2025-06-24T19:14:12.196" v="2123" actId="164"/>
          <ac:grpSpMkLst>
            <pc:docMk/>
            <pc:sldMk cId="128438277" sldId="422"/>
            <ac:grpSpMk id="22" creationId="{7C0404C7-B9E9-E70A-8F1E-06D4DEB99561}"/>
          </ac:grpSpMkLst>
        </pc:grpChg>
        <pc:grpChg chg="add mod">
          <ac:chgData name="우진 김" userId="9d5916cb77183fd7" providerId="LiveId" clId="{70C45FB2-E62E-45E5-B1FF-DCFA828D8720}" dt="2025-06-24T19:14:16.372" v="2124" actId="164"/>
          <ac:grpSpMkLst>
            <pc:docMk/>
            <pc:sldMk cId="128438277" sldId="422"/>
            <ac:grpSpMk id="23" creationId="{EA5BBADE-4D88-11AD-D057-5CC751CB7161}"/>
          </ac:grpSpMkLst>
        </pc:grpChg>
        <pc:picChg chg="add mod">
          <ac:chgData name="우진 김" userId="9d5916cb77183fd7" providerId="LiveId" clId="{70C45FB2-E62E-45E5-B1FF-DCFA828D8720}" dt="2025-06-25T01:06:25.872" v="7012" actId="1076"/>
          <ac:picMkLst>
            <pc:docMk/>
            <pc:sldMk cId="128438277" sldId="422"/>
            <ac:picMk id="4098" creationId="{E40202D4-C8E4-2D67-04F8-4E2F179D136D}"/>
          </ac:picMkLst>
        </pc:picChg>
        <pc:picChg chg="add mod">
          <ac:chgData name="우진 김" userId="9d5916cb77183fd7" providerId="LiveId" clId="{70C45FB2-E62E-45E5-B1FF-DCFA828D8720}" dt="2025-06-25T01:06:25.872" v="7012" actId="1076"/>
          <ac:picMkLst>
            <pc:docMk/>
            <pc:sldMk cId="128438277" sldId="422"/>
            <ac:picMk id="4100" creationId="{FA562A03-802A-F6BA-E551-A7B9E45293F0}"/>
          </ac:picMkLst>
        </pc:picChg>
        <pc:picChg chg="add del mod">
          <ac:chgData name="우진 김" userId="9d5916cb77183fd7" providerId="LiveId" clId="{70C45FB2-E62E-45E5-B1FF-DCFA828D8720}" dt="2025-06-24T19:10:43.553" v="2091" actId="478"/>
          <ac:picMkLst>
            <pc:docMk/>
            <pc:sldMk cId="128438277" sldId="422"/>
            <ac:picMk id="4102" creationId="{E1B6CF78-7790-16C7-8DB8-AACC727B273A}"/>
          </ac:picMkLst>
        </pc:picChg>
        <pc:picChg chg="add mod">
          <ac:chgData name="우진 김" userId="9d5916cb77183fd7" providerId="LiveId" clId="{70C45FB2-E62E-45E5-B1FF-DCFA828D8720}" dt="2025-06-24T19:14:12.196" v="2123" actId="164"/>
          <ac:picMkLst>
            <pc:docMk/>
            <pc:sldMk cId="128438277" sldId="422"/>
            <ac:picMk id="4104" creationId="{692094F6-EF9D-0963-C651-EEE0BCB55142}"/>
          </ac:picMkLst>
        </pc:picChg>
        <pc:picChg chg="add mod">
          <ac:chgData name="우진 김" userId="9d5916cb77183fd7" providerId="LiveId" clId="{70C45FB2-E62E-45E5-B1FF-DCFA828D8720}" dt="2025-06-24T19:14:16.372" v="2124" actId="164"/>
          <ac:picMkLst>
            <pc:docMk/>
            <pc:sldMk cId="128438277" sldId="422"/>
            <ac:picMk id="4106" creationId="{C0B75175-E3F6-DAAD-F54F-74A7B37A64ED}"/>
          </ac:picMkLst>
        </pc:picChg>
      </pc:sldChg>
      <pc:sldChg chg="add del">
        <pc:chgData name="우진 김" userId="9d5916cb77183fd7" providerId="LiveId" clId="{70C45FB2-E62E-45E5-B1FF-DCFA828D8720}" dt="2025-06-24T18:05:47.737" v="1769"/>
        <pc:sldMkLst>
          <pc:docMk/>
          <pc:sldMk cId="2267968911" sldId="423"/>
        </pc:sldMkLst>
      </pc:sldChg>
      <pc:sldChg chg="addSp delSp modSp add mod">
        <pc:chgData name="우진 김" userId="9d5916cb77183fd7" providerId="LiveId" clId="{70C45FB2-E62E-45E5-B1FF-DCFA828D8720}" dt="2025-06-25T03:36:05.340" v="9312" actId="20577"/>
        <pc:sldMkLst>
          <pc:docMk/>
          <pc:sldMk cId="3952688972" sldId="423"/>
        </pc:sldMkLst>
        <pc:spChg chg="mod">
          <ac:chgData name="우진 김" userId="9d5916cb77183fd7" providerId="LiveId" clId="{70C45FB2-E62E-45E5-B1FF-DCFA828D8720}" dt="2025-06-25T01:01:21.105" v="6998" actId="20577"/>
          <ac:spMkLst>
            <pc:docMk/>
            <pc:sldMk cId="3952688972" sldId="423"/>
            <ac:spMk id="4" creationId="{43005102-F41D-FE8C-4A2E-D2E5DAA9368B}"/>
          </ac:spMkLst>
        </pc:spChg>
        <pc:spChg chg="add mod">
          <ac:chgData name="우진 김" userId="9d5916cb77183fd7" providerId="LiveId" clId="{70C45FB2-E62E-45E5-B1FF-DCFA828D8720}" dt="2025-06-24T19:56:41.336" v="2639" actId="20577"/>
          <ac:spMkLst>
            <pc:docMk/>
            <pc:sldMk cId="3952688972" sldId="423"/>
            <ac:spMk id="6" creationId="{243E6F5A-9858-B598-CB9D-A93209266565}"/>
          </ac:spMkLst>
        </pc:spChg>
        <pc:spChg chg="mod">
          <ac:chgData name="우진 김" userId="9d5916cb77183fd7" providerId="LiveId" clId="{70C45FB2-E62E-45E5-B1FF-DCFA828D8720}" dt="2025-06-25T03:36:05.340" v="9312" actId="20577"/>
          <ac:spMkLst>
            <pc:docMk/>
            <pc:sldMk cId="3952688972" sldId="423"/>
            <ac:spMk id="8" creationId="{7046CE36-7D86-45C9-7C4C-2D370F739CC4}"/>
          </ac:spMkLst>
        </pc:spChg>
        <pc:spChg chg="del mod topLvl">
          <ac:chgData name="우진 김" userId="9d5916cb77183fd7" providerId="LiveId" clId="{70C45FB2-E62E-45E5-B1FF-DCFA828D8720}" dt="2025-06-24T19:46:39.221" v="2560" actId="478"/>
          <ac:spMkLst>
            <pc:docMk/>
            <pc:sldMk cId="3952688972" sldId="423"/>
            <ac:spMk id="12" creationId="{A261DB34-4AD5-A5F3-85C1-18B27DC6DFDD}"/>
          </ac:spMkLst>
        </pc:spChg>
        <pc:spChg chg="mod topLvl">
          <ac:chgData name="우진 김" userId="9d5916cb77183fd7" providerId="LiveId" clId="{70C45FB2-E62E-45E5-B1FF-DCFA828D8720}" dt="2025-06-24T19:56:48.225" v="2651" actId="20577"/>
          <ac:spMkLst>
            <pc:docMk/>
            <pc:sldMk cId="3952688972" sldId="423"/>
            <ac:spMk id="13" creationId="{2A5DC464-385B-D11A-E549-FC799FD255D7}"/>
          </ac:spMkLst>
        </pc:spChg>
        <pc:grpChg chg="del mod">
          <ac:chgData name="우진 김" userId="9d5916cb77183fd7" providerId="LiveId" clId="{70C45FB2-E62E-45E5-B1FF-DCFA828D8720}" dt="2025-06-24T19:46:39.221" v="2560" actId="478"/>
          <ac:grpSpMkLst>
            <pc:docMk/>
            <pc:sldMk cId="3952688972" sldId="423"/>
            <ac:grpSpMk id="34" creationId="{393313C1-193D-3CB9-FD84-EA96E8E68149}"/>
          </ac:grpSpMkLst>
        </pc:grpChg>
        <pc:grpChg chg="del">
          <ac:chgData name="우진 김" userId="9d5916cb77183fd7" providerId="LiveId" clId="{70C45FB2-E62E-45E5-B1FF-DCFA828D8720}" dt="2025-06-24T19:46:40.111" v="2561" actId="478"/>
          <ac:grpSpMkLst>
            <pc:docMk/>
            <pc:sldMk cId="3952688972" sldId="423"/>
            <ac:grpSpMk id="35" creationId="{901F3930-5C48-6D69-3B49-E774C523BEE2}"/>
          </ac:grpSpMkLst>
        </pc:grpChg>
        <pc:grpChg chg="del">
          <ac:chgData name="우진 김" userId="9d5916cb77183fd7" providerId="LiveId" clId="{70C45FB2-E62E-45E5-B1FF-DCFA828D8720}" dt="2025-06-24T19:46:40.692" v="2562" actId="478"/>
          <ac:grpSpMkLst>
            <pc:docMk/>
            <pc:sldMk cId="3952688972" sldId="423"/>
            <ac:grpSpMk id="36" creationId="{8D924AA5-BC7F-E2B5-138F-D37172382BF3}"/>
          </ac:grpSpMkLst>
        </pc:grpChg>
        <pc:picChg chg="add del mod">
          <ac:chgData name="우진 김" userId="9d5916cb77183fd7" providerId="LiveId" clId="{70C45FB2-E62E-45E5-B1FF-DCFA828D8720}" dt="2025-06-24T19:56:53.528" v="2655" actId="478"/>
          <ac:picMkLst>
            <pc:docMk/>
            <pc:sldMk cId="3952688972" sldId="423"/>
            <ac:picMk id="5" creationId="{EDC4AC97-B287-8125-EF8A-A8471CA5F1BE}"/>
          </ac:picMkLst>
        </pc:picChg>
        <pc:picChg chg="add del mod">
          <ac:chgData name="우진 김" userId="9d5916cb77183fd7" providerId="LiveId" clId="{70C45FB2-E62E-45E5-B1FF-DCFA828D8720}" dt="2025-06-24T19:56:48.487" v="2652" actId="478"/>
          <ac:picMkLst>
            <pc:docMk/>
            <pc:sldMk cId="3952688972" sldId="423"/>
            <ac:picMk id="9" creationId="{3AD97009-DFC0-1377-56E0-57BD43CC40D2}"/>
          </ac:picMkLst>
        </pc:picChg>
        <pc:picChg chg="add del mod">
          <ac:chgData name="우진 김" userId="9d5916cb77183fd7" providerId="LiveId" clId="{70C45FB2-E62E-45E5-B1FF-DCFA828D8720}" dt="2025-06-24T19:56:46.728" v="2648" actId="22"/>
          <ac:picMkLst>
            <pc:docMk/>
            <pc:sldMk cId="3952688972" sldId="423"/>
            <ac:picMk id="11" creationId="{84CFF4D1-B1ED-112E-C03F-A2204851AECA}"/>
          </ac:picMkLst>
        </pc:picChg>
        <pc:picChg chg="add del">
          <ac:chgData name="우진 김" userId="9d5916cb77183fd7" providerId="LiveId" clId="{70C45FB2-E62E-45E5-B1FF-DCFA828D8720}" dt="2025-06-24T19:56:44.679" v="2645" actId="22"/>
          <ac:picMkLst>
            <pc:docMk/>
            <pc:sldMk cId="3952688972" sldId="423"/>
            <ac:picMk id="16" creationId="{CFE2B701-A0C0-4E63-D6D7-73EB8A76F9D4}"/>
          </ac:picMkLst>
        </pc:picChg>
        <pc:picChg chg="add del mod">
          <ac:chgData name="우진 김" userId="9d5916cb77183fd7" providerId="LiveId" clId="{70C45FB2-E62E-45E5-B1FF-DCFA828D8720}" dt="2025-06-24T19:56:43.127" v="2643" actId="22"/>
          <ac:picMkLst>
            <pc:docMk/>
            <pc:sldMk cId="3952688972" sldId="423"/>
            <ac:picMk id="18" creationId="{82BCB1AB-0835-382D-E0AE-F20E0DDED02F}"/>
          </ac:picMkLst>
        </pc:picChg>
        <pc:picChg chg="del">
          <ac:chgData name="우진 김" userId="9d5916cb77183fd7" providerId="LiveId" clId="{70C45FB2-E62E-45E5-B1FF-DCFA828D8720}" dt="2025-06-24T19:46:31.340" v="2557" actId="478"/>
          <ac:picMkLst>
            <pc:docMk/>
            <pc:sldMk cId="3952688972" sldId="423"/>
            <ac:picMk id="5124" creationId="{32223001-6615-BD61-7F5E-9365734B9A07}"/>
          </ac:picMkLst>
        </pc:picChg>
        <pc:cxnChg chg="add mod">
          <ac:chgData name="우진 김" userId="9d5916cb77183fd7" providerId="LiveId" clId="{70C45FB2-E62E-45E5-B1FF-DCFA828D8720}" dt="2025-06-24T22:21:51.832" v="4736" actId="1076"/>
          <ac:cxnSpMkLst>
            <pc:docMk/>
            <pc:sldMk cId="3952688972" sldId="423"/>
            <ac:cxnSpMk id="19" creationId="{016C3597-8D72-4DAE-B286-D843970425E8}"/>
          </ac:cxnSpMkLst>
        </pc:cxnChg>
      </pc:sldChg>
      <pc:sldChg chg="addSp delSp modSp add mod modAnim">
        <pc:chgData name="우진 김" userId="9d5916cb77183fd7" providerId="LiveId" clId="{70C45FB2-E62E-45E5-B1FF-DCFA828D8720}" dt="2025-06-25T03:36:08.965" v="9316" actId="20577"/>
        <pc:sldMkLst>
          <pc:docMk/>
          <pc:sldMk cId="680745044" sldId="424"/>
        </pc:sldMkLst>
        <pc:spChg chg="mod">
          <ac:chgData name="우진 김" userId="9d5916cb77183fd7" providerId="LiveId" clId="{70C45FB2-E62E-45E5-B1FF-DCFA828D8720}" dt="2025-06-24T19:58:36.158" v="2719" actId="20577"/>
          <ac:spMkLst>
            <pc:docMk/>
            <pc:sldMk cId="680745044" sldId="424"/>
            <ac:spMk id="6" creationId="{0C607143-EFD1-754E-D3C0-B0A525CB3917}"/>
          </ac:spMkLst>
        </pc:spChg>
        <pc:spChg chg="mod">
          <ac:chgData name="우진 김" userId="9d5916cb77183fd7" providerId="LiveId" clId="{70C45FB2-E62E-45E5-B1FF-DCFA828D8720}" dt="2025-06-25T03:36:08.965" v="9316" actId="20577"/>
          <ac:spMkLst>
            <pc:docMk/>
            <pc:sldMk cId="680745044" sldId="424"/>
            <ac:spMk id="8" creationId="{8F80C443-5230-09FF-4B74-BFFD30D49305}"/>
          </ac:spMkLst>
        </pc:spChg>
        <pc:spChg chg="mod">
          <ac:chgData name="우진 김" userId="9d5916cb77183fd7" providerId="LiveId" clId="{70C45FB2-E62E-45E5-B1FF-DCFA828D8720}" dt="2025-06-24T19:57:34.749" v="2693" actId="1076"/>
          <ac:spMkLst>
            <pc:docMk/>
            <pc:sldMk cId="680745044" sldId="424"/>
            <ac:spMk id="13" creationId="{B6497ECE-1BBC-8F85-3CA6-7A3D6386080B}"/>
          </ac:spMkLst>
        </pc:spChg>
        <pc:picChg chg="del">
          <ac:chgData name="우진 김" userId="9d5916cb77183fd7" providerId="LiveId" clId="{70C45FB2-E62E-45E5-B1FF-DCFA828D8720}" dt="2025-06-24T19:57:08.926" v="2680" actId="478"/>
          <ac:picMkLst>
            <pc:docMk/>
            <pc:sldMk cId="680745044" sldId="424"/>
            <ac:picMk id="5" creationId="{ABFC808F-BE90-CC04-DAC0-A17850619017}"/>
          </ac:picMkLst>
        </pc:picChg>
        <pc:picChg chg="add mod">
          <ac:chgData name="우진 김" userId="9d5916cb77183fd7" providerId="LiveId" clId="{70C45FB2-E62E-45E5-B1FF-DCFA828D8720}" dt="2025-06-24T19:57:38.709" v="2696" actId="1076"/>
          <ac:picMkLst>
            <pc:docMk/>
            <pc:sldMk cId="680745044" sldId="424"/>
            <ac:picMk id="7" creationId="{B0B41CEA-71D6-0586-EFFE-92C88D8EE24F}"/>
          </ac:picMkLst>
        </pc:picChg>
        <pc:picChg chg="del">
          <ac:chgData name="우진 김" userId="9d5916cb77183fd7" providerId="LiveId" clId="{70C45FB2-E62E-45E5-B1FF-DCFA828D8720}" dt="2025-06-24T19:57:09.598" v="2681" actId="478"/>
          <ac:picMkLst>
            <pc:docMk/>
            <pc:sldMk cId="680745044" sldId="424"/>
            <ac:picMk id="9" creationId="{2C1F873A-66D7-F2BA-2B35-A3EE84A50B55}"/>
          </ac:picMkLst>
        </pc:picChg>
        <pc:picChg chg="add mod">
          <ac:chgData name="우진 김" userId="9d5916cb77183fd7" providerId="LiveId" clId="{70C45FB2-E62E-45E5-B1FF-DCFA828D8720}" dt="2025-06-24T20:01:54.672" v="2724" actId="1076"/>
          <ac:picMkLst>
            <pc:docMk/>
            <pc:sldMk cId="680745044" sldId="424"/>
            <ac:picMk id="10" creationId="{F17144EF-6B45-B061-4BA6-8A071308A1FE}"/>
          </ac:picMkLst>
        </pc:picChg>
        <pc:cxnChg chg="add mod">
          <ac:chgData name="우진 김" userId="9d5916cb77183fd7" providerId="LiveId" clId="{70C45FB2-E62E-45E5-B1FF-DCFA828D8720}" dt="2025-06-24T22:21:58.237" v="4738" actId="1076"/>
          <ac:cxnSpMkLst>
            <pc:docMk/>
            <pc:sldMk cId="680745044" sldId="424"/>
            <ac:cxnSpMk id="11" creationId="{3A701DE2-FAEE-25D3-CAE5-B22A30BFB12A}"/>
          </ac:cxnSpMkLst>
        </pc:cxnChg>
      </pc:sldChg>
      <pc:sldChg chg="addSp delSp modSp add mod modAnim">
        <pc:chgData name="우진 김" userId="9d5916cb77183fd7" providerId="LiveId" clId="{70C45FB2-E62E-45E5-B1FF-DCFA828D8720}" dt="2025-06-25T03:36:16.861" v="9324" actId="20577"/>
        <pc:sldMkLst>
          <pc:docMk/>
          <pc:sldMk cId="2490206777" sldId="425"/>
        </pc:sldMkLst>
        <pc:spChg chg="add mod">
          <ac:chgData name="우진 김" userId="9d5916cb77183fd7" providerId="LiveId" clId="{70C45FB2-E62E-45E5-B1FF-DCFA828D8720}" dt="2025-06-24T20:18:06.669" v="2809" actId="1076"/>
          <ac:spMkLst>
            <pc:docMk/>
            <pc:sldMk cId="2490206777" sldId="425"/>
            <ac:spMk id="5" creationId="{F3823E1D-6057-2F29-912E-1C6ED4AA72D0}"/>
          </ac:spMkLst>
        </pc:spChg>
        <pc:spChg chg="add mod">
          <ac:chgData name="우진 김" userId="9d5916cb77183fd7" providerId="LiveId" clId="{70C45FB2-E62E-45E5-B1FF-DCFA828D8720}" dt="2025-06-24T20:23:21.863" v="2833" actId="164"/>
          <ac:spMkLst>
            <pc:docMk/>
            <pc:sldMk cId="2490206777" sldId="425"/>
            <ac:spMk id="7" creationId="{E868DE78-F12E-672E-9987-73190F589B25}"/>
          </ac:spMkLst>
        </pc:spChg>
        <pc:spChg chg="mod">
          <ac:chgData name="우진 김" userId="9d5916cb77183fd7" providerId="LiveId" clId="{70C45FB2-E62E-45E5-B1FF-DCFA828D8720}" dt="2025-06-25T03:36:16.861" v="9324" actId="20577"/>
          <ac:spMkLst>
            <pc:docMk/>
            <pc:sldMk cId="2490206777" sldId="425"/>
            <ac:spMk id="8" creationId="{72904D88-207D-B2CF-8C15-F585115E4EE8}"/>
          </ac:spMkLst>
        </pc:spChg>
        <pc:spChg chg="del">
          <ac:chgData name="우진 김" userId="9d5916cb77183fd7" providerId="LiveId" clId="{70C45FB2-E62E-45E5-B1FF-DCFA828D8720}" dt="2025-06-24T20:17:18.279" v="2771" actId="478"/>
          <ac:spMkLst>
            <pc:docMk/>
            <pc:sldMk cId="2490206777" sldId="425"/>
            <ac:spMk id="10" creationId="{9B119540-B9F8-F440-15BF-024DB96E046A}"/>
          </ac:spMkLst>
        </pc:spChg>
        <pc:spChg chg="mod">
          <ac:chgData name="우진 김" userId="9d5916cb77183fd7" providerId="LiveId" clId="{70C45FB2-E62E-45E5-B1FF-DCFA828D8720}" dt="2025-06-24T20:17:24.086" v="2775" actId="1076"/>
          <ac:spMkLst>
            <pc:docMk/>
            <pc:sldMk cId="2490206777" sldId="425"/>
            <ac:spMk id="11" creationId="{912BC5DB-23DD-E361-0466-A1F6AE00A0A3}"/>
          </ac:spMkLst>
        </pc:spChg>
        <pc:spChg chg="del mod">
          <ac:chgData name="우진 김" userId="9d5916cb77183fd7" providerId="LiveId" clId="{70C45FB2-E62E-45E5-B1FF-DCFA828D8720}" dt="2025-06-24T20:17:20.847" v="2773" actId="478"/>
          <ac:spMkLst>
            <pc:docMk/>
            <pc:sldMk cId="2490206777" sldId="425"/>
            <ac:spMk id="14" creationId="{B3E63429-C538-11E1-3DA4-7BC1A91B3A9D}"/>
          </ac:spMkLst>
        </pc:spChg>
        <pc:spChg chg="add mod">
          <ac:chgData name="우진 김" userId="9d5916cb77183fd7" providerId="LiveId" clId="{70C45FB2-E62E-45E5-B1FF-DCFA828D8720}" dt="2025-06-24T20:23:15.614" v="2832" actId="164"/>
          <ac:spMkLst>
            <pc:docMk/>
            <pc:sldMk cId="2490206777" sldId="425"/>
            <ac:spMk id="19" creationId="{86B8C6DB-5EA0-3EB3-0820-5C12D6EE5FF4}"/>
          </ac:spMkLst>
        </pc:spChg>
        <pc:spChg chg="add mod">
          <ac:chgData name="우진 김" userId="9d5916cb77183fd7" providerId="LiveId" clId="{70C45FB2-E62E-45E5-B1FF-DCFA828D8720}" dt="2025-06-24T20:28:10.706" v="2851" actId="1076"/>
          <ac:spMkLst>
            <pc:docMk/>
            <pc:sldMk cId="2490206777" sldId="425"/>
            <ac:spMk id="23" creationId="{15D08DA5-83EA-C595-E0E3-703C92A4A5F0}"/>
          </ac:spMkLst>
        </pc:spChg>
        <pc:grpChg chg="add mod">
          <ac:chgData name="우진 김" userId="9d5916cb77183fd7" providerId="LiveId" clId="{70C45FB2-E62E-45E5-B1FF-DCFA828D8720}" dt="2025-06-24T20:23:15.614" v="2832" actId="164"/>
          <ac:grpSpMkLst>
            <pc:docMk/>
            <pc:sldMk cId="2490206777" sldId="425"/>
            <ac:grpSpMk id="20" creationId="{A8BF9DF1-4944-0045-0289-3594AF83A93C}"/>
          </ac:grpSpMkLst>
        </pc:grpChg>
        <pc:grpChg chg="add mod">
          <ac:chgData name="우진 김" userId="9d5916cb77183fd7" providerId="LiveId" clId="{70C45FB2-E62E-45E5-B1FF-DCFA828D8720}" dt="2025-06-24T20:23:21.863" v="2833" actId="164"/>
          <ac:grpSpMkLst>
            <pc:docMk/>
            <pc:sldMk cId="2490206777" sldId="425"/>
            <ac:grpSpMk id="21" creationId="{8219A97E-6853-AD97-6A0A-B336BE534EAF}"/>
          </ac:grpSpMkLst>
        </pc:grpChg>
        <pc:picChg chg="add mod">
          <ac:chgData name="우진 김" userId="9d5916cb77183fd7" providerId="LiveId" clId="{70C45FB2-E62E-45E5-B1FF-DCFA828D8720}" dt="2025-06-24T20:18:08.631" v="2810" actId="1076"/>
          <ac:picMkLst>
            <pc:docMk/>
            <pc:sldMk cId="2490206777" sldId="425"/>
            <ac:picMk id="3" creationId="{A7EA592F-2D79-D1FF-C51E-9A5664F7DC4C}"/>
          </ac:picMkLst>
        </pc:picChg>
        <pc:picChg chg="del mod">
          <ac:chgData name="우진 김" userId="9d5916cb77183fd7" providerId="LiveId" clId="{70C45FB2-E62E-45E5-B1FF-DCFA828D8720}" dt="2025-06-24T20:17:17.262" v="2770" actId="478"/>
          <ac:picMkLst>
            <pc:docMk/>
            <pc:sldMk cId="2490206777" sldId="425"/>
            <ac:picMk id="9" creationId="{5E23237E-025B-7C90-473B-A15087ADC91F}"/>
          </ac:picMkLst>
        </pc:picChg>
        <pc:picChg chg="del">
          <ac:chgData name="우진 김" userId="9d5916cb77183fd7" providerId="LiveId" clId="{70C45FB2-E62E-45E5-B1FF-DCFA828D8720}" dt="2025-06-24T20:17:14.190" v="2767" actId="478"/>
          <ac:picMkLst>
            <pc:docMk/>
            <pc:sldMk cId="2490206777" sldId="425"/>
            <ac:picMk id="12" creationId="{FE07DB47-6AA3-ED39-FCC9-88FEA4D57211}"/>
          </ac:picMkLst>
        </pc:picChg>
        <pc:picChg chg="mod">
          <ac:chgData name="우진 김" userId="9d5916cb77183fd7" providerId="LiveId" clId="{70C45FB2-E62E-45E5-B1FF-DCFA828D8720}" dt="2025-06-24T20:17:25.777" v="2776" actId="1076"/>
          <ac:picMkLst>
            <pc:docMk/>
            <pc:sldMk cId="2490206777" sldId="425"/>
            <ac:picMk id="6146" creationId="{835DA5C1-2A46-8F35-982D-AD6A76FB0763}"/>
          </ac:picMkLst>
        </pc:picChg>
        <pc:cxnChg chg="add mod">
          <ac:chgData name="우진 김" userId="9d5916cb77183fd7" providerId="LiveId" clId="{70C45FB2-E62E-45E5-B1FF-DCFA828D8720}" dt="2025-06-24T20:23:21.863" v="2833" actId="164"/>
          <ac:cxnSpMkLst>
            <pc:docMk/>
            <pc:sldMk cId="2490206777" sldId="425"/>
            <ac:cxnSpMk id="6" creationId="{3BD08FBD-B767-DF63-DC36-E5589BBAD0D7}"/>
          </ac:cxnSpMkLst>
        </pc:cxnChg>
        <pc:cxnChg chg="del">
          <ac:chgData name="우진 김" userId="9d5916cb77183fd7" providerId="LiveId" clId="{70C45FB2-E62E-45E5-B1FF-DCFA828D8720}" dt="2025-06-24T20:17:21.430" v="2774" actId="478"/>
          <ac:cxnSpMkLst>
            <pc:docMk/>
            <pc:sldMk cId="2490206777" sldId="425"/>
            <ac:cxnSpMk id="13" creationId="{8F02929F-B08A-EFA2-1AAE-A2DC0E3B8328}"/>
          </ac:cxnSpMkLst>
        </pc:cxnChg>
        <pc:cxnChg chg="add mod">
          <ac:chgData name="우진 김" userId="9d5916cb77183fd7" providerId="LiveId" clId="{70C45FB2-E62E-45E5-B1FF-DCFA828D8720}" dt="2025-06-24T20:23:15.614" v="2832" actId="164"/>
          <ac:cxnSpMkLst>
            <pc:docMk/>
            <pc:sldMk cId="2490206777" sldId="425"/>
            <ac:cxnSpMk id="15" creationId="{44DDA4C8-E0A7-AF45-B155-ECC5BAD4B925}"/>
          </ac:cxnSpMkLst>
        </pc:cxnChg>
      </pc:sldChg>
      <pc:sldChg chg="addSp delSp modSp add mod modAnim">
        <pc:chgData name="우진 김" userId="9d5916cb77183fd7" providerId="LiveId" clId="{70C45FB2-E62E-45E5-B1FF-DCFA828D8720}" dt="2025-06-25T03:36:25.014" v="9332" actId="20577"/>
        <pc:sldMkLst>
          <pc:docMk/>
          <pc:sldMk cId="590404388" sldId="426"/>
        </pc:sldMkLst>
        <pc:spChg chg="mod">
          <ac:chgData name="우진 김" userId="9d5916cb77183fd7" providerId="LiveId" clId="{70C45FB2-E62E-45E5-B1FF-DCFA828D8720}" dt="2025-06-24T20:47:48.535" v="3101" actId="20577"/>
          <ac:spMkLst>
            <pc:docMk/>
            <pc:sldMk cId="590404388" sldId="426"/>
            <ac:spMk id="4" creationId="{A80F6635-7615-99BB-163C-3E3EC3CADCBA}"/>
          </ac:spMkLst>
        </pc:spChg>
        <pc:spChg chg="del">
          <ac:chgData name="우진 김" userId="9d5916cb77183fd7" providerId="LiveId" clId="{70C45FB2-E62E-45E5-B1FF-DCFA828D8720}" dt="2025-06-24T20:30:15.527" v="2858" actId="478"/>
          <ac:spMkLst>
            <pc:docMk/>
            <pc:sldMk cId="590404388" sldId="426"/>
            <ac:spMk id="5" creationId="{4A9FA45E-6E28-6D1F-07BE-1302098C2052}"/>
          </ac:spMkLst>
        </pc:spChg>
        <pc:spChg chg="mod">
          <ac:chgData name="우진 김" userId="9d5916cb77183fd7" providerId="LiveId" clId="{70C45FB2-E62E-45E5-B1FF-DCFA828D8720}" dt="2025-06-25T03:36:25.014" v="9332" actId="20577"/>
          <ac:spMkLst>
            <pc:docMk/>
            <pc:sldMk cId="590404388" sldId="426"/>
            <ac:spMk id="8" creationId="{E934D714-7A48-2F47-3CCE-DEC185DA6174}"/>
          </ac:spMkLst>
        </pc:spChg>
        <pc:spChg chg="add del mod">
          <ac:chgData name="우진 김" userId="9d5916cb77183fd7" providerId="LiveId" clId="{70C45FB2-E62E-45E5-B1FF-DCFA828D8720}" dt="2025-06-24T20:49:51.131" v="3104" actId="478"/>
          <ac:spMkLst>
            <pc:docMk/>
            <pc:sldMk cId="590404388" sldId="426"/>
            <ac:spMk id="9" creationId="{FF3B4828-07A0-9A5C-98F6-AEC9E48EB99B}"/>
          </ac:spMkLst>
        </pc:spChg>
        <pc:spChg chg="del">
          <ac:chgData name="우진 김" userId="9d5916cb77183fd7" providerId="LiveId" clId="{70C45FB2-E62E-45E5-B1FF-DCFA828D8720}" dt="2025-06-24T20:30:15.527" v="2858" actId="478"/>
          <ac:spMkLst>
            <pc:docMk/>
            <pc:sldMk cId="590404388" sldId="426"/>
            <ac:spMk id="11" creationId="{8A48A966-2772-C339-529D-38EBF2A5EC32}"/>
          </ac:spMkLst>
        </pc:spChg>
        <pc:spChg chg="add mod ord topLvl">
          <ac:chgData name="우진 김" userId="9d5916cb77183fd7" providerId="LiveId" clId="{70C45FB2-E62E-45E5-B1FF-DCFA828D8720}" dt="2025-06-24T21:33:59.853" v="4158" actId="165"/>
          <ac:spMkLst>
            <pc:docMk/>
            <pc:sldMk cId="590404388" sldId="426"/>
            <ac:spMk id="12" creationId="{CF047129-7DC3-74E5-99BF-A1AB036B07CD}"/>
          </ac:spMkLst>
        </pc:spChg>
        <pc:spChg chg="add mod topLvl">
          <ac:chgData name="우진 김" userId="9d5916cb77183fd7" providerId="LiveId" clId="{70C45FB2-E62E-45E5-B1FF-DCFA828D8720}" dt="2025-06-24T21:33:59.853" v="4158" actId="165"/>
          <ac:spMkLst>
            <pc:docMk/>
            <pc:sldMk cId="590404388" sldId="426"/>
            <ac:spMk id="13" creationId="{DBA27011-AC9F-F430-3F7A-978594FC5F4C}"/>
          </ac:spMkLst>
        </pc:spChg>
        <pc:spChg chg="add mod topLvl">
          <ac:chgData name="우진 김" userId="9d5916cb77183fd7" providerId="LiveId" clId="{70C45FB2-E62E-45E5-B1FF-DCFA828D8720}" dt="2025-06-24T21:33:59.853" v="4158" actId="165"/>
          <ac:spMkLst>
            <pc:docMk/>
            <pc:sldMk cId="590404388" sldId="426"/>
            <ac:spMk id="14" creationId="{07E56ED0-B830-83BE-460F-9A17D494BDBC}"/>
          </ac:spMkLst>
        </pc:spChg>
        <pc:spChg chg="add mod topLvl">
          <ac:chgData name="우진 김" userId="9d5916cb77183fd7" providerId="LiveId" clId="{70C45FB2-E62E-45E5-B1FF-DCFA828D8720}" dt="2025-06-24T21:33:59.853" v="4158" actId="165"/>
          <ac:spMkLst>
            <pc:docMk/>
            <pc:sldMk cId="590404388" sldId="426"/>
            <ac:spMk id="16" creationId="{89F3CF26-FABB-7B7D-739E-535DFA517E75}"/>
          </ac:spMkLst>
        </pc:spChg>
        <pc:spChg chg="add mod topLvl">
          <ac:chgData name="우진 김" userId="9d5916cb77183fd7" providerId="LiveId" clId="{70C45FB2-E62E-45E5-B1FF-DCFA828D8720}" dt="2025-06-24T21:33:59.853" v="4158" actId="165"/>
          <ac:spMkLst>
            <pc:docMk/>
            <pc:sldMk cId="590404388" sldId="426"/>
            <ac:spMk id="17" creationId="{AD198CFD-49FD-91C4-3E63-AD72A29AE8DF}"/>
          </ac:spMkLst>
        </pc:spChg>
        <pc:spChg chg="add mod topLvl">
          <ac:chgData name="우진 김" userId="9d5916cb77183fd7" providerId="LiveId" clId="{70C45FB2-E62E-45E5-B1FF-DCFA828D8720}" dt="2025-06-24T21:33:59.853" v="4158" actId="165"/>
          <ac:spMkLst>
            <pc:docMk/>
            <pc:sldMk cId="590404388" sldId="426"/>
            <ac:spMk id="18" creationId="{ECD4633E-70D4-C126-8D4A-0C1CF8479939}"/>
          </ac:spMkLst>
        </pc:spChg>
        <pc:spChg chg="add mod topLvl">
          <ac:chgData name="우진 김" userId="9d5916cb77183fd7" providerId="LiveId" clId="{70C45FB2-E62E-45E5-B1FF-DCFA828D8720}" dt="2025-06-24T21:33:59.853" v="4158" actId="165"/>
          <ac:spMkLst>
            <pc:docMk/>
            <pc:sldMk cId="590404388" sldId="426"/>
            <ac:spMk id="22" creationId="{955EBB0C-D9B9-9B87-4E87-F6FF7AE4B51A}"/>
          </ac:spMkLst>
        </pc:spChg>
        <pc:spChg chg="del">
          <ac:chgData name="우진 김" userId="9d5916cb77183fd7" providerId="LiveId" clId="{70C45FB2-E62E-45E5-B1FF-DCFA828D8720}" dt="2025-06-24T20:30:15.527" v="2858" actId="478"/>
          <ac:spMkLst>
            <pc:docMk/>
            <pc:sldMk cId="590404388" sldId="426"/>
            <ac:spMk id="23" creationId="{15CA0AE9-77B7-2BB2-36B4-A0F757CB7135}"/>
          </ac:spMkLst>
        </pc:spChg>
        <pc:spChg chg="add mod topLvl">
          <ac:chgData name="우진 김" userId="9d5916cb77183fd7" providerId="LiveId" clId="{70C45FB2-E62E-45E5-B1FF-DCFA828D8720}" dt="2025-06-24T21:33:59.853" v="4158" actId="165"/>
          <ac:spMkLst>
            <pc:docMk/>
            <pc:sldMk cId="590404388" sldId="426"/>
            <ac:spMk id="24" creationId="{1B913B9D-E523-F955-3A87-831AD217DF99}"/>
          </ac:spMkLst>
        </pc:spChg>
        <pc:spChg chg="add del mod">
          <ac:chgData name="우진 김" userId="9d5916cb77183fd7" providerId="LiveId" clId="{70C45FB2-E62E-45E5-B1FF-DCFA828D8720}" dt="2025-06-24T20:55:46.304" v="3188" actId="478"/>
          <ac:spMkLst>
            <pc:docMk/>
            <pc:sldMk cId="590404388" sldId="426"/>
            <ac:spMk id="40" creationId="{A9835953-371E-5B35-6C0C-22210D6B7B21}"/>
          </ac:spMkLst>
        </pc:spChg>
        <pc:spChg chg="add del mod">
          <ac:chgData name="우진 김" userId="9d5916cb77183fd7" providerId="LiveId" clId="{70C45FB2-E62E-45E5-B1FF-DCFA828D8720}" dt="2025-06-24T20:56:50.964" v="3196" actId="478"/>
          <ac:spMkLst>
            <pc:docMk/>
            <pc:sldMk cId="590404388" sldId="426"/>
            <ac:spMk id="41" creationId="{D477B82F-0285-2F2D-AA34-B3B862BADA7B}"/>
          </ac:spMkLst>
        </pc:spChg>
        <pc:spChg chg="add mod">
          <ac:chgData name="우진 김" userId="9d5916cb77183fd7" providerId="LiveId" clId="{70C45FB2-E62E-45E5-B1FF-DCFA828D8720}" dt="2025-06-24T21:21:44.648" v="3795" actId="403"/>
          <ac:spMkLst>
            <pc:docMk/>
            <pc:sldMk cId="590404388" sldId="426"/>
            <ac:spMk id="42" creationId="{8DB1670D-A18D-7B67-C29A-852FE5B70DD5}"/>
          </ac:spMkLst>
        </pc:spChg>
        <pc:spChg chg="add mod">
          <ac:chgData name="우진 김" userId="9d5916cb77183fd7" providerId="LiveId" clId="{70C45FB2-E62E-45E5-B1FF-DCFA828D8720}" dt="2025-06-24T21:02:27.767" v="3335" actId="20577"/>
          <ac:spMkLst>
            <pc:docMk/>
            <pc:sldMk cId="590404388" sldId="426"/>
            <ac:spMk id="43" creationId="{4DCEEF6C-1C58-E635-3ADB-2C117AFACCFA}"/>
          </ac:spMkLst>
        </pc:spChg>
        <pc:spChg chg="add mod">
          <ac:chgData name="우진 김" userId="9d5916cb77183fd7" providerId="LiveId" clId="{70C45FB2-E62E-45E5-B1FF-DCFA828D8720}" dt="2025-06-24T21:02:24.696" v="3334" actId="1076"/>
          <ac:spMkLst>
            <pc:docMk/>
            <pc:sldMk cId="590404388" sldId="426"/>
            <ac:spMk id="44" creationId="{AD063619-D7E3-D65F-469D-5EFAC4230B9A}"/>
          </ac:spMkLst>
        </pc:spChg>
        <pc:spChg chg="add mod">
          <ac:chgData name="우진 김" userId="9d5916cb77183fd7" providerId="LiveId" clId="{70C45FB2-E62E-45E5-B1FF-DCFA828D8720}" dt="2025-06-24T21:07:59.465" v="3623" actId="20577"/>
          <ac:spMkLst>
            <pc:docMk/>
            <pc:sldMk cId="590404388" sldId="426"/>
            <ac:spMk id="46" creationId="{A30D696D-F0B5-C89E-FB58-B1A11F3B51DA}"/>
          </ac:spMkLst>
        </pc:spChg>
        <pc:spChg chg="add del mod">
          <ac:chgData name="우진 김" userId="9d5916cb77183fd7" providerId="LiveId" clId="{70C45FB2-E62E-45E5-B1FF-DCFA828D8720}" dt="2025-06-24T21:06:12.272" v="3565" actId="478"/>
          <ac:spMkLst>
            <pc:docMk/>
            <pc:sldMk cId="590404388" sldId="426"/>
            <ac:spMk id="47" creationId="{0901E26D-E747-90F5-643D-A1424DC7964D}"/>
          </ac:spMkLst>
        </pc:spChg>
        <pc:spChg chg="add mod">
          <ac:chgData name="우진 김" userId="9d5916cb77183fd7" providerId="LiveId" clId="{70C45FB2-E62E-45E5-B1FF-DCFA828D8720}" dt="2025-06-24T21:07:57.441" v="3621" actId="1076"/>
          <ac:spMkLst>
            <pc:docMk/>
            <pc:sldMk cId="590404388" sldId="426"/>
            <ac:spMk id="49" creationId="{6B82356A-67E5-9394-E416-4A5D3FE6DD09}"/>
          </ac:spMkLst>
        </pc:spChg>
        <pc:grpChg chg="del">
          <ac:chgData name="우진 김" userId="9d5916cb77183fd7" providerId="LiveId" clId="{70C45FB2-E62E-45E5-B1FF-DCFA828D8720}" dt="2025-06-24T20:30:15.527" v="2858" actId="478"/>
          <ac:grpSpMkLst>
            <pc:docMk/>
            <pc:sldMk cId="590404388" sldId="426"/>
            <ac:grpSpMk id="20" creationId="{5F523E3C-1ED2-B158-55E2-47BF1D516164}"/>
          </ac:grpSpMkLst>
        </pc:grpChg>
        <pc:grpChg chg="del">
          <ac:chgData name="우진 김" userId="9d5916cb77183fd7" providerId="LiveId" clId="{70C45FB2-E62E-45E5-B1FF-DCFA828D8720}" dt="2025-06-24T20:30:15.527" v="2858" actId="478"/>
          <ac:grpSpMkLst>
            <pc:docMk/>
            <pc:sldMk cId="590404388" sldId="426"/>
            <ac:grpSpMk id="21" creationId="{D5BED6A2-C80F-13BE-EA1B-0C104A9F94A9}"/>
          </ac:grpSpMkLst>
        </pc:grpChg>
        <pc:grpChg chg="add del mod">
          <ac:chgData name="우진 김" userId="9d5916cb77183fd7" providerId="LiveId" clId="{70C45FB2-E62E-45E5-B1FF-DCFA828D8720}" dt="2025-06-24T21:33:59.853" v="4158" actId="165"/>
          <ac:grpSpMkLst>
            <pc:docMk/>
            <pc:sldMk cId="590404388" sldId="426"/>
            <ac:grpSpMk id="45" creationId="{6AB5E42C-40DC-304E-D9CE-796332DD46AD}"/>
          </ac:grpSpMkLst>
        </pc:grpChg>
        <pc:picChg chg="del">
          <ac:chgData name="우진 김" userId="9d5916cb77183fd7" providerId="LiveId" clId="{70C45FB2-E62E-45E5-B1FF-DCFA828D8720}" dt="2025-06-24T20:30:15.527" v="2858" actId="478"/>
          <ac:picMkLst>
            <pc:docMk/>
            <pc:sldMk cId="590404388" sldId="426"/>
            <ac:picMk id="3" creationId="{319F9495-9BB3-075C-4D5C-BCA82EAA34BA}"/>
          </ac:picMkLst>
        </pc:picChg>
        <pc:picChg chg="add mod topLvl">
          <ac:chgData name="우진 김" userId="9d5916cb77183fd7" providerId="LiveId" clId="{70C45FB2-E62E-45E5-B1FF-DCFA828D8720}" dt="2025-06-24T21:33:59.853" v="4158" actId="165"/>
          <ac:picMkLst>
            <pc:docMk/>
            <pc:sldMk cId="590404388" sldId="426"/>
            <ac:picMk id="10" creationId="{D933C3EE-3112-741A-DB73-EFA2A67BBBA6}"/>
          </ac:picMkLst>
        </pc:picChg>
        <pc:picChg chg="del">
          <ac:chgData name="우진 김" userId="9d5916cb77183fd7" providerId="LiveId" clId="{70C45FB2-E62E-45E5-B1FF-DCFA828D8720}" dt="2025-06-24T20:30:15.527" v="2858" actId="478"/>
          <ac:picMkLst>
            <pc:docMk/>
            <pc:sldMk cId="590404388" sldId="426"/>
            <ac:picMk id="6146" creationId="{857F523A-1070-144B-A38E-906113CA4319}"/>
          </ac:picMkLst>
        </pc:picChg>
        <pc:picChg chg="add del mod">
          <ac:chgData name="우진 김" userId="9d5916cb77183fd7" providerId="LiveId" clId="{70C45FB2-E62E-45E5-B1FF-DCFA828D8720}" dt="2025-06-24T20:47:51.672" v="3102" actId="478"/>
          <ac:picMkLst>
            <pc:docMk/>
            <pc:sldMk cId="590404388" sldId="426"/>
            <ac:picMk id="9218" creationId="{45C66ECE-E523-9FF3-7B49-9C7F49A654ED}"/>
          </ac:picMkLst>
        </pc:picChg>
        <pc:cxnChg chg="add del mod">
          <ac:chgData name="우진 김" userId="9d5916cb77183fd7" providerId="LiveId" clId="{70C45FB2-E62E-45E5-B1FF-DCFA828D8720}" dt="2025-06-24T20:53:44.796" v="3167" actId="478"/>
          <ac:cxnSpMkLst>
            <pc:docMk/>
            <pc:sldMk cId="590404388" sldId="426"/>
            <ac:cxnSpMk id="26" creationId="{83A87CC9-70E2-1434-41B2-A766C33BA8F7}"/>
          </ac:cxnSpMkLst>
        </pc:cxnChg>
        <pc:cxnChg chg="add mod">
          <ac:chgData name="우진 김" userId="9d5916cb77183fd7" providerId="LiveId" clId="{70C45FB2-E62E-45E5-B1FF-DCFA828D8720}" dt="2025-06-24T20:54:27.172" v="3176" actId="554"/>
          <ac:cxnSpMkLst>
            <pc:docMk/>
            <pc:sldMk cId="590404388" sldId="426"/>
            <ac:cxnSpMk id="33" creationId="{84A3DA3A-2258-79A9-B722-3C4D53D9F94A}"/>
          </ac:cxnSpMkLst>
        </pc:cxnChg>
        <pc:cxnChg chg="add mod">
          <ac:chgData name="우진 김" userId="9d5916cb77183fd7" providerId="LiveId" clId="{70C45FB2-E62E-45E5-B1FF-DCFA828D8720}" dt="2025-06-24T20:54:27.172" v="3176" actId="554"/>
          <ac:cxnSpMkLst>
            <pc:docMk/>
            <pc:sldMk cId="590404388" sldId="426"/>
            <ac:cxnSpMk id="34" creationId="{4742FCB1-DBD4-5957-E7E3-CF363F844DF2}"/>
          </ac:cxnSpMkLst>
        </pc:cxnChg>
        <pc:cxnChg chg="add mod">
          <ac:chgData name="우진 김" userId="9d5916cb77183fd7" providerId="LiveId" clId="{70C45FB2-E62E-45E5-B1FF-DCFA828D8720}" dt="2025-06-24T20:54:27.172" v="3176" actId="554"/>
          <ac:cxnSpMkLst>
            <pc:docMk/>
            <pc:sldMk cId="590404388" sldId="426"/>
            <ac:cxnSpMk id="35" creationId="{EBB886B2-B676-C2D3-D7D6-54588B568C95}"/>
          </ac:cxnSpMkLst>
        </pc:cxnChg>
        <pc:cxnChg chg="add mod">
          <ac:chgData name="우진 김" userId="9d5916cb77183fd7" providerId="LiveId" clId="{70C45FB2-E62E-45E5-B1FF-DCFA828D8720}" dt="2025-06-24T20:54:27.172" v="3176" actId="554"/>
          <ac:cxnSpMkLst>
            <pc:docMk/>
            <pc:sldMk cId="590404388" sldId="426"/>
            <ac:cxnSpMk id="36" creationId="{04E64479-CA74-5B01-DFC3-71C577FB8D29}"/>
          </ac:cxnSpMkLst>
        </pc:cxnChg>
        <pc:cxnChg chg="add mod">
          <ac:chgData name="우진 김" userId="9d5916cb77183fd7" providerId="LiveId" clId="{70C45FB2-E62E-45E5-B1FF-DCFA828D8720}" dt="2025-06-24T20:54:33.638" v="3178" actId="1076"/>
          <ac:cxnSpMkLst>
            <pc:docMk/>
            <pc:sldMk cId="590404388" sldId="426"/>
            <ac:cxnSpMk id="37" creationId="{9078A9F9-E0EB-18FC-D1DF-16CF0EEAF654}"/>
          </ac:cxnSpMkLst>
        </pc:cxnChg>
        <pc:cxnChg chg="add mod">
          <ac:chgData name="우진 김" userId="9d5916cb77183fd7" providerId="LiveId" clId="{70C45FB2-E62E-45E5-B1FF-DCFA828D8720}" dt="2025-06-24T20:54:44.234" v="3181" actId="1076"/>
          <ac:cxnSpMkLst>
            <pc:docMk/>
            <pc:sldMk cId="590404388" sldId="426"/>
            <ac:cxnSpMk id="38" creationId="{231665C4-BDFD-EB97-757B-7BF4E15EC76B}"/>
          </ac:cxnSpMkLst>
        </pc:cxnChg>
      </pc:sldChg>
      <pc:sldChg chg="addSp delSp modSp add del mod">
        <pc:chgData name="우진 김" userId="9d5916cb77183fd7" providerId="LiveId" clId="{70C45FB2-E62E-45E5-B1FF-DCFA828D8720}" dt="2025-06-24T20:22:34.202" v="2821" actId="47"/>
        <pc:sldMkLst>
          <pc:docMk/>
          <pc:sldMk cId="1653343943" sldId="426"/>
        </pc:sldMkLst>
        <pc:spChg chg="del">
          <ac:chgData name="우진 김" userId="9d5916cb77183fd7" providerId="LiveId" clId="{70C45FB2-E62E-45E5-B1FF-DCFA828D8720}" dt="2025-06-24T20:19:04.071" v="2816" actId="478"/>
          <ac:spMkLst>
            <pc:docMk/>
            <pc:sldMk cId="1653343943" sldId="426"/>
            <ac:spMk id="7" creationId="{037EDCA3-58F8-8C43-D308-5325A4F671F9}"/>
          </ac:spMkLst>
        </pc:spChg>
        <pc:spChg chg="add mod">
          <ac:chgData name="우진 김" userId="9d5916cb77183fd7" providerId="LiveId" clId="{70C45FB2-E62E-45E5-B1FF-DCFA828D8720}" dt="2025-06-24T20:20:25.707" v="2820" actId="1076"/>
          <ac:spMkLst>
            <pc:docMk/>
            <pc:sldMk cId="1653343943" sldId="426"/>
            <ac:spMk id="12" creationId="{A4DDAABA-D233-11AE-53E5-808DCCA68B8F}"/>
          </ac:spMkLst>
        </pc:spChg>
        <pc:cxnChg chg="del">
          <ac:chgData name="우진 김" userId="9d5916cb77183fd7" providerId="LiveId" clId="{70C45FB2-E62E-45E5-B1FF-DCFA828D8720}" dt="2025-06-24T20:19:04.071" v="2816" actId="478"/>
          <ac:cxnSpMkLst>
            <pc:docMk/>
            <pc:sldMk cId="1653343943" sldId="426"/>
            <ac:cxnSpMk id="6" creationId="{DB4CD685-7EC0-FA12-8789-4118A8ECAA93}"/>
          </ac:cxnSpMkLst>
        </pc:cxnChg>
        <pc:cxnChg chg="add mod">
          <ac:chgData name="우진 김" userId="9d5916cb77183fd7" providerId="LiveId" clId="{70C45FB2-E62E-45E5-B1FF-DCFA828D8720}" dt="2025-06-24T20:20:12.947" v="2818" actId="1076"/>
          <ac:cxnSpMkLst>
            <pc:docMk/>
            <pc:sldMk cId="1653343943" sldId="426"/>
            <ac:cxnSpMk id="10" creationId="{87F43C0A-8593-991D-45D2-306E52713804}"/>
          </ac:cxnSpMkLst>
        </pc:cxnChg>
      </pc:sldChg>
      <pc:sldChg chg="addSp delSp add del mod">
        <pc:chgData name="우진 김" userId="9d5916cb77183fd7" providerId="LiveId" clId="{70C45FB2-E62E-45E5-B1FF-DCFA828D8720}" dt="2025-06-24T20:28:17.198" v="2852" actId="2696"/>
        <pc:sldMkLst>
          <pc:docMk/>
          <pc:sldMk cId="3597615386" sldId="426"/>
        </pc:sldMkLst>
        <pc:grpChg chg="del">
          <ac:chgData name="우진 김" userId="9d5916cb77183fd7" providerId="LiveId" clId="{70C45FB2-E62E-45E5-B1FF-DCFA828D8720}" dt="2025-06-24T20:24:51.787" v="2835" actId="478"/>
          <ac:grpSpMkLst>
            <pc:docMk/>
            <pc:sldMk cId="3597615386" sldId="426"/>
            <ac:grpSpMk id="20" creationId="{AD667850-BA06-B8A7-CEC8-1D6BC8E5964C}"/>
          </ac:grpSpMkLst>
        </pc:grpChg>
        <pc:grpChg chg="del">
          <ac:chgData name="우진 김" userId="9d5916cb77183fd7" providerId="LiveId" clId="{70C45FB2-E62E-45E5-B1FF-DCFA828D8720}" dt="2025-06-24T20:24:51.787" v="2835" actId="478"/>
          <ac:grpSpMkLst>
            <pc:docMk/>
            <pc:sldMk cId="3597615386" sldId="426"/>
            <ac:grpSpMk id="21" creationId="{A0FE6048-AC23-0F4F-6426-AAF6E6B1905C}"/>
          </ac:grpSpMkLst>
        </pc:grpChg>
        <pc:cxnChg chg="add">
          <ac:chgData name="우진 김" userId="9d5916cb77183fd7" providerId="LiveId" clId="{70C45FB2-E62E-45E5-B1FF-DCFA828D8720}" dt="2025-06-24T20:24:59.369" v="2836" actId="11529"/>
          <ac:cxnSpMkLst>
            <pc:docMk/>
            <pc:sldMk cId="3597615386" sldId="426"/>
            <ac:cxnSpMk id="10" creationId="{EA1FC4EF-A02E-76F8-7E0E-A241351713B6}"/>
          </ac:cxnSpMkLst>
        </pc:cxnChg>
      </pc:sldChg>
      <pc:sldChg chg="modSp add mod ord">
        <pc:chgData name="우진 김" userId="9d5916cb77183fd7" providerId="LiveId" clId="{70C45FB2-E62E-45E5-B1FF-DCFA828D8720}" dt="2025-06-25T03:36:21.599" v="9328" actId="20577"/>
        <pc:sldMkLst>
          <pc:docMk/>
          <pc:sldMk cId="2762951086" sldId="427"/>
        </pc:sldMkLst>
        <pc:spChg chg="mod">
          <ac:chgData name="우진 김" userId="9d5916cb77183fd7" providerId="LiveId" clId="{70C45FB2-E62E-45E5-B1FF-DCFA828D8720}" dt="2025-06-25T03:36:21.599" v="9328" actId="20577"/>
          <ac:spMkLst>
            <pc:docMk/>
            <pc:sldMk cId="2762951086" sldId="427"/>
            <ac:spMk id="8" creationId="{E063574D-411A-B7BB-EE4F-C50350B4A314}"/>
          </ac:spMkLst>
        </pc:spChg>
      </pc:sldChg>
      <pc:sldChg chg="addSp delSp modSp add mod modAnim">
        <pc:chgData name="우진 김" userId="9d5916cb77183fd7" providerId="LiveId" clId="{70C45FB2-E62E-45E5-B1FF-DCFA828D8720}" dt="2025-06-25T03:36:29.447" v="9336" actId="20577"/>
        <pc:sldMkLst>
          <pc:docMk/>
          <pc:sldMk cId="1974788350" sldId="428"/>
        </pc:sldMkLst>
        <pc:spChg chg="add mod">
          <ac:chgData name="우진 김" userId="9d5916cb77183fd7" providerId="LiveId" clId="{70C45FB2-E62E-45E5-B1FF-DCFA828D8720}" dt="2025-06-24T21:18:33.842" v="3723" actId="1035"/>
          <ac:spMkLst>
            <pc:docMk/>
            <pc:sldMk cId="1974788350" sldId="428"/>
            <ac:spMk id="3" creationId="{7ABFF56A-CED6-8025-3249-9CD72EC0A23D}"/>
          </ac:spMkLst>
        </pc:spChg>
        <pc:spChg chg="mod">
          <ac:chgData name="우진 김" userId="9d5916cb77183fd7" providerId="LiveId" clId="{70C45FB2-E62E-45E5-B1FF-DCFA828D8720}" dt="2025-06-24T21:28:17.625" v="4005" actId="20577"/>
          <ac:spMkLst>
            <pc:docMk/>
            <pc:sldMk cId="1974788350" sldId="428"/>
            <ac:spMk id="4" creationId="{3E1FF9FC-B100-DE4E-9C5B-69C670D20EA3}"/>
          </ac:spMkLst>
        </pc:spChg>
        <pc:spChg chg="add mod">
          <ac:chgData name="우진 김" userId="9d5916cb77183fd7" providerId="LiveId" clId="{70C45FB2-E62E-45E5-B1FF-DCFA828D8720}" dt="2025-06-24T21:18:30.608" v="3717" actId="1076"/>
          <ac:spMkLst>
            <pc:docMk/>
            <pc:sldMk cId="1974788350" sldId="428"/>
            <ac:spMk id="5" creationId="{3DB0BD70-BEA6-0DC2-2490-5D8EA8D60B35}"/>
          </ac:spMkLst>
        </pc:spChg>
        <pc:spChg chg="add del mod">
          <ac:chgData name="우진 김" userId="9d5916cb77183fd7" providerId="LiveId" clId="{70C45FB2-E62E-45E5-B1FF-DCFA828D8720}" dt="2025-06-24T21:20:35.360" v="3728"/>
          <ac:spMkLst>
            <pc:docMk/>
            <pc:sldMk cId="1974788350" sldId="428"/>
            <ac:spMk id="6" creationId="{F79E838B-0CEF-8789-D084-BB30FD56BA4B}"/>
          </ac:spMkLst>
        </pc:spChg>
        <pc:spChg chg="add del mod">
          <ac:chgData name="우진 김" userId="9d5916cb77183fd7" providerId="LiveId" clId="{70C45FB2-E62E-45E5-B1FF-DCFA828D8720}" dt="2025-06-24T21:21:30.769" v="3791" actId="478"/>
          <ac:spMkLst>
            <pc:docMk/>
            <pc:sldMk cId="1974788350" sldId="428"/>
            <ac:spMk id="7" creationId="{3B2F1E3E-B41B-7146-B212-0107197D1F9D}"/>
          </ac:spMkLst>
        </pc:spChg>
        <pc:spChg chg="mod">
          <ac:chgData name="우진 김" userId="9d5916cb77183fd7" providerId="LiveId" clId="{70C45FB2-E62E-45E5-B1FF-DCFA828D8720}" dt="2025-06-25T03:36:29.447" v="9336" actId="20577"/>
          <ac:spMkLst>
            <pc:docMk/>
            <pc:sldMk cId="1974788350" sldId="428"/>
            <ac:spMk id="8" creationId="{3332D8B2-945C-CBFA-6BAD-ED81AAFE6045}"/>
          </ac:spMkLst>
        </pc:spChg>
        <pc:spChg chg="add mod">
          <ac:chgData name="우진 김" userId="9d5916cb77183fd7" providerId="LiveId" clId="{70C45FB2-E62E-45E5-B1FF-DCFA828D8720}" dt="2025-06-24T21:21:15.136" v="3785" actId="20577"/>
          <ac:spMkLst>
            <pc:docMk/>
            <pc:sldMk cId="1974788350" sldId="428"/>
            <ac:spMk id="9" creationId="{4AD602C1-81CF-1A5A-C571-9A4CDB391FF2}"/>
          </ac:spMkLst>
        </pc:spChg>
        <pc:spChg chg="add mod">
          <ac:chgData name="우진 김" userId="9d5916cb77183fd7" providerId="LiveId" clId="{70C45FB2-E62E-45E5-B1FF-DCFA828D8720}" dt="2025-06-24T21:24:38.409" v="3880" actId="20577"/>
          <ac:spMkLst>
            <pc:docMk/>
            <pc:sldMk cId="1974788350" sldId="428"/>
            <ac:spMk id="11" creationId="{24CD5A45-2A3A-F00D-F46C-78400288A830}"/>
          </ac:spMkLst>
        </pc:spChg>
        <pc:spChg chg="add mod">
          <ac:chgData name="우진 김" userId="9d5916cb77183fd7" providerId="LiveId" clId="{70C45FB2-E62E-45E5-B1FF-DCFA828D8720}" dt="2025-06-24T21:24:56.129" v="3884" actId="164"/>
          <ac:spMkLst>
            <pc:docMk/>
            <pc:sldMk cId="1974788350" sldId="428"/>
            <ac:spMk id="15" creationId="{9FA2B885-366A-CE9D-E261-ADCCCCF5CD64}"/>
          </ac:spMkLst>
        </pc:spChg>
        <pc:spChg chg="add mod">
          <ac:chgData name="우진 김" userId="9d5916cb77183fd7" providerId="LiveId" clId="{70C45FB2-E62E-45E5-B1FF-DCFA828D8720}" dt="2025-06-25T01:08:02.790" v="7014" actId="403"/>
          <ac:spMkLst>
            <pc:docMk/>
            <pc:sldMk cId="1974788350" sldId="428"/>
            <ac:spMk id="25" creationId="{3354B1CA-3C0E-28B0-7D2F-76A77557C41C}"/>
          </ac:spMkLst>
        </pc:spChg>
        <pc:spChg chg="add mod">
          <ac:chgData name="우진 김" userId="9d5916cb77183fd7" providerId="LiveId" clId="{70C45FB2-E62E-45E5-B1FF-DCFA828D8720}" dt="2025-06-25T01:08:17.116" v="7038" actId="1036"/>
          <ac:spMkLst>
            <pc:docMk/>
            <pc:sldMk cId="1974788350" sldId="428"/>
            <ac:spMk id="27" creationId="{00FB4002-B794-A463-5A1B-6FF97EB7F4D8}"/>
          </ac:spMkLst>
        </pc:spChg>
        <pc:spChg chg="add mod">
          <ac:chgData name="우진 김" userId="9d5916cb77183fd7" providerId="LiveId" clId="{70C45FB2-E62E-45E5-B1FF-DCFA828D8720}" dt="2025-06-25T01:08:08.882" v="7034" actId="20577"/>
          <ac:spMkLst>
            <pc:docMk/>
            <pc:sldMk cId="1974788350" sldId="428"/>
            <ac:spMk id="28" creationId="{7F73C443-C261-BB4A-1D8F-EE48AD994908}"/>
          </ac:spMkLst>
        </pc:spChg>
        <pc:spChg chg="mod">
          <ac:chgData name="우진 김" userId="9d5916cb77183fd7" providerId="LiveId" clId="{70C45FB2-E62E-45E5-B1FF-DCFA828D8720}" dt="2025-06-24T21:27:54.646" v="3986" actId="1076"/>
          <ac:spMkLst>
            <pc:docMk/>
            <pc:sldMk cId="1974788350" sldId="428"/>
            <ac:spMk id="31" creationId="{6A430E1C-B05A-6784-56DA-5EB80A862ED0}"/>
          </ac:spMkLst>
        </pc:spChg>
        <pc:spChg chg="mod">
          <ac:chgData name="우진 김" userId="9d5916cb77183fd7" providerId="LiveId" clId="{70C45FB2-E62E-45E5-B1FF-DCFA828D8720}" dt="2025-06-24T21:27:54.646" v="3986" actId="1076"/>
          <ac:spMkLst>
            <pc:docMk/>
            <pc:sldMk cId="1974788350" sldId="428"/>
            <ac:spMk id="39" creationId="{0A5F637E-707A-4CC5-4528-1C8B4FD36E96}"/>
          </ac:spMkLst>
        </pc:spChg>
        <pc:spChg chg="mod">
          <ac:chgData name="우진 김" userId="9d5916cb77183fd7" providerId="LiveId" clId="{70C45FB2-E62E-45E5-B1FF-DCFA828D8720}" dt="2025-06-24T21:27:54.646" v="3986" actId="1076"/>
          <ac:spMkLst>
            <pc:docMk/>
            <pc:sldMk cId="1974788350" sldId="428"/>
            <ac:spMk id="40" creationId="{8B46D4CE-8E98-5B9F-FD65-9C732F23BC61}"/>
          </ac:spMkLst>
        </pc:spChg>
        <pc:spChg chg="mod">
          <ac:chgData name="우진 김" userId="9d5916cb77183fd7" providerId="LiveId" clId="{70C45FB2-E62E-45E5-B1FF-DCFA828D8720}" dt="2025-06-24T21:27:54.646" v="3986" actId="1076"/>
          <ac:spMkLst>
            <pc:docMk/>
            <pc:sldMk cId="1974788350" sldId="428"/>
            <ac:spMk id="41" creationId="{22BCD971-96B6-822B-3CBC-395435233F62}"/>
          </ac:spMkLst>
        </pc:spChg>
        <pc:spChg chg="del">
          <ac:chgData name="우진 김" userId="9d5916cb77183fd7" providerId="LiveId" clId="{70C45FB2-E62E-45E5-B1FF-DCFA828D8720}" dt="2025-06-24T21:16:16.937" v="3632" actId="478"/>
          <ac:spMkLst>
            <pc:docMk/>
            <pc:sldMk cId="1974788350" sldId="428"/>
            <ac:spMk id="42" creationId="{436C466A-1D26-EADA-AA79-C39BCDF3E888}"/>
          </ac:spMkLst>
        </pc:spChg>
        <pc:spChg chg="mod">
          <ac:chgData name="우진 김" userId="9d5916cb77183fd7" providerId="LiveId" clId="{70C45FB2-E62E-45E5-B1FF-DCFA828D8720}" dt="2025-06-24T21:17:56.278" v="3703" actId="1076"/>
          <ac:spMkLst>
            <pc:docMk/>
            <pc:sldMk cId="1974788350" sldId="428"/>
            <ac:spMk id="43" creationId="{E3542FB8-A6D5-26B2-759B-D9CECBA41CD9}"/>
          </ac:spMkLst>
        </pc:spChg>
        <pc:spChg chg="del">
          <ac:chgData name="우진 김" userId="9d5916cb77183fd7" providerId="LiveId" clId="{70C45FB2-E62E-45E5-B1FF-DCFA828D8720}" dt="2025-06-24T21:16:30.217" v="3635" actId="478"/>
          <ac:spMkLst>
            <pc:docMk/>
            <pc:sldMk cId="1974788350" sldId="428"/>
            <ac:spMk id="44" creationId="{532ECBD5-6887-CA07-C446-E1C29633407B}"/>
          </ac:spMkLst>
        </pc:spChg>
        <pc:spChg chg="del">
          <ac:chgData name="우진 김" userId="9d5916cb77183fd7" providerId="LiveId" clId="{70C45FB2-E62E-45E5-B1FF-DCFA828D8720}" dt="2025-06-24T21:16:18.617" v="3633" actId="478"/>
          <ac:spMkLst>
            <pc:docMk/>
            <pc:sldMk cId="1974788350" sldId="428"/>
            <ac:spMk id="46" creationId="{3DEE2B2F-C242-CDE9-3248-E7C0C604F1E3}"/>
          </ac:spMkLst>
        </pc:spChg>
        <pc:spChg chg="mod">
          <ac:chgData name="우진 김" userId="9d5916cb77183fd7" providerId="LiveId" clId="{70C45FB2-E62E-45E5-B1FF-DCFA828D8720}" dt="2025-06-24T21:27:54.646" v="3986" actId="1076"/>
          <ac:spMkLst>
            <pc:docMk/>
            <pc:sldMk cId="1974788350" sldId="428"/>
            <ac:spMk id="47" creationId="{B84FEBEA-17FA-5D40-C046-CA9222A56608}"/>
          </ac:spMkLst>
        </pc:spChg>
        <pc:spChg chg="mod">
          <ac:chgData name="우진 김" userId="9d5916cb77183fd7" providerId="LiveId" clId="{70C45FB2-E62E-45E5-B1FF-DCFA828D8720}" dt="2025-06-24T21:27:54.646" v="3986" actId="1076"/>
          <ac:spMkLst>
            <pc:docMk/>
            <pc:sldMk cId="1974788350" sldId="428"/>
            <ac:spMk id="48" creationId="{140E2017-94A7-82CC-7842-20C9D6207670}"/>
          </ac:spMkLst>
        </pc:spChg>
        <pc:spChg chg="del">
          <ac:chgData name="우진 김" userId="9d5916cb77183fd7" providerId="LiveId" clId="{70C45FB2-E62E-45E5-B1FF-DCFA828D8720}" dt="2025-06-24T21:16:19.624" v="3634" actId="478"/>
          <ac:spMkLst>
            <pc:docMk/>
            <pc:sldMk cId="1974788350" sldId="428"/>
            <ac:spMk id="49" creationId="{1014CE3D-D4DF-125B-8381-0B6DD44ACA9D}"/>
          </ac:spMkLst>
        </pc:spChg>
        <pc:spChg chg="mod">
          <ac:chgData name="우진 김" userId="9d5916cb77183fd7" providerId="LiveId" clId="{70C45FB2-E62E-45E5-B1FF-DCFA828D8720}" dt="2025-06-24T21:27:54.646" v="3986" actId="1076"/>
          <ac:spMkLst>
            <pc:docMk/>
            <pc:sldMk cId="1974788350" sldId="428"/>
            <ac:spMk id="50" creationId="{C02DA31B-3002-1C6F-ED84-B756A48C3475}"/>
          </ac:spMkLst>
        </pc:spChg>
        <pc:spChg chg="mod">
          <ac:chgData name="우진 김" userId="9d5916cb77183fd7" providerId="LiveId" clId="{70C45FB2-E62E-45E5-B1FF-DCFA828D8720}" dt="2025-06-24T21:27:54.646" v="3986" actId="1076"/>
          <ac:spMkLst>
            <pc:docMk/>
            <pc:sldMk cId="1974788350" sldId="428"/>
            <ac:spMk id="51" creationId="{47F7B714-762A-5158-670B-29B27CCECFFF}"/>
          </ac:spMkLst>
        </pc:spChg>
        <pc:grpChg chg="add mod">
          <ac:chgData name="우진 김" userId="9d5916cb77183fd7" providerId="LiveId" clId="{70C45FB2-E62E-45E5-B1FF-DCFA828D8720}" dt="2025-06-24T21:24:56.129" v="3884" actId="164"/>
          <ac:grpSpMkLst>
            <pc:docMk/>
            <pc:sldMk cId="1974788350" sldId="428"/>
            <ac:grpSpMk id="23" creationId="{748BEA81-1F8A-6254-53D0-12B785D903F1}"/>
          </ac:grpSpMkLst>
        </pc:grpChg>
        <pc:grpChg chg="add mod">
          <ac:chgData name="우진 김" userId="9d5916cb77183fd7" providerId="LiveId" clId="{70C45FB2-E62E-45E5-B1FF-DCFA828D8720}" dt="2025-06-25T01:08:22.354" v="7039" actId="1076"/>
          <ac:grpSpMkLst>
            <pc:docMk/>
            <pc:sldMk cId="1974788350" sldId="428"/>
            <ac:grpSpMk id="29" creationId="{30DB4395-3B27-D051-7D77-00EADD2B81F5}"/>
          </ac:grpSpMkLst>
        </pc:grpChg>
        <pc:grpChg chg="add del mod">
          <ac:chgData name="우진 김" userId="9d5916cb77183fd7" providerId="LiveId" clId="{70C45FB2-E62E-45E5-B1FF-DCFA828D8720}" dt="2025-06-24T21:27:55.199" v="3987" actId="478"/>
          <ac:grpSpMkLst>
            <pc:docMk/>
            <pc:sldMk cId="1974788350" sldId="428"/>
            <ac:grpSpMk id="30" creationId="{3C0EE325-F6F6-C7CD-D98E-B5FE41C37BF3}"/>
          </ac:grpSpMkLst>
        </pc:grpChg>
        <pc:grpChg chg="del">
          <ac:chgData name="우진 김" userId="9d5916cb77183fd7" providerId="LiveId" clId="{70C45FB2-E62E-45E5-B1FF-DCFA828D8720}" dt="2025-06-24T21:16:31.145" v="3636" actId="478"/>
          <ac:grpSpMkLst>
            <pc:docMk/>
            <pc:sldMk cId="1974788350" sldId="428"/>
            <ac:grpSpMk id="45" creationId="{804CD296-C41A-3DA5-1254-EA5D23D8C37F}"/>
          </ac:grpSpMkLst>
        </pc:grpChg>
        <pc:picChg chg="mod">
          <ac:chgData name="우진 김" userId="9d5916cb77183fd7" providerId="LiveId" clId="{70C45FB2-E62E-45E5-B1FF-DCFA828D8720}" dt="2025-06-24T21:27:54.646" v="3986" actId="1076"/>
          <ac:picMkLst>
            <pc:docMk/>
            <pc:sldMk cId="1974788350" sldId="428"/>
            <ac:picMk id="32" creationId="{12ECD17B-C0CA-8AED-B409-92755355963F}"/>
          </ac:picMkLst>
        </pc:picChg>
        <pc:cxnChg chg="add mod">
          <ac:chgData name="우진 김" userId="9d5916cb77183fd7" providerId="LiveId" clId="{70C45FB2-E62E-45E5-B1FF-DCFA828D8720}" dt="2025-06-24T21:24:56.129" v="3884" actId="164"/>
          <ac:cxnSpMkLst>
            <pc:docMk/>
            <pc:sldMk cId="1974788350" sldId="428"/>
            <ac:cxnSpMk id="20" creationId="{0A5C73F3-E651-3F7A-76F6-D81B6A11B026}"/>
          </ac:cxnSpMkLst>
        </pc:cxnChg>
      </pc:sldChg>
      <pc:sldChg chg="addSp delSp modSp add mod delAnim modAnim">
        <pc:chgData name="우진 김" userId="9d5916cb77183fd7" providerId="LiveId" clId="{70C45FB2-E62E-45E5-B1FF-DCFA828D8720}" dt="2025-06-25T03:36:32.847" v="9340" actId="20577"/>
        <pc:sldMkLst>
          <pc:docMk/>
          <pc:sldMk cId="3131788996" sldId="429"/>
        </pc:sldMkLst>
        <pc:spChg chg="del">
          <ac:chgData name="우진 김" userId="9d5916cb77183fd7" providerId="LiveId" clId="{70C45FB2-E62E-45E5-B1FF-DCFA828D8720}" dt="2025-06-24T21:28:01.741" v="3989" actId="478"/>
          <ac:spMkLst>
            <pc:docMk/>
            <pc:sldMk cId="3131788996" sldId="429"/>
            <ac:spMk id="3" creationId="{AA231076-7E93-6FAB-F24B-0B4BDC14722A}"/>
          </ac:spMkLst>
        </pc:spChg>
        <pc:spChg chg="mod">
          <ac:chgData name="우진 김" userId="9d5916cb77183fd7" providerId="LiveId" clId="{70C45FB2-E62E-45E5-B1FF-DCFA828D8720}" dt="2025-06-24T21:28:11.785" v="3997" actId="20577"/>
          <ac:spMkLst>
            <pc:docMk/>
            <pc:sldMk cId="3131788996" sldId="429"/>
            <ac:spMk id="4" creationId="{86427516-2745-2071-E027-1D3F902BF3B2}"/>
          </ac:spMkLst>
        </pc:spChg>
        <pc:spChg chg="del">
          <ac:chgData name="우진 김" userId="9d5916cb77183fd7" providerId="LiveId" clId="{70C45FB2-E62E-45E5-B1FF-DCFA828D8720}" dt="2025-06-24T21:28:01.741" v="3989" actId="478"/>
          <ac:spMkLst>
            <pc:docMk/>
            <pc:sldMk cId="3131788996" sldId="429"/>
            <ac:spMk id="5" creationId="{F0574CAC-4261-C81D-A4FD-1781D1D9C2E1}"/>
          </ac:spMkLst>
        </pc:spChg>
        <pc:spChg chg="add del mod">
          <ac:chgData name="우진 김" userId="9d5916cb77183fd7" providerId="LiveId" clId="{70C45FB2-E62E-45E5-B1FF-DCFA828D8720}" dt="2025-06-24T21:29:03.534" v="4010" actId="478"/>
          <ac:spMkLst>
            <pc:docMk/>
            <pc:sldMk cId="3131788996" sldId="429"/>
            <ac:spMk id="7" creationId="{CA38C0DF-E4C8-96AC-D983-1BA4DEA58BC8}"/>
          </ac:spMkLst>
        </pc:spChg>
        <pc:spChg chg="mod">
          <ac:chgData name="우진 김" userId="9d5916cb77183fd7" providerId="LiveId" clId="{70C45FB2-E62E-45E5-B1FF-DCFA828D8720}" dt="2025-06-25T03:36:32.847" v="9340" actId="20577"/>
          <ac:spMkLst>
            <pc:docMk/>
            <pc:sldMk cId="3131788996" sldId="429"/>
            <ac:spMk id="8" creationId="{B1BE3C09-E7C0-E84A-057A-CC285154A540}"/>
          </ac:spMkLst>
        </pc:spChg>
        <pc:spChg chg="del">
          <ac:chgData name="우진 김" userId="9d5916cb77183fd7" providerId="LiveId" clId="{70C45FB2-E62E-45E5-B1FF-DCFA828D8720}" dt="2025-06-24T21:28:01.741" v="3989" actId="478"/>
          <ac:spMkLst>
            <pc:docMk/>
            <pc:sldMk cId="3131788996" sldId="429"/>
            <ac:spMk id="9" creationId="{4A2DEC71-9BF8-54F0-A09C-28BA2A966E44}"/>
          </ac:spMkLst>
        </pc:spChg>
        <pc:spChg chg="add mod">
          <ac:chgData name="우진 김" userId="9d5916cb77183fd7" providerId="LiveId" clId="{70C45FB2-E62E-45E5-B1FF-DCFA828D8720}" dt="2025-06-24T21:29:11.861" v="4012" actId="1076"/>
          <ac:spMkLst>
            <pc:docMk/>
            <pc:sldMk cId="3131788996" sldId="429"/>
            <ac:spMk id="10" creationId="{FC070491-475A-5A3B-A5E7-2C12F32EB05B}"/>
          </ac:spMkLst>
        </pc:spChg>
        <pc:spChg chg="del">
          <ac:chgData name="우진 김" userId="9d5916cb77183fd7" providerId="LiveId" clId="{70C45FB2-E62E-45E5-B1FF-DCFA828D8720}" dt="2025-06-24T21:28:01.741" v="3989" actId="478"/>
          <ac:spMkLst>
            <pc:docMk/>
            <pc:sldMk cId="3131788996" sldId="429"/>
            <ac:spMk id="11" creationId="{323D3B20-A68E-3C7E-4FC1-47A12C4CF5B2}"/>
          </ac:spMkLst>
        </pc:spChg>
        <pc:spChg chg="add mod">
          <ac:chgData name="우진 김" userId="9d5916cb77183fd7" providerId="LiveId" clId="{70C45FB2-E62E-45E5-B1FF-DCFA828D8720}" dt="2025-06-24T21:29:20.451" v="4014" actId="20577"/>
          <ac:spMkLst>
            <pc:docMk/>
            <pc:sldMk cId="3131788996" sldId="429"/>
            <ac:spMk id="12" creationId="{BC492336-5963-FF02-7244-EE0E385D1E3B}"/>
          </ac:spMkLst>
        </pc:spChg>
        <pc:spChg chg="add mod">
          <ac:chgData name="우진 김" userId="9d5916cb77183fd7" providerId="LiveId" clId="{70C45FB2-E62E-45E5-B1FF-DCFA828D8720}" dt="2025-06-24T21:29:32.205" v="4015"/>
          <ac:spMkLst>
            <pc:docMk/>
            <pc:sldMk cId="3131788996" sldId="429"/>
            <ac:spMk id="13" creationId="{6B4AAB26-F4CE-3732-B1F3-1440F77E87F7}"/>
          </ac:spMkLst>
        </pc:spChg>
        <pc:spChg chg="add mod">
          <ac:chgData name="우진 김" userId="9d5916cb77183fd7" providerId="LiveId" clId="{70C45FB2-E62E-45E5-B1FF-DCFA828D8720}" dt="2025-06-24T21:29:32.205" v="4015"/>
          <ac:spMkLst>
            <pc:docMk/>
            <pc:sldMk cId="3131788996" sldId="429"/>
            <ac:spMk id="14" creationId="{0484F210-5ECC-9F81-A45A-BAAF5F2CE8B3}"/>
          </ac:spMkLst>
        </pc:spChg>
        <pc:spChg chg="add mod">
          <ac:chgData name="우진 김" userId="9d5916cb77183fd7" providerId="LiveId" clId="{70C45FB2-E62E-45E5-B1FF-DCFA828D8720}" dt="2025-06-24T21:29:51.465" v="4042" actId="20577"/>
          <ac:spMkLst>
            <pc:docMk/>
            <pc:sldMk cId="3131788996" sldId="429"/>
            <ac:spMk id="16" creationId="{175114C8-FF6D-B8DD-EFFD-0C58CDF33DF2}"/>
          </ac:spMkLst>
        </pc:spChg>
        <pc:spChg chg="add del mod">
          <ac:chgData name="우진 김" userId="9d5916cb77183fd7" providerId="LiveId" clId="{70C45FB2-E62E-45E5-B1FF-DCFA828D8720}" dt="2025-06-24T21:30:04.522" v="4045" actId="478"/>
          <ac:spMkLst>
            <pc:docMk/>
            <pc:sldMk cId="3131788996" sldId="429"/>
            <ac:spMk id="17" creationId="{099DCC79-5F6F-B847-C7E7-CB53FF21F81A}"/>
          </ac:spMkLst>
        </pc:spChg>
        <pc:spChg chg="add mod">
          <ac:chgData name="우진 김" userId="9d5916cb77183fd7" providerId="LiveId" clId="{70C45FB2-E62E-45E5-B1FF-DCFA828D8720}" dt="2025-06-24T21:33:41.542" v="4156" actId="1076"/>
          <ac:spMkLst>
            <pc:docMk/>
            <pc:sldMk cId="3131788996" sldId="429"/>
            <ac:spMk id="19" creationId="{5E7F1EAB-D726-1D0D-D59E-6BD9F5AA34F1}"/>
          </ac:spMkLst>
        </pc:spChg>
        <pc:spChg chg="mod">
          <ac:chgData name="우진 김" userId="9d5916cb77183fd7" providerId="LiveId" clId="{70C45FB2-E62E-45E5-B1FF-DCFA828D8720}" dt="2025-06-24T21:33:39.812" v="4154" actId="1076"/>
          <ac:spMkLst>
            <pc:docMk/>
            <pc:sldMk cId="3131788996" sldId="429"/>
            <ac:spMk id="22" creationId="{F728EADA-6397-1571-9013-2C90E628E89C}"/>
          </ac:spMkLst>
        </pc:spChg>
        <pc:spChg chg="add mod">
          <ac:chgData name="우진 김" userId="9d5916cb77183fd7" providerId="LiveId" clId="{70C45FB2-E62E-45E5-B1FF-DCFA828D8720}" dt="2025-06-24T21:34:44.015" v="4170" actId="1076"/>
          <ac:spMkLst>
            <pc:docMk/>
            <pc:sldMk cId="3131788996" sldId="429"/>
            <ac:spMk id="26" creationId="{A38F2FC3-C1CD-8765-7390-66BC58E12F58}"/>
          </ac:spMkLst>
        </pc:spChg>
        <pc:spChg chg="add mod">
          <ac:chgData name="우진 김" userId="9d5916cb77183fd7" providerId="LiveId" clId="{70C45FB2-E62E-45E5-B1FF-DCFA828D8720}" dt="2025-06-24T21:34:44.015" v="4170" actId="1076"/>
          <ac:spMkLst>
            <pc:docMk/>
            <pc:sldMk cId="3131788996" sldId="429"/>
            <ac:spMk id="30" creationId="{154E265D-C0C3-3E88-4910-FEA04AD0430A}"/>
          </ac:spMkLst>
        </pc:spChg>
        <pc:spChg chg="add mod">
          <ac:chgData name="우진 김" userId="9d5916cb77183fd7" providerId="LiveId" clId="{70C45FB2-E62E-45E5-B1FF-DCFA828D8720}" dt="2025-06-24T21:34:44.015" v="4170" actId="1076"/>
          <ac:spMkLst>
            <pc:docMk/>
            <pc:sldMk cId="3131788996" sldId="429"/>
            <ac:spMk id="31" creationId="{E063F3D6-3C1A-51CD-1AFF-B03FDA3047CD}"/>
          </ac:spMkLst>
        </pc:spChg>
        <pc:spChg chg="add mod">
          <ac:chgData name="우진 김" userId="9d5916cb77183fd7" providerId="LiveId" clId="{70C45FB2-E62E-45E5-B1FF-DCFA828D8720}" dt="2025-06-24T21:34:44.015" v="4170" actId="1076"/>
          <ac:spMkLst>
            <pc:docMk/>
            <pc:sldMk cId="3131788996" sldId="429"/>
            <ac:spMk id="32" creationId="{4C8EF2EB-9574-F81D-C835-DBE6EAC51C59}"/>
          </ac:spMkLst>
        </pc:spChg>
        <pc:spChg chg="add mod">
          <ac:chgData name="우진 김" userId="9d5916cb77183fd7" providerId="LiveId" clId="{70C45FB2-E62E-45E5-B1FF-DCFA828D8720}" dt="2025-06-24T21:34:44.015" v="4170" actId="1076"/>
          <ac:spMkLst>
            <pc:docMk/>
            <pc:sldMk cId="3131788996" sldId="429"/>
            <ac:spMk id="33" creationId="{6BF6C5E2-B18D-9418-47FB-7D22A312077A}"/>
          </ac:spMkLst>
        </pc:spChg>
        <pc:spChg chg="add mod">
          <ac:chgData name="우진 김" userId="9d5916cb77183fd7" providerId="LiveId" clId="{70C45FB2-E62E-45E5-B1FF-DCFA828D8720}" dt="2025-06-24T21:34:44.015" v="4170" actId="1076"/>
          <ac:spMkLst>
            <pc:docMk/>
            <pc:sldMk cId="3131788996" sldId="429"/>
            <ac:spMk id="34" creationId="{4798801D-9083-C6CE-FEB4-8A9BAB942879}"/>
          </ac:spMkLst>
        </pc:spChg>
        <pc:spChg chg="add mod">
          <ac:chgData name="우진 김" userId="9d5916cb77183fd7" providerId="LiveId" clId="{70C45FB2-E62E-45E5-B1FF-DCFA828D8720}" dt="2025-06-24T21:34:44.015" v="4170" actId="1076"/>
          <ac:spMkLst>
            <pc:docMk/>
            <pc:sldMk cId="3131788996" sldId="429"/>
            <ac:spMk id="35" creationId="{41AD90B3-D9C8-4131-F8F7-BB77A44D40A7}"/>
          </ac:spMkLst>
        </pc:spChg>
        <pc:spChg chg="add mod ord">
          <ac:chgData name="우진 김" userId="9d5916cb77183fd7" providerId="LiveId" clId="{70C45FB2-E62E-45E5-B1FF-DCFA828D8720}" dt="2025-06-24T21:34:44.015" v="4170" actId="1076"/>
          <ac:spMkLst>
            <pc:docMk/>
            <pc:sldMk cId="3131788996" sldId="429"/>
            <ac:spMk id="42" creationId="{9EEEEF0F-62B6-CFBA-FE35-74A6044AD029}"/>
          </ac:spMkLst>
        </pc:spChg>
        <pc:spChg chg="del">
          <ac:chgData name="우진 김" userId="9d5916cb77183fd7" providerId="LiveId" clId="{70C45FB2-E62E-45E5-B1FF-DCFA828D8720}" dt="2025-06-24T21:28:01.741" v="3989" actId="478"/>
          <ac:spMkLst>
            <pc:docMk/>
            <pc:sldMk cId="3131788996" sldId="429"/>
            <ac:spMk id="43" creationId="{14737017-D594-7506-1C77-D108EA55BCB8}"/>
          </ac:spMkLst>
        </pc:spChg>
        <pc:grpChg chg="add mod">
          <ac:chgData name="우진 김" userId="9d5916cb77183fd7" providerId="LiveId" clId="{70C45FB2-E62E-45E5-B1FF-DCFA828D8720}" dt="2025-06-24T21:33:02.809" v="4104" actId="1076"/>
          <ac:grpSpMkLst>
            <pc:docMk/>
            <pc:sldMk cId="3131788996" sldId="429"/>
            <ac:grpSpMk id="21" creationId="{4D3FF58A-11D3-963E-1C75-C14FF489CCED}"/>
          </ac:grpSpMkLst>
        </pc:grpChg>
        <pc:grpChg chg="del">
          <ac:chgData name="우진 김" userId="9d5916cb77183fd7" providerId="LiveId" clId="{70C45FB2-E62E-45E5-B1FF-DCFA828D8720}" dt="2025-06-24T21:28:01.741" v="3989" actId="478"/>
          <ac:grpSpMkLst>
            <pc:docMk/>
            <pc:sldMk cId="3131788996" sldId="429"/>
            <ac:grpSpMk id="23" creationId="{F2746790-8EF6-40A5-D045-720E1D9262CF}"/>
          </ac:grpSpMkLst>
        </pc:grpChg>
        <pc:grpChg chg="del">
          <ac:chgData name="우진 김" userId="9d5916cb77183fd7" providerId="LiveId" clId="{70C45FB2-E62E-45E5-B1FF-DCFA828D8720}" dt="2025-06-24T21:28:01.741" v="3989" actId="478"/>
          <ac:grpSpMkLst>
            <pc:docMk/>
            <pc:sldMk cId="3131788996" sldId="429"/>
            <ac:grpSpMk id="29" creationId="{FC04A585-AA8C-E47B-67BE-C9B3D105F317}"/>
          </ac:grpSpMkLst>
        </pc:grpChg>
        <pc:picChg chg="add mod">
          <ac:chgData name="우진 김" userId="9d5916cb77183fd7" providerId="LiveId" clId="{70C45FB2-E62E-45E5-B1FF-DCFA828D8720}" dt="2025-06-24T21:34:44.015" v="4170" actId="1076"/>
          <ac:picMkLst>
            <pc:docMk/>
            <pc:sldMk cId="3131788996" sldId="429"/>
            <ac:picMk id="6" creationId="{59AFD6BB-AFD2-B900-5B0C-8CBDC781D61E}"/>
          </ac:picMkLst>
        </pc:picChg>
        <pc:cxnChg chg="mod">
          <ac:chgData name="우진 김" userId="9d5916cb77183fd7" providerId="LiveId" clId="{70C45FB2-E62E-45E5-B1FF-DCFA828D8720}" dt="2025-06-24T21:32:54.413" v="4100"/>
          <ac:cxnSpMkLst>
            <pc:docMk/>
            <pc:sldMk cId="3131788996" sldId="429"/>
            <ac:cxnSpMk id="24" creationId="{3AFE52CE-C3F8-4AA6-73E8-176BE0742BAC}"/>
          </ac:cxnSpMkLst>
        </pc:cxnChg>
        <pc:cxnChg chg="add mod">
          <ac:chgData name="우진 김" userId="9d5916cb77183fd7" providerId="LiveId" clId="{70C45FB2-E62E-45E5-B1FF-DCFA828D8720}" dt="2025-06-24T21:34:44.015" v="4170" actId="1076"/>
          <ac:cxnSpMkLst>
            <pc:docMk/>
            <pc:sldMk cId="3131788996" sldId="429"/>
            <ac:cxnSpMk id="36" creationId="{7933E73D-7787-179D-344D-E1D5D28CD263}"/>
          </ac:cxnSpMkLst>
        </pc:cxnChg>
        <pc:cxnChg chg="add mod">
          <ac:chgData name="우진 김" userId="9d5916cb77183fd7" providerId="LiveId" clId="{70C45FB2-E62E-45E5-B1FF-DCFA828D8720}" dt="2025-06-24T21:34:39.960" v="4169" actId="196"/>
          <ac:cxnSpMkLst>
            <pc:docMk/>
            <pc:sldMk cId="3131788996" sldId="429"/>
            <ac:cxnSpMk id="37" creationId="{C246E410-FD9C-1C36-33D0-D39202391FB7}"/>
          </ac:cxnSpMkLst>
        </pc:cxnChg>
        <pc:cxnChg chg="mod">
          <ac:chgData name="우진 김" userId="9d5916cb77183fd7" providerId="LiveId" clId="{70C45FB2-E62E-45E5-B1FF-DCFA828D8720}" dt="2025-06-24T21:34:39.960" v="4169" actId="196"/>
          <ac:cxnSpMkLst>
            <pc:docMk/>
            <pc:sldMk cId="3131788996" sldId="429"/>
            <ac:cxnSpMk id="38" creationId="{FA25FF5D-42F2-7808-4D9D-6A3507D7D12F}"/>
          </ac:cxnSpMkLst>
        </pc:cxnChg>
        <pc:cxnChg chg="mod">
          <ac:chgData name="우진 김" userId="9d5916cb77183fd7" providerId="LiveId" clId="{70C45FB2-E62E-45E5-B1FF-DCFA828D8720}" dt="2025-06-24T21:34:39.960" v="4169" actId="196"/>
          <ac:cxnSpMkLst>
            <pc:docMk/>
            <pc:sldMk cId="3131788996" sldId="429"/>
            <ac:cxnSpMk id="39" creationId="{A2D3B61E-D7C5-D4E0-13B1-24C9EE4DE503}"/>
          </ac:cxnSpMkLst>
        </pc:cxnChg>
        <pc:cxnChg chg="add mod">
          <ac:chgData name="우진 김" userId="9d5916cb77183fd7" providerId="LiveId" clId="{70C45FB2-E62E-45E5-B1FF-DCFA828D8720}" dt="2025-06-24T21:34:39.960" v="4169" actId="196"/>
          <ac:cxnSpMkLst>
            <pc:docMk/>
            <pc:sldMk cId="3131788996" sldId="429"/>
            <ac:cxnSpMk id="40" creationId="{DF953ACC-6829-D7B2-94CC-F6D5B286E7E6}"/>
          </ac:cxnSpMkLst>
        </pc:cxnChg>
        <pc:cxnChg chg="mod">
          <ac:chgData name="우진 김" userId="9d5916cb77183fd7" providerId="LiveId" clId="{70C45FB2-E62E-45E5-B1FF-DCFA828D8720}" dt="2025-06-24T21:34:39.960" v="4169" actId="196"/>
          <ac:cxnSpMkLst>
            <pc:docMk/>
            <pc:sldMk cId="3131788996" sldId="429"/>
            <ac:cxnSpMk id="41" creationId="{E05F3C78-41D9-B799-6EE7-694BA76E3F52}"/>
          </ac:cxnSpMkLst>
        </pc:cxnChg>
      </pc:sldChg>
      <pc:sldChg chg="addSp delSp modSp add mod">
        <pc:chgData name="우진 김" userId="9d5916cb77183fd7" providerId="LiveId" clId="{70C45FB2-E62E-45E5-B1FF-DCFA828D8720}" dt="2025-06-25T03:36:37.088" v="9344" actId="20577"/>
        <pc:sldMkLst>
          <pc:docMk/>
          <pc:sldMk cId="4072203697" sldId="430"/>
        </pc:sldMkLst>
        <pc:spChg chg="add mod">
          <ac:chgData name="우진 김" userId="9d5916cb77183fd7" providerId="LiveId" clId="{70C45FB2-E62E-45E5-B1FF-DCFA828D8720}" dt="2025-06-24T21:39:20.696" v="4246" actId="404"/>
          <ac:spMkLst>
            <pc:docMk/>
            <pc:sldMk cId="4072203697" sldId="430"/>
            <ac:spMk id="3" creationId="{8903A4D5-D670-B98A-4919-135F420EB7AB}"/>
          </ac:spMkLst>
        </pc:spChg>
        <pc:spChg chg="mod">
          <ac:chgData name="우진 김" userId="9d5916cb77183fd7" providerId="LiveId" clId="{70C45FB2-E62E-45E5-B1FF-DCFA828D8720}" dt="2025-06-24T21:36:41.449" v="4189" actId="20577"/>
          <ac:spMkLst>
            <pc:docMk/>
            <pc:sldMk cId="4072203697" sldId="430"/>
            <ac:spMk id="4" creationId="{7DF0F71F-FD72-7CEB-0D40-79A2E8435C08}"/>
          </ac:spMkLst>
        </pc:spChg>
        <pc:spChg chg="add mod">
          <ac:chgData name="우진 김" userId="9d5916cb77183fd7" providerId="LiveId" clId="{70C45FB2-E62E-45E5-B1FF-DCFA828D8720}" dt="2025-06-24T21:40:08.470" v="4274" actId="404"/>
          <ac:spMkLst>
            <pc:docMk/>
            <pc:sldMk cId="4072203697" sldId="430"/>
            <ac:spMk id="5" creationId="{42D4CD6F-5FD2-5877-1010-41087258602B}"/>
          </ac:spMkLst>
        </pc:spChg>
        <pc:spChg chg="mod">
          <ac:chgData name="우진 김" userId="9d5916cb77183fd7" providerId="LiveId" clId="{70C45FB2-E62E-45E5-B1FF-DCFA828D8720}" dt="2025-06-25T03:36:37.088" v="9344" actId="20577"/>
          <ac:spMkLst>
            <pc:docMk/>
            <pc:sldMk cId="4072203697" sldId="430"/>
            <ac:spMk id="8" creationId="{CC93B80D-3831-2333-337B-53EA9035A1E4}"/>
          </ac:spMkLst>
        </pc:spChg>
        <pc:spChg chg="del">
          <ac:chgData name="우진 김" userId="9d5916cb77183fd7" providerId="LiveId" clId="{70C45FB2-E62E-45E5-B1FF-DCFA828D8720}" dt="2025-06-24T21:37:04.523" v="4190" actId="478"/>
          <ac:spMkLst>
            <pc:docMk/>
            <pc:sldMk cId="4072203697" sldId="430"/>
            <ac:spMk id="10" creationId="{2A150D8B-B82A-B166-7C71-B9CBED913173}"/>
          </ac:spMkLst>
        </pc:spChg>
        <pc:spChg chg="del">
          <ac:chgData name="우진 김" userId="9d5916cb77183fd7" providerId="LiveId" clId="{70C45FB2-E62E-45E5-B1FF-DCFA828D8720}" dt="2025-06-24T21:37:04.523" v="4190" actId="478"/>
          <ac:spMkLst>
            <pc:docMk/>
            <pc:sldMk cId="4072203697" sldId="430"/>
            <ac:spMk id="12" creationId="{466B57F7-B94A-F7B5-6AE5-475FE16FFE34}"/>
          </ac:spMkLst>
        </pc:spChg>
        <pc:spChg chg="del">
          <ac:chgData name="우진 김" userId="9d5916cb77183fd7" providerId="LiveId" clId="{70C45FB2-E62E-45E5-B1FF-DCFA828D8720}" dt="2025-06-24T21:37:04.523" v="4190" actId="478"/>
          <ac:spMkLst>
            <pc:docMk/>
            <pc:sldMk cId="4072203697" sldId="430"/>
            <ac:spMk id="16" creationId="{79C6579F-3272-B27B-66F7-36E9328697A3}"/>
          </ac:spMkLst>
        </pc:spChg>
        <pc:spChg chg="del">
          <ac:chgData name="우진 김" userId="9d5916cb77183fd7" providerId="LiveId" clId="{70C45FB2-E62E-45E5-B1FF-DCFA828D8720}" dt="2025-06-24T21:37:04.523" v="4190" actId="478"/>
          <ac:spMkLst>
            <pc:docMk/>
            <pc:sldMk cId="4072203697" sldId="430"/>
            <ac:spMk id="19" creationId="{59DA295B-5B49-4270-8FB4-4ACF4B2FE99D}"/>
          </ac:spMkLst>
        </pc:spChg>
        <pc:spChg chg="del">
          <ac:chgData name="우진 김" userId="9d5916cb77183fd7" providerId="LiveId" clId="{70C45FB2-E62E-45E5-B1FF-DCFA828D8720}" dt="2025-06-24T21:37:08.340" v="4193" actId="478"/>
          <ac:spMkLst>
            <pc:docMk/>
            <pc:sldMk cId="4072203697" sldId="430"/>
            <ac:spMk id="26" creationId="{CCDB3710-DB74-43AF-A633-0F9F829972AD}"/>
          </ac:spMkLst>
        </pc:spChg>
        <pc:spChg chg="del">
          <ac:chgData name="우진 김" userId="9d5916cb77183fd7" providerId="LiveId" clId="{70C45FB2-E62E-45E5-B1FF-DCFA828D8720}" dt="2025-06-24T21:37:08.340" v="4193" actId="478"/>
          <ac:spMkLst>
            <pc:docMk/>
            <pc:sldMk cId="4072203697" sldId="430"/>
            <ac:spMk id="30" creationId="{BEF6D6AF-A5F9-B673-8658-55269C66D005}"/>
          </ac:spMkLst>
        </pc:spChg>
        <pc:spChg chg="del">
          <ac:chgData name="우진 김" userId="9d5916cb77183fd7" providerId="LiveId" clId="{70C45FB2-E62E-45E5-B1FF-DCFA828D8720}" dt="2025-06-24T21:37:08.340" v="4193" actId="478"/>
          <ac:spMkLst>
            <pc:docMk/>
            <pc:sldMk cId="4072203697" sldId="430"/>
            <ac:spMk id="31" creationId="{48B5262E-6717-AD39-5091-20DB04FBF304}"/>
          </ac:spMkLst>
        </pc:spChg>
        <pc:spChg chg="del">
          <ac:chgData name="우진 김" userId="9d5916cb77183fd7" providerId="LiveId" clId="{70C45FB2-E62E-45E5-B1FF-DCFA828D8720}" dt="2025-06-24T21:37:08.340" v="4193" actId="478"/>
          <ac:spMkLst>
            <pc:docMk/>
            <pc:sldMk cId="4072203697" sldId="430"/>
            <ac:spMk id="32" creationId="{15B8AD5C-3892-0EEE-8600-A98C37A0BFCB}"/>
          </ac:spMkLst>
        </pc:spChg>
        <pc:spChg chg="del">
          <ac:chgData name="우진 김" userId="9d5916cb77183fd7" providerId="LiveId" clId="{70C45FB2-E62E-45E5-B1FF-DCFA828D8720}" dt="2025-06-24T21:37:08.340" v="4193" actId="478"/>
          <ac:spMkLst>
            <pc:docMk/>
            <pc:sldMk cId="4072203697" sldId="430"/>
            <ac:spMk id="33" creationId="{0C9A30F7-A2CF-98A5-F92F-B7EC21B32796}"/>
          </ac:spMkLst>
        </pc:spChg>
        <pc:spChg chg="del">
          <ac:chgData name="우진 김" userId="9d5916cb77183fd7" providerId="LiveId" clId="{70C45FB2-E62E-45E5-B1FF-DCFA828D8720}" dt="2025-06-24T21:37:08.340" v="4193" actId="478"/>
          <ac:spMkLst>
            <pc:docMk/>
            <pc:sldMk cId="4072203697" sldId="430"/>
            <ac:spMk id="34" creationId="{F55BF6D5-762B-0A09-5B47-1A9EA0EFDD63}"/>
          </ac:spMkLst>
        </pc:spChg>
        <pc:spChg chg="del">
          <ac:chgData name="우진 김" userId="9d5916cb77183fd7" providerId="LiveId" clId="{70C45FB2-E62E-45E5-B1FF-DCFA828D8720}" dt="2025-06-24T21:37:08.340" v="4193" actId="478"/>
          <ac:spMkLst>
            <pc:docMk/>
            <pc:sldMk cId="4072203697" sldId="430"/>
            <ac:spMk id="35" creationId="{55B930E3-FAF5-83BF-7A6E-AF4C7AA95C9B}"/>
          </ac:spMkLst>
        </pc:spChg>
        <pc:spChg chg="del">
          <ac:chgData name="우진 김" userId="9d5916cb77183fd7" providerId="LiveId" clId="{70C45FB2-E62E-45E5-B1FF-DCFA828D8720}" dt="2025-06-24T21:37:06.220" v="4192" actId="478"/>
          <ac:spMkLst>
            <pc:docMk/>
            <pc:sldMk cId="4072203697" sldId="430"/>
            <ac:spMk id="42" creationId="{A44AE2A8-BCA2-BE94-1F0F-033AAB2FDBB7}"/>
          </ac:spMkLst>
        </pc:spChg>
        <pc:grpChg chg="del">
          <ac:chgData name="우진 김" userId="9d5916cb77183fd7" providerId="LiveId" clId="{70C45FB2-E62E-45E5-B1FF-DCFA828D8720}" dt="2025-06-24T21:37:04.523" v="4190" actId="478"/>
          <ac:grpSpMkLst>
            <pc:docMk/>
            <pc:sldMk cId="4072203697" sldId="430"/>
            <ac:grpSpMk id="21" creationId="{0E0FCE8B-959F-9B49-FBD1-CF49EB58ABE1}"/>
          </ac:grpSpMkLst>
        </pc:grpChg>
        <pc:picChg chg="del">
          <ac:chgData name="우진 김" userId="9d5916cb77183fd7" providerId="LiveId" clId="{70C45FB2-E62E-45E5-B1FF-DCFA828D8720}" dt="2025-06-24T21:37:05.587" v="4191" actId="478"/>
          <ac:picMkLst>
            <pc:docMk/>
            <pc:sldMk cId="4072203697" sldId="430"/>
            <ac:picMk id="6" creationId="{E0BEDD06-3EC1-E8B3-EC59-BA73DF06EE4B}"/>
          </ac:picMkLst>
        </pc:picChg>
        <pc:picChg chg="add mod">
          <ac:chgData name="우진 김" userId="9d5916cb77183fd7" providerId="LiveId" clId="{70C45FB2-E62E-45E5-B1FF-DCFA828D8720}" dt="2025-06-24T21:39:22.989" v="4247" actId="1076"/>
          <ac:picMkLst>
            <pc:docMk/>
            <pc:sldMk cId="4072203697" sldId="430"/>
            <ac:picMk id="12290" creationId="{F82ABE32-379C-89B1-B7FA-AC9C3E761109}"/>
          </ac:picMkLst>
        </pc:picChg>
        <pc:picChg chg="add mod">
          <ac:chgData name="우진 김" userId="9d5916cb77183fd7" providerId="LiveId" clId="{70C45FB2-E62E-45E5-B1FF-DCFA828D8720}" dt="2025-06-24T21:40:01.732" v="4273" actId="1076"/>
          <ac:picMkLst>
            <pc:docMk/>
            <pc:sldMk cId="4072203697" sldId="430"/>
            <ac:picMk id="12292" creationId="{0F4B7098-CADF-B2FF-1410-CCCE8A09233A}"/>
          </ac:picMkLst>
        </pc:picChg>
        <pc:cxnChg chg="del">
          <ac:chgData name="우진 김" userId="9d5916cb77183fd7" providerId="LiveId" clId="{70C45FB2-E62E-45E5-B1FF-DCFA828D8720}" dt="2025-06-24T21:37:08.340" v="4193" actId="478"/>
          <ac:cxnSpMkLst>
            <pc:docMk/>
            <pc:sldMk cId="4072203697" sldId="430"/>
            <ac:cxnSpMk id="37" creationId="{68D24253-37B2-3DCF-47A2-8803989E2866}"/>
          </ac:cxnSpMkLst>
        </pc:cxnChg>
        <pc:cxnChg chg="del">
          <ac:chgData name="우진 김" userId="9d5916cb77183fd7" providerId="LiveId" clId="{70C45FB2-E62E-45E5-B1FF-DCFA828D8720}" dt="2025-06-24T21:37:08.340" v="4193" actId="478"/>
          <ac:cxnSpMkLst>
            <pc:docMk/>
            <pc:sldMk cId="4072203697" sldId="430"/>
            <ac:cxnSpMk id="39" creationId="{49D88CCC-7467-4CE8-8D59-067A0B3DFC64}"/>
          </ac:cxnSpMkLst>
        </pc:cxnChg>
        <pc:cxnChg chg="del">
          <ac:chgData name="우진 김" userId="9d5916cb77183fd7" providerId="LiveId" clId="{70C45FB2-E62E-45E5-B1FF-DCFA828D8720}" dt="2025-06-24T21:37:08.340" v="4193" actId="478"/>
          <ac:cxnSpMkLst>
            <pc:docMk/>
            <pc:sldMk cId="4072203697" sldId="430"/>
            <ac:cxnSpMk id="40" creationId="{4F35D851-AC1C-C92A-3FD3-DA4F0DF323D3}"/>
          </ac:cxnSpMkLst>
        </pc:cxnChg>
      </pc:sldChg>
      <pc:sldChg chg="delSp modSp add del mod ord">
        <pc:chgData name="우진 김" userId="9d5916cb77183fd7" providerId="LiveId" clId="{70C45FB2-E62E-45E5-B1FF-DCFA828D8720}" dt="2025-06-24T21:50:53.523" v="4354" actId="2696"/>
        <pc:sldMkLst>
          <pc:docMk/>
          <pc:sldMk cId="278272085" sldId="431"/>
        </pc:sldMkLst>
        <pc:spChg chg="del">
          <ac:chgData name="우진 김" userId="9d5916cb77183fd7" providerId="LiveId" clId="{70C45FB2-E62E-45E5-B1FF-DCFA828D8720}" dt="2025-06-24T21:41:26.592" v="4298" actId="478"/>
          <ac:spMkLst>
            <pc:docMk/>
            <pc:sldMk cId="278272085" sldId="431"/>
            <ac:spMk id="3" creationId="{EA16554A-3CB0-CF53-53E1-EBE5B806258D}"/>
          </ac:spMkLst>
        </pc:spChg>
        <pc:spChg chg="mod">
          <ac:chgData name="우진 김" userId="9d5916cb77183fd7" providerId="LiveId" clId="{70C45FB2-E62E-45E5-B1FF-DCFA828D8720}" dt="2025-06-24T21:41:20.792" v="4297" actId="20577"/>
          <ac:spMkLst>
            <pc:docMk/>
            <pc:sldMk cId="278272085" sldId="431"/>
            <ac:spMk id="4" creationId="{322EA723-F254-7691-B769-B56131306C4B}"/>
          </ac:spMkLst>
        </pc:spChg>
        <pc:spChg chg="del">
          <ac:chgData name="우진 김" userId="9d5916cb77183fd7" providerId="LiveId" clId="{70C45FB2-E62E-45E5-B1FF-DCFA828D8720}" dt="2025-06-24T21:41:26.592" v="4298" actId="478"/>
          <ac:spMkLst>
            <pc:docMk/>
            <pc:sldMk cId="278272085" sldId="431"/>
            <ac:spMk id="5" creationId="{F28691C2-F691-374B-7E16-6FF94385A218}"/>
          </ac:spMkLst>
        </pc:spChg>
        <pc:picChg chg="del">
          <ac:chgData name="우진 김" userId="9d5916cb77183fd7" providerId="LiveId" clId="{70C45FB2-E62E-45E5-B1FF-DCFA828D8720}" dt="2025-06-24T21:41:26.592" v="4298" actId="478"/>
          <ac:picMkLst>
            <pc:docMk/>
            <pc:sldMk cId="278272085" sldId="431"/>
            <ac:picMk id="12290" creationId="{6EB42AFA-4D29-67C2-5301-7950B3A03CCA}"/>
          </ac:picMkLst>
        </pc:picChg>
        <pc:picChg chg="del">
          <ac:chgData name="우진 김" userId="9d5916cb77183fd7" providerId="LiveId" clId="{70C45FB2-E62E-45E5-B1FF-DCFA828D8720}" dt="2025-06-24T21:41:26.592" v="4298" actId="478"/>
          <ac:picMkLst>
            <pc:docMk/>
            <pc:sldMk cId="278272085" sldId="431"/>
            <ac:picMk id="12292" creationId="{5BF50BC9-92BD-203D-AF73-EDF847199F77}"/>
          </ac:picMkLst>
        </pc:picChg>
      </pc:sldChg>
      <pc:sldChg chg="addSp delSp modSp add mod ord">
        <pc:chgData name="우진 김" userId="9d5916cb77183fd7" providerId="LiveId" clId="{70C45FB2-E62E-45E5-B1FF-DCFA828D8720}" dt="2025-06-25T02:45:44.709" v="8172"/>
        <pc:sldMkLst>
          <pc:docMk/>
          <pc:sldMk cId="689747257" sldId="432"/>
        </pc:sldMkLst>
        <pc:spChg chg="del">
          <ac:chgData name="우진 김" userId="9d5916cb77183fd7" providerId="LiveId" clId="{70C45FB2-E62E-45E5-B1FF-DCFA828D8720}" dt="2025-06-24T21:43:15.282" v="4304" actId="478"/>
          <ac:spMkLst>
            <pc:docMk/>
            <pc:sldMk cId="689747257" sldId="432"/>
            <ac:spMk id="3" creationId="{C4789382-EF7A-A036-25D0-85F009AEF3E5}"/>
          </ac:spMkLst>
        </pc:spChg>
        <pc:spChg chg="mod">
          <ac:chgData name="우진 김" userId="9d5916cb77183fd7" providerId="LiveId" clId="{70C45FB2-E62E-45E5-B1FF-DCFA828D8720}" dt="2025-06-24T21:43:48.379" v="4325" actId="20577"/>
          <ac:spMkLst>
            <pc:docMk/>
            <pc:sldMk cId="689747257" sldId="432"/>
            <ac:spMk id="4" creationId="{7E62F4B6-D808-9821-F707-053C7BA1F60F}"/>
          </ac:spMkLst>
        </pc:spChg>
        <pc:spChg chg="del">
          <ac:chgData name="우진 김" userId="9d5916cb77183fd7" providerId="LiveId" clId="{70C45FB2-E62E-45E5-B1FF-DCFA828D8720}" dt="2025-06-24T21:43:16.410" v="4305" actId="478"/>
          <ac:spMkLst>
            <pc:docMk/>
            <pc:sldMk cId="689747257" sldId="432"/>
            <ac:spMk id="5" creationId="{C6D396B4-E3F1-CB1D-B583-CAD72545D023}"/>
          </ac:spMkLst>
        </pc:spChg>
        <pc:spChg chg="add mod">
          <ac:chgData name="우진 김" userId="9d5916cb77183fd7" providerId="LiveId" clId="{70C45FB2-E62E-45E5-B1FF-DCFA828D8720}" dt="2025-06-24T21:48:29.771" v="4348" actId="1076"/>
          <ac:spMkLst>
            <pc:docMk/>
            <pc:sldMk cId="689747257" sldId="432"/>
            <ac:spMk id="6" creationId="{CECA18F7-3CA8-6801-00E5-3E9C3A677835}"/>
          </ac:spMkLst>
        </pc:spChg>
        <pc:spChg chg="add del mod">
          <ac:chgData name="우진 김" userId="9d5916cb77183fd7" providerId="LiveId" clId="{70C45FB2-E62E-45E5-B1FF-DCFA828D8720}" dt="2025-06-24T21:51:03.607" v="4355" actId="478"/>
          <ac:spMkLst>
            <pc:docMk/>
            <pc:sldMk cId="689747257" sldId="432"/>
            <ac:spMk id="10" creationId="{65723E1C-BAEC-80D2-2A86-D86812B4CE73}"/>
          </ac:spMkLst>
        </pc:spChg>
        <pc:spChg chg="add mod">
          <ac:chgData name="우진 김" userId="9d5916cb77183fd7" providerId="LiveId" clId="{70C45FB2-E62E-45E5-B1FF-DCFA828D8720}" dt="2025-06-24T21:52:07.691" v="4380" actId="14100"/>
          <ac:spMkLst>
            <pc:docMk/>
            <pc:sldMk cId="689747257" sldId="432"/>
            <ac:spMk id="14" creationId="{970BB3C6-E801-2E84-F56C-8B9E2877CC68}"/>
          </ac:spMkLst>
        </pc:spChg>
        <pc:spChg chg="add mod">
          <ac:chgData name="우진 김" userId="9d5916cb77183fd7" providerId="LiveId" clId="{70C45FB2-E62E-45E5-B1FF-DCFA828D8720}" dt="2025-06-24T21:57:19.592" v="4394" actId="1076"/>
          <ac:spMkLst>
            <pc:docMk/>
            <pc:sldMk cId="689747257" sldId="432"/>
            <ac:spMk id="15" creationId="{BE619FF4-C383-E97F-01D1-A10BC1F72F92}"/>
          </ac:spMkLst>
        </pc:spChg>
        <pc:picChg chg="add mod">
          <ac:chgData name="우진 김" userId="9d5916cb77183fd7" providerId="LiveId" clId="{70C45FB2-E62E-45E5-B1FF-DCFA828D8720}" dt="2025-06-24T21:51:33.773" v="4361" actId="1076"/>
          <ac:picMkLst>
            <pc:docMk/>
            <pc:sldMk cId="689747257" sldId="432"/>
            <ac:picMk id="9" creationId="{49CFBE2F-4967-4FE1-B23F-CEF14AF9FAFE}"/>
          </ac:picMkLst>
        </pc:picChg>
        <pc:picChg chg="add mod">
          <ac:chgData name="우진 김" userId="9d5916cb77183fd7" providerId="LiveId" clId="{70C45FB2-E62E-45E5-B1FF-DCFA828D8720}" dt="2025-06-24T21:51:38.922" v="4364" actId="1076"/>
          <ac:picMkLst>
            <pc:docMk/>
            <pc:sldMk cId="689747257" sldId="432"/>
            <ac:picMk id="12" creationId="{EDE21BCF-D320-092F-035F-499CAAE4A587}"/>
          </ac:picMkLst>
        </pc:picChg>
        <pc:picChg chg="del">
          <ac:chgData name="우진 김" userId="9d5916cb77183fd7" providerId="LiveId" clId="{70C45FB2-E62E-45E5-B1FF-DCFA828D8720}" dt="2025-06-24T21:43:13.744" v="4302" actId="478"/>
          <ac:picMkLst>
            <pc:docMk/>
            <pc:sldMk cId="689747257" sldId="432"/>
            <ac:picMk id="12290" creationId="{BB5C496D-03A3-5258-D987-E70C3134226B}"/>
          </ac:picMkLst>
        </pc:picChg>
        <pc:picChg chg="del">
          <ac:chgData name="우진 김" userId="9d5916cb77183fd7" providerId="LiveId" clId="{70C45FB2-E62E-45E5-B1FF-DCFA828D8720}" dt="2025-06-24T21:43:14.193" v="4303" actId="478"/>
          <ac:picMkLst>
            <pc:docMk/>
            <pc:sldMk cId="689747257" sldId="432"/>
            <ac:picMk id="12292" creationId="{4C489129-CCFC-FC60-A8CE-DC6BA6D9D38B}"/>
          </ac:picMkLst>
        </pc:picChg>
      </pc:sldChg>
      <pc:sldChg chg="addSp delSp modSp add mod">
        <pc:chgData name="우진 김" userId="9d5916cb77183fd7" providerId="LiveId" clId="{70C45FB2-E62E-45E5-B1FF-DCFA828D8720}" dt="2025-06-25T03:36:45.449" v="9352" actId="20577"/>
        <pc:sldMkLst>
          <pc:docMk/>
          <pc:sldMk cId="3646969483" sldId="433"/>
        </pc:sldMkLst>
        <pc:spChg chg="mod">
          <ac:chgData name="우진 김" userId="9d5916cb77183fd7" providerId="LiveId" clId="{70C45FB2-E62E-45E5-B1FF-DCFA828D8720}" dt="2025-06-24T21:44:04.676" v="4336" actId="20577"/>
          <ac:spMkLst>
            <pc:docMk/>
            <pc:sldMk cId="3646969483" sldId="433"/>
            <ac:spMk id="4" creationId="{D14A4542-9120-CE02-7A2A-8C67F4A8C16F}"/>
          </ac:spMkLst>
        </pc:spChg>
        <pc:spChg chg="mod">
          <ac:chgData name="우진 김" userId="9d5916cb77183fd7" providerId="LiveId" clId="{70C45FB2-E62E-45E5-B1FF-DCFA828D8720}" dt="2025-06-25T03:36:45.449" v="9352" actId="20577"/>
          <ac:spMkLst>
            <pc:docMk/>
            <pc:sldMk cId="3646969483" sldId="433"/>
            <ac:spMk id="8" creationId="{216BD54D-D6F4-2F85-0158-7EC710A8C951}"/>
          </ac:spMkLst>
        </pc:spChg>
        <pc:spChg chg="add mod">
          <ac:chgData name="우진 김" userId="9d5916cb77183fd7" providerId="LiveId" clId="{70C45FB2-E62E-45E5-B1FF-DCFA828D8720}" dt="2025-06-24T22:01:19.542" v="4485" actId="20577"/>
          <ac:spMkLst>
            <pc:docMk/>
            <pc:sldMk cId="3646969483" sldId="433"/>
            <ac:spMk id="9" creationId="{19E9F279-5F74-7B7D-995D-DE6BE7D54A23}"/>
          </ac:spMkLst>
        </pc:spChg>
        <pc:spChg chg="add mod">
          <ac:chgData name="우진 김" userId="9d5916cb77183fd7" providerId="LiveId" clId="{70C45FB2-E62E-45E5-B1FF-DCFA828D8720}" dt="2025-06-24T22:00:41.643" v="4463" actId="20577"/>
          <ac:spMkLst>
            <pc:docMk/>
            <pc:sldMk cId="3646969483" sldId="433"/>
            <ac:spMk id="10" creationId="{C7B4252C-62E3-B835-4BAF-AFF288FF6EE5}"/>
          </ac:spMkLst>
        </pc:spChg>
        <pc:spChg chg="add mod">
          <ac:chgData name="우진 김" userId="9d5916cb77183fd7" providerId="LiveId" clId="{70C45FB2-E62E-45E5-B1FF-DCFA828D8720}" dt="2025-06-24T22:19:17.324" v="4667" actId="1076"/>
          <ac:spMkLst>
            <pc:docMk/>
            <pc:sldMk cId="3646969483" sldId="433"/>
            <ac:spMk id="15" creationId="{0C8D3949-0FE4-F25B-E26A-5CA697B69CB9}"/>
          </ac:spMkLst>
        </pc:spChg>
        <pc:spChg chg="add mod">
          <ac:chgData name="우진 김" userId="9d5916cb77183fd7" providerId="LiveId" clId="{70C45FB2-E62E-45E5-B1FF-DCFA828D8720}" dt="2025-06-24T22:19:27.893" v="4683" actId="20577"/>
          <ac:spMkLst>
            <pc:docMk/>
            <pc:sldMk cId="3646969483" sldId="433"/>
            <ac:spMk id="16" creationId="{88BCC852-60CF-2290-B3B5-08B8C3B08D29}"/>
          </ac:spMkLst>
        </pc:spChg>
        <pc:spChg chg="add mod">
          <ac:chgData name="우진 김" userId="9d5916cb77183fd7" providerId="LiveId" clId="{70C45FB2-E62E-45E5-B1FF-DCFA828D8720}" dt="2025-06-24T22:20:32.657" v="4703" actId="1076"/>
          <ac:spMkLst>
            <pc:docMk/>
            <pc:sldMk cId="3646969483" sldId="433"/>
            <ac:spMk id="19" creationId="{FCD28FB7-42D5-3D15-E66E-CE0305E40BB1}"/>
          </ac:spMkLst>
        </pc:spChg>
        <pc:spChg chg="add mod">
          <ac:chgData name="우진 김" userId="9d5916cb77183fd7" providerId="LiveId" clId="{70C45FB2-E62E-45E5-B1FF-DCFA828D8720}" dt="2025-06-24T22:20:40.627" v="4724" actId="20577"/>
          <ac:spMkLst>
            <pc:docMk/>
            <pc:sldMk cId="3646969483" sldId="433"/>
            <ac:spMk id="20" creationId="{CF64BDCB-F93A-6A36-3F19-B24A28B53699}"/>
          </ac:spMkLst>
        </pc:spChg>
        <pc:picChg chg="add del mod">
          <ac:chgData name="우진 김" userId="9d5916cb77183fd7" providerId="LiveId" clId="{70C45FB2-E62E-45E5-B1FF-DCFA828D8720}" dt="2025-06-24T22:19:30.077" v="4684" actId="478"/>
          <ac:picMkLst>
            <pc:docMk/>
            <pc:sldMk cId="3646969483" sldId="433"/>
            <ac:picMk id="5" creationId="{F02C03F9-50A7-C9BA-E4C9-0F7F0FDEA70A}"/>
          </ac:picMkLst>
        </pc:picChg>
        <pc:picChg chg="add del mod">
          <ac:chgData name="우진 김" userId="9d5916cb77183fd7" providerId="LiveId" clId="{70C45FB2-E62E-45E5-B1FF-DCFA828D8720}" dt="2025-06-24T22:18:35.105" v="4638" actId="478"/>
          <ac:picMkLst>
            <pc:docMk/>
            <pc:sldMk cId="3646969483" sldId="433"/>
            <ac:picMk id="7" creationId="{04858F4E-2D20-CDEB-2E10-F32A33CD50F0}"/>
          </ac:picMkLst>
        </pc:picChg>
        <pc:picChg chg="add mod">
          <ac:chgData name="우진 김" userId="9d5916cb77183fd7" providerId="LiveId" clId="{70C45FB2-E62E-45E5-B1FF-DCFA828D8720}" dt="2025-06-24T22:18:59.575" v="4645" actId="1076"/>
          <ac:picMkLst>
            <pc:docMk/>
            <pc:sldMk cId="3646969483" sldId="433"/>
            <ac:picMk id="12" creationId="{A4FB7A96-E7A9-6184-49D8-61C5C75E73EC}"/>
          </ac:picMkLst>
        </pc:picChg>
        <pc:picChg chg="add mod">
          <ac:chgData name="우진 김" userId="9d5916cb77183fd7" providerId="LiveId" clId="{70C45FB2-E62E-45E5-B1FF-DCFA828D8720}" dt="2025-06-24T22:18:57.267" v="4644" actId="1076"/>
          <ac:picMkLst>
            <pc:docMk/>
            <pc:sldMk cId="3646969483" sldId="433"/>
            <ac:picMk id="14" creationId="{A56CE4C2-71C7-B2EC-A3CF-BDDB8EA483A4}"/>
          </ac:picMkLst>
        </pc:picChg>
        <pc:picChg chg="add mod">
          <ac:chgData name="우진 김" userId="9d5916cb77183fd7" providerId="LiveId" clId="{70C45FB2-E62E-45E5-B1FF-DCFA828D8720}" dt="2025-06-24T22:20:12.518" v="4687" actId="1076"/>
          <ac:picMkLst>
            <pc:docMk/>
            <pc:sldMk cId="3646969483" sldId="433"/>
            <ac:picMk id="18" creationId="{451EB031-D36A-A12D-56FC-21D0BCD8B61D}"/>
          </ac:picMkLst>
        </pc:picChg>
        <pc:cxnChg chg="add mod">
          <ac:chgData name="우진 김" userId="9d5916cb77183fd7" providerId="LiveId" clId="{70C45FB2-E62E-45E5-B1FF-DCFA828D8720}" dt="2025-06-24T22:21:12.500" v="4728" actId="14100"/>
          <ac:cxnSpMkLst>
            <pc:docMk/>
            <pc:sldMk cId="3646969483" sldId="433"/>
            <ac:cxnSpMk id="22" creationId="{B334C16C-0084-0FD5-ED98-8BB2C9AC2CA2}"/>
          </ac:cxnSpMkLst>
        </pc:cxnChg>
      </pc:sldChg>
      <pc:sldChg chg="addSp delSp modSp add mod">
        <pc:chgData name="우진 김" userId="9d5916cb77183fd7" providerId="LiveId" clId="{70C45FB2-E62E-45E5-B1FF-DCFA828D8720}" dt="2025-06-25T03:36:41.752" v="9348" actId="20577"/>
        <pc:sldMkLst>
          <pc:docMk/>
          <pc:sldMk cId="806326531" sldId="434"/>
        </pc:sldMkLst>
        <pc:spChg chg="mod">
          <ac:chgData name="우진 김" userId="9d5916cb77183fd7" providerId="LiveId" clId="{70C45FB2-E62E-45E5-B1FF-DCFA828D8720}" dt="2025-06-24T22:10:58.429" v="4634" actId="20577"/>
          <ac:spMkLst>
            <pc:docMk/>
            <pc:sldMk cId="806326531" sldId="434"/>
            <ac:spMk id="3" creationId="{FD049FFF-7CAE-5AF3-DAEA-B5E087C6E5F7}"/>
          </ac:spMkLst>
        </pc:spChg>
        <pc:spChg chg="mod">
          <ac:chgData name="우진 김" userId="9d5916cb77183fd7" providerId="LiveId" clId="{70C45FB2-E62E-45E5-B1FF-DCFA828D8720}" dt="2025-06-24T22:03:08.719" v="4506" actId="20577"/>
          <ac:spMkLst>
            <pc:docMk/>
            <pc:sldMk cId="806326531" sldId="434"/>
            <ac:spMk id="4" creationId="{78AC524E-1513-B5FD-A7FB-5D32242ECF0F}"/>
          </ac:spMkLst>
        </pc:spChg>
        <pc:spChg chg="mod">
          <ac:chgData name="우진 김" userId="9d5916cb77183fd7" providerId="LiveId" clId="{70C45FB2-E62E-45E5-B1FF-DCFA828D8720}" dt="2025-06-24T22:21:42.179" v="4734" actId="1076"/>
          <ac:spMkLst>
            <pc:docMk/>
            <pc:sldMk cId="806326531" sldId="434"/>
            <ac:spMk id="5" creationId="{F8C06ACA-C7B8-72CD-C577-5A4D34C8CC82}"/>
          </ac:spMkLst>
        </pc:spChg>
        <pc:spChg chg="add mod">
          <ac:chgData name="우진 김" userId="9d5916cb77183fd7" providerId="LiveId" clId="{70C45FB2-E62E-45E5-B1FF-DCFA828D8720}" dt="2025-06-24T22:11:04.578" v="4635" actId="1076"/>
          <ac:spMkLst>
            <pc:docMk/>
            <pc:sldMk cId="806326531" sldId="434"/>
            <ac:spMk id="6" creationId="{C29643CC-72B4-2898-F7A8-8FDE34A6247A}"/>
          </ac:spMkLst>
        </pc:spChg>
        <pc:spChg chg="mod">
          <ac:chgData name="우진 김" userId="9d5916cb77183fd7" providerId="LiveId" clId="{70C45FB2-E62E-45E5-B1FF-DCFA828D8720}" dt="2025-06-25T03:36:41.752" v="9348" actId="20577"/>
          <ac:spMkLst>
            <pc:docMk/>
            <pc:sldMk cId="806326531" sldId="434"/>
            <ac:spMk id="8" creationId="{1C97A3D6-A2E0-DE1B-7126-CAFA880C701E}"/>
          </ac:spMkLst>
        </pc:spChg>
        <pc:picChg chg="add del mod modCrop">
          <ac:chgData name="우진 김" userId="9d5916cb77183fd7" providerId="LiveId" clId="{70C45FB2-E62E-45E5-B1FF-DCFA828D8720}" dt="2025-06-24T22:07:36.124" v="4548" actId="478"/>
          <ac:picMkLst>
            <pc:docMk/>
            <pc:sldMk cId="806326531" sldId="434"/>
            <ac:picMk id="9" creationId="{C8487A0E-DC2C-424B-DEC6-91ADC4844B45}"/>
          </ac:picMkLst>
        </pc:picChg>
        <pc:picChg chg="add mod">
          <ac:chgData name="우진 김" userId="9d5916cb77183fd7" providerId="LiveId" clId="{70C45FB2-E62E-45E5-B1FF-DCFA828D8720}" dt="2025-06-24T22:10:45.317" v="4618" actId="1076"/>
          <ac:picMkLst>
            <pc:docMk/>
            <pc:sldMk cId="806326531" sldId="434"/>
            <ac:picMk id="11" creationId="{DC014B82-9613-4FE7-6708-B32EA8234E16}"/>
          </ac:picMkLst>
        </pc:picChg>
        <pc:picChg chg="add mod">
          <ac:chgData name="우진 김" userId="9d5916cb77183fd7" providerId="LiveId" clId="{70C45FB2-E62E-45E5-B1FF-DCFA828D8720}" dt="2025-06-24T22:21:38.336" v="4733" actId="1076"/>
          <ac:picMkLst>
            <pc:docMk/>
            <pc:sldMk cId="806326531" sldId="434"/>
            <ac:picMk id="13" creationId="{C7D3CF31-AD85-2D8B-0D7C-8852D681E8F7}"/>
          </ac:picMkLst>
        </pc:picChg>
        <pc:picChg chg="add mod">
          <ac:chgData name="우진 김" userId="9d5916cb77183fd7" providerId="LiveId" clId="{70C45FB2-E62E-45E5-B1FF-DCFA828D8720}" dt="2025-06-24T22:10:35.297" v="4610" actId="14100"/>
          <ac:picMkLst>
            <pc:docMk/>
            <pc:sldMk cId="806326531" sldId="434"/>
            <ac:picMk id="15" creationId="{62A2BA42-8E33-9AAC-5CB2-BEAE1048AF9F}"/>
          </ac:picMkLst>
        </pc:picChg>
        <pc:picChg chg="del">
          <ac:chgData name="우진 김" userId="9d5916cb77183fd7" providerId="LiveId" clId="{70C45FB2-E62E-45E5-B1FF-DCFA828D8720}" dt="2025-06-24T22:03:12.495" v="4507" actId="478"/>
          <ac:picMkLst>
            <pc:docMk/>
            <pc:sldMk cId="806326531" sldId="434"/>
            <ac:picMk id="12290" creationId="{4A6992E7-2BFF-8763-938A-92C0E2FFB2DA}"/>
          </ac:picMkLst>
        </pc:picChg>
        <pc:picChg chg="del">
          <ac:chgData name="우진 김" userId="9d5916cb77183fd7" providerId="LiveId" clId="{70C45FB2-E62E-45E5-B1FF-DCFA828D8720}" dt="2025-06-24T22:03:13.047" v="4508" actId="478"/>
          <ac:picMkLst>
            <pc:docMk/>
            <pc:sldMk cId="806326531" sldId="434"/>
            <ac:picMk id="12292" creationId="{08643A07-7DA5-B83F-3E1C-7D1FFD4C267E}"/>
          </ac:picMkLst>
        </pc:picChg>
        <pc:cxnChg chg="add mod">
          <ac:chgData name="우진 김" userId="9d5916cb77183fd7" providerId="LiveId" clId="{70C45FB2-E62E-45E5-B1FF-DCFA828D8720}" dt="2025-06-24T22:21:31.604" v="4730" actId="1076"/>
          <ac:cxnSpMkLst>
            <pc:docMk/>
            <pc:sldMk cId="806326531" sldId="434"/>
            <ac:cxnSpMk id="16" creationId="{BB47F40F-6C7F-369D-9574-9A55B992299F}"/>
          </ac:cxnSpMkLst>
        </pc:cxnChg>
        <pc:cxnChg chg="add mod">
          <ac:chgData name="우진 김" userId="9d5916cb77183fd7" providerId="LiveId" clId="{70C45FB2-E62E-45E5-B1FF-DCFA828D8720}" dt="2025-06-24T22:21:35.300" v="4732" actId="1076"/>
          <ac:cxnSpMkLst>
            <pc:docMk/>
            <pc:sldMk cId="806326531" sldId="434"/>
            <ac:cxnSpMk id="17" creationId="{60D29B47-8A25-19FF-6A44-E0803BBD35BA}"/>
          </ac:cxnSpMkLst>
        </pc:cxnChg>
      </pc:sldChg>
      <pc:sldChg chg="addSp delSp modSp add mod modAnim">
        <pc:chgData name="우진 김" userId="9d5916cb77183fd7" providerId="LiveId" clId="{70C45FB2-E62E-45E5-B1FF-DCFA828D8720}" dt="2025-06-25T03:37:26.531" v="9387" actId="20577"/>
        <pc:sldMkLst>
          <pc:docMk/>
          <pc:sldMk cId="740634538" sldId="435"/>
        </pc:sldMkLst>
        <pc:spChg chg="add mod">
          <ac:chgData name="우진 김" userId="9d5916cb77183fd7" providerId="LiveId" clId="{70C45FB2-E62E-45E5-B1FF-DCFA828D8720}" dt="2025-06-24T22:48:06.654" v="5230" actId="1076"/>
          <ac:spMkLst>
            <pc:docMk/>
            <pc:sldMk cId="740634538" sldId="435"/>
            <ac:spMk id="3" creationId="{BF7C66C1-15A0-9401-CA34-C65C8D242EBE}"/>
          </ac:spMkLst>
        </pc:spChg>
        <pc:spChg chg="mod">
          <ac:chgData name="우진 김" userId="9d5916cb77183fd7" providerId="LiveId" clId="{70C45FB2-E62E-45E5-B1FF-DCFA828D8720}" dt="2025-06-24T22:39:07.642" v="5113" actId="20577"/>
          <ac:spMkLst>
            <pc:docMk/>
            <pc:sldMk cId="740634538" sldId="435"/>
            <ac:spMk id="4" creationId="{43DD831C-C8AF-FFCF-9F2E-00D7C844DD49}"/>
          </ac:spMkLst>
        </pc:spChg>
        <pc:spChg chg="add mod">
          <ac:chgData name="우진 김" userId="9d5916cb77183fd7" providerId="LiveId" clId="{70C45FB2-E62E-45E5-B1FF-DCFA828D8720}" dt="2025-06-24T22:44:36.547" v="5183" actId="1076"/>
          <ac:spMkLst>
            <pc:docMk/>
            <pc:sldMk cId="740634538" sldId="435"/>
            <ac:spMk id="5" creationId="{882CF4F3-68D4-B1DC-49CC-CCDB1C84ACBA}"/>
          </ac:spMkLst>
        </pc:spChg>
        <pc:spChg chg="add mod">
          <ac:chgData name="우진 김" userId="9d5916cb77183fd7" providerId="LiveId" clId="{70C45FB2-E62E-45E5-B1FF-DCFA828D8720}" dt="2025-06-24T22:47:56.473" v="5228" actId="1076"/>
          <ac:spMkLst>
            <pc:docMk/>
            <pc:sldMk cId="740634538" sldId="435"/>
            <ac:spMk id="6" creationId="{4C8C9F2F-7C0C-5B20-5DC9-70F9B17C7EFE}"/>
          </ac:spMkLst>
        </pc:spChg>
        <pc:spChg chg="mod">
          <ac:chgData name="우진 김" userId="9d5916cb77183fd7" providerId="LiveId" clId="{70C45FB2-E62E-45E5-B1FF-DCFA828D8720}" dt="2025-06-25T03:37:26.531" v="9387" actId="20577"/>
          <ac:spMkLst>
            <pc:docMk/>
            <pc:sldMk cId="740634538" sldId="435"/>
            <ac:spMk id="8" creationId="{83C4977F-2277-AA80-16A8-86A9BC3B9F77}"/>
          </ac:spMkLst>
        </pc:spChg>
        <pc:spChg chg="mod">
          <ac:chgData name="우진 김" userId="9d5916cb77183fd7" providerId="LiveId" clId="{70C45FB2-E62E-45E5-B1FF-DCFA828D8720}" dt="2025-06-24T22:43:16.540" v="5118" actId="14100"/>
          <ac:spMkLst>
            <pc:docMk/>
            <pc:sldMk cId="740634538" sldId="435"/>
            <ac:spMk id="10" creationId="{005AA2C1-7215-E9DD-09C9-30B9E8690CA2}"/>
          </ac:spMkLst>
        </pc:spChg>
        <pc:spChg chg="add mod">
          <ac:chgData name="우진 김" userId="9d5916cb77183fd7" providerId="LiveId" clId="{70C45FB2-E62E-45E5-B1FF-DCFA828D8720}" dt="2025-06-24T22:47:01.785" v="5215" actId="1076"/>
          <ac:spMkLst>
            <pc:docMk/>
            <pc:sldMk cId="740634538" sldId="435"/>
            <ac:spMk id="17" creationId="{363A0009-7AE8-C86B-A17E-7F748B604FC6}"/>
          </ac:spMkLst>
        </pc:spChg>
        <pc:spChg chg="del">
          <ac:chgData name="우진 김" userId="9d5916cb77183fd7" providerId="LiveId" clId="{70C45FB2-E62E-45E5-B1FF-DCFA828D8720}" dt="2025-06-24T22:39:17.384" v="5114" actId="478"/>
          <ac:spMkLst>
            <pc:docMk/>
            <pc:sldMk cId="740634538" sldId="435"/>
            <ac:spMk id="20" creationId="{3F29EF07-847A-03EC-5F1C-B79A27A0437D}"/>
          </ac:spMkLst>
        </pc:spChg>
        <pc:spChg chg="add mod ord">
          <ac:chgData name="우진 김" userId="9d5916cb77183fd7" providerId="LiveId" clId="{70C45FB2-E62E-45E5-B1FF-DCFA828D8720}" dt="2025-06-24T22:47:42.968" v="5224" actId="14100"/>
          <ac:spMkLst>
            <pc:docMk/>
            <pc:sldMk cId="740634538" sldId="435"/>
            <ac:spMk id="21" creationId="{1AEE13F5-F4D0-10DF-623B-DE8A13D71157}"/>
          </ac:spMkLst>
        </pc:spChg>
        <pc:spChg chg="add mod">
          <ac:chgData name="우진 김" userId="9d5916cb77183fd7" providerId="LiveId" clId="{70C45FB2-E62E-45E5-B1FF-DCFA828D8720}" dt="2025-06-24T22:47:59.972" v="5229" actId="14100"/>
          <ac:spMkLst>
            <pc:docMk/>
            <pc:sldMk cId="740634538" sldId="435"/>
            <ac:spMk id="22" creationId="{90E869F9-C893-91C7-CAFB-F6AF3DAEB2F1}"/>
          </ac:spMkLst>
        </pc:spChg>
        <pc:spChg chg="del">
          <ac:chgData name="우진 김" userId="9d5916cb77183fd7" providerId="LiveId" clId="{70C45FB2-E62E-45E5-B1FF-DCFA828D8720}" dt="2025-06-24T22:39:17.384" v="5114" actId="478"/>
          <ac:spMkLst>
            <pc:docMk/>
            <pc:sldMk cId="740634538" sldId="435"/>
            <ac:spMk id="33" creationId="{5F20CD89-6180-F7B0-085B-8FDCD593B516}"/>
          </ac:spMkLst>
        </pc:spChg>
        <pc:grpChg chg="del">
          <ac:chgData name="우진 김" userId="9d5916cb77183fd7" providerId="LiveId" clId="{70C45FB2-E62E-45E5-B1FF-DCFA828D8720}" dt="2025-06-24T22:39:17.384" v="5114" actId="478"/>
          <ac:grpSpMkLst>
            <pc:docMk/>
            <pc:sldMk cId="740634538" sldId="435"/>
            <ac:grpSpMk id="15" creationId="{05EE0993-AD09-C4F3-6D63-456A91E6E3F8}"/>
          </ac:grpSpMkLst>
        </pc:grpChg>
        <pc:graphicFrameChg chg="del">
          <ac:chgData name="우진 김" userId="9d5916cb77183fd7" providerId="LiveId" clId="{70C45FB2-E62E-45E5-B1FF-DCFA828D8720}" dt="2025-06-24T22:39:17.384" v="5114" actId="478"/>
          <ac:graphicFrameMkLst>
            <pc:docMk/>
            <pc:sldMk cId="740634538" sldId="435"/>
            <ac:graphicFrameMk id="26" creationId="{162A7C8D-3EC9-0000-A93D-3D4590E274F4}"/>
          </ac:graphicFrameMkLst>
        </pc:graphicFrameChg>
        <pc:graphicFrameChg chg="del">
          <ac:chgData name="우진 김" userId="9d5916cb77183fd7" providerId="LiveId" clId="{70C45FB2-E62E-45E5-B1FF-DCFA828D8720}" dt="2025-06-24T22:39:17.384" v="5114" actId="478"/>
          <ac:graphicFrameMkLst>
            <pc:docMk/>
            <pc:sldMk cId="740634538" sldId="435"/>
            <ac:graphicFrameMk id="27" creationId="{3873B1A3-D680-0B69-FFA4-90C52B9229B5}"/>
          </ac:graphicFrameMkLst>
        </pc:graphicFrameChg>
        <pc:graphicFrameChg chg="del">
          <ac:chgData name="우진 김" userId="9d5916cb77183fd7" providerId="LiveId" clId="{70C45FB2-E62E-45E5-B1FF-DCFA828D8720}" dt="2025-06-24T22:39:17.384" v="5114" actId="478"/>
          <ac:graphicFrameMkLst>
            <pc:docMk/>
            <pc:sldMk cId="740634538" sldId="435"/>
            <ac:graphicFrameMk id="32" creationId="{681FA96A-7789-15FA-58C0-6138B9138C3F}"/>
          </ac:graphicFrameMkLst>
        </pc:graphicFrameChg>
        <pc:picChg chg="add mod">
          <ac:chgData name="우진 김" userId="9d5916cb77183fd7" providerId="LiveId" clId="{70C45FB2-E62E-45E5-B1FF-DCFA828D8720}" dt="2025-06-24T22:47:56.473" v="5228" actId="1076"/>
          <ac:picMkLst>
            <pc:docMk/>
            <pc:sldMk cId="740634538" sldId="435"/>
            <ac:picMk id="9" creationId="{4D8BE914-81E9-AACD-A83B-39E3FDC64AD6}"/>
          </ac:picMkLst>
        </pc:picChg>
        <pc:picChg chg="add mod">
          <ac:chgData name="우진 김" userId="9d5916cb77183fd7" providerId="LiveId" clId="{70C45FB2-E62E-45E5-B1FF-DCFA828D8720}" dt="2025-06-24T22:46:42.732" v="5208" actId="1076"/>
          <ac:picMkLst>
            <pc:docMk/>
            <pc:sldMk cId="740634538" sldId="435"/>
            <ac:picMk id="19" creationId="{3D133A40-5B5B-D76F-F766-5A4A265221F6}"/>
          </ac:picMkLst>
        </pc:picChg>
        <pc:cxnChg chg="del">
          <ac:chgData name="우진 김" userId="9d5916cb77183fd7" providerId="LiveId" clId="{70C45FB2-E62E-45E5-B1FF-DCFA828D8720}" dt="2025-06-24T22:39:17.384" v="5114" actId="478"/>
          <ac:cxnSpMkLst>
            <pc:docMk/>
            <pc:sldMk cId="740634538" sldId="435"/>
            <ac:cxnSpMk id="29" creationId="{34E4FC02-6B67-5259-B79D-AC61DCD5D218}"/>
          </ac:cxnSpMkLst>
        </pc:cxnChg>
        <pc:cxnChg chg="del">
          <ac:chgData name="우진 김" userId="9d5916cb77183fd7" providerId="LiveId" clId="{70C45FB2-E62E-45E5-B1FF-DCFA828D8720}" dt="2025-06-24T22:39:17.384" v="5114" actId="478"/>
          <ac:cxnSpMkLst>
            <pc:docMk/>
            <pc:sldMk cId="740634538" sldId="435"/>
            <ac:cxnSpMk id="31" creationId="{0FBE9E73-53F6-64E6-6B15-072C2A5FF849}"/>
          </ac:cxnSpMkLst>
        </pc:cxnChg>
      </pc:sldChg>
      <pc:sldChg chg="addSp delSp modSp add mod">
        <pc:chgData name="우진 김" userId="9d5916cb77183fd7" providerId="LiveId" clId="{70C45FB2-E62E-45E5-B1FF-DCFA828D8720}" dt="2025-06-25T03:37:30.572" v="9391" actId="20577"/>
        <pc:sldMkLst>
          <pc:docMk/>
          <pc:sldMk cId="2202930638" sldId="436"/>
        </pc:sldMkLst>
        <pc:spChg chg="del">
          <ac:chgData name="우진 김" userId="9d5916cb77183fd7" providerId="LiveId" clId="{70C45FB2-E62E-45E5-B1FF-DCFA828D8720}" dt="2025-06-24T22:50:39.225" v="5271" actId="478"/>
          <ac:spMkLst>
            <pc:docMk/>
            <pc:sldMk cId="2202930638" sldId="436"/>
            <ac:spMk id="3" creationId="{B2771598-E9F8-10AC-F4AB-61739B71FE16}"/>
          </ac:spMkLst>
        </pc:spChg>
        <pc:spChg chg="mod">
          <ac:chgData name="우진 김" userId="9d5916cb77183fd7" providerId="LiveId" clId="{70C45FB2-E62E-45E5-B1FF-DCFA828D8720}" dt="2025-06-24T22:48:52.737" v="5270" actId="20577"/>
          <ac:spMkLst>
            <pc:docMk/>
            <pc:sldMk cId="2202930638" sldId="436"/>
            <ac:spMk id="4" creationId="{B4EEE0D3-119A-E45C-EE16-C78BCF4EEE1D}"/>
          </ac:spMkLst>
        </pc:spChg>
        <pc:spChg chg="del">
          <ac:chgData name="우진 김" userId="9d5916cb77183fd7" providerId="LiveId" clId="{70C45FB2-E62E-45E5-B1FF-DCFA828D8720}" dt="2025-06-24T22:50:39.225" v="5271" actId="478"/>
          <ac:spMkLst>
            <pc:docMk/>
            <pc:sldMk cId="2202930638" sldId="436"/>
            <ac:spMk id="5" creationId="{424B0A68-223B-501B-85C8-1A9AC0737C8A}"/>
          </ac:spMkLst>
        </pc:spChg>
        <pc:spChg chg="del">
          <ac:chgData name="우진 김" userId="9d5916cb77183fd7" providerId="LiveId" clId="{70C45FB2-E62E-45E5-B1FF-DCFA828D8720}" dt="2025-06-24T22:50:39.225" v="5271" actId="478"/>
          <ac:spMkLst>
            <pc:docMk/>
            <pc:sldMk cId="2202930638" sldId="436"/>
            <ac:spMk id="6" creationId="{BF197D6F-C0D1-2C9A-B904-4E267D46F799}"/>
          </ac:spMkLst>
        </pc:spChg>
        <pc:spChg chg="mod">
          <ac:chgData name="우진 김" userId="9d5916cb77183fd7" providerId="LiveId" clId="{70C45FB2-E62E-45E5-B1FF-DCFA828D8720}" dt="2025-06-25T03:37:30.572" v="9391" actId="20577"/>
          <ac:spMkLst>
            <pc:docMk/>
            <pc:sldMk cId="2202930638" sldId="436"/>
            <ac:spMk id="8" creationId="{CD9B7DEA-96B3-D44C-5976-47D50954A962}"/>
          </ac:spMkLst>
        </pc:spChg>
        <pc:spChg chg="mod">
          <ac:chgData name="우진 김" userId="9d5916cb77183fd7" providerId="LiveId" clId="{70C45FB2-E62E-45E5-B1FF-DCFA828D8720}" dt="2025-06-24T22:52:09.389" v="5274"/>
          <ac:spMkLst>
            <pc:docMk/>
            <pc:sldMk cId="2202930638" sldId="436"/>
            <ac:spMk id="10" creationId="{8F7F6767-BB33-6F27-683E-50535CFDB7E5}"/>
          </ac:spMkLst>
        </pc:spChg>
        <pc:spChg chg="add mod">
          <ac:chgData name="우진 김" userId="9d5916cb77183fd7" providerId="LiveId" clId="{70C45FB2-E62E-45E5-B1FF-DCFA828D8720}" dt="2025-06-24T23:10:45.562" v="5409" actId="1076"/>
          <ac:spMkLst>
            <pc:docMk/>
            <pc:sldMk cId="2202930638" sldId="436"/>
            <ac:spMk id="14" creationId="{767D8389-2BD8-CD3F-F817-15ECF0AB44B9}"/>
          </ac:spMkLst>
        </pc:spChg>
        <pc:spChg chg="add mod">
          <ac:chgData name="우진 김" userId="9d5916cb77183fd7" providerId="LiveId" clId="{70C45FB2-E62E-45E5-B1FF-DCFA828D8720}" dt="2025-06-24T23:10:45.562" v="5409" actId="1076"/>
          <ac:spMkLst>
            <pc:docMk/>
            <pc:sldMk cId="2202930638" sldId="436"/>
            <ac:spMk id="15" creationId="{44F5DEBE-EAFA-C494-F722-DCDD2513B5F4}"/>
          </ac:spMkLst>
        </pc:spChg>
        <pc:spChg chg="add del mod">
          <ac:chgData name="우진 김" userId="9d5916cb77183fd7" providerId="LiveId" clId="{70C45FB2-E62E-45E5-B1FF-DCFA828D8720}" dt="2025-06-24T23:10:26.976" v="5405" actId="478"/>
          <ac:spMkLst>
            <pc:docMk/>
            <pc:sldMk cId="2202930638" sldId="436"/>
            <ac:spMk id="16" creationId="{7BC93CAA-9BF3-07FB-435F-E04F10EC3C91}"/>
          </ac:spMkLst>
        </pc:spChg>
        <pc:spChg chg="del">
          <ac:chgData name="우진 김" userId="9d5916cb77183fd7" providerId="LiveId" clId="{70C45FB2-E62E-45E5-B1FF-DCFA828D8720}" dt="2025-06-24T22:50:39.225" v="5271" actId="478"/>
          <ac:spMkLst>
            <pc:docMk/>
            <pc:sldMk cId="2202930638" sldId="436"/>
            <ac:spMk id="17" creationId="{927EF262-2B9C-024A-197F-118C8E25D6AE}"/>
          </ac:spMkLst>
        </pc:spChg>
        <pc:spChg chg="add mod">
          <ac:chgData name="우진 김" userId="9d5916cb77183fd7" providerId="LiveId" clId="{70C45FB2-E62E-45E5-B1FF-DCFA828D8720}" dt="2025-06-24T23:22:55.068" v="5747" actId="5793"/>
          <ac:spMkLst>
            <pc:docMk/>
            <pc:sldMk cId="2202930638" sldId="436"/>
            <ac:spMk id="18" creationId="{DE887658-34B9-8D86-6E63-895373F3AB32}"/>
          </ac:spMkLst>
        </pc:spChg>
        <pc:spChg chg="del">
          <ac:chgData name="우진 김" userId="9d5916cb77183fd7" providerId="LiveId" clId="{70C45FB2-E62E-45E5-B1FF-DCFA828D8720}" dt="2025-06-24T22:50:39.225" v="5271" actId="478"/>
          <ac:spMkLst>
            <pc:docMk/>
            <pc:sldMk cId="2202930638" sldId="436"/>
            <ac:spMk id="21" creationId="{0B9C111D-C5A5-E814-B2AF-228236FF54D1}"/>
          </ac:spMkLst>
        </pc:spChg>
        <pc:spChg chg="del">
          <ac:chgData name="우진 김" userId="9d5916cb77183fd7" providerId="LiveId" clId="{70C45FB2-E62E-45E5-B1FF-DCFA828D8720}" dt="2025-06-24T22:50:39.225" v="5271" actId="478"/>
          <ac:spMkLst>
            <pc:docMk/>
            <pc:sldMk cId="2202930638" sldId="436"/>
            <ac:spMk id="22" creationId="{E607EDAA-8CB4-68FD-B57A-D0A7E64D3A69}"/>
          </ac:spMkLst>
        </pc:spChg>
        <pc:picChg chg="del">
          <ac:chgData name="우진 김" userId="9d5916cb77183fd7" providerId="LiveId" clId="{70C45FB2-E62E-45E5-B1FF-DCFA828D8720}" dt="2025-06-24T22:50:39.225" v="5271" actId="478"/>
          <ac:picMkLst>
            <pc:docMk/>
            <pc:sldMk cId="2202930638" sldId="436"/>
            <ac:picMk id="9" creationId="{76E51BBB-6C99-9058-31DA-D062E1F36A34}"/>
          </ac:picMkLst>
        </pc:picChg>
        <pc:picChg chg="add mod">
          <ac:chgData name="우진 김" userId="9d5916cb77183fd7" providerId="LiveId" clId="{70C45FB2-E62E-45E5-B1FF-DCFA828D8720}" dt="2025-06-24T23:10:45.562" v="5409" actId="1076"/>
          <ac:picMkLst>
            <pc:docMk/>
            <pc:sldMk cId="2202930638" sldId="436"/>
            <ac:picMk id="11" creationId="{C2818435-E798-8760-D35F-7E310AAE23BA}"/>
          </ac:picMkLst>
        </pc:picChg>
        <pc:picChg chg="add mod">
          <ac:chgData name="우진 김" userId="9d5916cb77183fd7" providerId="LiveId" clId="{70C45FB2-E62E-45E5-B1FF-DCFA828D8720}" dt="2025-06-24T23:10:45.562" v="5409" actId="1076"/>
          <ac:picMkLst>
            <pc:docMk/>
            <pc:sldMk cId="2202930638" sldId="436"/>
            <ac:picMk id="13" creationId="{4ADDEAAE-28FA-B51C-4365-5889661CDDB2}"/>
          </ac:picMkLst>
        </pc:picChg>
        <pc:picChg chg="del">
          <ac:chgData name="우진 김" userId="9d5916cb77183fd7" providerId="LiveId" clId="{70C45FB2-E62E-45E5-B1FF-DCFA828D8720}" dt="2025-06-24T22:50:39.225" v="5271" actId="478"/>
          <ac:picMkLst>
            <pc:docMk/>
            <pc:sldMk cId="2202930638" sldId="436"/>
            <ac:picMk id="19" creationId="{8A72C5B3-1B8A-9F9D-8E9E-9967629F3B07}"/>
          </ac:picMkLst>
        </pc:picChg>
      </pc:sldChg>
      <pc:sldChg chg="addSp delSp modSp add mod">
        <pc:chgData name="우진 김" userId="9d5916cb77183fd7" providerId="LiveId" clId="{70C45FB2-E62E-45E5-B1FF-DCFA828D8720}" dt="2025-06-25T03:37:34.051" v="9395" actId="20577"/>
        <pc:sldMkLst>
          <pc:docMk/>
          <pc:sldMk cId="1101785127" sldId="437"/>
        </pc:sldMkLst>
        <pc:spChg chg="add mod">
          <ac:chgData name="우진 김" userId="9d5916cb77183fd7" providerId="LiveId" clId="{70C45FB2-E62E-45E5-B1FF-DCFA828D8720}" dt="2025-06-24T23:12:19.626" v="5469" actId="1076"/>
          <ac:spMkLst>
            <pc:docMk/>
            <pc:sldMk cId="1101785127" sldId="437"/>
            <ac:spMk id="3" creationId="{79896CFA-8631-E042-71A1-F007B3576F3A}"/>
          </ac:spMkLst>
        </pc:spChg>
        <pc:spChg chg="mod">
          <ac:chgData name="우진 김" userId="9d5916cb77183fd7" providerId="LiveId" clId="{70C45FB2-E62E-45E5-B1FF-DCFA828D8720}" dt="2025-06-24T23:10:55.715" v="5420" actId="20577"/>
          <ac:spMkLst>
            <pc:docMk/>
            <pc:sldMk cId="1101785127" sldId="437"/>
            <ac:spMk id="4" creationId="{7AB9B8E5-2AF1-11CC-9C13-48097F928AFD}"/>
          </ac:spMkLst>
        </pc:spChg>
        <pc:spChg chg="add mod">
          <ac:chgData name="우진 김" userId="9d5916cb77183fd7" providerId="LiveId" clId="{70C45FB2-E62E-45E5-B1FF-DCFA828D8720}" dt="2025-06-24T23:20:05.565" v="5520" actId="1076"/>
          <ac:spMkLst>
            <pc:docMk/>
            <pc:sldMk cId="1101785127" sldId="437"/>
            <ac:spMk id="7" creationId="{0074DFFC-DAD8-EFB8-5EF3-6632D0CFF0A7}"/>
          </ac:spMkLst>
        </pc:spChg>
        <pc:spChg chg="mod">
          <ac:chgData name="우진 김" userId="9d5916cb77183fd7" providerId="LiveId" clId="{70C45FB2-E62E-45E5-B1FF-DCFA828D8720}" dt="2025-06-25T03:37:34.051" v="9395" actId="20577"/>
          <ac:spMkLst>
            <pc:docMk/>
            <pc:sldMk cId="1101785127" sldId="437"/>
            <ac:spMk id="8" creationId="{359F449C-9CF1-28B8-EE72-9EE091B88DBF}"/>
          </ac:spMkLst>
        </pc:spChg>
        <pc:spChg chg="add mod">
          <ac:chgData name="우진 김" userId="9d5916cb77183fd7" providerId="LiveId" clId="{70C45FB2-E62E-45E5-B1FF-DCFA828D8720}" dt="2025-06-24T23:24:01.217" v="5825" actId="20577"/>
          <ac:spMkLst>
            <pc:docMk/>
            <pc:sldMk cId="1101785127" sldId="437"/>
            <ac:spMk id="9" creationId="{956CFCD9-BB71-D8EF-D29F-9A42B781B815}"/>
          </ac:spMkLst>
        </pc:spChg>
        <pc:spChg chg="mod">
          <ac:chgData name="우진 김" userId="9d5916cb77183fd7" providerId="LiveId" clId="{70C45FB2-E62E-45E5-B1FF-DCFA828D8720}" dt="2025-06-24T23:11:42.418" v="5424" actId="14100"/>
          <ac:spMkLst>
            <pc:docMk/>
            <pc:sldMk cId="1101785127" sldId="437"/>
            <ac:spMk id="10" creationId="{14B118B2-9DC0-4F78-BC25-F41F88A80D85}"/>
          </ac:spMkLst>
        </pc:spChg>
        <pc:spChg chg="del mod">
          <ac:chgData name="우진 김" userId="9d5916cb77183fd7" providerId="LiveId" clId="{70C45FB2-E62E-45E5-B1FF-DCFA828D8720}" dt="2025-06-24T23:12:22.234" v="5471" actId="478"/>
          <ac:spMkLst>
            <pc:docMk/>
            <pc:sldMk cId="1101785127" sldId="437"/>
            <ac:spMk id="14" creationId="{99A0614C-508B-6D67-6854-E9843A9DFB46}"/>
          </ac:spMkLst>
        </pc:spChg>
        <pc:spChg chg="mod">
          <ac:chgData name="우진 김" userId="9d5916cb77183fd7" providerId="LiveId" clId="{70C45FB2-E62E-45E5-B1FF-DCFA828D8720}" dt="2025-06-24T23:19:21.426" v="5504" actId="20577"/>
          <ac:spMkLst>
            <pc:docMk/>
            <pc:sldMk cId="1101785127" sldId="437"/>
            <ac:spMk id="15" creationId="{AB0B056C-573B-FFF5-A390-4A6C984421B3}"/>
          </ac:spMkLst>
        </pc:spChg>
        <pc:picChg chg="add mod">
          <ac:chgData name="우진 김" userId="9d5916cb77183fd7" providerId="LiveId" clId="{70C45FB2-E62E-45E5-B1FF-DCFA828D8720}" dt="2025-06-24T23:18:29.497" v="5487" actId="1076"/>
          <ac:picMkLst>
            <pc:docMk/>
            <pc:sldMk cId="1101785127" sldId="437"/>
            <ac:picMk id="6" creationId="{A72CD953-E065-D7D3-ECB8-A80C7C2A7E3C}"/>
          </ac:picMkLst>
        </pc:picChg>
        <pc:picChg chg="del mod">
          <ac:chgData name="우진 김" userId="9d5916cb77183fd7" providerId="LiveId" clId="{70C45FB2-E62E-45E5-B1FF-DCFA828D8720}" dt="2025-06-24T23:12:21.025" v="5470" actId="478"/>
          <ac:picMkLst>
            <pc:docMk/>
            <pc:sldMk cId="1101785127" sldId="437"/>
            <ac:picMk id="11" creationId="{71585CAF-C3C9-38B0-9C2C-620CA5BFE403}"/>
          </ac:picMkLst>
        </pc:picChg>
        <pc:picChg chg="del mod">
          <ac:chgData name="우진 김" userId="9d5916cb77183fd7" providerId="LiveId" clId="{70C45FB2-E62E-45E5-B1FF-DCFA828D8720}" dt="2025-06-24T23:12:22.913" v="5472" actId="478"/>
          <ac:picMkLst>
            <pc:docMk/>
            <pc:sldMk cId="1101785127" sldId="437"/>
            <ac:picMk id="13" creationId="{0C5518C0-69AB-BAE6-7FEE-EDCB3529DC98}"/>
          </ac:picMkLst>
        </pc:picChg>
        <pc:picChg chg="add mod">
          <ac:chgData name="우진 김" userId="9d5916cb77183fd7" providerId="LiveId" clId="{70C45FB2-E62E-45E5-B1FF-DCFA828D8720}" dt="2025-06-24T23:18:28.267" v="5486" actId="1076"/>
          <ac:picMkLst>
            <pc:docMk/>
            <pc:sldMk cId="1101785127" sldId="437"/>
            <ac:picMk id="16386" creationId="{D1D19D19-C23F-F375-89F8-D611F3C2ED4A}"/>
          </ac:picMkLst>
        </pc:picChg>
      </pc:sldChg>
      <pc:sldChg chg="addSp delSp modSp add mod ord">
        <pc:chgData name="우진 김" userId="9d5916cb77183fd7" providerId="LiveId" clId="{70C45FB2-E62E-45E5-B1FF-DCFA828D8720}" dt="2025-06-25T03:37:37.933" v="9399" actId="20577"/>
        <pc:sldMkLst>
          <pc:docMk/>
          <pc:sldMk cId="1082338921" sldId="438"/>
        </pc:sldMkLst>
        <pc:spChg chg="del">
          <ac:chgData name="우진 김" userId="9d5916cb77183fd7" providerId="LiveId" clId="{70C45FB2-E62E-45E5-B1FF-DCFA828D8720}" dt="2025-06-24T23:20:55.019" v="5563" actId="478"/>
          <ac:spMkLst>
            <pc:docMk/>
            <pc:sldMk cId="1082338921" sldId="438"/>
            <ac:spMk id="3" creationId="{7B0DF12A-0D96-A11F-C9B6-E2CE4847E9DD}"/>
          </ac:spMkLst>
        </pc:spChg>
        <pc:spChg chg="mod">
          <ac:chgData name="우진 김" userId="9d5916cb77183fd7" providerId="LiveId" clId="{70C45FB2-E62E-45E5-B1FF-DCFA828D8720}" dt="2025-06-24T23:20:43.873" v="5562" actId="20577"/>
          <ac:spMkLst>
            <pc:docMk/>
            <pc:sldMk cId="1082338921" sldId="438"/>
            <ac:spMk id="4" creationId="{7858471F-D2B6-EA45-1784-3F9D84D48ECE}"/>
          </ac:spMkLst>
        </pc:spChg>
        <pc:spChg chg="del">
          <ac:chgData name="우진 김" userId="9d5916cb77183fd7" providerId="LiveId" clId="{70C45FB2-E62E-45E5-B1FF-DCFA828D8720}" dt="2025-06-24T23:20:57.282" v="5565" actId="478"/>
          <ac:spMkLst>
            <pc:docMk/>
            <pc:sldMk cId="1082338921" sldId="438"/>
            <ac:spMk id="7" creationId="{91BED0B5-6812-E6ED-C50E-62CA8D170E7D}"/>
          </ac:spMkLst>
        </pc:spChg>
        <pc:spChg chg="mod">
          <ac:chgData name="우진 김" userId="9d5916cb77183fd7" providerId="LiveId" clId="{70C45FB2-E62E-45E5-B1FF-DCFA828D8720}" dt="2025-06-25T03:37:37.933" v="9399" actId="20577"/>
          <ac:spMkLst>
            <pc:docMk/>
            <pc:sldMk cId="1082338921" sldId="438"/>
            <ac:spMk id="8" creationId="{72981452-68A0-989A-67D8-E26E06F176C9}"/>
          </ac:spMkLst>
        </pc:spChg>
        <pc:spChg chg="del">
          <ac:chgData name="우진 김" userId="9d5916cb77183fd7" providerId="LiveId" clId="{70C45FB2-E62E-45E5-B1FF-DCFA828D8720}" dt="2025-06-24T23:20:55.699" v="5564" actId="478"/>
          <ac:spMkLst>
            <pc:docMk/>
            <pc:sldMk cId="1082338921" sldId="438"/>
            <ac:spMk id="10" creationId="{ECC333C1-8209-9C24-3507-98DDD575045D}"/>
          </ac:spMkLst>
        </pc:spChg>
        <pc:spChg chg="add mod">
          <ac:chgData name="우진 김" userId="9d5916cb77183fd7" providerId="LiveId" clId="{70C45FB2-E62E-45E5-B1FF-DCFA828D8720}" dt="2025-06-24T23:25:51.445" v="5929" actId="1076"/>
          <ac:spMkLst>
            <pc:docMk/>
            <pc:sldMk cId="1082338921" sldId="438"/>
            <ac:spMk id="12" creationId="{C08761C4-7CD0-F942-DB12-4025BAB9696C}"/>
          </ac:spMkLst>
        </pc:spChg>
        <pc:spChg chg="add mod">
          <ac:chgData name="우진 김" userId="9d5916cb77183fd7" providerId="LiveId" clId="{70C45FB2-E62E-45E5-B1FF-DCFA828D8720}" dt="2025-06-24T23:25:51.445" v="5929" actId="1076"/>
          <ac:spMkLst>
            <pc:docMk/>
            <pc:sldMk cId="1082338921" sldId="438"/>
            <ac:spMk id="13" creationId="{9FBAC98D-7E10-1986-62F1-B187417ECEB8}"/>
          </ac:spMkLst>
        </pc:spChg>
        <pc:spChg chg="add mod">
          <ac:chgData name="우진 김" userId="9d5916cb77183fd7" providerId="LiveId" clId="{70C45FB2-E62E-45E5-B1FF-DCFA828D8720}" dt="2025-06-24T23:25:51.445" v="5929" actId="1076"/>
          <ac:spMkLst>
            <pc:docMk/>
            <pc:sldMk cId="1082338921" sldId="438"/>
            <ac:spMk id="14" creationId="{C4195D5E-F54F-AE66-E4ED-6B1E31AA9EBC}"/>
          </ac:spMkLst>
        </pc:spChg>
        <pc:spChg chg="del">
          <ac:chgData name="우진 김" userId="9d5916cb77183fd7" providerId="LiveId" clId="{70C45FB2-E62E-45E5-B1FF-DCFA828D8720}" dt="2025-06-24T23:20:57.282" v="5565" actId="478"/>
          <ac:spMkLst>
            <pc:docMk/>
            <pc:sldMk cId="1082338921" sldId="438"/>
            <ac:spMk id="15" creationId="{D29B04FF-C72C-FC95-F804-54E2481FFA30}"/>
          </ac:spMkLst>
        </pc:spChg>
        <pc:spChg chg="add mod">
          <ac:chgData name="우진 김" userId="9d5916cb77183fd7" providerId="LiveId" clId="{70C45FB2-E62E-45E5-B1FF-DCFA828D8720}" dt="2025-06-24T23:28:20.837" v="6044" actId="1076"/>
          <ac:spMkLst>
            <pc:docMk/>
            <pc:sldMk cId="1082338921" sldId="438"/>
            <ac:spMk id="16" creationId="{FCD319B3-EB03-FD86-FF42-840393E274F9}"/>
          </ac:spMkLst>
        </pc:spChg>
        <pc:spChg chg="mod topLvl">
          <ac:chgData name="우진 김" userId="9d5916cb77183fd7" providerId="LiveId" clId="{70C45FB2-E62E-45E5-B1FF-DCFA828D8720}" dt="2025-06-24T23:21:51.114" v="5623" actId="1076"/>
          <ac:spMkLst>
            <pc:docMk/>
            <pc:sldMk cId="1082338921" sldId="438"/>
            <ac:spMk id="18" creationId="{14C55AF1-445F-9DE2-1F5F-E9646C7BFCCF}"/>
          </ac:spMkLst>
        </pc:spChg>
        <pc:spChg chg="mod topLvl">
          <ac:chgData name="우진 김" userId="9d5916cb77183fd7" providerId="LiveId" clId="{70C45FB2-E62E-45E5-B1FF-DCFA828D8720}" dt="2025-06-24T23:25:51.445" v="5929" actId="1076"/>
          <ac:spMkLst>
            <pc:docMk/>
            <pc:sldMk cId="1082338921" sldId="438"/>
            <ac:spMk id="19" creationId="{8614CF41-663F-88A8-88AE-B0CD5D04FD42}"/>
          </ac:spMkLst>
        </pc:spChg>
        <pc:spChg chg="mod topLvl">
          <ac:chgData name="우진 김" userId="9d5916cb77183fd7" providerId="LiveId" clId="{70C45FB2-E62E-45E5-B1FF-DCFA828D8720}" dt="2025-06-24T23:25:51.445" v="5929" actId="1076"/>
          <ac:spMkLst>
            <pc:docMk/>
            <pc:sldMk cId="1082338921" sldId="438"/>
            <ac:spMk id="20" creationId="{F3582945-6985-0B18-A15F-8436412C358D}"/>
          </ac:spMkLst>
        </pc:spChg>
        <pc:spChg chg="mod topLvl">
          <ac:chgData name="우진 김" userId="9d5916cb77183fd7" providerId="LiveId" clId="{70C45FB2-E62E-45E5-B1FF-DCFA828D8720}" dt="2025-06-24T23:27:15.015" v="6022" actId="1076"/>
          <ac:spMkLst>
            <pc:docMk/>
            <pc:sldMk cId="1082338921" sldId="438"/>
            <ac:spMk id="21" creationId="{0B51C672-1A7F-3C70-EB7D-9FC8E3C6B658}"/>
          </ac:spMkLst>
        </pc:spChg>
        <pc:spChg chg="del mod topLvl">
          <ac:chgData name="우진 김" userId="9d5916cb77183fd7" providerId="LiveId" clId="{70C45FB2-E62E-45E5-B1FF-DCFA828D8720}" dt="2025-06-24T23:27:33.354" v="6029" actId="478"/>
          <ac:spMkLst>
            <pc:docMk/>
            <pc:sldMk cId="1082338921" sldId="438"/>
            <ac:spMk id="22" creationId="{D8E742EE-70E5-B451-771A-68155AFC438B}"/>
          </ac:spMkLst>
        </pc:spChg>
        <pc:spChg chg="mod topLvl">
          <ac:chgData name="우진 김" userId="9d5916cb77183fd7" providerId="LiveId" clId="{70C45FB2-E62E-45E5-B1FF-DCFA828D8720}" dt="2025-06-24T23:25:51.445" v="5929" actId="1076"/>
          <ac:spMkLst>
            <pc:docMk/>
            <pc:sldMk cId="1082338921" sldId="438"/>
            <ac:spMk id="28" creationId="{8E3BD036-A262-F0F3-AE02-0DD2167F749E}"/>
          </ac:spMkLst>
        </pc:spChg>
        <pc:spChg chg="mod topLvl">
          <ac:chgData name="우진 김" userId="9d5916cb77183fd7" providerId="LiveId" clId="{70C45FB2-E62E-45E5-B1FF-DCFA828D8720}" dt="2025-06-24T23:24:45.635" v="5860" actId="1076"/>
          <ac:spMkLst>
            <pc:docMk/>
            <pc:sldMk cId="1082338921" sldId="438"/>
            <ac:spMk id="29" creationId="{595213B4-F84C-8C5E-4DA0-F84B8AF555CB}"/>
          </ac:spMkLst>
        </pc:spChg>
        <pc:spChg chg="mod topLvl">
          <ac:chgData name="우진 김" userId="9d5916cb77183fd7" providerId="LiveId" clId="{70C45FB2-E62E-45E5-B1FF-DCFA828D8720}" dt="2025-06-24T23:25:51.445" v="5929" actId="1076"/>
          <ac:spMkLst>
            <pc:docMk/>
            <pc:sldMk cId="1082338921" sldId="438"/>
            <ac:spMk id="30" creationId="{4705E802-B768-FFE7-BD15-D09393AAA755}"/>
          </ac:spMkLst>
        </pc:spChg>
        <pc:spChg chg="del mod topLvl">
          <ac:chgData name="우진 김" userId="9d5916cb77183fd7" providerId="LiveId" clId="{70C45FB2-E62E-45E5-B1FF-DCFA828D8720}" dt="2025-06-24T23:27:23.089" v="6026" actId="478"/>
          <ac:spMkLst>
            <pc:docMk/>
            <pc:sldMk cId="1082338921" sldId="438"/>
            <ac:spMk id="31" creationId="{775D382E-8BE7-DA7A-59AE-57D9E0B6557F}"/>
          </ac:spMkLst>
        </pc:spChg>
        <pc:spChg chg="del mod topLvl">
          <ac:chgData name="우진 김" userId="9d5916cb77183fd7" providerId="LiveId" clId="{70C45FB2-E62E-45E5-B1FF-DCFA828D8720}" dt="2025-06-24T23:28:28.927" v="6047" actId="478"/>
          <ac:spMkLst>
            <pc:docMk/>
            <pc:sldMk cId="1082338921" sldId="438"/>
            <ac:spMk id="32" creationId="{5771D5C1-D566-4F9E-65D5-7D7492E356A2}"/>
          </ac:spMkLst>
        </pc:spChg>
        <pc:spChg chg="add del mod">
          <ac:chgData name="우진 김" userId="9d5916cb77183fd7" providerId="LiveId" clId="{70C45FB2-E62E-45E5-B1FF-DCFA828D8720}" dt="2025-06-24T23:28:27.359" v="6046" actId="478"/>
          <ac:spMkLst>
            <pc:docMk/>
            <pc:sldMk cId="1082338921" sldId="438"/>
            <ac:spMk id="34" creationId="{7A671163-7849-37CA-D714-59B2781E765D}"/>
          </ac:spMkLst>
        </pc:spChg>
        <pc:spChg chg="add mod">
          <ac:chgData name="우진 김" userId="9d5916cb77183fd7" providerId="LiveId" clId="{70C45FB2-E62E-45E5-B1FF-DCFA828D8720}" dt="2025-06-24T23:28:12.426" v="6042"/>
          <ac:spMkLst>
            <pc:docMk/>
            <pc:sldMk cId="1082338921" sldId="438"/>
            <ac:spMk id="35" creationId="{4ABE9556-EE0E-6D69-36AE-5947D5E0B63F}"/>
          </ac:spMkLst>
        </pc:spChg>
        <pc:spChg chg="add mod">
          <ac:chgData name="우진 김" userId="9d5916cb77183fd7" providerId="LiveId" clId="{70C45FB2-E62E-45E5-B1FF-DCFA828D8720}" dt="2025-06-24T23:30:37.041" v="6063" actId="1036"/>
          <ac:spMkLst>
            <pc:docMk/>
            <pc:sldMk cId="1082338921" sldId="438"/>
            <ac:spMk id="38" creationId="{2C1365DB-543D-333D-D6BF-BD8DAB973734}"/>
          </ac:spMkLst>
        </pc:spChg>
        <pc:spChg chg="add mod">
          <ac:chgData name="우진 김" userId="9d5916cb77183fd7" providerId="LiveId" clId="{70C45FB2-E62E-45E5-B1FF-DCFA828D8720}" dt="2025-06-24T23:40:36.274" v="6147" actId="1076"/>
          <ac:spMkLst>
            <pc:docMk/>
            <pc:sldMk cId="1082338921" sldId="438"/>
            <ac:spMk id="39" creationId="{DDE489C0-EA02-DF01-7BD3-E7154609EA05}"/>
          </ac:spMkLst>
        </pc:spChg>
        <pc:grpChg chg="del mod">
          <ac:chgData name="우진 김" userId="9d5916cb77183fd7" providerId="LiveId" clId="{70C45FB2-E62E-45E5-B1FF-DCFA828D8720}" dt="2025-06-24T23:21:45.427" v="5621" actId="165"/>
          <ac:grpSpMkLst>
            <pc:docMk/>
            <pc:sldMk cId="1082338921" sldId="438"/>
            <ac:grpSpMk id="17" creationId="{151226DA-E5F2-01E4-358A-35B3F39DFED3}"/>
          </ac:grpSpMkLst>
        </pc:grpChg>
        <pc:grpChg chg="del mod">
          <ac:chgData name="우진 김" userId="9d5916cb77183fd7" providerId="LiveId" clId="{70C45FB2-E62E-45E5-B1FF-DCFA828D8720}" dt="2025-06-24T23:21:47.651" v="5622" actId="165"/>
          <ac:grpSpMkLst>
            <pc:docMk/>
            <pc:sldMk cId="1082338921" sldId="438"/>
            <ac:grpSpMk id="27" creationId="{2D3F4F91-EA46-38AF-2048-61F0A288C610}"/>
          </ac:grpSpMkLst>
        </pc:grpChg>
        <pc:picChg chg="del">
          <ac:chgData name="우진 김" userId="9d5916cb77183fd7" providerId="LiveId" clId="{70C45FB2-E62E-45E5-B1FF-DCFA828D8720}" dt="2025-06-24T23:20:57.282" v="5565" actId="478"/>
          <ac:picMkLst>
            <pc:docMk/>
            <pc:sldMk cId="1082338921" sldId="438"/>
            <ac:picMk id="6" creationId="{54748A57-F604-23CA-A1CB-E4AB6022A10F}"/>
          </ac:picMkLst>
        </pc:picChg>
        <pc:picChg chg="del">
          <ac:chgData name="우진 김" userId="9d5916cb77183fd7" providerId="LiveId" clId="{70C45FB2-E62E-45E5-B1FF-DCFA828D8720}" dt="2025-06-24T23:21:29.637" v="5613" actId="478"/>
          <ac:picMkLst>
            <pc:docMk/>
            <pc:sldMk cId="1082338921" sldId="438"/>
            <ac:picMk id="33" creationId="{B0DE444F-CBC9-2C99-B1AD-AE67B8F737BC}"/>
          </ac:picMkLst>
        </pc:picChg>
        <pc:picChg chg="del">
          <ac:chgData name="우진 김" userId="9d5916cb77183fd7" providerId="LiveId" clId="{70C45FB2-E62E-45E5-B1FF-DCFA828D8720}" dt="2025-06-24T23:20:57.282" v="5565" actId="478"/>
          <ac:picMkLst>
            <pc:docMk/>
            <pc:sldMk cId="1082338921" sldId="438"/>
            <ac:picMk id="16386" creationId="{3628A42A-9464-1391-9DD6-F7F07055DA79}"/>
          </ac:picMkLst>
        </pc:picChg>
        <pc:cxnChg chg="mod">
          <ac:chgData name="우진 김" userId="9d5916cb77183fd7" providerId="LiveId" clId="{70C45FB2-E62E-45E5-B1FF-DCFA828D8720}" dt="2025-06-24T23:28:24.149" v="6045" actId="14100"/>
          <ac:cxnSpMkLst>
            <pc:docMk/>
            <pc:sldMk cId="1082338921" sldId="438"/>
            <ac:cxnSpMk id="5" creationId="{10E7D739-8F3D-5CA5-C2A6-C3BF10799FB5}"/>
          </ac:cxnSpMkLst>
        </pc:cxnChg>
        <pc:cxnChg chg="mod">
          <ac:chgData name="우진 김" userId="9d5916cb77183fd7" providerId="LiveId" clId="{70C45FB2-E62E-45E5-B1FF-DCFA828D8720}" dt="2025-06-24T23:28:18.672" v="6043" actId="14100"/>
          <ac:cxnSpMkLst>
            <pc:docMk/>
            <pc:sldMk cId="1082338921" sldId="438"/>
            <ac:cxnSpMk id="9" creationId="{1A52E71D-1BF9-128E-AF1D-6E99F76B4E84}"/>
          </ac:cxnSpMkLst>
        </pc:cxnChg>
        <pc:cxnChg chg="mod">
          <ac:chgData name="우진 김" userId="9d5916cb77183fd7" providerId="LiveId" clId="{70C45FB2-E62E-45E5-B1FF-DCFA828D8720}" dt="2025-06-24T23:21:06.358" v="5567" actId="1076"/>
          <ac:cxnSpMkLst>
            <pc:docMk/>
            <pc:sldMk cId="1082338921" sldId="438"/>
            <ac:cxnSpMk id="23" creationId="{795148DB-FEB8-5325-8549-53638A08C57E}"/>
          </ac:cxnSpMkLst>
        </pc:cxnChg>
        <pc:cxnChg chg="mod">
          <ac:chgData name="우진 김" userId="9d5916cb77183fd7" providerId="LiveId" clId="{70C45FB2-E62E-45E5-B1FF-DCFA828D8720}" dt="2025-06-24T23:21:06.358" v="5567" actId="1076"/>
          <ac:cxnSpMkLst>
            <pc:docMk/>
            <pc:sldMk cId="1082338921" sldId="438"/>
            <ac:cxnSpMk id="25" creationId="{C04730B8-C8F7-80EA-6131-962473CAAC37}"/>
          </ac:cxnSpMkLst>
        </pc:cxnChg>
        <pc:cxnChg chg="mod">
          <ac:chgData name="우진 김" userId="9d5916cb77183fd7" providerId="LiveId" clId="{70C45FB2-E62E-45E5-B1FF-DCFA828D8720}" dt="2025-06-24T23:27:07.228" v="6020" actId="1076"/>
          <ac:cxnSpMkLst>
            <pc:docMk/>
            <pc:sldMk cId="1082338921" sldId="438"/>
            <ac:cxnSpMk id="26" creationId="{A62C8DCE-ECE0-52BB-A7A2-DD545166D251}"/>
          </ac:cxnSpMkLst>
        </pc:cxnChg>
      </pc:sldChg>
      <pc:sldChg chg="addSp delSp modSp add mod">
        <pc:chgData name="우진 김" userId="9d5916cb77183fd7" providerId="LiveId" clId="{70C45FB2-E62E-45E5-B1FF-DCFA828D8720}" dt="2025-06-25T03:37:41.505" v="9403" actId="20577"/>
        <pc:sldMkLst>
          <pc:docMk/>
          <pc:sldMk cId="2012256362" sldId="439"/>
        </pc:sldMkLst>
        <pc:spChg chg="add mod">
          <ac:chgData name="우진 김" userId="9d5916cb77183fd7" providerId="LiveId" clId="{70C45FB2-E62E-45E5-B1FF-DCFA828D8720}" dt="2025-06-24T23:44:41.300" v="6210" actId="20577"/>
          <ac:spMkLst>
            <pc:docMk/>
            <pc:sldMk cId="2012256362" sldId="439"/>
            <ac:spMk id="3" creationId="{CB0BBA49-0FAD-6360-CAE8-6085D39C368D}"/>
          </ac:spMkLst>
        </pc:spChg>
        <pc:spChg chg="mod">
          <ac:chgData name="우진 김" userId="9d5916cb77183fd7" providerId="LiveId" clId="{70C45FB2-E62E-45E5-B1FF-DCFA828D8720}" dt="2025-06-24T23:43:26.262" v="6166" actId="20577"/>
          <ac:spMkLst>
            <pc:docMk/>
            <pc:sldMk cId="2012256362" sldId="439"/>
            <ac:spMk id="4" creationId="{EA12D7FB-A66A-1E59-7EA6-00C02ABA43FD}"/>
          </ac:spMkLst>
        </pc:spChg>
        <pc:spChg chg="add mod">
          <ac:chgData name="우진 김" userId="9d5916cb77183fd7" providerId="LiveId" clId="{70C45FB2-E62E-45E5-B1FF-DCFA828D8720}" dt="2025-06-24T23:46:51.726" v="6297" actId="20577"/>
          <ac:spMkLst>
            <pc:docMk/>
            <pc:sldMk cId="2012256362" sldId="439"/>
            <ac:spMk id="6" creationId="{3209DC78-EDB4-FE28-DB9C-767D95BA48A8}"/>
          </ac:spMkLst>
        </pc:spChg>
        <pc:spChg chg="mod">
          <ac:chgData name="우진 김" userId="9d5916cb77183fd7" providerId="LiveId" clId="{70C45FB2-E62E-45E5-B1FF-DCFA828D8720}" dt="2025-06-25T03:37:41.505" v="9403" actId="20577"/>
          <ac:spMkLst>
            <pc:docMk/>
            <pc:sldMk cId="2012256362" sldId="439"/>
            <ac:spMk id="8" creationId="{AEC6EEED-ED47-681D-6111-54AF6CB6F801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12" creationId="{1A6D32F4-685E-1602-5E5D-C3C4278D3D93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13" creationId="{342B1F5A-F855-42F6-D837-2163F5634271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14" creationId="{6E81F2DA-E11A-2021-4F64-3CD2E8A3CF0A}"/>
          </ac:spMkLst>
        </pc:spChg>
        <pc:spChg chg="add mod">
          <ac:chgData name="우진 김" userId="9d5916cb77183fd7" providerId="LiveId" clId="{70C45FB2-E62E-45E5-B1FF-DCFA828D8720}" dt="2025-06-24T23:47:51.754" v="6331" actId="20577"/>
          <ac:spMkLst>
            <pc:docMk/>
            <pc:sldMk cId="2012256362" sldId="439"/>
            <ac:spMk id="15" creationId="{871E6732-DBB2-D7D1-C37C-4E2D4035483B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16" creationId="{B405D5B5-7860-5989-B2E0-79A28692AB0A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19" creationId="{FADAA12A-F017-36E2-68A6-8AE43703EAA2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20" creationId="{46390BDD-DC94-C574-908D-1C9F87BCC0F1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28" creationId="{71801BE3-DDCE-3C7A-79A8-5267567906DA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29" creationId="{8FA24217-168B-5F39-765B-3A8A78A36CAC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35" creationId="{A80C4CB9-E3CE-86BC-FCBA-D2BE89CCD9A2}"/>
          </ac:spMkLst>
        </pc:spChg>
        <pc:spChg chg="del">
          <ac:chgData name="우진 김" userId="9d5916cb77183fd7" providerId="LiveId" clId="{70C45FB2-E62E-45E5-B1FF-DCFA828D8720}" dt="2025-06-24T23:43:29.790" v="6167" actId="478"/>
          <ac:spMkLst>
            <pc:docMk/>
            <pc:sldMk cId="2012256362" sldId="439"/>
            <ac:spMk id="39" creationId="{8D7116CC-7582-CC1E-546D-49BDBD6728D4}"/>
          </ac:spMkLst>
        </pc:spChg>
        <pc:picChg chg="add mod">
          <ac:chgData name="우진 김" userId="9d5916cb77183fd7" providerId="LiveId" clId="{70C45FB2-E62E-45E5-B1FF-DCFA828D8720}" dt="2025-06-24T23:47:25.704" v="6303" actId="1076"/>
          <ac:picMkLst>
            <pc:docMk/>
            <pc:sldMk cId="2012256362" sldId="439"/>
            <ac:picMk id="10" creationId="{88A09178-509F-FE1A-4916-BF568F9043F6}"/>
          </ac:picMkLst>
        </pc:picChg>
      </pc:sldChg>
      <pc:sldChg chg="addSp modSp add mod">
        <pc:chgData name="우진 김" userId="9d5916cb77183fd7" providerId="LiveId" clId="{70C45FB2-E62E-45E5-B1FF-DCFA828D8720}" dt="2025-06-25T03:34:56.407" v="9264" actId="20577"/>
        <pc:sldMkLst>
          <pc:docMk/>
          <pc:sldMk cId="1606052821" sldId="440"/>
        </pc:sldMkLst>
        <pc:spChg chg="add mod">
          <ac:chgData name="우진 김" userId="9d5916cb77183fd7" providerId="LiveId" clId="{70C45FB2-E62E-45E5-B1FF-DCFA828D8720}" dt="2025-06-25T00:41:08.061" v="6675" actId="1076"/>
          <ac:spMkLst>
            <pc:docMk/>
            <pc:sldMk cId="1606052821" sldId="440"/>
            <ac:spMk id="2" creationId="{55E54B62-232B-56B3-200A-704859E254FD}"/>
          </ac:spMkLst>
        </pc:spChg>
        <pc:spChg chg="mod">
          <ac:chgData name="우진 김" userId="9d5916cb77183fd7" providerId="LiveId" clId="{70C45FB2-E62E-45E5-B1FF-DCFA828D8720}" dt="2025-06-25T00:41:20.531" v="6677" actId="207"/>
          <ac:spMkLst>
            <pc:docMk/>
            <pc:sldMk cId="1606052821" sldId="440"/>
            <ac:spMk id="5" creationId="{7ADB3A1F-D4A3-A8CE-357F-24FADF384E88}"/>
          </ac:spMkLst>
        </pc:spChg>
        <pc:spChg chg="mod">
          <ac:chgData name="우진 김" userId="9d5916cb77183fd7" providerId="LiveId" clId="{70C45FB2-E62E-45E5-B1FF-DCFA828D8720}" dt="2025-06-25T00:41:20.531" v="6677" actId="207"/>
          <ac:spMkLst>
            <pc:docMk/>
            <pc:sldMk cId="1606052821" sldId="440"/>
            <ac:spMk id="6" creationId="{CED6160B-EF73-FBA4-699A-4D2198E139D7}"/>
          </ac:spMkLst>
        </pc:spChg>
        <pc:spChg chg="mod">
          <ac:chgData name="우진 김" userId="9d5916cb77183fd7" providerId="LiveId" clId="{70C45FB2-E62E-45E5-B1FF-DCFA828D8720}" dt="2025-06-25T03:34:56.407" v="9264" actId="20577"/>
          <ac:spMkLst>
            <pc:docMk/>
            <pc:sldMk cId="1606052821" sldId="440"/>
            <ac:spMk id="8" creationId="{E2F646D4-35A3-E2EE-3BBE-B6953CBA595C}"/>
          </ac:spMkLst>
        </pc:spChg>
        <pc:grpChg chg="mod ord">
          <ac:chgData name="우진 김" userId="9d5916cb77183fd7" providerId="LiveId" clId="{70C45FB2-E62E-45E5-B1FF-DCFA828D8720}" dt="2025-06-25T00:41:20.531" v="6677" actId="207"/>
          <ac:grpSpMkLst>
            <pc:docMk/>
            <pc:sldMk cId="1606052821" sldId="440"/>
            <ac:grpSpMk id="7" creationId="{039CA936-33C2-0FDC-4871-3D633A124C1F}"/>
          </ac:grpSpMkLst>
        </pc:grpChg>
      </pc:sldChg>
      <pc:sldChg chg="addSp delSp modSp add mod delAnim">
        <pc:chgData name="우진 김" userId="9d5916cb77183fd7" providerId="LiveId" clId="{70C45FB2-E62E-45E5-B1FF-DCFA828D8720}" dt="2025-06-25T03:35:14.840" v="9284" actId="20577"/>
        <pc:sldMkLst>
          <pc:docMk/>
          <pc:sldMk cId="4221116172" sldId="441"/>
        </pc:sldMkLst>
        <pc:spChg chg="mod">
          <ac:chgData name="우진 김" userId="9d5916cb77183fd7" providerId="LiveId" clId="{70C45FB2-E62E-45E5-B1FF-DCFA828D8720}" dt="2025-06-25T03:35:14.840" v="9284" actId="20577"/>
          <ac:spMkLst>
            <pc:docMk/>
            <pc:sldMk cId="4221116172" sldId="441"/>
            <ac:spMk id="8" creationId="{4A35C896-D334-7340-5AAF-045BA6F32FA2}"/>
          </ac:spMkLst>
        </pc:spChg>
        <pc:spChg chg="add mod">
          <ac:chgData name="우진 김" userId="9d5916cb77183fd7" providerId="LiveId" clId="{70C45FB2-E62E-45E5-B1FF-DCFA828D8720}" dt="2025-06-25T01:05:38.137" v="7005" actId="208"/>
          <ac:spMkLst>
            <pc:docMk/>
            <pc:sldMk cId="4221116172" sldId="441"/>
            <ac:spMk id="10" creationId="{310D095D-9EC5-F8D8-C2ED-BF1C22AD5BD9}"/>
          </ac:spMkLst>
        </pc:spChg>
        <pc:spChg chg="add mod">
          <ac:chgData name="우진 김" userId="9d5916cb77183fd7" providerId="LiveId" clId="{70C45FB2-E62E-45E5-B1FF-DCFA828D8720}" dt="2025-06-25T01:06:09.453" v="7011" actId="14100"/>
          <ac:spMkLst>
            <pc:docMk/>
            <pc:sldMk cId="4221116172" sldId="441"/>
            <ac:spMk id="11" creationId="{D6CFC400-86CC-11EA-9EB5-D8F36EBC1E0B}"/>
          </ac:spMkLst>
        </pc:spChg>
        <pc:picChg chg="del">
          <ac:chgData name="우진 김" userId="9d5916cb77183fd7" providerId="LiveId" clId="{70C45FB2-E62E-45E5-B1FF-DCFA828D8720}" dt="2025-06-25T00:55:37.928" v="6962" actId="478"/>
          <ac:picMkLst>
            <pc:docMk/>
            <pc:sldMk cId="4221116172" sldId="441"/>
            <ac:picMk id="2" creationId="{53600E94-9A8F-5B8C-C17D-6CD936DB7944}"/>
          </ac:picMkLst>
        </pc:picChg>
        <pc:picChg chg="add mod">
          <ac:chgData name="우진 김" userId="9d5916cb77183fd7" providerId="LiveId" clId="{70C45FB2-E62E-45E5-B1FF-DCFA828D8720}" dt="2025-06-25T01:00:13.762" v="6971" actId="1076"/>
          <ac:picMkLst>
            <pc:docMk/>
            <pc:sldMk cId="4221116172" sldId="441"/>
            <ac:picMk id="4" creationId="{2F8814DE-160E-BAA8-DA22-D2A40789F598}"/>
          </ac:picMkLst>
        </pc:picChg>
        <pc:picChg chg="add mod">
          <ac:chgData name="우진 김" userId="9d5916cb77183fd7" providerId="LiveId" clId="{70C45FB2-E62E-45E5-B1FF-DCFA828D8720}" dt="2025-06-25T01:05:44.210" v="7006" actId="1076"/>
          <ac:picMkLst>
            <pc:docMk/>
            <pc:sldMk cId="4221116172" sldId="441"/>
            <ac:picMk id="7" creationId="{11BCC8D0-3F76-E638-1DDD-43B94D46A36D}"/>
          </ac:picMkLst>
        </pc:picChg>
      </pc:sldChg>
      <pc:sldChg chg="add del">
        <pc:chgData name="우진 김" userId="9d5916cb77183fd7" providerId="LiveId" clId="{70C45FB2-E62E-45E5-B1FF-DCFA828D8720}" dt="2025-06-25T00:55:40.097" v="6964"/>
        <pc:sldMkLst>
          <pc:docMk/>
          <pc:sldMk cId="367209103" sldId="442"/>
        </pc:sldMkLst>
      </pc:sldChg>
      <pc:sldChg chg="addSp delSp modSp add mod">
        <pc:chgData name="우진 김" userId="9d5916cb77183fd7" providerId="LiveId" clId="{70C45FB2-E62E-45E5-B1FF-DCFA828D8720}" dt="2025-06-25T03:37:59.366" v="9419" actId="20577"/>
        <pc:sldMkLst>
          <pc:docMk/>
          <pc:sldMk cId="4240099678" sldId="442"/>
        </pc:sldMkLst>
        <pc:spChg chg="mod">
          <ac:chgData name="우진 김" userId="9d5916cb77183fd7" providerId="LiveId" clId="{70C45FB2-E62E-45E5-B1FF-DCFA828D8720}" dt="2025-06-25T02:37:23.070" v="8079" actId="20577"/>
          <ac:spMkLst>
            <pc:docMk/>
            <pc:sldMk cId="4240099678" sldId="442"/>
            <ac:spMk id="2" creationId="{A532280B-80A8-2484-3E67-929734317B21}"/>
          </ac:spMkLst>
        </pc:spChg>
        <pc:spChg chg="add mod">
          <ac:chgData name="우진 김" userId="9d5916cb77183fd7" providerId="LiveId" clId="{70C45FB2-E62E-45E5-B1FF-DCFA828D8720}" dt="2025-06-25T01:29:01.350" v="7343" actId="5793"/>
          <ac:spMkLst>
            <pc:docMk/>
            <pc:sldMk cId="4240099678" sldId="442"/>
            <ac:spMk id="3" creationId="{2FD4FBEF-65ED-F197-6D9A-7B3D6B466B31}"/>
          </ac:spMkLst>
        </pc:spChg>
        <pc:spChg chg="mod">
          <ac:chgData name="우진 김" userId="9d5916cb77183fd7" providerId="LiveId" clId="{70C45FB2-E62E-45E5-B1FF-DCFA828D8720}" dt="2025-06-25T01:09:09.440" v="7058" actId="20577"/>
          <ac:spMkLst>
            <pc:docMk/>
            <pc:sldMk cId="4240099678" sldId="442"/>
            <ac:spMk id="4" creationId="{223CC904-A035-8E18-F3E6-F93880E76373}"/>
          </ac:spMkLst>
        </pc:spChg>
        <pc:spChg chg="add mod">
          <ac:chgData name="우진 김" userId="9d5916cb77183fd7" providerId="LiveId" clId="{70C45FB2-E62E-45E5-B1FF-DCFA828D8720}" dt="2025-06-25T01:29:04.225" v="7345" actId="1076"/>
          <ac:spMkLst>
            <pc:docMk/>
            <pc:sldMk cId="4240099678" sldId="442"/>
            <ac:spMk id="5" creationId="{783D3ED4-2E4E-E86F-5BDB-771FA67DDF71}"/>
          </ac:spMkLst>
        </pc:spChg>
        <pc:spChg chg="add mod">
          <ac:chgData name="우진 김" userId="9d5916cb77183fd7" providerId="LiveId" clId="{70C45FB2-E62E-45E5-B1FF-DCFA828D8720}" dt="2025-06-25T01:29:53.080" v="7362" actId="113"/>
          <ac:spMkLst>
            <pc:docMk/>
            <pc:sldMk cId="4240099678" sldId="442"/>
            <ac:spMk id="6" creationId="{C8527A0B-DCA6-9AAC-9004-21E58B4C97AE}"/>
          </ac:spMkLst>
        </pc:spChg>
        <pc:spChg chg="add mod">
          <ac:chgData name="우진 김" userId="9d5916cb77183fd7" providerId="LiveId" clId="{70C45FB2-E62E-45E5-B1FF-DCFA828D8720}" dt="2025-06-25T01:29:49.827" v="7361" actId="113"/>
          <ac:spMkLst>
            <pc:docMk/>
            <pc:sldMk cId="4240099678" sldId="442"/>
            <ac:spMk id="7" creationId="{9AEC9CD4-B4F2-F8B1-F169-6BBAE8A2EDA2}"/>
          </ac:spMkLst>
        </pc:spChg>
        <pc:spChg chg="mod">
          <ac:chgData name="우진 김" userId="9d5916cb77183fd7" providerId="LiveId" clId="{70C45FB2-E62E-45E5-B1FF-DCFA828D8720}" dt="2025-06-25T03:37:59.366" v="9419" actId="20577"/>
          <ac:spMkLst>
            <pc:docMk/>
            <pc:sldMk cId="4240099678" sldId="442"/>
            <ac:spMk id="8" creationId="{BDBF0B37-F931-2140-3F9B-B04D203B669C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9" creationId="{3B392A56-3ACD-C0AD-18DD-28F4762AB2DC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14" creationId="{B7C575AB-5648-0348-789F-A08BE5848AD2}"/>
          </ac:spMkLst>
        </pc:spChg>
        <pc:spChg chg="add mod">
          <ac:chgData name="우진 김" userId="9d5916cb77183fd7" providerId="LiveId" clId="{70C45FB2-E62E-45E5-B1FF-DCFA828D8720}" dt="2025-06-25T01:35:27.258" v="7390" actId="1076"/>
          <ac:spMkLst>
            <pc:docMk/>
            <pc:sldMk cId="4240099678" sldId="442"/>
            <ac:spMk id="18" creationId="{F5CF34A9-37AD-1917-9991-76B7D191DB88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19" creationId="{8BB4CA0C-9896-CA9D-66AA-D15D8E8066A9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20" creationId="{C5DE9329-1EDD-7456-51CA-1BFC145BC587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21" creationId="{8F41F2EA-A6A8-6CBD-8925-EDB936A53F38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22" creationId="{67E96AF0-7659-FD4A-B06A-A6791676FDC0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23" creationId="{E72B4259-78EC-CF1F-4A90-5D8828B3F016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24" creationId="{C4DEC275-51A9-017D-B077-C711D9E54CF2}"/>
          </ac:spMkLst>
        </pc:spChg>
        <pc:spChg chg="del">
          <ac:chgData name="우진 김" userId="9d5916cb77183fd7" providerId="LiveId" clId="{70C45FB2-E62E-45E5-B1FF-DCFA828D8720}" dt="2025-06-25T01:09:14.912" v="7059" actId="478"/>
          <ac:spMkLst>
            <pc:docMk/>
            <pc:sldMk cId="4240099678" sldId="442"/>
            <ac:spMk id="25" creationId="{4630C435-4C6E-571A-3AB8-C42DE4C36060}"/>
          </ac:spMkLst>
        </pc:spChg>
        <pc:spChg chg="add mod">
          <ac:chgData name="우진 김" userId="9d5916cb77183fd7" providerId="LiveId" clId="{70C45FB2-E62E-45E5-B1FF-DCFA828D8720}" dt="2025-06-25T01:35:27.258" v="7390" actId="1076"/>
          <ac:spMkLst>
            <pc:docMk/>
            <pc:sldMk cId="4240099678" sldId="442"/>
            <ac:spMk id="32" creationId="{D6710442-6559-EA50-DD30-E2D3EC8CF5BA}"/>
          </ac:spMkLst>
        </pc:spChg>
        <pc:spChg chg="add mod">
          <ac:chgData name="우진 김" userId="9d5916cb77183fd7" providerId="LiveId" clId="{70C45FB2-E62E-45E5-B1FF-DCFA828D8720}" dt="2025-06-25T01:40:38.466" v="7418" actId="113"/>
          <ac:spMkLst>
            <pc:docMk/>
            <pc:sldMk cId="4240099678" sldId="442"/>
            <ac:spMk id="34" creationId="{1A7AAD8C-E900-8CEE-CC86-5A81FEFEB125}"/>
          </ac:spMkLst>
        </pc:spChg>
        <pc:spChg chg="add mod">
          <ac:chgData name="우진 김" userId="9d5916cb77183fd7" providerId="LiveId" clId="{70C45FB2-E62E-45E5-B1FF-DCFA828D8720}" dt="2025-06-25T01:40:40.858" v="7419" actId="113"/>
          <ac:spMkLst>
            <pc:docMk/>
            <pc:sldMk cId="4240099678" sldId="442"/>
            <ac:spMk id="35" creationId="{9AEDFAE3-C29A-BA80-DCD3-9C1D0F02E461}"/>
          </ac:spMkLst>
        </pc:spChg>
        <pc:picChg chg="add mod">
          <ac:chgData name="우진 김" userId="9d5916cb77183fd7" providerId="LiveId" clId="{70C45FB2-E62E-45E5-B1FF-DCFA828D8720}" dt="2025-06-25T01:35:27.258" v="7390" actId="1076"/>
          <ac:picMkLst>
            <pc:docMk/>
            <pc:sldMk cId="4240099678" sldId="442"/>
            <ac:picMk id="16" creationId="{620146E2-361F-8047-0501-9C02563A5723}"/>
          </ac:picMkLst>
        </pc:picChg>
        <pc:picChg chg="del">
          <ac:chgData name="우진 김" userId="9d5916cb77183fd7" providerId="LiveId" clId="{70C45FB2-E62E-45E5-B1FF-DCFA828D8720}" dt="2025-06-25T01:09:14.912" v="7059" actId="478"/>
          <ac:picMkLst>
            <pc:docMk/>
            <pc:sldMk cId="4240099678" sldId="442"/>
            <ac:picMk id="27" creationId="{52223E46-0155-680F-8D2A-AEC34DCEFC80}"/>
          </ac:picMkLst>
        </pc:picChg>
        <pc:picChg chg="add mod">
          <ac:chgData name="우진 김" userId="9d5916cb77183fd7" providerId="LiveId" clId="{70C45FB2-E62E-45E5-B1FF-DCFA828D8720}" dt="2025-06-25T01:35:27.258" v="7390" actId="1076"/>
          <ac:picMkLst>
            <pc:docMk/>
            <pc:sldMk cId="4240099678" sldId="442"/>
            <ac:picMk id="28" creationId="{46126752-BCA0-709F-BB63-1A2E8A02DF3A}"/>
          </ac:picMkLst>
        </pc:picChg>
      </pc:sldChg>
      <pc:sldChg chg="addSp modSp add mod">
        <pc:chgData name="우진 김" userId="9d5916cb77183fd7" providerId="LiveId" clId="{70C45FB2-E62E-45E5-B1FF-DCFA828D8720}" dt="2025-06-25T03:38:12.047" v="9431" actId="20577"/>
        <pc:sldMkLst>
          <pc:docMk/>
          <pc:sldMk cId="3804664420" sldId="443"/>
        </pc:sldMkLst>
        <pc:spChg chg="mod">
          <ac:chgData name="우진 김" userId="9d5916cb77183fd7" providerId="LiveId" clId="{70C45FB2-E62E-45E5-B1FF-DCFA828D8720}" dt="2025-06-25T02:37:33.558" v="8085" actId="20577"/>
          <ac:spMkLst>
            <pc:docMk/>
            <pc:sldMk cId="3804664420" sldId="443"/>
            <ac:spMk id="2" creationId="{59932498-C320-D5C4-4782-CE8F3AA4C8A0}"/>
          </ac:spMkLst>
        </pc:spChg>
        <pc:spChg chg="add mod">
          <ac:chgData name="우진 김" userId="9d5916cb77183fd7" providerId="LiveId" clId="{70C45FB2-E62E-45E5-B1FF-DCFA828D8720}" dt="2025-06-25T02:38:41.451" v="8109" actId="115"/>
          <ac:spMkLst>
            <pc:docMk/>
            <pc:sldMk cId="3804664420" sldId="443"/>
            <ac:spMk id="3" creationId="{480BF1E6-39B1-7AA3-6C8B-8A59C939B013}"/>
          </ac:spMkLst>
        </pc:spChg>
        <pc:spChg chg="mod">
          <ac:chgData name="우진 김" userId="9d5916cb77183fd7" providerId="LiveId" clId="{70C45FB2-E62E-45E5-B1FF-DCFA828D8720}" dt="2025-06-25T01:10:20.597" v="7100" actId="20577"/>
          <ac:spMkLst>
            <pc:docMk/>
            <pc:sldMk cId="3804664420" sldId="443"/>
            <ac:spMk id="4" creationId="{B1BF9BC4-6BDA-073A-BF51-E35E0EDACB1A}"/>
          </ac:spMkLst>
        </pc:spChg>
        <pc:spChg chg="add mod">
          <ac:chgData name="우진 김" userId="9d5916cb77183fd7" providerId="LiveId" clId="{70C45FB2-E62E-45E5-B1FF-DCFA828D8720}" dt="2025-06-25T01:53:03.376" v="7521" actId="1076"/>
          <ac:spMkLst>
            <pc:docMk/>
            <pc:sldMk cId="3804664420" sldId="443"/>
            <ac:spMk id="5" creationId="{D6E3A599-B7BA-515F-6801-C86C819C7F39}"/>
          </ac:spMkLst>
        </pc:spChg>
        <pc:spChg chg="add mod">
          <ac:chgData name="우진 김" userId="9d5916cb77183fd7" providerId="LiveId" clId="{70C45FB2-E62E-45E5-B1FF-DCFA828D8720}" dt="2025-06-25T01:55:37.847" v="7531" actId="1076"/>
          <ac:spMkLst>
            <pc:docMk/>
            <pc:sldMk cId="3804664420" sldId="443"/>
            <ac:spMk id="6" creationId="{8DCB0FC1-2E39-6C65-711F-C82C66D93719}"/>
          </ac:spMkLst>
        </pc:spChg>
        <pc:spChg chg="mod">
          <ac:chgData name="우진 김" userId="9d5916cb77183fd7" providerId="LiveId" clId="{70C45FB2-E62E-45E5-B1FF-DCFA828D8720}" dt="2025-06-25T03:38:12.047" v="9431" actId="20577"/>
          <ac:spMkLst>
            <pc:docMk/>
            <pc:sldMk cId="3804664420" sldId="443"/>
            <ac:spMk id="8" creationId="{3515BB1D-3623-6F15-462E-B53398771A3D}"/>
          </ac:spMkLst>
        </pc:spChg>
        <pc:spChg chg="add mod">
          <ac:chgData name="우진 김" userId="9d5916cb77183fd7" providerId="LiveId" clId="{70C45FB2-E62E-45E5-B1FF-DCFA828D8720}" dt="2025-06-25T01:57:18.834" v="7549" actId="1076"/>
          <ac:spMkLst>
            <pc:docMk/>
            <pc:sldMk cId="3804664420" sldId="443"/>
            <ac:spMk id="12" creationId="{164FE063-4A7C-9455-6B39-BA4C0D890D69}"/>
          </ac:spMkLst>
        </pc:spChg>
        <pc:spChg chg="add mod">
          <ac:chgData name="우진 김" userId="9d5916cb77183fd7" providerId="LiveId" clId="{70C45FB2-E62E-45E5-B1FF-DCFA828D8720}" dt="2025-06-25T01:57:28.934" v="7556" actId="20577"/>
          <ac:spMkLst>
            <pc:docMk/>
            <pc:sldMk cId="3804664420" sldId="443"/>
            <ac:spMk id="13" creationId="{E0698E82-7893-347C-A1DF-19AF04434854}"/>
          </ac:spMkLst>
        </pc:spChg>
        <pc:picChg chg="add mod modCrop">
          <ac:chgData name="우진 김" userId="9d5916cb77183fd7" providerId="LiveId" clId="{70C45FB2-E62E-45E5-B1FF-DCFA828D8720}" dt="2025-06-25T01:56:56.194" v="7540" actId="1076"/>
          <ac:picMkLst>
            <pc:docMk/>
            <pc:sldMk cId="3804664420" sldId="443"/>
            <ac:picMk id="9" creationId="{C996A5C7-AA6D-9D1F-7AB6-5D32D3F28D16}"/>
          </ac:picMkLst>
        </pc:picChg>
        <pc:picChg chg="add mod">
          <ac:chgData name="우진 김" userId="9d5916cb77183fd7" providerId="LiveId" clId="{70C45FB2-E62E-45E5-B1FF-DCFA828D8720}" dt="2025-06-25T01:56:59.545" v="7543" actId="1076"/>
          <ac:picMkLst>
            <pc:docMk/>
            <pc:sldMk cId="3804664420" sldId="443"/>
            <ac:picMk id="11" creationId="{3534E1CA-C550-D7BA-845E-E0C63AD50D4D}"/>
          </ac:picMkLst>
        </pc:picChg>
      </pc:sldChg>
      <pc:sldChg chg="addSp modSp add mod ord">
        <pc:chgData name="우진 김" userId="9d5916cb77183fd7" providerId="LiveId" clId="{70C45FB2-E62E-45E5-B1FF-DCFA828D8720}" dt="2025-06-25T03:38:07.566" v="9427" actId="20577"/>
        <pc:sldMkLst>
          <pc:docMk/>
          <pc:sldMk cId="3966163750" sldId="444"/>
        </pc:sldMkLst>
        <pc:spChg chg="mod">
          <ac:chgData name="우진 김" userId="9d5916cb77183fd7" providerId="LiveId" clId="{70C45FB2-E62E-45E5-B1FF-DCFA828D8720}" dt="2025-06-25T02:37:30.365" v="8083" actId="20577"/>
          <ac:spMkLst>
            <pc:docMk/>
            <pc:sldMk cId="3966163750" sldId="444"/>
            <ac:spMk id="2" creationId="{4EF198AF-576E-42B4-A9AC-A351D4C1226C}"/>
          </ac:spMkLst>
        </pc:spChg>
        <pc:spChg chg="add mod">
          <ac:chgData name="우진 김" userId="9d5916cb77183fd7" providerId="LiveId" clId="{70C45FB2-E62E-45E5-B1FF-DCFA828D8720}" dt="2025-06-25T01:44:52.810" v="7451" actId="1076"/>
          <ac:spMkLst>
            <pc:docMk/>
            <pc:sldMk cId="3966163750" sldId="444"/>
            <ac:spMk id="3" creationId="{2F28931A-E6FA-83F6-576D-B5206EAEB795}"/>
          </ac:spMkLst>
        </pc:spChg>
        <pc:spChg chg="add mod">
          <ac:chgData name="우진 김" userId="9d5916cb77183fd7" providerId="LiveId" clId="{70C45FB2-E62E-45E5-B1FF-DCFA828D8720}" dt="2025-06-25T01:45:08.142" v="7457" actId="1076"/>
          <ac:spMkLst>
            <pc:docMk/>
            <pc:sldMk cId="3966163750" sldId="444"/>
            <ac:spMk id="5" creationId="{537F09AE-B348-E6B4-CE62-D82E32C8E318}"/>
          </ac:spMkLst>
        </pc:spChg>
        <pc:spChg chg="add mod">
          <ac:chgData name="우진 김" userId="9d5916cb77183fd7" providerId="LiveId" clId="{70C45FB2-E62E-45E5-B1FF-DCFA828D8720}" dt="2025-06-25T01:45:27.341" v="7464" actId="20577"/>
          <ac:spMkLst>
            <pc:docMk/>
            <pc:sldMk cId="3966163750" sldId="444"/>
            <ac:spMk id="6" creationId="{44124969-A671-43C4-0C7F-20DD21F0C770}"/>
          </ac:spMkLst>
        </pc:spChg>
        <pc:spChg chg="mod">
          <ac:chgData name="우진 김" userId="9d5916cb77183fd7" providerId="LiveId" clId="{70C45FB2-E62E-45E5-B1FF-DCFA828D8720}" dt="2025-06-25T03:38:07.566" v="9427" actId="20577"/>
          <ac:spMkLst>
            <pc:docMk/>
            <pc:sldMk cId="3966163750" sldId="444"/>
            <ac:spMk id="8" creationId="{74DF3241-3AF9-F620-6F3B-91FD8F2D5970}"/>
          </ac:spMkLst>
        </pc:spChg>
        <pc:spChg chg="add mod">
          <ac:chgData name="우진 김" userId="9d5916cb77183fd7" providerId="LiveId" clId="{70C45FB2-E62E-45E5-B1FF-DCFA828D8720}" dt="2025-06-25T01:47:45.088" v="7492" actId="20577"/>
          <ac:spMkLst>
            <pc:docMk/>
            <pc:sldMk cId="3966163750" sldId="444"/>
            <ac:spMk id="10" creationId="{D3D40973-9607-D201-D7F2-35C25F0D6771}"/>
          </ac:spMkLst>
        </pc:spChg>
        <pc:picChg chg="add mod">
          <ac:chgData name="우진 김" userId="9d5916cb77183fd7" providerId="LiveId" clId="{70C45FB2-E62E-45E5-B1FF-DCFA828D8720}" dt="2025-06-25T01:47:31.744" v="7469" actId="1076"/>
          <ac:picMkLst>
            <pc:docMk/>
            <pc:sldMk cId="3966163750" sldId="444"/>
            <ac:picMk id="9" creationId="{527A52EB-D956-DC4F-98AF-1E846976D96E}"/>
          </ac:picMkLst>
        </pc:picChg>
      </pc:sldChg>
      <pc:sldChg chg="addSp delSp modSp add mod ord">
        <pc:chgData name="우진 김" userId="9d5916cb77183fd7" providerId="LiveId" clId="{70C45FB2-E62E-45E5-B1FF-DCFA828D8720}" dt="2025-06-25T03:52:25.960" v="9462" actId="14100"/>
        <pc:sldMkLst>
          <pc:docMk/>
          <pc:sldMk cId="3619857396" sldId="445"/>
        </pc:sldMkLst>
        <pc:spChg chg="mod">
          <ac:chgData name="우진 김" userId="9d5916cb77183fd7" providerId="LiveId" clId="{70C45FB2-E62E-45E5-B1FF-DCFA828D8720}" dt="2025-06-25T02:37:12.499" v="8073" actId="20577"/>
          <ac:spMkLst>
            <pc:docMk/>
            <pc:sldMk cId="3619857396" sldId="445"/>
            <ac:spMk id="2" creationId="{9DEF34EC-9C1E-77E2-2AA9-1DC098F19C1F}"/>
          </ac:spMkLst>
        </pc:spChg>
        <pc:spChg chg="add mod">
          <ac:chgData name="우진 김" userId="9d5916cb77183fd7" providerId="LiveId" clId="{70C45FB2-E62E-45E5-B1FF-DCFA828D8720}" dt="2025-06-25T02:07:51.786" v="7611" actId="1076"/>
          <ac:spMkLst>
            <pc:docMk/>
            <pc:sldMk cId="3619857396" sldId="445"/>
            <ac:spMk id="3" creationId="{0523319D-BD1E-8755-4166-419480E40BA2}"/>
          </ac:spMkLst>
        </pc:spChg>
        <pc:spChg chg="mod">
          <ac:chgData name="우진 김" userId="9d5916cb77183fd7" providerId="LiveId" clId="{70C45FB2-E62E-45E5-B1FF-DCFA828D8720}" dt="2025-06-25T01:12:23.086" v="7158" actId="20577"/>
          <ac:spMkLst>
            <pc:docMk/>
            <pc:sldMk cId="3619857396" sldId="445"/>
            <ac:spMk id="4" creationId="{C7F830A3-6093-996B-4B7F-6E6F71FD6300}"/>
          </ac:spMkLst>
        </pc:spChg>
        <pc:spChg chg="add mod">
          <ac:chgData name="우진 김" userId="9d5916cb77183fd7" providerId="LiveId" clId="{70C45FB2-E62E-45E5-B1FF-DCFA828D8720}" dt="2025-06-25T02:08:04.109" v="7616"/>
          <ac:spMkLst>
            <pc:docMk/>
            <pc:sldMk cId="3619857396" sldId="445"/>
            <ac:spMk id="5" creationId="{22BCF37F-259A-0BB1-3BC2-50D27E0F2C54}"/>
          </ac:spMkLst>
        </pc:spChg>
        <pc:spChg chg="add mod">
          <ac:chgData name="우진 김" userId="9d5916cb77183fd7" providerId="LiveId" clId="{70C45FB2-E62E-45E5-B1FF-DCFA828D8720}" dt="2025-06-25T03:52:00.417" v="9455" actId="1038"/>
          <ac:spMkLst>
            <pc:docMk/>
            <pc:sldMk cId="3619857396" sldId="445"/>
            <ac:spMk id="6" creationId="{727857A7-47E3-7FCA-D379-FD5FB43E9C9F}"/>
          </ac:spMkLst>
        </pc:spChg>
        <pc:spChg chg="mod">
          <ac:chgData name="우진 김" userId="9d5916cb77183fd7" providerId="LiveId" clId="{70C45FB2-E62E-45E5-B1FF-DCFA828D8720}" dt="2025-06-25T03:37:45.821" v="9407" actId="20577"/>
          <ac:spMkLst>
            <pc:docMk/>
            <pc:sldMk cId="3619857396" sldId="445"/>
            <ac:spMk id="8" creationId="{9B20ADF3-1666-CAC8-A7C0-288B383883B9}"/>
          </ac:spMkLst>
        </pc:spChg>
        <pc:spChg chg="add mod">
          <ac:chgData name="우진 김" userId="9d5916cb77183fd7" providerId="LiveId" clId="{70C45FB2-E62E-45E5-B1FF-DCFA828D8720}" dt="2025-06-25T03:52:05.973" v="9457" actId="1076"/>
          <ac:spMkLst>
            <pc:docMk/>
            <pc:sldMk cId="3619857396" sldId="445"/>
            <ac:spMk id="9" creationId="{88144F31-C56A-4A18-2A44-2DD8B6AEC08B}"/>
          </ac:spMkLst>
        </pc:spChg>
        <pc:spChg chg="add mod">
          <ac:chgData name="우진 김" userId="9d5916cb77183fd7" providerId="LiveId" clId="{70C45FB2-E62E-45E5-B1FF-DCFA828D8720}" dt="2025-06-25T03:52:25.960" v="9462" actId="14100"/>
          <ac:spMkLst>
            <pc:docMk/>
            <pc:sldMk cId="3619857396" sldId="445"/>
            <ac:spMk id="10" creationId="{E60AFFEA-6F05-7BB3-4F2E-9CE6A7492F6F}"/>
          </ac:spMkLst>
        </pc:spChg>
        <pc:spChg chg="add mod">
          <ac:chgData name="우진 김" userId="9d5916cb77183fd7" providerId="LiveId" clId="{70C45FB2-E62E-45E5-B1FF-DCFA828D8720}" dt="2025-06-25T02:09:42.625" v="7636" actId="20577"/>
          <ac:spMkLst>
            <pc:docMk/>
            <pc:sldMk cId="3619857396" sldId="445"/>
            <ac:spMk id="13" creationId="{BD4541C5-7A21-BE4D-F6DE-34F6B5EF6592}"/>
          </ac:spMkLst>
        </pc:spChg>
        <pc:spChg chg="add mod">
          <ac:chgData name="우진 김" userId="9d5916cb77183fd7" providerId="LiveId" clId="{70C45FB2-E62E-45E5-B1FF-DCFA828D8720}" dt="2025-06-25T02:09:52.102" v="7643" actId="1076"/>
          <ac:spMkLst>
            <pc:docMk/>
            <pc:sldMk cId="3619857396" sldId="445"/>
            <ac:spMk id="14" creationId="{775C19C7-EE51-3215-E546-15E45FB8D899}"/>
          </ac:spMkLst>
        </pc:spChg>
        <pc:picChg chg="add mod">
          <ac:chgData name="우진 김" userId="9d5916cb77183fd7" providerId="LiveId" clId="{70C45FB2-E62E-45E5-B1FF-DCFA828D8720}" dt="2025-06-25T02:09:28.517" v="7628" actId="1076"/>
          <ac:picMkLst>
            <pc:docMk/>
            <pc:sldMk cId="3619857396" sldId="445"/>
            <ac:picMk id="7" creationId="{4CCEBAF7-AC3D-270F-B604-365F91FC0C8B}"/>
          </ac:picMkLst>
        </pc:picChg>
        <pc:picChg chg="add del mod">
          <ac:chgData name="우진 김" userId="9d5916cb77183fd7" providerId="LiveId" clId="{70C45FB2-E62E-45E5-B1FF-DCFA828D8720}" dt="2025-06-25T02:09:21.854" v="7623" actId="478"/>
          <ac:picMkLst>
            <pc:docMk/>
            <pc:sldMk cId="3619857396" sldId="445"/>
            <ac:picMk id="10" creationId="{30AFBE84-1C2D-0509-E3C8-A42A91E7A700}"/>
          </ac:picMkLst>
        </pc:picChg>
        <pc:picChg chg="add mod">
          <ac:chgData name="우진 김" userId="9d5916cb77183fd7" providerId="LiveId" clId="{70C45FB2-E62E-45E5-B1FF-DCFA828D8720}" dt="2025-06-25T02:09:31.252" v="7630" actId="1076"/>
          <ac:picMkLst>
            <pc:docMk/>
            <pc:sldMk cId="3619857396" sldId="445"/>
            <ac:picMk id="12" creationId="{46E57F8E-8CDD-4673-84A4-3E358E06F0ED}"/>
          </ac:picMkLst>
        </pc:picChg>
      </pc:sldChg>
      <pc:sldChg chg="addSp modSp add mod ord">
        <pc:chgData name="우진 김" userId="9d5916cb77183fd7" providerId="LiveId" clId="{70C45FB2-E62E-45E5-B1FF-DCFA828D8720}" dt="2025-06-25T03:38:16.527" v="9435" actId="20577"/>
        <pc:sldMkLst>
          <pc:docMk/>
          <pc:sldMk cId="2404021334" sldId="446"/>
        </pc:sldMkLst>
        <pc:spChg chg="mod">
          <ac:chgData name="우진 김" userId="9d5916cb77183fd7" providerId="LiveId" clId="{70C45FB2-E62E-45E5-B1FF-DCFA828D8720}" dt="2025-06-25T02:37:36.950" v="8087" actId="20577"/>
          <ac:spMkLst>
            <pc:docMk/>
            <pc:sldMk cId="2404021334" sldId="446"/>
            <ac:spMk id="2" creationId="{2644E332-18DB-431F-287C-110A26262C48}"/>
          </ac:spMkLst>
        </pc:spChg>
        <pc:spChg chg="add mod">
          <ac:chgData name="우진 김" userId="9d5916cb77183fd7" providerId="LiveId" clId="{70C45FB2-E62E-45E5-B1FF-DCFA828D8720}" dt="2025-06-25T02:00:51.304" v="7560"/>
          <ac:spMkLst>
            <pc:docMk/>
            <pc:sldMk cId="2404021334" sldId="446"/>
            <ac:spMk id="3" creationId="{7201145A-610C-53C3-AD3C-B5D8FCE233F8}"/>
          </ac:spMkLst>
        </pc:spChg>
        <pc:spChg chg="mod">
          <ac:chgData name="우진 김" userId="9d5916cb77183fd7" providerId="LiveId" clId="{70C45FB2-E62E-45E5-B1FF-DCFA828D8720}" dt="2025-06-25T01:12:03.485" v="7146" actId="20577"/>
          <ac:spMkLst>
            <pc:docMk/>
            <pc:sldMk cId="2404021334" sldId="446"/>
            <ac:spMk id="4" creationId="{388ED6AF-5445-A395-B7D5-ED2C186DF573}"/>
          </ac:spMkLst>
        </pc:spChg>
        <pc:spChg chg="add mod">
          <ac:chgData name="우진 김" userId="9d5916cb77183fd7" providerId="LiveId" clId="{70C45FB2-E62E-45E5-B1FF-DCFA828D8720}" dt="2025-06-25T02:01:13.261" v="7564"/>
          <ac:spMkLst>
            <pc:docMk/>
            <pc:sldMk cId="2404021334" sldId="446"/>
            <ac:spMk id="5" creationId="{57A7DC8F-86BB-9E58-062D-E18D0196F51D}"/>
          </ac:spMkLst>
        </pc:spChg>
        <pc:spChg chg="add">
          <ac:chgData name="우진 김" userId="9d5916cb77183fd7" providerId="LiveId" clId="{70C45FB2-E62E-45E5-B1FF-DCFA828D8720}" dt="2025-06-25T02:01:05.038" v="7563"/>
          <ac:spMkLst>
            <pc:docMk/>
            <pc:sldMk cId="2404021334" sldId="446"/>
            <ac:spMk id="6" creationId="{36FD433F-DBE1-7D62-8D25-EC45B2BFA844}"/>
          </ac:spMkLst>
        </pc:spChg>
        <pc:spChg chg="add mod">
          <ac:chgData name="우진 김" userId="9d5916cb77183fd7" providerId="LiveId" clId="{70C45FB2-E62E-45E5-B1FF-DCFA828D8720}" dt="2025-06-25T02:01:38.991" v="7569"/>
          <ac:spMkLst>
            <pc:docMk/>
            <pc:sldMk cId="2404021334" sldId="446"/>
            <ac:spMk id="7" creationId="{199E1648-5241-BD3E-ADAE-C4965A133282}"/>
          </ac:spMkLst>
        </pc:spChg>
        <pc:spChg chg="mod">
          <ac:chgData name="우진 김" userId="9d5916cb77183fd7" providerId="LiveId" clId="{70C45FB2-E62E-45E5-B1FF-DCFA828D8720}" dt="2025-06-25T03:38:16.527" v="9435" actId="20577"/>
          <ac:spMkLst>
            <pc:docMk/>
            <pc:sldMk cId="2404021334" sldId="446"/>
            <ac:spMk id="8" creationId="{D2C91C13-C89B-40E3-763C-4F8A13E48248}"/>
          </ac:spMkLst>
        </pc:spChg>
        <pc:spChg chg="add mod">
          <ac:chgData name="우진 김" userId="9d5916cb77183fd7" providerId="LiveId" clId="{70C45FB2-E62E-45E5-B1FF-DCFA828D8720}" dt="2025-06-25T02:03:55.932" v="7606" actId="1076"/>
          <ac:spMkLst>
            <pc:docMk/>
            <pc:sldMk cId="2404021334" sldId="446"/>
            <ac:spMk id="13" creationId="{8B74AD7E-4749-B147-6093-8112B2BB6D8A}"/>
          </ac:spMkLst>
        </pc:spChg>
        <pc:spChg chg="add mod">
          <ac:chgData name="우진 김" userId="9d5916cb77183fd7" providerId="LiveId" clId="{70C45FB2-E62E-45E5-B1FF-DCFA828D8720}" dt="2025-06-25T02:03:46.052" v="7605" actId="20577"/>
          <ac:spMkLst>
            <pc:docMk/>
            <pc:sldMk cId="2404021334" sldId="446"/>
            <ac:spMk id="14" creationId="{B960ACB5-B542-A946-C3AF-2BCF118E8C55}"/>
          </ac:spMkLst>
        </pc:spChg>
        <pc:picChg chg="add mod">
          <ac:chgData name="우진 김" userId="9d5916cb77183fd7" providerId="LiveId" clId="{70C45FB2-E62E-45E5-B1FF-DCFA828D8720}" dt="2025-06-25T02:03:21.881" v="7576" actId="14100"/>
          <ac:picMkLst>
            <pc:docMk/>
            <pc:sldMk cId="2404021334" sldId="446"/>
            <ac:picMk id="10" creationId="{FAC4E005-CA9C-D5B8-DA8D-208A66300296}"/>
          </ac:picMkLst>
        </pc:picChg>
        <pc:picChg chg="add mod">
          <ac:chgData name="우진 김" userId="9d5916cb77183fd7" providerId="LiveId" clId="{70C45FB2-E62E-45E5-B1FF-DCFA828D8720}" dt="2025-06-25T02:03:24.151" v="7577" actId="1076"/>
          <ac:picMkLst>
            <pc:docMk/>
            <pc:sldMk cId="2404021334" sldId="446"/>
            <ac:picMk id="12" creationId="{DA69DA9D-F2C8-3C03-32F0-27A8605FDED7}"/>
          </ac:picMkLst>
        </pc:picChg>
      </pc:sldChg>
      <pc:sldChg chg="addSp modSp add mod">
        <pc:chgData name="우진 김" userId="9d5916cb77183fd7" providerId="LiveId" clId="{70C45FB2-E62E-45E5-B1FF-DCFA828D8720}" dt="2025-06-25T03:37:50.349" v="9411" actId="20577"/>
        <pc:sldMkLst>
          <pc:docMk/>
          <pc:sldMk cId="882330732" sldId="447"/>
        </pc:sldMkLst>
        <pc:spChg chg="mod">
          <ac:chgData name="우진 김" userId="9d5916cb77183fd7" providerId="LiveId" clId="{70C45FB2-E62E-45E5-B1FF-DCFA828D8720}" dt="2025-06-25T02:37:17.245" v="8075" actId="20577"/>
          <ac:spMkLst>
            <pc:docMk/>
            <pc:sldMk cId="882330732" sldId="447"/>
            <ac:spMk id="2" creationId="{ABDAAE42-DC7C-0F02-D5E3-E4BD81AC4F62}"/>
          </ac:spMkLst>
        </pc:spChg>
        <pc:spChg chg="add mod">
          <ac:chgData name="우진 김" userId="9d5916cb77183fd7" providerId="LiveId" clId="{70C45FB2-E62E-45E5-B1FF-DCFA828D8720}" dt="2025-06-25T01:19:09.026" v="7244" actId="20577"/>
          <ac:spMkLst>
            <pc:docMk/>
            <pc:sldMk cId="882330732" sldId="447"/>
            <ac:spMk id="3" creationId="{6A56B510-2AF9-F0E8-32AA-25019B684C09}"/>
          </ac:spMkLst>
        </pc:spChg>
        <pc:spChg chg="add mod">
          <ac:chgData name="우진 김" userId="9d5916cb77183fd7" providerId="LiveId" clId="{70C45FB2-E62E-45E5-B1FF-DCFA828D8720}" dt="2025-06-25T01:19:19.412" v="7249"/>
          <ac:spMkLst>
            <pc:docMk/>
            <pc:sldMk cId="882330732" sldId="447"/>
            <ac:spMk id="5" creationId="{6B6C3F05-B217-00F2-3E6D-270550782C10}"/>
          </ac:spMkLst>
        </pc:spChg>
        <pc:spChg chg="mod">
          <ac:chgData name="우진 김" userId="9d5916cb77183fd7" providerId="LiveId" clId="{70C45FB2-E62E-45E5-B1FF-DCFA828D8720}" dt="2025-06-25T03:37:50.349" v="9411" actId="20577"/>
          <ac:spMkLst>
            <pc:docMk/>
            <pc:sldMk cId="882330732" sldId="447"/>
            <ac:spMk id="8" creationId="{4E5B28FB-E75D-6311-4EF3-9A3C1C437F5E}"/>
          </ac:spMkLst>
        </pc:spChg>
        <pc:picChg chg="add mod">
          <ac:chgData name="우진 김" userId="9d5916cb77183fd7" providerId="LiveId" clId="{70C45FB2-E62E-45E5-B1FF-DCFA828D8720}" dt="2025-06-25T01:20:35.268" v="7259" actId="1076"/>
          <ac:picMkLst>
            <pc:docMk/>
            <pc:sldMk cId="882330732" sldId="447"/>
            <ac:picMk id="7" creationId="{0CCB0FF2-D157-14BF-7045-733BE699CA73}"/>
          </ac:picMkLst>
        </pc:picChg>
        <pc:picChg chg="add mod">
          <ac:chgData name="우진 김" userId="9d5916cb77183fd7" providerId="LiveId" clId="{70C45FB2-E62E-45E5-B1FF-DCFA828D8720}" dt="2025-06-25T01:20:36.379" v="7260" actId="1076"/>
          <ac:picMkLst>
            <pc:docMk/>
            <pc:sldMk cId="882330732" sldId="447"/>
            <ac:picMk id="10" creationId="{B6F230A2-D19A-7727-185F-A641AE72B59C}"/>
          </ac:picMkLst>
        </pc:picChg>
      </pc:sldChg>
      <pc:sldChg chg="addSp modSp add mod">
        <pc:chgData name="우진 김" userId="9d5916cb77183fd7" providerId="LiveId" clId="{70C45FB2-E62E-45E5-B1FF-DCFA828D8720}" dt="2025-06-25T03:38:21.392" v="9439" actId="20577"/>
        <pc:sldMkLst>
          <pc:docMk/>
          <pc:sldMk cId="2901351554" sldId="448"/>
        </pc:sldMkLst>
        <pc:spChg chg="mod">
          <ac:chgData name="우진 김" userId="9d5916cb77183fd7" providerId="LiveId" clId="{70C45FB2-E62E-45E5-B1FF-DCFA828D8720}" dt="2025-06-25T02:37:40.310" v="8089" actId="20577"/>
          <ac:spMkLst>
            <pc:docMk/>
            <pc:sldMk cId="2901351554" sldId="448"/>
            <ac:spMk id="2" creationId="{C60F7813-CFDE-A2DC-60F5-E10A19ACCC2F}"/>
          </ac:spMkLst>
        </pc:spChg>
        <pc:spChg chg="add mod">
          <ac:chgData name="우진 김" userId="9d5916cb77183fd7" providerId="LiveId" clId="{70C45FB2-E62E-45E5-B1FF-DCFA828D8720}" dt="2025-06-25T02:38:18.097" v="8099" actId="20577"/>
          <ac:spMkLst>
            <pc:docMk/>
            <pc:sldMk cId="2901351554" sldId="448"/>
            <ac:spMk id="3" creationId="{2B7BAB94-E06E-6892-751E-8ED7D044D16D}"/>
          </ac:spMkLst>
        </pc:spChg>
        <pc:spChg chg="mod">
          <ac:chgData name="우진 김" userId="9d5916cb77183fd7" providerId="LiveId" clId="{70C45FB2-E62E-45E5-B1FF-DCFA828D8720}" dt="2025-06-25T02:17:22.269" v="8007" actId="20577"/>
          <ac:spMkLst>
            <pc:docMk/>
            <pc:sldMk cId="2901351554" sldId="448"/>
            <ac:spMk id="4" creationId="{60A221AD-E878-53AB-0E5A-D14F88A9A386}"/>
          </ac:spMkLst>
        </pc:spChg>
        <pc:spChg chg="add mod">
          <ac:chgData name="우진 김" userId="9d5916cb77183fd7" providerId="LiveId" clId="{70C45FB2-E62E-45E5-B1FF-DCFA828D8720}" dt="2025-06-25T02:38:18.842" v="8100" actId="20577"/>
          <ac:spMkLst>
            <pc:docMk/>
            <pc:sldMk cId="2901351554" sldId="448"/>
            <ac:spMk id="5" creationId="{0A1172A5-E0DE-46A8-3309-1A9E2DC45F7A}"/>
          </ac:spMkLst>
        </pc:spChg>
        <pc:spChg chg="add mod">
          <ac:chgData name="우진 김" userId="9d5916cb77183fd7" providerId="LiveId" clId="{70C45FB2-E62E-45E5-B1FF-DCFA828D8720}" dt="2025-06-25T02:38:19.633" v="8101" actId="20577"/>
          <ac:spMkLst>
            <pc:docMk/>
            <pc:sldMk cId="2901351554" sldId="448"/>
            <ac:spMk id="6" creationId="{CAB9C03B-BDBD-DCB5-43EF-35CACCF6D2DB}"/>
          </ac:spMkLst>
        </pc:spChg>
        <pc:spChg chg="add mod">
          <ac:chgData name="우진 김" userId="9d5916cb77183fd7" providerId="LiveId" clId="{70C45FB2-E62E-45E5-B1FF-DCFA828D8720}" dt="2025-06-25T02:38:20.721" v="8102" actId="20577"/>
          <ac:spMkLst>
            <pc:docMk/>
            <pc:sldMk cId="2901351554" sldId="448"/>
            <ac:spMk id="7" creationId="{40EE8179-ECE8-DFF5-F71B-6164D216A277}"/>
          </ac:spMkLst>
        </pc:spChg>
        <pc:spChg chg="mod">
          <ac:chgData name="우진 김" userId="9d5916cb77183fd7" providerId="LiveId" clId="{70C45FB2-E62E-45E5-B1FF-DCFA828D8720}" dt="2025-06-25T03:38:21.392" v="9439" actId="20577"/>
          <ac:spMkLst>
            <pc:docMk/>
            <pc:sldMk cId="2901351554" sldId="448"/>
            <ac:spMk id="8" creationId="{4F2D6F04-4DAE-0B47-8345-2FCAED1746B0}"/>
          </ac:spMkLst>
        </pc:spChg>
        <pc:spChg chg="add mod">
          <ac:chgData name="우진 김" userId="9d5916cb77183fd7" providerId="LiveId" clId="{70C45FB2-E62E-45E5-B1FF-DCFA828D8720}" dt="2025-06-25T02:38:21.737" v="8103" actId="20577"/>
          <ac:spMkLst>
            <pc:docMk/>
            <pc:sldMk cId="2901351554" sldId="448"/>
            <ac:spMk id="9" creationId="{65543F58-F40D-4AFD-B8D6-FFC6224B86DF}"/>
          </ac:spMkLst>
        </pc:spChg>
        <pc:spChg chg="add mod">
          <ac:chgData name="우진 김" userId="9d5916cb77183fd7" providerId="LiveId" clId="{70C45FB2-E62E-45E5-B1FF-DCFA828D8720}" dt="2025-06-25T02:38:24.322" v="8106" actId="20577"/>
          <ac:spMkLst>
            <pc:docMk/>
            <pc:sldMk cId="2901351554" sldId="448"/>
            <ac:spMk id="10" creationId="{ACA8B534-678C-AAC8-C9AF-246A49A74C6F}"/>
          </ac:spMkLst>
        </pc:spChg>
        <pc:spChg chg="add mod">
          <ac:chgData name="우진 김" userId="9d5916cb77183fd7" providerId="LiveId" clId="{70C45FB2-E62E-45E5-B1FF-DCFA828D8720}" dt="2025-06-25T02:38:27.474" v="8107" actId="20577"/>
          <ac:spMkLst>
            <pc:docMk/>
            <pc:sldMk cId="2901351554" sldId="448"/>
            <ac:spMk id="11" creationId="{5BCB4B4F-58C8-7373-310D-B5B14378F197}"/>
          </ac:spMkLst>
        </pc:spChg>
        <pc:spChg chg="add mod">
          <ac:chgData name="우진 김" userId="9d5916cb77183fd7" providerId="LiveId" clId="{70C45FB2-E62E-45E5-B1FF-DCFA828D8720}" dt="2025-06-25T02:38:28.922" v="8108" actId="20577"/>
          <ac:spMkLst>
            <pc:docMk/>
            <pc:sldMk cId="2901351554" sldId="448"/>
            <ac:spMk id="12" creationId="{2E7ECFDD-B916-118C-2B0A-72A1FFBABF66}"/>
          </ac:spMkLst>
        </pc:spChg>
      </pc:sldChg>
      <pc:sldChg chg="addSp delSp modSp add mod">
        <pc:chgData name="우진 김" userId="9d5916cb77183fd7" providerId="LiveId" clId="{70C45FB2-E62E-45E5-B1FF-DCFA828D8720}" dt="2025-06-25T03:37:54.846" v="9415" actId="20577"/>
        <pc:sldMkLst>
          <pc:docMk/>
          <pc:sldMk cId="3556381782" sldId="449"/>
        </pc:sldMkLst>
        <pc:spChg chg="mod">
          <ac:chgData name="우진 김" userId="9d5916cb77183fd7" providerId="LiveId" clId="{70C45FB2-E62E-45E5-B1FF-DCFA828D8720}" dt="2025-06-25T02:37:20.189" v="8077" actId="20577"/>
          <ac:spMkLst>
            <pc:docMk/>
            <pc:sldMk cId="3556381782" sldId="449"/>
            <ac:spMk id="2" creationId="{751BDD10-D0C5-9666-4E14-7864F159C144}"/>
          </ac:spMkLst>
        </pc:spChg>
        <pc:spChg chg="mod">
          <ac:chgData name="우진 김" userId="9d5916cb77183fd7" providerId="LiveId" clId="{70C45FB2-E62E-45E5-B1FF-DCFA828D8720}" dt="2025-06-25T01:28:57.526" v="7342" actId="5793"/>
          <ac:spMkLst>
            <pc:docMk/>
            <pc:sldMk cId="3556381782" sldId="449"/>
            <ac:spMk id="3" creationId="{B73984F6-925C-8C2A-E8E5-A5C6FF7645B9}"/>
          </ac:spMkLst>
        </pc:spChg>
        <pc:spChg chg="del">
          <ac:chgData name="우진 김" userId="9d5916cb77183fd7" providerId="LiveId" clId="{70C45FB2-E62E-45E5-B1FF-DCFA828D8720}" dt="2025-06-25T01:20:51.680" v="7262" actId="478"/>
          <ac:spMkLst>
            <pc:docMk/>
            <pc:sldMk cId="3556381782" sldId="449"/>
            <ac:spMk id="5" creationId="{BC22BC16-68CE-0141-025D-2E6ADFC1749C}"/>
          </ac:spMkLst>
        </pc:spChg>
        <pc:spChg chg="mod">
          <ac:chgData name="우진 김" userId="9d5916cb77183fd7" providerId="LiveId" clId="{70C45FB2-E62E-45E5-B1FF-DCFA828D8720}" dt="2025-06-25T03:37:54.846" v="9415" actId="20577"/>
          <ac:spMkLst>
            <pc:docMk/>
            <pc:sldMk cId="3556381782" sldId="449"/>
            <ac:spMk id="8" creationId="{89529A3B-97C0-3723-4D11-7F5BE8904264}"/>
          </ac:spMkLst>
        </pc:spChg>
        <pc:spChg chg="add del">
          <ac:chgData name="우진 김" userId="9d5916cb77183fd7" providerId="LiveId" clId="{70C45FB2-E62E-45E5-B1FF-DCFA828D8720}" dt="2025-06-25T01:22:55.886" v="7273" actId="22"/>
          <ac:spMkLst>
            <pc:docMk/>
            <pc:sldMk cId="3556381782" sldId="449"/>
            <ac:spMk id="9" creationId="{9A44D68C-3FD6-4487-1C25-4B2D6F2F105E}"/>
          </ac:spMkLst>
        </pc:spChg>
        <pc:spChg chg="add mod">
          <ac:chgData name="우진 김" userId="9d5916cb77183fd7" providerId="LiveId" clId="{70C45FB2-E62E-45E5-B1FF-DCFA828D8720}" dt="2025-06-25T01:25:25.520" v="7326" actId="1076"/>
          <ac:spMkLst>
            <pc:docMk/>
            <pc:sldMk cId="3556381782" sldId="449"/>
            <ac:spMk id="12" creationId="{EE4FDA28-40DF-5060-91FB-DAFE2499BDFD}"/>
          </ac:spMkLst>
        </pc:spChg>
        <pc:spChg chg="add mod">
          <ac:chgData name="우진 김" userId="9d5916cb77183fd7" providerId="LiveId" clId="{70C45FB2-E62E-45E5-B1FF-DCFA828D8720}" dt="2025-06-25T01:25:25.520" v="7326" actId="1076"/>
          <ac:spMkLst>
            <pc:docMk/>
            <pc:sldMk cId="3556381782" sldId="449"/>
            <ac:spMk id="13" creationId="{A26DC85E-B2E3-4FE7-4DF3-30ACDD9FB889}"/>
          </ac:spMkLst>
        </pc:spChg>
        <pc:spChg chg="add mod">
          <ac:chgData name="우진 김" userId="9d5916cb77183fd7" providerId="LiveId" clId="{70C45FB2-E62E-45E5-B1FF-DCFA828D8720}" dt="2025-06-25T01:25:37.431" v="7331" actId="1076"/>
          <ac:spMkLst>
            <pc:docMk/>
            <pc:sldMk cId="3556381782" sldId="449"/>
            <ac:spMk id="15" creationId="{DD93DC57-0D59-BCA7-C52E-E1BCF92301A2}"/>
          </ac:spMkLst>
        </pc:spChg>
        <pc:picChg chg="del">
          <ac:chgData name="우진 김" userId="9d5916cb77183fd7" providerId="LiveId" clId="{70C45FB2-E62E-45E5-B1FF-DCFA828D8720}" dt="2025-06-25T01:22:46.448" v="7270" actId="478"/>
          <ac:picMkLst>
            <pc:docMk/>
            <pc:sldMk cId="3556381782" sldId="449"/>
            <ac:picMk id="7" creationId="{1D342133-5BB2-9723-AC68-29A000BCC63C}"/>
          </ac:picMkLst>
        </pc:picChg>
        <pc:picChg chg="del">
          <ac:chgData name="우진 김" userId="9d5916cb77183fd7" providerId="LiveId" clId="{70C45FB2-E62E-45E5-B1FF-DCFA828D8720}" dt="2025-06-25T01:22:46.824" v="7271" actId="478"/>
          <ac:picMkLst>
            <pc:docMk/>
            <pc:sldMk cId="3556381782" sldId="449"/>
            <ac:picMk id="10" creationId="{F649B70B-B12B-BB4E-5582-BEE5CC0CA54A}"/>
          </ac:picMkLst>
        </pc:picChg>
        <pc:picChg chg="add mod">
          <ac:chgData name="우진 김" userId="9d5916cb77183fd7" providerId="LiveId" clId="{70C45FB2-E62E-45E5-B1FF-DCFA828D8720}" dt="2025-06-25T01:25:33.983" v="7330" actId="1076"/>
          <ac:picMkLst>
            <pc:docMk/>
            <pc:sldMk cId="3556381782" sldId="449"/>
            <ac:picMk id="14" creationId="{57422A9E-80D6-CB52-C0BE-3B3E541364C3}"/>
          </ac:picMkLst>
        </pc:picChg>
      </pc:sldChg>
      <pc:sldChg chg="addSp delSp modSp add mod">
        <pc:chgData name="우진 김" userId="9d5916cb77183fd7" providerId="LiveId" clId="{70C45FB2-E62E-45E5-B1FF-DCFA828D8720}" dt="2025-06-25T03:38:03.302" v="9423" actId="20577"/>
        <pc:sldMkLst>
          <pc:docMk/>
          <pc:sldMk cId="2993885507" sldId="450"/>
        </pc:sldMkLst>
        <pc:spChg chg="mod">
          <ac:chgData name="우진 김" userId="9d5916cb77183fd7" providerId="LiveId" clId="{70C45FB2-E62E-45E5-B1FF-DCFA828D8720}" dt="2025-06-25T02:37:26.677" v="8081" actId="20577"/>
          <ac:spMkLst>
            <pc:docMk/>
            <pc:sldMk cId="2993885507" sldId="450"/>
            <ac:spMk id="2" creationId="{CCDAD514-F8CA-64BB-A1EA-740A698631F1}"/>
          </ac:spMkLst>
        </pc:spChg>
        <pc:spChg chg="mod">
          <ac:chgData name="우진 김" userId="9d5916cb77183fd7" providerId="LiveId" clId="{70C45FB2-E62E-45E5-B1FF-DCFA828D8720}" dt="2025-06-25T01:37:15.468" v="7396"/>
          <ac:spMkLst>
            <pc:docMk/>
            <pc:sldMk cId="2993885507" sldId="450"/>
            <ac:spMk id="3" creationId="{22FD7FEA-0182-EBD0-276A-6705F4F86F78}"/>
          </ac:spMkLst>
        </pc:spChg>
        <pc:spChg chg="del">
          <ac:chgData name="우진 김" userId="9d5916cb77183fd7" providerId="LiveId" clId="{70C45FB2-E62E-45E5-B1FF-DCFA828D8720}" dt="2025-06-25T01:35:43.382" v="7393" actId="478"/>
          <ac:spMkLst>
            <pc:docMk/>
            <pc:sldMk cId="2993885507" sldId="450"/>
            <ac:spMk id="5" creationId="{B26C17DC-CC35-49AE-8942-4D8F602D1CDB}"/>
          </ac:spMkLst>
        </pc:spChg>
        <pc:spChg chg="del">
          <ac:chgData name="우진 김" userId="9d5916cb77183fd7" providerId="LiveId" clId="{70C45FB2-E62E-45E5-B1FF-DCFA828D8720}" dt="2025-06-25T01:35:43.382" v="7393" actId="478"/>
          <ac:spMkLst>
            <pc:docMk/>
            <pc:sldMk cId="2993885507" sldId="450"/>
            <ac:spMk id="6" creationId="{3B18B1CB-C9CE-E7D0-795F-D2D0385E8DAF}"/>
          </ac:spMkLst>
        </pc:spChg>
        <pc:spChg chg="del">
          <ac:chgData name="우진 김" userId="9d5916cb77183fd7" providerId="LiveId" clId="{70C45FB2-E62E-45E5-B1FF-DCFA828D8720}" dt="2025-06-25T01:35:43.382" v="7393" actId="478"/>
          <ac:spMkLst>
            <pc:docMk/>
            <pc:sldMk cId="2993885507" sldId="450"/>
            <ac:spMk id="7" creationId="{33D0737D-B3DD-15EC-11D4-D0417D08C6BA}"/>
          </ac:spMkLst>
        </pc:spChg>
        <pc:spChg chg="mod">
          <ac:chgData name="우진 김" userId="9d5916cb77183fd7" providerId="LiveId" clId="{70C45FB2-E62E-45E5-B1FF-DCFA828D8720}" dt="2025-06-25T03:38:03.302" v="9423" actId="20577"/>
          <ac:spMkLst>
            <pc:docMk/>
            <pc:sldMk cId="2993885507" sldId="450"/>
            <ac:spMk id="8" creationId="{39D98994-73CA-6B0C-A829-13701EDF1510}"/>
          </ac:spMkLst>
        </pc:spChg>
        <pc:spChg chg="add mod">
          <ac:chgData name="우진 김" userId="9d5916cb77183fd7" providerId="LiveId" clId="{70C45FB2-E62E-45E5-B1FF-DCFA828D8720}" dt="2025-06-25T01:37:29.591" v="7401"/>
          <ac:spMkLst>
            <pc:docMk/>
            <pc:sldMk cId="2993885507" sldId="450"/>
            <ac:spMk id="9" creationId="{D6386E35-D1A0-9E3F-13C7-26310E191D77}"/>
          </ac:spMkLst>
        </pc:spChg>
        <pc:spChg chg="add mod">
          <ac:chgData name="우진 김" userId="9d5916cb77183fd7" providerId="LiveId" clId="{70C45FB2-E62E-45E5-B1FF-DCFA828D8720}" dt="2025-06-25T01:38:24.592" v="7406"/>
          <ac:spMkLst>
            <pc:docMk/>
            <pc:sldMk cId="2993885507" sldId="450"/>
            <ac:spMk id="10" creationId="{456C49AB-3F2D-4C04-FCE7-1FA3D63A3909}"/>
          </ac:spMkLst>
        </pc:spChg>
        <pc:spChg chg="add mod">
          <ac:chgData name="우진 김" userId="9d5916cb77183fd7" providerId="LiveId" clId="{70C45FB2-E62E-45E5-B1FF-DCFA828D8720}" dt="2025-06-25T01:38:36.329" v="7412" actId="1076"/>
          <ac:spMkLst>
            <pc:docMk/>
            <pc:sldMk cId="2993885507" sldId="450"/>
            <ac:spMk id="11" creationId="{995F407A-FE66-7BC4-DC13-F2A77D6AFE64}"/>
          </ac:spMkLst>
        </pc:spChg>
        <pc:spChg chg="add mod">
          <ac:chgData name="우진 김" userId="9d5916cb77183fd7" providerId="LiveId" clId="{70C45FB2-E62E-45E5-B1FF-DCFA828D8720}" dt="2025-06-25T01:40:55.762" v="7426" actId="1076"/>
          <ac:spMkLst>
            <pc:docMk/>
            <pc:sldMk cId="2993885507" sldId="450"/>
            <ac:spMk id="14" creationId="{5FD5E4F9-55A9-3A0D-FC3D-C44E56A0F2FB}"/>
          </ac:spMkLst>
        </pc:spChg>
        <pc:spChg chg="del">
          <ac:chgData name="우진 김" userId="9d5916cb77183fd7" providerId="LiveId" clId="{70C45FB2-E62E-45E5-B1FF-DCFA828D8720}" dt="2025-06-25T01:35:40.382" v="7392" actId="478"/>
          <ac:spMkLst>
            <pc:docMk/>
            <pc:sldMk cId="2993885507" sldId="450"/>
            <ac:spMk id="18" creationId="{A540755A-8A8E-0BAD-D758-F2687BB39956}"/>
          </ac:spMkLst>
        </pc:spChg>
        <pc:spChg chg="add mod">
          <ac:chgData name="우진 김" userId="9d5916cb77183fd7" providerId="LiveId" clId="{70C45FB2-E62E-45E5-B1FF-DCFA828D8720}" dt="2025-06-25T01:41:57.852" v="7442" actId="20577"/>
          <ac:spMkLst>
            <pc:docMk/>
            <pc:sldMk cId="2993885507" sldId="450"/>
            <ac:spMk id="19" creationId="{15E46525-3713-B8D6-91E5-860F499386ED}"/>
          </ac:spMkLst>
        </pc:spChg>
        <pc:spChg chg="del">
          <ac:chgData name="우진 김" userId="9d5916cb77183fd7" providerId="LiveId" clId="{70C45FB2-E62E-45E5-B1FF-DCFA828D8720}" dt="2025-06-25T01:35:40.382" v="7392" actId="478"/>
          <ac:spMkLst>
            <pc:docMk/>
            <pc:sldMk cId="2993885507" sldId="450"/>
            <ac:spMk id="32" creationId="{D4467EB6-8001-BDA5-B964-7A65E68FD976}"/>
          </ac:spMkLst>
        </pc:spChg>
        <pc:spChg chg="del">
          <ac:chgData name="우진 김" userId="9d5916cb77183fd7" providerId="LiveId" clId="{70C45FB2-E62E-45E5-B1FF-DCFA828D8720}" dt="2025-06-25T01:35:40.382" v="7392" actId="478"/>
          <ac:spMkLst>
            <pc:docMk/>
            <pc:sldMk cId="2993885507" sldId="450"/>
            <ac:spMk id="34" creationId="{4209E3A8-0801-48CD-78F7-D6CD56945FB4}"/>
          </ac:spMkLst>
        </pc:spChg>
        <pc:spChg chg="del">
          <ac:chgData name="우진 김" userId="9d5916cb77183fd7" providerId="LiveId" clId="{70C45FB2-E62E-45E5-B1FF-DCFA828D8720}" dt="2025-06-25T01:35:40.382" v="7392" actId="478"/>
          <ac:spMkLst>
            <pc:docMk/>
            <pc:sldMk cId="2993885507" sldId="450"/>
            <ac:spMk id="35" creationId="{E4D7783A-BF01-AEC9-B39D-537B5D2B3103}"/>
          </ac:spMkLst>
        </pc:spChg>
        <pc:picChg chg="add mod">
          <ac:chgData name="우진 김" userId="9d5916cb77183fd7" providerId="LiveId" clId="{70C45FB2-E62E-45E5-B1FF-DCFA828D8720}" dt="2025-06-25T01:40:55.762" v="7426" actId="1076"/>
          <ac:picMkLst>
            <pc:docMk/>
            <pc:sldMk cId="2993885507" sldId="450"/>
            <ac:picMk id="13" creationId="{9C8A9378-87FC-06C8-9268-A8D4A4862CD5}"/>
          </ac:picMkLst>
        </pc:picChg>
        <pc:picChg chg="del">
          <ac:chgData name="우진 김" userId="9d5916cb77183fd7" providerId="LiveId" clId="{70C45FB2-E62E-45E5-B1FF-DCFA828D8720}" dt="2025-06-25T01:35:40.382" v="7392" actId="478"/>
          <ac:picMkLst>
            <pc:docMk/>
            <pc:sldMk cId="2993885507" sldId="450"/>
            <ac:picMk id="16" creationId="{8DE8AA90-33E5-1FBB-5D61-D40299FC42F5}"/>
          </ac:picMkLst>
        </pc:picChg>
        <pc:picChg chg="add mod">
          <ac:chgData name="우진 김" userId="9d5916cb77183fd7" providerId="LiveId" clId="{70C45FB2-E62E-45E5-B1FF-DCFA828D8720}" dt="2025-06-25T01:41:46.898" v="7429" actId="1076"/>
          <ac:picMkLst>
            <pc:docMk/>
            <pc:sldMk cId="2993885507" sldId="450"/>
            <ac:picMk id="17" creationId="{2B2A0E20-26FD-5AEC-2AB9-35C0970BD921}"/>
          </ac:picMkLst>
        </pc:picChg>
        <pc:picChg chg="del">
          <ac:chgData name="우진 김" userId="9d5916cb77183fd7" providerId="LiveId" clId="{70C45FB2-E62E-45E5-B1FF-DCFA828D8720}" dt="2025-06-25T01:35:40.382" v="7392" actId="478"/>
          <ac:picMkLst>
            <pc:docMk/>
            <pc:sldMk cId="2993885507" sldId="450"/>
            <ac:picMk id="28" creationId="{F40AE780-D172-BF49-6F22-41842EA8DA25}"/>
          </ac:picMkLst>
        </pc:picChg>
      </pc:sldChg>
      <pc:sldChg chg="delSp add del mod">
        <pc:chgData name="우진 김" userId="9d5916cb77183fd7" providerId="LiveId" clId="{70C45FB2-E62E-45E5-B1FF-DCFA828D8720}" dt="2025-06-25T02:31:14.818" v="8015" actId="2696"/>
        <pc:sldMkLst>
          <pc:docMk/>
          <pc:sldMk cId="185584209" sldId="451"/>
        </pc:sldMkLst>
        <pc:spChg chg="del">
          <ac:chgData name="우진 김" userId="9d5916cb77183fd7" providerId="LiveId" clId="{70C45FB2-E62E-45E5-B1FF-DCFA828D8720}" dt="2025-06-25T02:18:22.922" v="8013" actId="478"/>
          <ac:spMkLst>
            <pc:docMk/>
            <pc:sldMk cId="185584209" sldId="451"/>
            <ac:spMk id="9" creationId="{64E5EA81-D384-A443-D12E-BC72E6E9CFE9}"/>
          </ac:spMkLst>
        </pc:spChg>
        <pc:spChg chg="del">
          <ac:chgData name="우진 김" userId="9d5916cb77183fd7" providerId="LiveId" clId="{70C45FB2-E62E-45E5-B1FF-DCFA828D8720}" dt="2025-06-25T02:18:25.026" v="8014" actId="478"/>
          <ac:spMkLst>
            <pc:docMk/>
            <pc:sldMk cId="185584209" sldId="451"/>
            <ac:spMk id="14" creationId="{54A11989-72FB-C233-8707-0DDB8434F2F5}"/>
          </ac:spMkLst>
        </pc:spChg>
        <pc:spChg chg="del">
          <ac:chgData name="우진 김" userId="9d5916cb77183fd7" providerId="LiveId" clId="{70C45FB2-E62E-45E5-B1FF-DCFA828D8720}" dt="2025-06-25T02:18:25.026" v="8014" actId="478"/>
          <ac:spMkLst>
            <pc:docMk/>
            <pc:sldMk cId="185584209" sldId="451"/>
            <ac:spMk id="19" creationId="{96399682-C16C-09DF-2C2D-69D3CA97507E}"/>
          </ac:spMkLst>
        </pc:spChg>
        <pc:spChg chg="del">
          <ac:chgData name="우진 김" userId="9d5916cb77183fd7" providerId="LiveId" clId="{70C45FB2-E62E-45E5-B1FF-DCFA828D8720}" dt="2025-06-25T02:18:25.026" v="8014" actId="478"/>
          <ac:spMkLst>
            <pc:docMk/>
            <pc:sldMk cId="185584209" sldId="451"/>
            <ac:spMk id="20" creationId="{2EA82678-1C16-4B49-F61D-BB480E1EE53C}"/>
          </ac:spMkLst>
        </pc:spChg>
        <pc:spChg chg="del">
          <ac:chgData name="우진 김" userId="9d5916cb77183fd7" providerId="LiveId" clId="{70C45FB2-E62E-45E5-B1FF-DCFA828D8720}" dt="2025-06-25T02:18:25.026" v="8014" actId="478"/>
          <ac:spMkLst>
            <pc:docMk/>
            <pc:sldMk cId="185584209" sldId="451"/>
            <ac:spMk id="21" creationId="{82BCD69F-379D-805D-6349-2A495F8BAF6D}"/>
          </ac:spMkLst>
        </pc:spChg>
        <pc:spChg chg="del">
          <ac:chgData name="우진 김" userId="9d5916cb77183fd7" providerId="LiveId" clId="{70C45FB2-E62E-45E5-B1FF-DCFA828D8720}" dt="2025-06-25T02:18:25.026" v="8014" actId="478"/>
          <ac:spMkLst>
            <pc:docMk/>
            <pc:sldMk cId="185584209" sldId="451"/>
            <ac:spMk id="22" creationId="{765B8745-CA34-A38D-14D6-2537F588FB61}"/>
          </ac:spMkLst>
        </pc:spChg>
        <pc:spChg chg="del">
          <ac:chgData name="우진 김" userId="9d5916cb77183fd7" providerId="LiveId" clId="{70C45FB2-E62E-45E5-B1FF-DCFA828D8720}" dt="2025-06-25T02:18:25.026" v="8014" actId="478"/>
          <ac:spMkLst>
            <pc:docMk/>
            <pc:sldMk cId="185584209" sldId="451"/>
            <ac:spMk id="23" creationId="{DB8AEC11-942F-61E1-1C84-BB51C9DB6BF2}"/>
          </ac:spMkLst>
        </pc:spChg>
        <pc:spChg chg="del">
          <ac:chgData name="우진 김" userId="9d5916cb77183fd7" providerId="LiveId" clId="{70C45FB2-E62E-45E5-B1FF-DCFA828D8720}" dt="2025-06-25T02:18:25.026" v="8014" actId="478"/>
          <ac:spMkLst>
            <pc:docMk/>
            <pc:sldMk cId="185584209" sldId="451"/>
            <ac:spMk id="24" creationId="{8C41980B-E98D-2866-6D19-268A64762755}"/>
          </ac:spMkLst>
        </pc:spChg>
        <pc:spChg chg="del">
          <ac:chgData name="우진 김" userId="9d5916cb77183fd7" providerId="LiveId" clId="{70C45FB2-E62E-45E5-B1FF-DCFA828D8720}" dt="2025-06-25T02:18:25.026" v="8014" actId="478"/>
          <ac:spMkLst>
            <pc:docMk/>
            <pc:sldMk cId="185584209" sldId="451"/>
            <ac:spMk id="25" creationId="{ACCE9087-1BA4-2AF7-C3B9-A571BD8C8809}"/>
          </ac:spMkLst>
        </pc:spChg>
        <pc:picChg chg="del">
          <ac:chgData name="우진 김" userId="9d5916cb77183fd7" providerId="LiveId" clId="{70C45FB2-E62E-45E5-B1FF-DCFA828D8720}" dt="2025-06-25T02:18:25.026" v="8014" actId="478"/>
          <ac:picMkLst>
            <pc:docMk/>
            <pc:sldMk cId="185584209" sldId="451"/>
            <ac:picMk id="31" creationId="{B8389046-FE05-C08A-B58C-84E454A4894A}"/>
          </ac:picMkLst>
        </pc:picChg>
        <pc:picChg chg="del">
          <ac:chgData name="우진 김" userId="9d5916cb77183fd7" providerId="LiveId" clId="{70C45FB2-E62E-45E5-B1FF-DCFA828D8720}" dt="2025-06-25T02:18:25.026" v="8014" actId="478"/>
          <ac:picMkLst>
            <pc:docMk/>
            <pc:sldMk cId="185584209" sldId="451"/>
            <ac:picMk id="33" creationId="{CE385723-C041-52F9-AA05-B1E7B9CC4F9A}"/>
          </ac:picMkLst>
        </pc:picChg>
      </pc:sldChg>
      <pc:sldChg chg="addSp delSp modSp add mod modTransition modAnim">
        <pc:chgData name="우진 김" userId="9d5916cb77183fd7" providerId="LiveId" clId="{70C45FB2-E62E-45E5-B1FF-DCFA828D8720}" dt="2025-06-25T03:36:54.017" v="9360" actId="20577"/>
        <pc:sldMkLst>
          <pc:docMk/>
          <pc:sldMk cId="2662227931" sldId="451"/>
        </pc:sldMkLst>
        <pc:spChg chg="del">
          <ac:chgData name="우진 김" userId="9d5916cb77183fd7" providerId="LiveId" clId="{70C45FB2-E62E-45E5-B1FF-DCFA828D8720}" dt="2025-06-25T02:55:57.663" v="8236" actId="478"/>
          <ac:spMkLst>
            <pc:docMk/>
            <pc:sldMk cId="2662227931" sldId="451"/>
            <ac:spMk id="5" creationId="{94CD44C8-F262-BFAD-DDC0-303BBB981C2C}"/>
          </ac:spMkLst>
        </pc:spChg>
        <pc:spChg chg="mod">
          <ac:chgData name="우진 김" userId="9d5916cb77183fd7" providerId="LiveId" clId="{70C45FB2-E62E-45E5-B1FF-DCFA828D8720}" dt="2025-06-25T03:36:54.017" v="9360" actId="20577"/>
          <ac:spMkLst>
            <pc:docMk/>
            <pc:sldMk cId="2662227931" sldId="451"/>
            <ac:spMk id="8" creationId="{E50A1E42-3553-F86B-08D2-159A282F20B3}"/>
          </ac:spMkLst>
        </pc:spChg>
        <pc:spChg chg="mod">
          <ac:chgData name="우진 김" userId="9d5916cb77183fd7" providerId="LiveId" clId="{70C45FB2-E62E-45E5-B1FF-DCFA828D8720}" dt="2025-06-25T02:56:18.664" v="8240" actId="14100"/>
          <ac:spMkLst>
            <pc:docMk/>
            <pc:sldMk cId="2662227931" sldId="451"/>
            <ac:spMk id="9" creationId="{1207AAB8-AE4C-FF99-0496-558231B16981}"/>
          </ac:spMkLst>
        </pc:spChg>
        <pc:spChg chg="mod">
          <ac:chgData name="우진 김" userId="9d5916cb77183fd7" providerId="LiveId" clId="{70C45FB2-E62E-45E5-B1FF-DCFA828D8720}" dt="2025-06-25T02:57:15.129" v="8273" actId="404"/>
          <ac:spMkLst>
            <pc:docMk/>
            <pc:sldMk cId="2662227931" sldId="451"/>
            <ac:spMk id="14" creationId="{E9FC431D-BDFC-708E-2B8B-29B6611BF925}"/>
          </ac:spMkLst>
        </pc:spChg>
        <pc:spChg chg="mod">
          <ac:chgData name="우진 김" userId="9d5916cb77183fd7" providerId="LiveId" clId="{70C45FB2-E62E-45E5-B1FF-DCFA828D8720}" dt="2025-06-25T02:57:15.129" v="8273" actId="404"/>
          <ac:spMkLst>
            <pc:docMk/>
            <pc:sldMk cId="2662227931" sldId="451"/>
            <ac:spMk id="19" creationId="{B6616D60-63FB-BE3A-735C-1035F3CA2AD5}"/>
          </ac:spMkLst>
        </pc:spChg>
        <pc:spChg chg="mod">
          <ac:chgData name="우진 김" userId="9d5916cb77183fd7" providerId="LiveId" clId="{70C45FB2-E62E-45E5-B1FF-DCFA828D8720}" dt="2025-06-25T02:57:33.818" v="8286" actId="403"/>
          <ac:spMkLst>
            <pc:docMk/>
            <pc:sldMk cId="2662227931" sldId="451"/>
            <ac:spMk id="20" creationId="{6C9D3008-4F6F-6B0E-B2C8-A7F87BEE1F10}"/>
          </ac:spMkLst>
        </pc:spChg>
        <pc:spChg chg="mod">
          <ac:chgData name="우진 김" userId="9d5916cb77183fd7" providerId="LiveId" clId="{70C45FB2-E62E-45E5-B1FF-DCFA828D8720}" dt="2025-06-25T02:57:33.818" v="8286" actId="403"/>
          <ac:spMkLst>
            <pc:docMk/>
            <pc:sldMk cId="2662227931" sldId="451"/>
            <ac:spMk id="21" creationId="{AEA0063B-FE02-A262-27A2-E6F7355583C6}"/>
          </ac:spMkLst>
        </pc:spChg>
        <pc:spChg chg="mod">
          <ac:chgData name="우진 김" userId="9d5916cb77183fd7" providerId="LiveId" clId="{70C45FB2-E62E-45E5-B1FF-DCFA828D8720}" dt="2025-06-25T02:57:43.968" v="8290" actId="255"/>
          <ac:spMkLst>
            <pc:docMk/>
            <pc:sldMk cId="2662227931" sldId="451"/>
            <ac:spMk id="22" creationId="{7FFCAE30-D145-2399-B9B0-05D956CC9E4B}"/>
          </ac:spMkLst>
        </pc:spChg>
        <pc:spChg chg="mod">
          <ac:chgData name="우진 김" userId="9d5916cb77183fd7" providerId="LiveId" clId="{70C45FB2-E62E-45E5-B1FF-DCFA828D8720}" dt="2025-06-25T02:57:43.968" v="8290" actId="255"/>
          <ac:spMkLst>
            <pc:docMk/>
            <pc:sldMk cId="2662227931" sldId="451"/>
            <ac:spMk id="23" creationId="{E786466A-174F-1291-88BB-C64FF0F657C7}"/>
          </ac:spMkLst>
        </pc:spChg>
        <pc:spChg chg="mod">
          <ac:chgData name="우진 김" userId="9d5916cb77183fd7" providerId="LiveId" clId="{70C45FB2-E62E-45E5-B1FF-DCFA828D8720}" dt="2025-06-25T02:58:03.010" v="8296" actId="255"/>
          <ac:spMkLst>
            <pc:docMk/>
            <pc:sldMk cId="2662227931" sldId="451"/>
            <ac:spMk id="24" creationId="{DF2B2437-F6A3-B916-F68A-3B23880689DC}"/>
          </ac:spMkLst>
        </pc:spChg>
        <pc:spChg chg="mod">
          <ac:chgData name="우진 김" userId="9d5916cb77183fd7" providerId="LiveId" clId="{70C45FB2-E62E-45E5-B1FF-DCFA828D8720}" dt="2025-06-25T02:58:03.010" v="8296" actId="255"/>
          <ac:spMkLst>
            <pc:docMk/>
            <pc:sldMk cId="2662227931" sldId="451"/>
            <ac:spMk id="25" creationId="{24350F11-D5A8-ABBA-5B2C-41BC0B635E57}"/>
          </ac:spMkLst>
        </pc:spChg>
        <pc:spChg chg="add mod">
          <ac:chgData name="우진 김" userId="9d5916cb77183fd7" providerId="LiveId" clId="{70C45FB2-E62E-45E5-B1FF-DCFA828D8720}" dt="2025-06-25T03:08:33.049" v="8361" actId="1076"/>
          <ac:spMkLst>
            <pc:docMk/>
            <pc:sldMk cId="2662227931" sldId="451"/>
            <ac:spMk id="28" creationId="{EA5F237C-D28F-7815-D2F9-81C32B34FEA0}"/>
          </ac:spMkLst>
        </pc:spChg>
        <pc:spChg chg="add mod">
          <ac:chgData name="우진 김" userId="9d5916cb77183fd7" providerId="LiveId" clId="{70C45FB2-E62E-45E5-B1FF-DCFA828D8720}" dt="2025-06-25T03:08:15.283" v="8358" actId="1076"/>
          <ac:spMkLst>
            <pc:docMk/>
            <pc:sldMk cId="2662227931" sldId="451"/>
            <ac:spMk id="34" creationId="{A4F5081C-54C1-3B0C-91FB-81EF51015C21}"/>
          </ac:spMkLst>
        </pc:spChg>
        <pc:spChg chg="add mod">
          <ac:chgData name="우진 김" userId="9d5916cb77183fd7" providerId="LiveId" clId="{70C45FB2-E62E-45E5-B1FF-DCFA828D8720}" dt="2025-06-25T03:10:50.237" v="8468" actId="1035"/>
          <ac:spMkLst>
            <pc:docMk/>
            <pc:sldMk cId="2662227931" sldId="451"/>
            <ac:spMk id="37" creationId="{D99591A4-6B29-9C0C-837D-28A1A7583ACB}"/>
          </ac:spMkLst>
        </pc:spChg>
        <pc:spChg chg="add mod">
          <ac:chgData name="우진 김" userId="9d5916cb77183fd7" providerId="LiveId" clId="{70C45FB2-E62E-45E5-B1FF-DCFA828D8720}" dt="2025-06-25T03:10:41.706" v="8463" actId="1076"/>
          <ac:spMkLst>
            <pc:docMk/>
            <pc:sldMk cId="2662227931" sldId="451"/>
            <ac:spMk id="38" creationId="{D6D845B3-C233-D3EE-0171-E622B20A3F15}"/>
          </ac:spMkLst>
        </pc:spChg>
        <pc:spChg chg="add mod">
          <ac:chgData name="우진 김" userId="9d5916cb77183fd7" providerId="LiveId" clId="{70C45FB2-E62E-45E5-B1FF-DCFA828D8720}" dt="2025-06-25T03:10:44.684" v="8464" actId="20577"/>
          <ac:spMkLst>
            <pc:docMk/>
            <pc:sldMk cId="2662227931" sldId="451"/>
            <ac:spMk id="39" creationId="{5E4F36E7-16D9-E0B3-32E7-15AA09C72743}"/>
          </ac:spMkLst>
        </pc:spChg>
        <pc:grpChg chg="mod">
          <ac:chgData name="우진 김" userId="9d5916cb77183fd7" providerId="LiveId" clId="{70C45FB2-E62E-45E5-B1FF-DCFA828D8720}" dt="2025-06-25T02:57:18.616" v="8274" actId="1076"/>
          <ac:grpSpMkLst>
            <pc:docMk/>
            <pc:sldMk cId="2662227931" sldId="451"/>
            <ac:grpSpMk id="6" creationId="{09B70D40-BFBA-A166-9A96-58AC23D55B95}"/>
          </ac:grpSpMkLst>
        </pc:grpChg>
        <pc:grpChg chg="mod">
          <ac:chgData name="우진 김" userId="9d5916cb77183fd7" providerId="LiveId" clId="{70C45FB2-E62E-45E5-B1FF-DCFA828D8720}" dt="2025-06-25T02:59:30.622" v="8309" actId="1036"/>
          <ac:grpSpMkLst>
            <pc:docMk/>
            <pc:sldMk cId="2662227931" sldId="451"/>
            <ac:grpSpMk id="7" creationId="{B797E28D-8DE8-859F-2503-81FCB9027482}"/>
          </ac:grpSpMkLst>
        </pc:grpChg>
        <pc:grpChg chg="add del">
          <ac:chgData name="우진 김" userId="9d5916cb77183fd7" providerId="LiveId" clId="{70C45FB2-E62E-45E5-B1FF-DCFA828D8720}" dt="2025-06-25T02:56:53.402" v="8261" actId="478"/>
          <ac:grpSpMkLst>
            <pc:docMk/>
            <pc:sldMk cId="2662227931" sldId="451"/>
            <ac:grpSpMk id="10" creationId="{80EB297A-DBF7-975C-8B55-1AAF9275351B}"/>
          </ac:grpSpMkLst>
        </pc:grpChg>
        <pc:grpChg chg="mod">
          <ac:chgData name="우진 김" userId="9d5916cb77183fd7" providerId="LiveId" clId="{70C45FB2-E62E-45E5-B1FF-DCFA828D8720}" dt="2025-06-25T02:57:53.198" v="8292" actId="1076"/>
          <ac:grpSpMkLst>
            <pc:docMk/>
            <pc:sldMk cId="2662227931" sldId="451"/>
            <ac:grpSpMk id="15" creationId="{349D5EF3-C63E-53B6-2E2C-4DBDF995AA7D}"/>
          </ac:grpSpMkLst>
        </pc:grpChg>
        <pc:grpChg chg="mod">
          <ac:chgData name="우진 김" userId="9d5916cb77183fd7" providerId="LiveId" clId="{70C45FB2-E62E-45E5-B1FF-DCFA828D8720}" dt="2025-06-25T02:59:32.286" v="8312" actId="1036"/>
          <ac:grpSpMkLst>
            <pc:docMk/>
            <pc:sldMk cId="2662227931" sldId="451"/>
            <ac:grpSpMk id="16" creationId="{B9B8F26C-CDF6-C86D-079F-B8F9A0A8C5CD}"/>
          </ac:grpSpMkLst>
        </pc:grpChg>
        <pc:picChg chg="add del mod">
          <ac:chgData name="우진 김" userId="9d5916cb77183fd7" providerId="LiveId" clId="{70C45FB2-E62E-45E5-B1FF-DCFA828D8720}" dt="2025-06-25T03:04:54.303" v="8343" actId="478"/>
          <ac:picMkLst>
            <pc:docMk/>
            <pc:sldMk cId="2662227931" sldId="451"/>
            <ac:picMk id="30" creationId="{47971693-F19E-B9E6-8180-AFAD15F5D797}"/>
          </ac:picMkLst>
        </pc:picChg>
        <pc:picChg chg="mod">
          <ac:chgData name="우진 김" userId="9d5916cb77183fd7" providerId="LiveId" clId="{70C45FB2-E62E-45E5-B1FF-DCFA828D8720}" dt="2025-06-25T02:57:55.473" v="8293" actId="14100"/>
          <ac:picMkLst>
            <pc:docMk/>
            <pc:sldMk cId="2662227931" sldId="451"/>
            <ac:picMk id="31" creationId="{7888ACA0-6F5A-173A-7C6D-2DC2C498AB97}"/>
          </ac:picMkLst>
        </pc:picChg>
        <pc:picChg chg="add mod">
          <ac:chgData name="우진 김" userId="9d5916cb77183fd7" providerId="LiveId" clId="{70C45FB2-E62E-45E5-B1FF-DCFA828D8720}" dt="2025-06-25T03:08:02.052" v="8353" actId="1076"/>
          <ac:picMkLst>
            <pc:docMk/>
            <pc:sldMk cId="2662227931" sldId="451"/>
            <ac:picMk id="1026" creationId="{D2BB25E8-41BB-07D1-BFD3-619817B3273C}"/>
          </ac:picMkLst>
        </pc:picChg>
        <pc:cxnChg chg="add mod">
          <ac:chgData name="우진 김" userId="9d5916cb77183fd7" providerId="LiveId" clId="{70C45FB2-E62E-45E5-B1FF-DCFA828D8720}" dt="2025-06-25T02:59:10.664" v="8304" actId="1076"/>
          <ac:cxnSpMkLst>
            <pc:docMk/>
            <pc:sldMk cId="2662227931" sldId="451"/>
            <ac:cxnSpMk id="17" creationId="{798702F2-A3AB-A5A0-2387-86BFE9450E59}"/>
          </ac:cxnSpMkLst>
        </pc:cxnChg>
        <pc:cxnChg chg="add mod">
          <ac:chgData name="우진 김" userId="9d5916cb77183fd7" providerId="LiveId" clId="{70C45FB2-E62E-45E5-B1FF-DCFA828D8720}" dt="2025-06-25T02:59:10.664" v="8304" actId="1076"/>
          <ac:cxnSpMkLst>
            <pc:docMk/>
            <pc:sldMk cId="2662227931" sldId="451"/>
            <ac:cxnSpMk id="18" creationId="{5D35496D-80CA-3D80-13A0-5C008F0A19D2}"/>
          </ac:cxnSpMkLst>
        </pc:cxnChg>
        <pc:cxnChg chg="add mod">
          <ac:chgData name="우진 김" userId="9d5916cb77183fd7" providerId="LiveId" clId="{70C45FB2-E62E-45E5-B1FF-DCFA828D8720}" dt="2025-06-25T03:08:27.686" v="8360" actId="1076"/>
          <ac:cxnSpMkLst>
            <pc:docMk/>
            <pc:sldMk cId="2662227931" sldId="451"/>
            <ac:cxnSpMk id="36" creationId="{697F704B-952C-B8D9-3062-29B75DE0FF9C}"/>
          </ac:cxnSpMkLst>
        </pc:cxnChg>
      </pc:sldChg>
      <pc:sldChg chg="addSp delSp modSp add mod">
        <pc:chgData name="우진 김" userId="9d5916cb77183fd7" providerId="LiveId" clId="{70C45FB2-E62E-45E5-B1FF-DCFA828D8720}" dt="2025-06-25T03:36:58.241" v="9364" actId="20577"/>
        <pc:sldMkLst>
          <pc:docMk/>
          <pc:sldMk cId="2318885889" sldId="452"/>
        </pc:sldMkLst>
        <pc:spChg chg="add del mod">
          <ac:chgData name="우진 김" userId="9d5916cb77183fd7" providerId="LiveId" clId="{70C45FB2-E62E-45E5-B1FF-DCFA828D8720}" dt="2025-06-25T03:10:59.285" v="8472" actId="478"/>
          <ac:spMkLst>
            <pc:docMk/>
            <pc:sldMk cId="2318885889" sldId="452"/>
            <ac:spMk id="2" creationId="{C177C93C-2D1E-4F12-B8E8-4DB1EA5E3A86}"/>
          </ac:spMkLst>
        </pc:spChg>
        <pc:spChg chg="mod">
          <ac:chgData name="우진 김" userId="9d5916cb77183fd7" providerId="LiveId" clId="{70C45FB2-E62E-45E5-B1FF-DCFA828D8720}" dt="2025-06-25T03:36:58.241" v="9364" actId="20577"/>
          <ac:spMkLst>
            <pc:docMk/>
            <pc:sldMk cId="2318885889" sldId="452"/>
            <ac:spMk id="8" creationId="{90294720-96C3-901F-1CE6-45128856CBA1}"/>
          </ac:spMkLst>
        </pc:spChg>
        <pc:spChg chg="add mod">
          <ac:chgData name="우진 김" userId="9d5916cb77183fd7" providerId="LiveId" clId="{70C45FB2-E62E-45E5-B1FF-DCFA828D8720}" dt="2025-06-25T03:15:06.390" v="8709" actId="14100"/>
          <ac:spMkLst>
            <pc:docMk/>
            <pc:sldMk cId="2318885889" sldId="452"/>
            <ac:spMk id="11" creationId="{14F0A019-7AE6-C33D-5447-0B4C3E11B628}"/>
          </ac:spMkLst>
        </pc:spChg>
        <pc:spChg chg="add mod">
          <ac:chgData name="우진 김" userId="9d5916cb77183fd7" providerId="LiveId" clId="{70C45FB2-E62E-45E5-B1FF-DCFA828D8720}" dt="2025-06-25T03:15:02.775" v="8708" actId="14100"/>
          <ac:spMkLst>
            <pc:docMk/>
            <pc:sldMk cId="2318885889" sldId="452"/>
            <ac:spMk id="12" creationId="{87E9D4BD-F4D2-537B-7EFF-071E79B07236}"/>
          </ac:spMkLst>
        </pc:spChg>
        <pc:spChg chg="add del mod">
          <ac:chgData name="우진 김" userId="9d5916cb77183fd7" providerId="LiveId" clId="{70C45FB2-E62E-45E5-B1FF-DCFA828D8720}" dt="2025-06-25T03:13:50.276" v="8632" actId="478"/>
          <ac:spMkLst>
            <pc:docMk/>
            <pc:sldMk cId="2318885889" sldId="452"/>
            <ac:spMk id="13" creationId="{2BAA7B15-9B92-32CD-20A8-B0840D63D7EF}"/>
          </ac:spMkLst>
        </pc:spChg>
        <pc:spChg chg="add mod">
          <ac:chgData name="우진 김" userId="9d5916cb77183fd7" providerId="LiveId" clId="{70C45FB2-E62E-45E5-B1FF-DCFA828D8720}" dt="2025-06-25T03:15:19.912" v="8713" actId="14100"/>
          <ac:spMkLst>
            <pc:docMk/>
            <pc:sldMk cId="2318885889" sldId="452"/>
            <ac:spMk id="26" creationId="{172892FA-7D1A-4629-0DAC-455224759A2D}"/>
          </ac:spMkLst>
        </pc:spChg>
        <pc:spChg chg="mod">
          <ac:chgData name="우진 김" userId="9d5916cb77183fd7" providerId="LiveId" clId="{70C45FB2-E62E-45E5-B1FF-DCFA828D8720}" dt="2025-06-25T03:15:25.605" v="8714" actId="1076"/>
          <ac:spMkLst>
            <pc:docMk/>
            <pc:sldMk cId="2318885889" sldId="452"/>
            <ac:spMk id="28" creationId="{1C1DEC27-C4D7-27AE-F276-EB276911EB4C}"/>
          </ac:spMkLst>
        </pc:spChg>
        <pc:spChg chg="del">
          <ac:chgData name="우진 김" userId="9d5916cb77183fd7" providerId="LiveId" clId="{70C45FB2-E62E-45E5-B1FF-DCFA828D8720}" dt="2025-06-25T03:10:57.054" v="8470" actId="478"/>
          <ac:spMkLst>
            <pc:docMk/>
            <pc:sldMk cId="2318885889" sldId="452"/>
            <ac:spMk id="34" creationId="{68E42D19-EBB9-1724-2DAB-257496541E7F}"/>
          </ac:spMkLst>
        </pc:spChg>
        <pc:spChg chg="del">
          <ac:chgData name="우진 김" userId="9d5916cb77183fd7" providerId="LiveId" clId="{70C45FB2-E62E-45E5-B1FF-DCFA828D8720}" dt="2025-06-25T03:10:59.285" v="8472" actId="478"/>
          <ac:spMkLst>
            <pc:docMk/>
            <pc:sldMk cId="2318885889" sldId="452"/>
            <ac:spMk id="37" creationId="{960756F3-3686-3244-390C-6998298FE974}"/>
          </ac:spMkLst>
        </pc:spChg>
        <pc:spChg chg="del">
          <ac:chgData name="우진 김" userId="9d5916cb77183fd7" providerId="LiveId" clId="{70C45FB2-E62E-45E5-B1FF-DCFA828D8720}" dt="2025-06-25T03:10:59.285" v="8472" actId="478"/>
          <ac:spMkLst>
            <pc:docMk/>
            <pc:sldMk cId="2318885889" sldId="452"/>
            <ac:spMk id="38" creationId="{04134DAD-B387-8678-5959-0350F428E027}"/>
          </ac:spMkLst>
        </pc:spChg>
        <pc:picChg chg="add mod">
          <ac:chgData name="우진 김" userId="9d5916cb77183fd7" providerId="LiveId" clId="{70C45FB2-E62E-45E5-B1FF-DCFA828D8720}" dt="2025-06-25T03:15:28.219" v="8715" actId="1076"/>
          <ac:picMkLst>
            <pc:docMk/>
            <pc:sldMk cId="2318885889" sldId="452"/>
            <ac:picMk id="10" creationId="{E98DA2D6-60CF-9105-B05E-0CB28AF47A74}"/>
          </ac:picMkLst>
        </pc:picChg>
        <pc:picChg chg="del">
          <ac:chgData name="우진 김" userId="9d5916cb77183fd7" providerId="LiveId" clId="{70C45FB2-E62E-45E5-B1FF-DCFA828D8720}" dt="2025-06-25T03:10:55.468" v="8469" actId="478"/>
          <ac:picMkLst>
            <pc:docMk/>
            <pc:sldMk cId="2318885889" sldId="452"/>
            <ac:picMk id="1026" creationId="{51DE8A9F-4749-EEE9-50B8-93AF36430CEF}"/>
          </ac:picMkLst>
        </pc:picChg>
        <pc:cxnChg chg="del">
          <ac:chgData name="우진 김" userId="9d5916cb77183fd7" providerId="LiveId" clId="{70C45FB2-E62E-45E5-B1FF-DCFA828D8720}" dt="2025-06-25T03:10:58.101" v="8471" actId="478"/>
          <ac:cxnSpMkLst>
            <pc:docMk/>
            <pc:sldMk cId="2318885889" sldId="452"/>
            <ac:cxnSpMk id="36" creationId="{202B4A59-63A3-164D-5FF2-7BE4F7877B7E}"/>
          </ac:cxnSpMkLst>
        </pc:cxnChg>
      </pc:sldChg>
      <pc:sldChg chg="addSp delSp modSp add mod">
        <pc:chgData name="우진 김" userId="9d5916cb77183fd7" providerId="LiveId" clId="{70C45FB2-E62E-45E5-B1FF-DCFA828D8720}" dt="2025-06-25T03:37:07.186" v="9375" actId="20577"/>
        <pc:sldMkLst>
          <pc:docMk/>
          <pc:sldMk cId="1474175074" sldId="453"/>
        </pc:sldMkLst>
        <pc:spChg chg="add mod">
          <ac:chgData name="우진 김" userId="9d5916cb77183fd7" providerId="LiveId" clId="{70C45FB2-E62E-45E5-B1FF-DCFA828D8720}" dt="2025-06-25T03:23:14.067" v="8837" actId="1076"/>
          <ac:spMkLst>
            <pc:docMk/>
            <pc:sldMk cId="1474175074" sldId="453"/>
            <ac:spMk id="2" creationId="{9EA47806-4587-63BB-5B39-494442EA8CEF}"/>
          </ac:spMkLst>
        </pc:spChg>
        <pc:spChg chg="add 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5" creationId="{1837E2DE-06E0-14BE-997D-9EAA2B5DB157}"/>
          </ac:spMkLst>
        </pc:spChg>
        <pc:spChg chg="mod">
          <ac:chgData name="우진 김" userId="9d5916cb77183fd7" providerId="LiveId" clId="{70C45FB2-E62E-45E5-B1FF-DCFA828D8720}" dt="2025-06-25T03:37:03.018" v="9368" actId="20577"/>
          <ac:spMkLst>
            <pc:docMk/>
            <pc:sldMk cId="1474175074" sldId="453"/>
            <ac:spMk id="8" creationId="{3D3DC745-B121-6758-876B-0BF04B43DB7F}"/>
          </ac:spMkLst>
        </pc:spChg>
        <pc:spChg chg="del mod">
          <ac:chgData name="우진 김" userId="9d5916cb77183fd7" providerId="LiveId" clId="{70C45FB2-E62E-45E5-B1FF-DCFA828D8720}" dt="2025-06-25T03:29:18.461" v="9023" actId="478"/>
          <ac:spMkLst>
            <pc:docMk/>
            <pc:sldMk cId="1474175074" sldId="453"/>
            <ac:spMk id="11" creationId="{B53A8CEB-B62B-0C32-860E-F57BB8FCD6BC}"/>
          </ac:spMkLst>
        </pc:spChg>
        <pc:spChg chg="mod">
          <ac:chgData name="우진 김" userId="9d5916cb77183fd7" providerId="LiveId" clId="{70C45FB2-E62E-45E5-B1FF-DCFA828D8720}" dt="2025-06-25T03:21:09.496" v="8760" actId="1076"/>
          <ac:spMkLst>
            <pc:docMk/>
            <pc:sldMk cId="1474175074" sldId="453"/>
            <ac:spMk id="12" creationId="{A82BA99D-A062-112E-2BDA-2A02CBFB35E8}"/>
          </ac:spMkLst>
        </pc:spChg>
        <pc:spChg chg="add 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13" creationId="{E865E498-9EB5-4995-C196-D51E61CAAB92}"/>
          </ac:spMkLst>
        </pc:spChg>
        <pc:spChg chg="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26" creationId="{660021F8-5BFB-174F-34EC-008F21E804A7}"/>
          </ac:spMkLst>
        </pc:spChg>
        <pc:spChg chg="mod">
          <ac:chgData name="우진 김" userId="9d5916cb77183fd7" providerId="LiveId" clId="{70C45FB2-E62E-45E5-B1FF-DCFA828D8720}" dt="2025-06-25T03:21:12.359" v="8761" actId="1076"/>
          <ac:spMkLst>
            <pc:docMk/>
            <pc:sldMk cId="1474175074" sldId="453"/>
            <ac:spMk id="28" creationId="{A3D5B887-4A8F-2525-55EA-81541722A428}"/>
          </ac:spMkLst>
        </pc:spChg>
        <pc:spChg chg="add 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30" creationId="{28E8C417-7973-C8AB-3DBC-FEA0BDE947DA}"/>
          </ac:spMkLst>
        </pc:spChg>
        <pc:spChg chg="add mod">
          <ac:chgData name="우진 김" userId="9d5916cb77183fd7" providerId="LiveId" clId="{70C45FB2-E62E-45E5-B1FF-DCFA828D8720}" dt="2025-06-25T03:23:44.691" v="8866" actId="6549"/>
          <ac:spMkLst>
            <pc:docMk/>
            <pc:sldMk cId="1474175074" sldId="453"/>
            <ac:spMk id="32" creationId="{5665316F-F999-FADD-C634-33723CD7398B}"/>
          </ac:spMkLst>
        </pc:spChg>
        <pc:spChg chg="add del mod">
          <ac:chgData name="우진 김" userId="9d5916cb77183fd7" providerId="LiveId" clId="{70C45FB2-E62E-45E5-B1FF-DCFA828D8720}" dt="2025-06-25T03:23:43.186" v="8865" actId="6549"/>
          <ac:spMkLst>
            <pc:docMk/>
            <pc:sldMk cId="1474175074" sldId="453"/>
            <ac:spMk id="34" creationId="{F77BDFB8-B89E-A9F2-0586-5D7825AE2B6A}"/>
          </ac:spMkLst>
        </pc:spChg>
        <pc:spChg chg="add mod">
          <ac:chgData name="우진 김" userId="9d5916cb77183fd7" providerId="LiveId" clId="{70C45FB2-E62E-45E5-B1FF-DCFA828D8720}" dt="2025-06-25T03:27:18.023" v="8988"/>
          <ac:spMkLst>
            <pc:docMk/>
            <pc:sldMk cId="1474175074" sldId="453"/>
            <ac:spMk id="35" creationId="{99A9DF16-8A1A-8989-F989-79821195B22D}"/>
          </ac:spMkLst>
        </pc:spChg>
        <pc:spChg chg="add mod">
          <ac:chgData name="우진 김" userId="9d5916cb77183fd7" providerId="LiveId" clId="{70C45FB2-E62E-45E5-B1FF-DCFA828D8720}" dt="2025-06-25T03:24:52.570" v="8888" actId="14100"/>
          <ac:spMkLst>
            <pc:docMk/>
            <pc:sldMk cId="1474175074" sldId="453"/>
            <ac:spMk id="36" creationId="{D08830BE-EF0D-85C8-EB43-C80DE217E676}"/>
          </ac:spMkLst>
        </pc:spChg>
        <pc:spChg chg="add mod">
          <ac:chgData name="우진 김" userId="9d5916cb77183fd7" providerId="LiveId" clId="{70C45FB2-E62E-45E5-B1FF-DCFA828D8720}" dt="2025-06-25T03:25:00.137" v="8893" actId="20577"/>
          <ac:spMkLst>
            <pc:docMk/>
            <pc:sldMk cId="1474175074" sldId="453"/>
            <ac:spMk id="37" creationId="{6CCE9427-7688-9C67-8226-D7537331AD80}"/>
          </ac:spMkLst>
        </pc:spChg>
        <pc:spChg chg="add mod">
          <ac:chgData name="우진 김" userId="9d5916cb77183fd7" providerId="LiveId" clId="{70C45FB2-E62E-45E5-B1FF-DCFA828D8720}" dt="2025-06-25T03:25:07.984" v="8899" actId="20577"/>
          <ac:spMkLst>
            <pc:docMk/>
            <pc:sldMk cId="1474175074" sldId="453"/>
            <ac:spMk id="38" creationId="{9D5282D5-5E08-A658-7B4F-85BE5322BE7B}"/>
          </ac:spMkLst>
        </pc:spChg>
        <pc:spChg chg="add 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39" creationId="{562279BD-F7EC-5C13-CB9D-18A1DBD092FE}"/>
          </ac:spMkLst>
        </pc:spChg>
        <pc:spChg chg="add 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41" creationId="{A5BF4713-FB98-C32A-CA9B-7402624423F7}"/>
          </ac:spMkLst>
        </pc:spChg>
        <pc:spChg chg="add mod">
          <ac:chgData name="우진 김" userId="9d5916cb77183fd7" providerId="LiveId" clId="{70C45FB2-E62E-45E5-B1FF-DCFA828D8720}" dt="2025-06-25T03:27:13.353" v="8987"/>
          <ac:spMkLst>
            <pc:docMk/>
            <pc:sldMk cId="1474175074" sldId="453"/>
            <ac:spMk id="47" creationId="{29E1A20E-F9C9-2F1B-FFD4-D1FF339ABC0E}"/>
          </ac:spMkLst>
        </pc:spChg>
        <pc:spChg chg="add 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48" creationId="{A2AF2D0C-5746-573A-9AB2-61C635B6CD8E}"/>
          </ac:spMkLst>
        </pc:spChg>
        <pc:spChg chg="add mod">
          <ac:chgData name="우진 김" userId="9d5916cb77183fd7" providerId="LiveId" clId="{70C45FB2-E62E-45E5-B1FF-DCFA828D8720}" dt="2025-06-25T03:27:58.916" v="8997" actId="1076"/>
          <ac:spMkLst>
            <pc:docMk/>
            <pc:sldMk cId="1474175074" sldId="453"/>
            <ac:spMk id="49" creationId="{5CB139CA-3139-BE55-62E4-825E4A9295F6}"/>
          </ac:spMkLst>
        </pc:spChg>
        <pc:spChg chg="add mod">
          <ac:chgData name="우진 김" userId="9d5916cb77183fd7" providerId="LiveId" clId="{70C45FB2-E62E-45E5-B1FF-DCFA828D8720}" dt="2025-06-25T03:27:58.916" v="8997" actId="1076"/>
          <ac:spMkLst>
            <pc:docMk/>
            <pc:sldMk cId="1474175074" sldId="453"/>
            <ac:spMk id="50" creationId="{50FF82E6-3DC6-B375-84EF-02C9A422223E}"/>
          </ac:spMkLst>
        </pc:spChg>
        <pc:spChg chg="add mod">
          <ac:chgData name="우진 김" userId="9d5916cb77183fd7" providerId="LiveId" clId="{70C45FB2-E62E-45E5-B1FF-DCFA828D8720}" dt="2025-06-25T03:28:01.192" v="8998" actId="1036"/>
          <ac:spMkLst>
            <pc:docMk/>
            <pc:sldMk cId="1474175074" sldId="453"/>
            <ac:spMk id="51" creationId="{A7C151ED-C755-F12E-AC48-51901786B0F4}"/>
          </ac:spMkLst>
        </pc:spChg>
        <pc:spChg chg="add mod">
          <ac:chgData name="우진 김" userId="9d5916cb77183fd7" providerId="LiveId" clId="{70C45FB2-E62E-45E5-B1FF-DCFA828D8720}" dt="2025-06-25T03:28:09.723" v="9000" actId="1076"/>
          <ac:spMkLst>
            <pc:docMk/>
            <pc:sldMk cId="1474175074" sldId="453"/>
            <ac:spMk id="52" creationId="{CDBF4271-6C8C-BD7C-676E-012DBA083A81}"/>
          </ac:spMkLst>
        </pc:spChg>
        <pc:spChg chg="add 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53" creationId="{67E3C4AE-56A1-6F61-3C71-D4199F1FCDF4}"/>
          </ac:spMkLst>
        </pc:spChg>
        <pc:spChg chg="add mod">
          <ac:chgData name="우진 김" userId="9d5916cb77183fd7" providerId="LiveId" clId="{70C45FB2-E62E-45E5-B1FF-DCFA828D8720}" dt="2025-06-25T03:28:09.723" v="9000" actId="1076"/>
          <ac:spMkLst>
            <pc:docMk/>
            <pc:sldMk cId="1474175074" sldId="453"/>
            <ac:spMk id="54" creationId="{1075FD80-FC62-B294-4DCE-3B2F8DBAF37D}"/>
          </ac:spMkLst>
        </pc:spChg>
        <pc:spChg chg="add mod">
          <ac:chgData name="우진 김" userId="9d5916cb77183fd7" providerId="LiveId" clId="{70C45FB2-E62E-45E5-B1FF-DCFA828D8720}" dt="2025-06-25T03:29:25.482" v="9024" actId="1076"/>
          <ac:spMkLst>
            <pc:docMk/>
            <pc:sldMk cId="1474175074" sldId="453"/>
            <ac:spMk id="55" creationId="{271F603C-3B42-9AE0-568B-3B5EB2720E44}"/>
          </ac:spMkLst>
        </pc:spChg>
        <pc:spChg chg="add mod">
          <ac:chgData name="우진 김" userId="9d5916cb77183fd7" providerId="LiveId" clId="{70C45FB2-E62E-45E5-B1FF-DCFA828D8720}" dt="2025-06-25T03:37:07.186" v="9375" actId="20577"/>
          <ac:spMkLst>
            <pc:docMk/>
            <pc:sldMk cId="1474175074" sldId="453"/>
            <ac:spMk id="61" creationId="{96BCB53E-2570-A4DE-7E71-702296F9923D}"/>
          </ac:spMkLst>
        </pc:spChg>
        <pc:picChg chg="del">
          <ac:chgData name="우진 김" userId="9d5916cb77183fd7" providerId="LiveId" clId="{70C45FB2-E62E-45E5-B1FF-DCFA828D8720}" dt="2025-06-25T03:17:46.493" v="8759" actId="478"/>
          <ac:picMkLst>
            <pc:docMk/>
            <pc:sldMk cId="1474175074" sldId="453"/>
            <ac:picMk id="10" creationId="{A3565917-A666-1753-2AE7-302242FD700E}"/>
          </ac:picMkLst>
        </pc:picChg>
        <pc:cxnChg chg="add mod">
          <ac:chgData name="우진 김" userId="9d5916cb77183fd7" providerId="LiveId" clId="{70C45FB2-E62E-45E5-B1FF-DCFA828D8720}" dt="2025-06-25T03:25:50.536" v="8926" actId="13822"/>
          <ac:cxnSpMkLst>
            <pc:docMk/>
            <pc:sldMk cId="1474175074" sldId="453"/>
            <ac:cxnSpMk id="43" creationId="{01AC0FBA-5AB3-3DA6-9AE0-AFCCCD82ECCF}"/>
          </ac:cxnSpMkLst>
        </pc:cxnChg>
        <pc:cxnChg chg="add mod">
          <ac:chgData name="우진 김" userId="9d5916cb77183fd7" providerId="LiveId" clId="{70C45FB2-E62E-45E5-B1FF-DCFA828D8720}" dt="2025-06-25T03:25:55.390" v="8928" actId="1076"/>
          <ac:cxnSpMkLst>
            <pc:docMk/>
            <pc:sldMk cId="1474175074" sldId="453"/>
            <ac:cxnSpMk id="44" creationId="{F8C346FC-3D5C-1A6C-5CC6-852AEB765A7F}"/>
          </ac:cxnSpMkLst>
        </pc:cxnChg>
        <pc:cxnChg chg="add mod">
          <ac:chgData name="우진 김" userId="9d5916cb77183fd7" providerId="LiveId" clId="{70C45FB2-E62E-45E5-B1FF-DCFA828D8720}" dt="2025-06-25T03:25:59.221" v="8930" actId="1076"/>
          <ac:cxnSpMkLst>
            <pc:docMk/>
            <pc:sldMk cId="1474175074" sldId="453"/>
            <ac:cxnSpMk id="45" creationId="{31EE1068-B84A-7416-D308-1F7198C79F6C}"/>
          </ac:cxnSpMkLst>
        </pc:cxnChg>
        <pc:cxnChg chg="add mod">
          <ac:chgData name="우진 김" userId="9d5916cb77183fd7" providerId="LiveId" clId="{70C45FB2-E62E-45E5-B1FF-DCFA828D8720}" dt="2025-06-25T03:26:02.890" v="8932" actId="1076"/>
          <ac:cxnSpMkLst>
            <pc:docMk/>
            <pc:sldMk cId="1474175074" sldId="453"/>
            <ac:cxnSpMk id="46" creationId="{8545198A-0C12-CEA6-199F-293CEB87E7B4}"/>
          </ac:cxnSpMkLst>
        </pc:cxnChg>
        <pc:cxnChg chg="add mod">
          <ac:chgData name="우진 김" userId="9d5916cb77183fd7" providerId="LiveId" clId="{70C45FB2-E62E-45E5-B1FF-DCFA828D8720}" dt="2025-06-25T03:28:40.218" v="9017" actId="1036"/>
          <ac:cxnSpMkLst>
            <pc:docMk/>
            <pc:sldMk cId="1474175074" sldId="453"/>
            <ac:cxnSpMk id="56" creationId="{C42E599D-E8F9-D093-64EC-1AA43BF93FF7}"/>
          </ac:cxnSpMkLst>
        </pc:cxnChg>
      </pc:sldChg>
      <pc:sldChg chg="addSp delSp modSp add mod">
        <pc:chgData name="우진 김" userId="9d5916cb77183fd7" providerId="LiveId" clId="{70C45FB2-E62E-45E5-B1FF-DCFA828D8720}" dt="2025-06-25T03:37:14.370" v="9379" actId="20577"/>
        <pc:sldMkLst>
          <pc:docMk/>
          <pc:sldMk cId="1835873738" sldId="454"/>
        </pc:sldMkLst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2" creationId="{A0D8D34B-3DA1-D2AF-1445-7412C66D9A04}"/>
          </ac:spMkLst>
        </pc:spChg>
        <pc:spChg chg="mod">
          <ac:chgData name="우진 김" userId="9d5916cb77183fd7" providerId="LiveId" clId="{70C45FB2-E62E-45E5-B1FF-DCFA828D8720}" dt="2025-06-25T03:37:14.370" v="9379" actId="20577"/>
          <ac:spMkLst>
            <pc:docMk/>
            <pc:sldMk cId="1835873738" sldId="454"/>
            <ac:spMk id="8" creationId="{48823AF2-BB10-A694-32ED-948B0FD2A233}"/>
          </ac:spMkLst>
        </pc:spChg>
        <pc:spChg chg="add mod">
          <ac:chgData name="우진 김" userId="9d5916cb77183fd7" providerId="LiveId" clId="{70C45FB2-E62E-45E5-B1FF-DCFA828D8720}" dt="2025-06-25T03:31:56.457" v="9202" actId="20577"/>
          <ac:spMkLst>
            <pc:docMk/>
            <pc:sldMk cId="1835873738" sldId="454"/>
            <ac:spMk id="10" creationId="{0B10EBD1-0AA3-65A3-D01D-3EB85BBAB07A}"/>
          </ac:spMkLst>
        </pc:spChg>
        <pc:spChg chg="mod">
          <ac:chgData name="우진 김" userId="9d5916cb77183fd7" providerId="LiveId" clId="{70C45FB2-E62E-45E5-B1FF-DCFA828D8720}" dt="2025-06-25T03:30:37.963" v="9148" actId="20577"/>
          <ac:spMkLst>
            <pc:docMk/>
            <pc:sldMk cId="1835873738" sldId="454"/>
            <ac:spMk id="12" creationId="{272CF87A-5E83-FC38-29C6-8742CDB59BB4}"/>
          </ac:spMkLst>
        </pc:spChg>
        <pc:spChg chg="mod">
          <ac:chgData name="우진 김" userId="9d5916cb77183fd7" providerId="LiveId" clId="{70C45FB2-E62E-45E5-B1FF-DCFA828D8720}" dt="2025-06-25T03:31:02.074" v="9154" actId="1076"/>
          <ac:spMkLst>
            <pc:docMk/>
            <pc:sldMk cId="1835873738" sldId="454"/>
            <ac:spMk id="26" creationId="{E7C10828-75EA-0389-307F-9736DE30B402}"/>
          </ac:spMkLst>
        </pc:spChg>
        <pc:spChg chg="mod">
          <ac:chgData name="우진 김" userId="9d5916cb77183fd7" providerId="LiveId" clId="{70C45FB2-E62E-45E5-B1FF-DCFA828D8720}" dt="2025-06-25T03:29:48.607" v="9049" actId="20577"/>
          <ac:spMkLst>
            <pc:docMk/>
            <pc:sldMk cId="1835873738" sldId="454"/>
            <ac:spMk id="28" creationId="{B2EF11FE-A401-5EF2-4F21-9B64062D460C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30" creationId="{C35CA9E2-DE19-0F9F-D41E-D7FD189C28FC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34" creationId="{E3F1FF68-FB30-618A-3258-F427D20C1DA6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36" creationId="{D68C33EE-D6D0-A06F-9A2D-E3904F55AF52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37" creationId="{9772E8A5-DDFF-583C-DBAF-684B656DA22A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38" creationId="{086A43FE-713A-712C-A631-5ECDB3694655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39" creationId="{A1C30325-BC14-BECC-C6B1-55F3E5D51A68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48" creationId="{957A8973-2BFB-D1A3-910D-5327F1596178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51" creationId="{9DB909D9-9C06-6C95-B800-699ED694EADF}"/>
          </ac:spMkLst>
        </pc:spChg>
        <pc:spChg chg="del">
          <ac:chgData name="우진 김" userId="9d5916cb77183fd7" providerId="LiveId" clId="{70C45FB2-E62E-45E5-B1FF-DCFA828D8720}" dt="2025-06-25T03:30:41.820" v="9149" actId="478"/>
          <ac:spMkLst>
            <pc:docMk/>
            <pc:sldMk cId="1835873738" sldId="454"/>
            <ac:spMk id="52" creationId="{E5A35EA6-B963-3466-40D5-AAB50450BE93}"/>
          </ac:spMkLst>
        </pc:spChg>
        <pc:spChg chg="add mod">
          <ac:chgData name="우진 김" userId="9d5916cb77183fd7" providerId="LiveId" clId="{70C45FB2-E62E-45E5-B1FF-DCFA828D8720}" dt="2025-06-25T03:33:12.474" v="9211" actId="1076"/>
          <ac:spMkLst>
            <pc:docMk/>
            <pc:sldMk cId="1835873738" sldId="454"/>
            <ac:spMk id="57" creationId="{648BD4ED-1F50-11C0-E546-84A7DE28FBB2}"/>
          </ac:spMkLst>
        </pc:spChg>
        <pc:picChg chg="add mod">
          <ac:chgData name="우진 김" userId="9d5916cb77183fd7" providerId="LiveId" clId="{70C45FB2-E62E-45E5-B1FF-DCFA828D8720}" dt="2025-06-25T03:33:00.673" v="9207" actId="1076"/>
          <ac:picMkLst>
            <pc:docMk/>
            <pc:sldMk cId="1835873738" sldId="454"/>
            <ac:picMk id="40" creationId="{A9AF2598-7131-1BCD-0F1C-78F0C6384751}"/>
          </ac:picMkLst>
        </pc:picChg>
      </pc:sldChg>
      <pc:sldChg chg="modSp add mod ord">
        <pc:chgData name="우진 김" userId="9d5916cb77183fd7" providerId="LiveId" clId="{70C45FB2-E62E-45E5-B1FF-DCFA828D8720}" dt="2025-06-25T03:34:01.090" v="9232" actId="20577"/>
        <pc:sldMkLst>
          <pc:docMk/>
          <pc:sldMk cId="1410595756" sldId="455"/>
        </pc:sldMkLst>
        <pc:spChg chg="mod">
          <ac:chgData name="우진 김" userId="9d5916cb77183fd7" providerId="LiveId" clId="{70C45FB2-E62E-45E5-B1FF-DCFA828D8720}" dt="2025-06-25T03:34:01.090" v="9232" actId="20577"/>
          <ac:spMkLst>
            <pc:docMk/>
            <pc:sldMk cId="1410595756" sldId="455"/>
            <ac:spMk id="5" creationId="{24A5D0C8-7663-29E6-D59C-9990A69D0F2F}"/>
          </ac:spMkLst>
        </pc:spChg>
      </pc:sldChg>
      <pc:sldMasterChg chg="modSldLayout">
        <pc:chgData name="우진 김" userId="9d5916cb77183fd7" providerId="LiveId" clId="{70C45FB2-E62E-45E5-B1FF-DCFA828D8720}" dt="2025-06-25T01:04:05.920" v="7002" actId="20577"/>
        <pc:sldMasterMkLst>
          <pc:docMk/>
          <pc:sldMasterMk cId="471148940" sldId="2147483648"/>
        </pc:sldMasterMkLst>
        <pc:sldLayoutChg chg="modSp mod">
          <pc:chgData name="우진 김" userId="9d5916cb77183fd7" providerId="LiveId" clId="{70C45FB2-E62E-45E5-B1FF-DCFA828D8720}" dt="2025-06-25T01:04:05.920" v="7002" actId="20577"/>
          <pc:sldLayoutMkLst>
            <pc:docMk/>
            <pc:sldMasterMk cId="471148940" sldId="2147483648"/>
            <pc:sldLayoutMk cId="1425795397" sldId="2147483654"/>
          </pc:sldLayoutMkLst>
          <pc:spChg chg="mod">
            <ac:chgData name="우진 김" userId="9d5916cb77183fd7" providerId="LiveId" clId="{70C45FB2-E62E-45E5-B1FF-DCFA828D8720}" dt="2025-06-25T01:04:05.920" v="7002" actId="20577"/>
            <ac:spMkLst>
              <pc:docMk/>
              <pc:sldMasterMk cId="471148940" sldId="2147483648"/>
              <pc:sldLayoutMk cId="1425795397" sldId="2147483654"/>
              <ac:spMk id="5" creationId="{6D907AE9-2A8E-446F-AC5C-E522F1C0231C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A2BEB3BB-032A-802E-B302-9200A4D81A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546" y="-10674"/>
            <a:ext cx="12216384" cy="6871717"/>
          </a:xfrm>
          <a:prstGeom prst="rect">
            <a:avLst/>
          </a:prstGeom>
        </p:spPr>
      </p:pic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4D7701C-3FF2-7F4C-ABF6-317898C84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9E6566-BEE7-0244-9C49-C4C13FC1CF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B2D0C8D8-44B1-7840-8134-EF8AD898169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66851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2 - ba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1C799D5-0CBE-95E4-965A-D4557F45D1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"/>
            <a:ext cx="12192000" cy="6857107"/>
          </a:xfrm>
          <a:prstGeom prst="rect">
            <a:avLst/>
          </a:prstGeom>
        </p:spPr>
      </p:pic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EF329F0-7E76-48C4-8481-E15375D895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2A27C53-8EF5-AAFF-CC35-175A5B0D67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D29E6405-4F25-28B7-591F-F43900BBFE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CC6F2672-4501-9B74-1863-90124D8669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0553EDC-50A1-DAA5-B6A1-52122B6656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6395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2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E5D77-08E5-956A-28D7-232484732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546" y="-10674"/>
            <a:ext cx="12216384" cy="6871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2579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F75DC8-730B-1DD3-1E54-BD702D31FA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4384" y="3377"/>
            <a:ext cx="12216384" cy="6871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2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1AF98B8A-FA10-D4EB-489D-511376FB91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7092" y="-2128"/>
            <a:ext cx="12216384" cy="687171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4706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/47</a:t>
            </a:r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0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406E-49D4-4042-B360-7083D5E4F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-649830"/>
            <a:ext cx="10972800" cy="5355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4229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10858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4038599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449579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A55C8-9EB1-43B1-BF66-2D7F31D1B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-624431"/>
            <a:ext cx="10972800" cy="5355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170A126-58BA-41AC-92D7-A31F9CFA52FC}"/>
              </a:ext>
            </a:extLst>
          </p:cNvPr>
          <p:cNvSpPr/>
          <p:nvPr userDrawn="1"/>
        </p:nvSpPr>
        <p:spPr>
          <a:xfrm>
            <a:off x="0" y="1682496"/>
            <a:ext cx="12192000" cy="42428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900504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0A0F065-DA19-4B02-B238-CFA9C89CB6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EFC34B7-722A-436B-9E34-41B9A285F1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53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</p:spPr>
        <p:txBody>
          <a:bodyPr/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+mj-lt"/>
              </a:rPr>
              <a:t>Q&amp;A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6FF82B-B4E0-4C97-87F3-C1C0B88375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미디어를 추가하려면 아이콘을 클릭하십시오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D0BE8-3DF9-42ED-B529-6742E64DF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-634999"/>
            <a:ext cx="10972800" cy="5355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Enter unique title of slide for accessibility</a:t>
            </a:r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35531"/>
          </a:xfrm>
        </p:spPr>
        <p:txBody>
          <a:bodyPr anchor="t" anchorCtr="0"/>
          <a:lstStyle>
            <a:lvl1pPr>
              <a:defRPr sz="4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44846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448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718982"/>
            <a:ext cx="10972800" cy="44913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914399"/>
            <a:ext cx="7962900" cy="52959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+mj-lt"/>
              </a:rPr>
              <a:t>Do not use layouts after this slide.</a:t>
            </a:r>
            <a:br>
              <a:rPr lang="en-US" sz="6000" dirty="0">
                <a:latin typeface="+mj-lt"/>
              </a:rPr>
            </a:br>
            <a:r>
              <a:rPr lang="en-US" sz="2000" dirty="0">
                <a:latin typeface="+mj-lt"/>
              </a:rPr>
              <a:t>They are not part of the official template.</a:t>
            </a:r>
            <a:endParaRPr lang="en-US" sz="60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4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26" r:id="rId2"/>
    <p:sldLayoutId id="2147483761" r:id="rId3"/>
    <p:sldLayoutId id="2147483742" r:id="rId4"/>
    <p:sldLayoutId id="2147483780" r:id="rId5"/>
    <p:sldLayoutId id="2147483661" r:id="rId6"/>
    <p:sldLayoutId id="2147483654" r:id="rId7"/>
    <p:sldLayoutId id="2147483709" r:id="rId8"/>
    <p:sldLayoutId id="2147483663" r:id="rId9"/>
    <p:sldLayoutId id="2147483655" r:id="rId10"/>
    <p:sldLayoutId id="2147483650" r:id="rId11"/>
    <p:sldLayoutId id="2147483664" r:id="rId12"/>
    <p:sldLayoutId id="2147483666" r:id="rId13"/>
    <p:sldLayoutId id="2147483667" r:id="rId14"/>
    <p:sldLayoutId id="2147483665" r:id="rId15"/>
    <p:sldLayoutId id="2147483668" r:id="rId16"/>
    <p:sldLayoutId id="2147483653" r:id="rId17"/>
    <p:sldLayoutId id="2147483689" r:id="rId18"/>
    <p:sldLayoutId id="2147483691" r:id="rId19"/>
    <p:sldLayoutId id="2147483690" r:id="rId20"/>
    <p:sldLayoutId id="2147483657" r:id="rId21"/>
    <p:sldLayoutId id="2147483692" r:id="rId22"/>
    <p:sldLayoutId id="2147483693" r:id="rId23"/>
    <p:sldLayoutId id="2147483694" r:id="rId24"/>
    <p:sldLayoutId id="2147483652" r:id="rId25"/>
    <p:sldLayoutId id="2147483669" r:id="rId26"/>
    <p:sldLayoutId id="2147483670" r:id="rId27"/>
    <p:sldLayoutId id="2147483673" r:id="rId28"/>
    <p:sldLayoutId id="2147483671" r:id="rId29"/>
    <p:sldLayoutId id="2147483672" r:id="rId30"/>
    <p:sldLayoutId id="2147483695" r:id="rId31"/>
    <p:sldLayoutId id="2147483674" r:id="rId32"/>
    <p:sldLayoutId id="2147483675" r:id="rId33"/>
    <p:sldLayoutId id="2147483656" r:id="rId34"/>
    <p:sldLayoutId id="2147483707" r:id="rId35"/>
    <p:sldLayoutId id="2147483708" r:id="rId36"/>
    <p:sldLayoutId id="2147483678" r:id="rId3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42AD-51B6-1C23-4E72-00565032C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126159"/>
            <a:ext cx="10972804" cy="1421928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Introduction to </a:t>
            </a:r>
            <a:b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 Language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8FE73-30E8-5B94-794F-A35BB3E87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Woojin</a:t>
            </a:r>
            <a:r>
              <a: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Kim</a:t>
            </a:r>
            <a:endParaRPr lang="en-US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BDDAA9-2219-0266-AB20-FC2718CDB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574003"/>
          </a:xfrm>
        </p:spPr>
        <p:txBody>
          <a:bodyPr/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SNU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AIDAS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Lab</a:t>
            </a:r>
          </a:p>
          <a:p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wjk9904@snu.ac.kr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5AE2129-F6AD-0DEE-9EDF-D8CA7AC6C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5434" y="5778740"/>
            <a:ext cx="1086992" cy="636288"/>
          </a:xfrm>
          <a:prstGeom prst="rect">
            <a:avLst/>
          </a:prstGeom>
        </p:spPr>
      </p:pic>
      <p:pic>
        <p:nvPicPr>
          <p:cNvPr id="8" name="Picture 6" descr="정장 - 대학상징 - 대학소개 - 서울대학교">
            <a:extLst>
              <a:ext uri="{FF2B5EF4-FFF2-40B4-BE49-F238E27FC236}">
                <a16:creationId xmlns:a16="http://schemas.microsoft.com/office/drawing/2014/main" id="{13FA6F0E-E22E-2083-0EA2-2FCD6A19B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07" y="5700168"/>
            <a:ext cx="764964" cy="79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42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A060934-A629-BAFC-1388-67779BEF7226}"/>
              </a:ext>
            </a:extLst>
          </p:cNvPr>
          <p:cNvSpPr/>
          <p:nvPr/>
        </p:nvSpPr>
        <p:spPr>
          <a:xfrm>
            <a:off x="609600" y="1712043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55BE9F-F5D3-D811-FF26-E6EEB6ED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5643348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Table of contents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CE3E6-F081-7677-8F06-D45B5FFACA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2503" y="1737448"/>
            <a:ext cx="5000445" cy="369332"/>
          </a:xfrm>
        </p:spPr>
        <p:txBody>
          <a:bodyPr/>
          <a:lstStyle/>
          <a:p>
            <a:r>
              <a:rPr lang="en-US" altLang="ko-KR" sz="2000" dirty="0"/>
              <a:t>The Diffusion Breakthrough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F65B8F-AD55-FB45-B2EE-E29FE64E94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r>
              <a:rPr lang="en-US" dirty="0"/>
              <a:t>/55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1CC41B-B877-2C8E-1EFE-C17195590B93}"/>
              </a:ext>
            </a:extLst>
          </p:cNvPr>
          <p:cNvSpPr/>
          <p:nvPr/>
        </p:nvSpPr>
        <p:spPr>
          <a:xfrm>
            <a:off x="609600" y="2269875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A0D21D0-0C75-CC6C-E80D-252E2CA64B0E}"/>
              </a:ext>
            </a:extLst>
          </p:cNvPr>
          <p:cNvSpPr/>
          <p:nvPr/>
        </p:nvSpPr>
        <p:spPr>
          <a:xfrm>
            <a:off x="609600" y="2827707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58F8C50-94C5-5E8D-E41A-80409F91A431}"/>
              </a:ext>
            </a:extLst>
          </p:cNvPr>
          <p:cNvSpPr txBox="1">
            <a:spLocks/>
          </p:cNvSpPr>
          <p:nvPr/>
        </p:nvSpPr>
        <p:spPr>
          <a:xfrm>
            <a:off x="1252503" y="2293798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Revolutionizing Vision with Diffusion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D73AD54-7CAF-8F4C-B854-EABBA74AD1C6}"/>
              </a:ext>
            </a:extLst>
          </p:cNvPr>
          <p:cNvSpPr txBox="1">
            <a:spLocks/>
          </p:cNvSpPr>
          <p:nvPr/>
        </p:nvSpPr>
        <p:spPr>
          <a:xfrm>
            <a:off x="1252503" y="2850148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Inside the Diffusion Process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FBA774F-2010-3E57-632B-CC751EB374F3}"/>
              </a:ext>
            </a:extLst>
          </p:cNvPr>
          <p:cNvSpPr/>
          <p:nvPr/>
        </p:nvSpPr>
        <p:spPr>
          <a:xfrm>
            <a:off x="609600" y="3385539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85558B7-EBDB-F656-BD38-E46493CBC95F}"/>
              </a:ext>
            </a:extLst>
          </p:cNvPr>
          <p:cNvSpPr txBox="1">
            <a:spLocks/>
          </p:cNvSpPr>
          <p:nvPr/>
        </p:nvSpPr>
        <p:spPr>
          <a:xfrm>
            <a:off x="1252503" y="3406498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Bringing Diffusion to Language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BBE284F-5AC1-E0AD-971C-C1BFFBB47713}"/>
              </a:ext>
            </a:extLst>
          </p:cNvPr>
          <p:cNvSpPr/>
          <p:nvPr/>
        </p:nvSpPr>
        <p:spPr>
          <a:xfrm>
            <a:off x="609600" y="3943371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8AD44FD-5517-7F74-69E7-23535F252341}"/>
              </a:ext>
            </a:extLst>
          </p:cNvPr>
          <p:cNvSpPr txBox="1">
            <a:spLocks/>
          </p:cNvSpPr>
          <p:nvPr/>
        </p:nvSpPr>
        <p:spPr>
          <a:xfrm>
            <a:off x="1252503" y="3962848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Diffusion Language Models Today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CFED8DF-2228-4B61-757C-15EE068CA067}"/>
              </a:ext>
            </a:extLst>
          </p:cNvPr>
          <p:cNvCxnSpPr/>
          <p:nvPr/>
        </p:nvCxnSpPr>
        <p:spPr>
          <a:xfrm>
            <a:off x="6901132" y="1017917"/>
            <a:ext cx="0" cy="4710023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3">
            <a:extLst>
              <a:ext uri="{FF2B5EF4-FFF2-40B4-BE49-F238E27FC236}">
                <a16:creationId xmlns:a16="http://schemas.microsoft.com/office/drawing/2014/main" id="{031825A0-DE3E-03FD-15B0-03CDF9AB8407}"/>
              </a:ext>
            </a:extLst>
          </p:cNvPr>
          <p:cNvSpPr txBox="1">
            <a:spLocks/>
          </p:cNvSpPr>
          <p:nvPr/>
        </p:nvSpPr>
        <p:spPr>
          <a:xfrm>
            <a:off x="7937506" y="975479"/>
            <a:ext cx="3570132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Goals of the Seminar</a:t>
            </a:r>
            <a:endParaRPr 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ECE3030-07C1-AAFF-8971-7D45C4BCBF26}"/>
              </a:ext>
            </a:extLst>
          </p:cNvPr>
          <p:cNvSpPr txBox="1">
            <a:spLocks/>
          </p:cNvSpPr>
          <p:nvPr/>
        </p:nvSpPr>
        <p:spPr>
          <a:xfrm>
            <a:off x="7350910" y="1603434"/>
            <a:ext cx="4321490" cy="535531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To understand the foundational formulas behind diffusion models</a:t>
            </a:r>
            <a:endParaRPr lang="en-US" sz="16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60FB11C-E2D2-A914-E9DC-A9AAC36EB7DD}"/>
              </a:ext>
            </a:extLst>
          </p:cNvPr>
          <p:cNvSpPr txBox="1">
            <a:spLocks/>
          </p:cNvSpPr>
          <p:nvPr/>
        </p:nvSpPr>
        <p:spPr>
          <a:xfrm>
            <a:off x="7350909" y="2248093"/>
            <a:ext cx="4321490" cy="535531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To explore the key components that make up a diffusion model</a:t>
            </a:r>
            <a:endParaRPr lang="en-US" sz="16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F663820-9349-7774-FD99-D0226E29BD79}"/>
              </a:ext>
            </a:extLst>
          </p:cNvPr>
          <p:cNvSpPr txBox="1">
            <a:spLocks/>
          </p:cNvSpPr>
          <p:nvPr/>
        </p:nvSpPr>
        <p:spPr>
          <a:xfrm>
            <a:off x="7350909" y="2906360"/>
            <a:ext cx="4321490" cy="535531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To gain insight into how diffusion models can be integrated into one’s own research</a:t>
            </a:r>
            <a:endParaRPr lang="en-US" sz="16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2F64DBB-9A1B-19F0-1C55-54D1E121A277}"/>
              </a:ext>
            </a:extLst>
          </p:cNvPr>
          <p:cNvSpPr/>
          <p:nvPr/>
        </p:nvSpPr>
        <p:spPr>
          <a:xfrm>
            <a:off x="612240" y="4481726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E626CB9-E3CF-D95A-7BFB-3D0AEA05C6D0}"/>
              </a:ext>
            </a:extLst>
          </p:cNvPr>
          <p:cNvSpPr txBox="1">
            <a:spLocks/>
          </p:cNvSpPr>
          <p:nvPr/>
        </p:nvSpPr>
        <p:spPr>
          <a:xfrm>
            <a:off x="1255143" y="4501203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Seminar Schedule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31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DBE2-9739-1625-DA00-BBC68CC2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F183B6-EF7C-EC8A-43A3-056F44F12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2599861"/>
            <a:ext cx="9634330" cy="757130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The Diffusion Breakthrough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79812B-5D96-3122-F2D1-0D483D30E1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>
                <a:solidFill>
                  <a:srgbClr val="7FDDFF"/>
                </a:solidFill>
              </a:rPr>
              <a:pPr/>
              <a:t>3</a:t>
            </a:fld>
            <a:endParaRPr lang="en-US" dirty="0">
              <a:solidFill>
                <a:srgbClr val="7FD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00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63E8F-4C3E-2FA0-6318-4DF0080B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7A49FE-C3A2-B4A2-02E0-25C6CD78598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The Diffusion Breakthrough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B40DF63-461E-AA01-7AC5-1FE845A3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A4CF916-7CD9-5AAC-1E04-A8861636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Rethinking Language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088A3-C52A-4B51-F839-BC90519A2D88}"/>
              </a:ext>
            </a:extLst>
          </p:cNvPr>
          <p:cNvSpPr txBox="1"/>
          <p:nvPr/>
        </p:nvSpPr>
        <p:spPr>
          <a:xfrm>
            <a:off x="609600" y="1666456"/>
            <a:ext cx="8858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Auto-regressive models (GPT, Qwen) currently dominate the field, but they generate text one token at a time. Is this truly the most optimal approach?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" name="그림 14" descr="텍스트, 스크린샷, 직사각형, 문구용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FD122B-F44F-8BE7-8749-1B825F8F72C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664" y="2839832"/>
            <a:ext cx="6282445" cy="35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3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BA1B-C12B-DB72-CA11-E47799AC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7342AB-F8B1-E112-28E5-12185765141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The Diffusion Breakthrough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2F646D4-35A3-E2EE-3BBE-B6953CBA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C9AAA4F-A505-385B-6B24-B1E260C2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Rethinking Language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0A551-CEA8-7955-39B3-3131459AE2BA}"/>
              </a:ext>
            </a:extLst>
          </p:cNvPr>
          <p:cNvSpPr txBox="1"/>
          <p:nvPr/>
        </p:nvSpPr>
        <p:spPr>
          <a:xfrm>
            <a:off x="609600" y="1666456"/>
            <a:ext cx="8858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Auto-regressive models (GPT, Qwen) currently dominate the field, but they generate text one token at a time. Is this truly the most optimal approach?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" name="그림 14" descr="텍스트, 스크린샷, 직사각형, 문구용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D74028-ED2F-D859-1C68-1AFFF77EC79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664" y="2839832"/>
            <a:ext cx="6282445" cy="3533875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5E54B62-232B-56B3-200A-704859E254FD}"/>
              </a:ext>
            </a:extLst>
          </p:cNvPr>
          <p:cNvSpPr/>
          <p:nvPr/>
        </p:nvSpPr>
        <p:spPr>
          <a:xfrm>
            <a:off x="480759" y="1470672"/>
            <a:ext cx="10253040" cy="5063950"/>
          </a:xfrm>
          <a:prstGeom prst="roundRect">
            <a:avLst/>
          </a:prstGeom>
          <a:solidFill>
            <a:srgbClr val="232F3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39CA936-33C2-0FDC-4871-3D633A124C1F}"/>
              </a:ext>
            </a:extLst>
          </p:cNvPr>
          <p:cNvGrpSpPr/>
          <p:nvPr/>
        </p:nvGrpSpPr>
        <p:grpSpPr>
          <a:xfrm>
            <a:off x="2149173" y="2382792"/>
            <a:ext cx="7591425" cy="1952625"/>
            <a:chOff x="2300287" y="3183406"/>
            <a:chExt cx="7591425" cy="1952625"/>
          </a:xfrm>
          <a:solidFill>
            <a:schemeClr val="bg2">
              <a:lumMod val="75000"/>
              <a:lumOff val="25000"/>
            </a:schemeClr>
          </a:solidFill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ADB3A1F-D4A3-A8CE-357F-24FADF384E88}"/>
                </a:ext>
              </a:extLst>
            </p:cNvPr>
            <p:cNvSpPr/>
            <p:nvPr/>
          </p:nvSpPr>
          <p:spPr>
            <a:xfrm>
              <a:off x="2300287" y="3183406"/>
              <a:ext cx="7591425" cy="195262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CED6160B-EF73-FBA4-699A-4D2198E139D7}"/>
                </a:ext>
              </a:extLst>
            </p:cNvPr>
            <p:cNvSpPr txBox="1">
              <a:spLocks/>
            </p:cNvSpPr>
            <p:nvPr/>
          </p:nvSpPr>
          <p:spPr>
            <a:xfrm>
              <a:off x="3088310" y="3459212"/>
              <a:ext cx="5693740" cy="1147558"/>
            </a:xfrm>
            <a:prstGeom prst="rect">
              <a:avLst/>
            </a:prstGeom>
            <a:grpFill/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2400" i="1" dirty="0">
                  <a:latin typeface="STSong" panose="02010600040101010101" pitchFamily="2" charset="-122"/>
                  <a:ea typeface="STSong" panose="02010600040101010101" pitchFamily="2" charset="-122"/>
                  <a:cs typeface="Pretendard" panose="02000503000000020004" pitchFamily="50" charset="-127"/>
                </a:rPr>
                <a:t>“What if we could generate coherent paragraphs without going one token at a time?”</a:t>
              </a:r>
              <a:endParaRPr lang="en-US" sz="2400" i="1" dirty="0">
                <a:latin typeface="STSong" panose="02010600040101010101" pitchFamily="2" charset="-122"/>
                <a:ea typeface="STSong" panose="02010600040101010101" pitchFamily="2" charset="-122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605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E436E-00BA-2DB7-7EFE-12F8C0F2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BC0B339-9CB8-3CD9-D3C8-A6B00C1257D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The Diffusion Breakthrough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C3D00E4-21BE-AE48-21E1-CCC4CD41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1D5EA41-E1AC-3964-A726-B5CEF0E5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 New Paradigm: Diffusion-based generation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5F9488D-467F-8A97-BF55-35A91ADFEC99}"/>
              </a:ext>
            </a:extLst>
          </p:cNvPr>
          <p:cNvSpPr/>
          <p:nvPr/>
        </p:nvSpPr>
        <p:spPr>
          <a:xfrm>
            <a:off x="6515099" y="3171825"/>
            <a:ext cx="3957223" cy="7010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2000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 </a:t>
            </a:r>
          </a:p>
          <a:p>
            <a:pPr algn="ctr"/>
            <a:r>
              <a:rPr lang="en-US" altLang="ko-KR" sz="2000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Language Model</a:t>
            </a:r>
            <a:endParaRPr lang="ko-KR" altLang="en-US" sz="2000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7D7AAAF-B3B7-6962-97CF-74D108973FCC}"/>
              </a:ext>
            </a:extLst>
          </p:cNvPr>
          <p:cNvSpPr/>
          <p:nvPr/>
        </p:nvSpPr>
        <p:spPr>
          <a:xfrm>
            <a:off x="6515099" y="4435153"/>
            <a:ext cx="3881023" cy="89518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14C47FB-CB47-476B-4520-F46B38701119}"/>
              </a:ext>
            </a:extLst>
          </p:cNvPr>
          <p:cNvCxnSpPr/>
          <p:nvPr/>
        </p:nvCxnSpPr>
        <p:spPr>
          <a:xfrm flipV="1">
            <a:off x="8448675" y="4034938"/>
            <a:ext cx="0" cy="21907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DE552D-D5B9-DA7B-5C67-D95128FC211E}"/>
              </a:ext>
            </a:extLst>
          </p:cNvPr>
          <p:cNvSpPr txBox="1"/>
          <p:nvPr/>
        </p:nvSpPr>
        <p:spPr>
          <a:xfrm>
            <a:off x="6640168" y="4449227"/>
            <a:ext cx="121920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Input Prompt</a:t>
            </a:r>
            <a:endParaRPr lang="ko-KR" altLang="en-US" sz="12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B4F0BD8-02B8-E481-4705-B0C745794066}"/>
              </a:ext>
            </a:extLst>
          </p:cNvPr>
          <p:cNvSpPr txBox="1">
            <a:spLocks/>
          </p:cNvSpPr>
          <p:nvPr/>
        </p:nvSpPr>
        <p:spPr>
          <a:xfrm>
            <a:off x="7012764" y="4843615"/>
            <a:ext cx="2871822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i="1" dirty="0"/>
              <a:t>What is your favorite food?</a:t>
            </a:r>
            <a:endParaRPr lang="en-US" sz="1600" i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F77F6D1-3686-DCF0-41E6-340051BAC740}"/>
              </a:ext>
            </a:extLst>
          </p:cNvPr>
          <p:cNvCxnSpPr/>
          <p:nvPr/>
        </p:nvCxnSpPr>
        <p:spPr>
          <a:xfrm flipV="1">
            <a:off x="8420100" y="2748898"/>
            <a:ext cx="0" cy="21907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1EEE24-F486-FFD7-02C7-FEACF92789E4}"/>
              </a:ext>
            </a:extLst>
          </p:cNvPr>
          <p:cNvSpPr/>
          <p:nvPr/>
        </p:nvSpPr>
        <p:spPr>
          <a:xfrm>
            <a:off x="6515099" y="2129773"/>
            <a:ext cx="762001" cy="437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DCF5ECA-E84C-E9ED-CE30-8559A988D964}"/>
              </a:ext>
            </a:extLst>
          </p:cNvPr>
          <p:cNvSpPr/>
          <p:nvPr/>
        </p:nvSpPr>
        <p:spPr>
          <a:xfrm>
            <a:off x="7400925" y="2129773"/>
            <a:ext cx="762001" cy="437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love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B0644F5-064D-FB8B-C24B-87CB4AA89D6F}"/>
              </a:ext>
            </a:extLst>
          </p:cNvPr>
          <p:cNvSpPr/>
          <p:nvPr/>
        </p:nvSpPr>
        <p:spPr>
          <a:xfrm>
            <a:off x="8286751" y="2129773"/>
            <a:ext cx="1104897" cy="437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pineapple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B01396-42A4-00CA-773E-B305CB8D5FF4}"/>
              </a:ext>
            </a:extLst>
          </p:cNvPr>
          <p:cNvSpPr/>
          <p:nvPr/>
        </p:nvSpPr>
        <p:spPr>
          <a:xfrm>
            <a:off x="9515473" y="2129772"/>
            <a:ext cx="956849" cy="437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pizza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60229A9-FCEE-47BD-9D39-1B2114DE9049}"/>
              </a:ext>
            </a:extLst>
          </p:cNvPr>
          <p:cNvSpPr/>
          <p:nvPr/>
        </p:nvSpPr>
        <p:spPr>
          <a:xfrm>
            <a:off x="1365079" y="3171825"/>
            <a:ext cx="3957223" cy="7010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2000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Auto-regressive</a:t>
            </a:r>
          </a:p>
          <a:p>
            <a:pPr algn="ctr"/>
            <a:r>
              <a:rPr lang="en-US" altLang="ko-KR" sz="2000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Language Model</a:t>
            </a:r>
            <a:endParaRPr lang="ko-KR" altLang="en-US" sz="2000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EDB07A4-E20F-90DC-56E8-EFDA67E0C4E0}"/>
              </a:ext>
            </a:extLst>
          </p:cNvPr>
          <p:cNvSpPr/>
          <p:nvPr/>
        </p:nvSpPr>
        <p:spPr>
          <a:xfrm>
            <a:off x="1365079" y="4435153"/>
            <a:ext cx="3881023" cy="89518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E390D4E-ACE8-3331-18B4-8DE10DAACF8D}"/>
              </a:ext>
            </a:extLst>
          </p:cNvPr>
          <p:cNvCxnSpPr/>
          <p:nvPr/>
        </p:nvCxnSpPr>
        <p:spPr>
          <a:xfrm flipV="1">
            <a:off x="3298655" y="4034938"/>
            <a:ext cx="0" cy="21907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AC86C6B-1FA2-BB4C-D5A4-774BB7B85F71}"/>
              </a:ext>
            </a:extLst>
          </p:cNvPr>
          <p:cNvSpPr txBox="1"/>
          <p:nvPr/>
        </p:nvSpPr>
        <p:spPr>
          <a:xfrm>
            <a:off x="1490148" y="4449227"/>
            <a:ext cx="121920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Input Prompt</a:t>
            </a:r>
            <a:endParaRPr lang="ko-KR" altLang="en-US" sz="12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6A4B96A-138F-BD70-3BE8-FFCC299A17B9}"/>
              </a:ext>
            </a:extLst>
          </p:cNvPr>
          <p:cNvSpPr txBox="1">
            <a:spLocks/>
          </p:cNvSpPr>
          <p:nvPr/>
        </p:nvSpPr>
        <p:spPr>
          <a:xfrm>
            <a:off x="1862744" y="4843615"/>
            <a:ext cx="2871822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i="1" dirty="0"/>
              <a:t>What is your favorite food?</a:t>
            </a:r>
            <a:endParaRPr lang="en-US" sz="1600" i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E746523-7656-4E79-12E2-62E5EE3C8BE5}"/>
              </a:ext>
            </a:extLst>
          </p:cNvPr>
          <p:cNvCxnSpPr/>
          <p:nvPr/>
        </p:nvCxnSpPr>
        <p:spPr>
          <a:xfrm flipV="1">
            <a:off x="3270080" y="2748898"/>
            <a:ext cx="0" cy="219075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3CCE83C-51BF-58FC-0021-5CADE7FD3BD7}"/>
              </a:ext>
            </a:extLst>
          </p:cNvPr>
          <p:cNvSpPr/>
          <p:nvPr/>
        </p:nvSpPr>
        <p:spPr>
          <a:xfrm>
            <a:off x="1365079" y="2129773"/>
            <a:ext cx="762001" cy="437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627EB5C-854F-9B59-8A74-DBFDEF8822D7}"/>
              </a:ext>
            </a:extLst>
          </p:cNvPr>
          <p:cNvSpPr/>
          <p:nvPr/>
        </p:nvSpPr>
        <p:spPr>
          <a:xfrm>
            <a:off x="2250905" y="2129773"/>
            <a:ext cx="762001" cy="437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love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3EF19B4-B175-C3A4-A5AD-5D2476563781}"/>
              </a:ext>
            </a:extLst>
          </p:cNvPr>
          <p:cNvSpPr/>
          <p:nvPr/>
        </p:nvSpPr>
        <p:spPr>
          <a:xfrm>
            <a:off x="3136731" y="2129773"/>
            <a:ext cx="1104897" cy="437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pineapple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4E1DD31-318B-3A6C-A5FA-DAB3C9EA1BBB}"/>
              </a:ext>
            </a:extLst>
          </p:cNvPr>
          <p:cNvSpPr/>
          <p:nvPr/>
        </p:nvSpPr>
        <p:spPr>
          <a:xfrm>
            <a:off x="4365453" y="2129772"/>
            <a:ext cx="956849" cy="437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pizza</a:t>
            </a:r>
            <a:endParaRPr lang="ko-KR" altLang="en-US" dirty="0" err="1">
              <a:solidFill>
                <a:schemeClr val="tx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EF32C28-8046-8EA4-765B-05FFEEED8437}"/>
              </a:ext>
            </a:extLst>
          </p:cNvPr>
          <p:cNvCxnSpPr/>
          <p:nvPr/>
        </p:nvCxnSpPr>
        <p:spPr>
          <a:xfrm>
            <a:off x="5819775" y="1929748"/>
            <a:ext cx="0" cy="413385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A65F4EF-7CCD-952A-E916-4FC192EB7603}"/>
              </a:ext>
            </a:extLst>
          </p:cNvPr>
          <p:cNvSpPr txBox="1">
            <a:spLocks/>
          </p:cNvSpPr>
          <p:nvPr/>
        </p:nvSpPr>
        <p:spPr>
          <a:xfrm>
            <a:off x="1831165" y="5662509"/>
            <a:ext cx="2871822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600" i="1" dirty="0">
                <a:solidFill>
                  <a:schemeClr val="accent6">
                    <a:lumMod val="75000"/>
                  </a:schemeClr>
                </a:solidFill>
              </a:rPr>
              <a:t>One token at a time</a:t>
            </a:r>
            <a:endParaRPr lang="en-US" sz="1600" i="1" dirty="0">
              <a:solidFill>
                <a:schemeClr val="accent6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5A206BC-EF4E-FB7A-FD08-DB1B8EDCE236}"/>
              </a:ext>
            </a:extLst>
          </p:cNvPr>
          <p:cNvSpPr txBox="1">
            <a:spLocks/>
          </p:cNvSpPr>
          <p:nvPr/>
        </p:nvSpPr>
        <p:spPr>
          <a:xfrm>
            <a:off x="6981184" y="5595744"/>
            <a:ext cx="2871822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60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Multiple tokens at a time</a:t>
            </a:r>
            <a:endParaRPr lang="en-US" sz="1600" i="1" dirty="0">
              <a:solidFill>
                <a:schemeClr val="accent3">
                  <a:lumMod val="40000"/>
                  <a:lumOff val="6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142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5CF4-B913-69BD-F875-117DEDBE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EAFD88-DF36-AFDF-0175-C2A49AD30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Mercury Coder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2EA8F5-AA61-2109-8565-402B7FF5634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The Diffusion Breakthrough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DD4A33E-30CF-32E3-C411-A71C965C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r>
              <a:rPr lang="en-US" dirty="0"/>
              <a:t>/55</a:t>
            </a:r>
          </a:p>
        </p:txBody>
      </p:sp>
      <p:pic>
        <p:nvPicPr>
          <p:cNvPr id="4" name="mercury">
            <a:hlinkClick r:id="" action="ppaction://media"/>
            <a:extLst>
              <a:ext uri="{FF2B5EF4-FFF2-40B4-BE49-F238E27FC236}">
                <a16:creationId xmlns:a16="http://schemas.microsoft.com/office/drawing/2014/main" id="{AB47A3BD-3CDB-C5BE-AFAA-688E285D11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89011" y="1976745"/>
            <a:ext cx="8364797" cy="378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3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2B50-4F9B-6BBA-9140-902FFEE3B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4300EE-CC32-8262-956E-ACCA4B84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Mercury Coder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63E6A-2123-286B-DAE0-3B019E3E0DAB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The Diffusion Breakthrough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2F41B4A-51AC-0024-5ADC-8959D429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r>
              <a:rPr lang="en-US" dirty="0"/>
              <a:t>/55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4A27CD-6EC2-4940-A754-91C440AF5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081" y="2100014"/>
            <a:ext cx="7651854" cy="353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E70189-A158-1810-53E2-385EC1EFA12F}"/>
              </a:ext>
            </a:extLst>
          </p:cNvPr>
          <p:cNvSpPr txBox="1"/>
          <p:nvPr/>
        </p:nvSpPr>
        <p:spPr>
          <a:xfrm>
            <a:off x="4589203" y="5689683"/>
            <a:ext cx="340581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00" dirty="0">
                <a:solidFill>
                  <a:schemeClr val="tx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https://www.inceptionlabs.ai/introducing-mercury</a:t>
            </a:r>
            <a:r>
              <a:rPr lang="en-US" altLang="ko-KR" sz="1000" dirty="0">
                <a:solidFill>
                  <a:schemeClr val="tx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000" dirty="0">
              <a:solidFill>
                <a:schemeClr val="tx1">
                  <a:lumMod val="8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D4F892E-B79A-C061-D338-8D431CE712D3}"/>
              </a:ext>
            </a:extLst>
          </p:cNvPr>
          <p:cNvSpPr/>
          <p:nvPr/>
        </p:nvSpPr>
        <p:spPr>
          <a:xfrm>
            <a:off x="6771859" y="3429000"/>
            <a:ext cx="1683027" cy="5268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FD24B4-3C47-3614-CF1A-25981AE87E18}"/>
              </a:ext>
            </a:extLst>
          </p:cNvPr>
          <p:cNvSpPr txBox="1"/>
          <p:nvPr/>
        </p:nvSpPr>
        <p:spPr>
          <a:xfrm>
            <a:off x="7000875" y="3070958"/>
            <a:ext cx="1785450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4~5 times faster</a:t>
            </a:r>
            <a:endParaRPr lang="ko-KR" altLang="en-US" sz="1400" dirty="0" err="1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628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DF12-6C47-5418-54BF-39992100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0FB8B6-F9B8-522A-DE94-4D287E3E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Gemini Diffusion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F2098-A546-8E35-0D80-0F9CC90C9DB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The Diffusion Breakthrough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D6942BA-AC6F-C50F-EC12-BFEC0615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r>
              <a:rPr lang="en-US" dirty="0"/>
              <a:t>/55</a:t>
            </a:r>
          </a:p>
        </p:txBody>
      </p:sp>
      <p:pic>
        <p:nvPicPr>
          <p:cNvPr id="2" name="gemini_diffusion_E4D8825F-33DD-459A-A092-AD8C30ED6ABE.mp4">
            <a:hlinkClick r:id="" action="ppaction://media"/>
            <a:extLst>
              <a:ext uri="{FF2B5EF4-FFF2-40B4-BE49-F238E27FC236}">
                <a16:creationId xmlns:a16="http://schemas.microsoft.com/office/drawing/2014/main" id="{50655C3A-B4A0-A5BB-AD81-857D302B4DF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21494" y="1787039"/>
            <a:ext cx="6005729" cy="443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9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710C-03A3-622D-8F0D-DD617F79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FDFAEF-6810-AAD7-6F4B-D610CBA65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Gemini Diffusion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160ED-F68F-D038-7234-DF7DD1238D0B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The Diffusion Breakthrough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A35C896-D334-7340-5AAF-045BA6F3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r>
              <a:rPr lang="en-US" dirty="0"/>
              <a:t>/55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8814DE-160E-BAA8-DA22-D2A40789F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357" y="1749650"/>
            <a:ext cx="3948525" cy="45398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BCC8D0-3F76-E638-1DDD-43B94D46A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749650"/>
            <a:ext cx="4678291" cy="3134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10D095D-9EC5-F8D8-C2ED-BF1C22AD5BD9}"/>
              </a:ext>
            </a:extLst>
          </p:cNvPr>
          <p:cNvSpPr/>
          <p:nvPr/>
        </p:nvSpPr>
        <p:spPr>
          <a:xfrm>
            <a:off x="6162675" y="4019550"/>
            <a:ext cx="4448175" cy="361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CFC400-86CC-11EA-9EB5-D8F36EBC1E0B}"/>
              </a:ext>
            </a:extLst>
          </p:cNvPr>
          <p:cNvSpPr/>
          <p:nvPr/>
        </p:nvSpPr>
        <p:spPr>
          <a:xfrm>
            <a:off x="3275119" y="2635127"/>
            <a:ext cx="1143000" cy="3527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1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8075D-2E7D-D92B-0CB4-2005C18DC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27665D-DABA-FA47-ED9D-ED8A3489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2267462"/>
            <a:ext cx="9634330" cy="1421928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Revolutionizing Vision </a:t>
            </a: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with Diffusion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3E5C0D-F551-2C19-1964-BD13050E82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>
                <a:solidFill>
                  <a:srgbClr val="7FDDFF"/>
                </a:solidFill>
              </a:rPr>
              <a:pPr/>
              <a:t>11</a:t>
            </a:fld>
            <a:endParaRPr lang="en-US" dirty="0">
              <a:solidFill>
                <a:srgbClr val="7FD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9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22FB-84E0-BAF2-720F-77C672B2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4400EF3-F1B6-A497-E2F1-7E8B4E1AF26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Diffusion in Vision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4E0DF70-22AA-98BB-56CA-B5EF679E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4CE0106-AB9A-CB12-B434-6F432DB67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Deep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Generative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FA1A29D-155F-1366-1ADA-EB2D3825148B}"/>
              </a:ext>
            </a:extLst>
          </p:cNvPr>
          <p:cNvSpPr txBox="1">
            <a:spLocks/>
          </p:cNvSpPr>
          <p:nvPr/>
        </p:nvSpPr>
        <p:spPr>
          <a:xfrm>
            <a:off x="609600" y="1723142"/>
            <a:ext cx="10095781" cy="821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Generative Models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Models that learn data patterns to generate new, realistic examples.</a:t>
            </a:r>
            <a:endParaRPr lang="en-US" sz="1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CAE55719-D2FA-B15D-8A93-924FD79EB3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2175428"/>
                <a:ext cx="9888747" cy="36512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1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Objective</a:t>
                </a:r>
                <a:r>
                  <a:rPr lang="en-US" sz="1800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: </a:t>
                </a:r>
                <a:r>
                  <a:rPr lang="en-US" altLang="ko-KR" sz="18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To train a model </a:t>
                </a:r>
                <a14:m>
                  <m:oMath xmlns:m="http://schemas.openxmlformats.org/officeDocument/2006/math"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8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that approximates the true data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dirty="0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3" name="Text Placeholder 4">
                <a:extLst>
                  <a:ext uri="{FF2B5EF4-FFF2-40B4-BE49-F238E27FC236}">
                    <a16:creationId xmlns:a16="http://schemas.microsoft.com/office/drawing/2014/main" id="{CAE55719-D2FA-B15D-8A93-924FD79EB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75428"/>
                <a:ext cx="9888747" cy="365125"/>
              </a:xfrm>
              <a:prstGeom prst="rect">
                <a:avLst/>
              </a:prstGeom>
              <a:blipFill>
                <a:blip r:embed="rId2"/>
                <a:stretch>
                  <a:fillRect l="-493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7A3E54A0-535B-BCEB-F5D0-AADF45C5F79F}"/>
              </a:ext>
            </a:extLst>
          </p:cNvPr>
          <p:cNvGrpSpPr/>
          <p:nvPr/>
        </p:nvGrpSpPr>
        <p:grpSpPr>
          <a:xfrm>
            <a:off x="510210" y="3338132"/>
            <a:ext cx="2333449" cy="1702218"/>
            <a:chOff x="510210" y="3338132"/>
            <a:chExt cx="2333449" cy="1702218"/>
          </a:xfrm>
        </p:grpSpPr>
        <p:sp>
          <p:nvSpPr>
            <p:cNvPr id="5" name="구름 4">
              <a:extLst>
                <a:ext uri="{FF2B5EF4-FFF2-40B4-BE49-F238E27FC236}">
                  <a16:creationId xmlns:a16="http://schemas.microsoft.com/office/drawing/2014/main" id="{213CB0A1-FC15-1906-D605-C2F7758A5E66}"/>
                </a:ext>
              </a:extLst>
            </p:cNvPr>
            <p:cNvSpPr/>
            <p:nvPr/>
          </p:nvSpPr>
          <p:spPr>
            <a:xfrm>
              <a:off x="510210" y="3789521"/>
              <a:ext cx="2251495" cy="1250829"/>
            </a:xfrm>
            <a:prstGeom prst="clou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Text Placeholder 4">
              <a:extLst>
                <a:ext uri="{FF2B5EF4-FFF2-40B4-BE49-F238E27FC236}">
                  <a16:creationId xmlns:a16="http://schemas.microsoft.com/office/drawing/2014/main" id="{195D0119-B349-A9C5-9EA5-629C30FA34C0}"/>
                </a:ext>
              </a:extLst>
            </p:cNvPr>
            <p:cNvSpPr txBox="1">
              <a:spLocks/>
            </p:cNvSpPr>
            <p:nvPr/>
          </p:nvSpPr>
          <p:spPr>
            <a:xfrm>
              <a:off x="592164" y="3338132"/>
              <a:ext cx="2251495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True Data Distribution</a:t>
              </a:r>
            </a:p>
          </p:txBody>
        </p:sp>
        <p:sp>
          <p:nvSpPr>
            <p:cNvPr id="7" name="Text Placeholder 4">
              <a:extLst>
                <a:ext uri="{FF2B5EF4-FFF2-40B4-BE49-F238E27FC236}">
                  <a16:creationId xmlns:a16="http://schemas.microsoft.com/office/drawing/2014/main" id="{2284C1B7-9D77-23B8-34A0-D764366088EB}"/>
                </a:ext>
              </a:extLst>
            </p:cNvPr>
            <p:cNvSpPr txBox="1">
              <a:spLocks/>
            </p:cNvSpPr>
            <p:nvPr/>
          </p:nvSpPr>
          <p:spPr>
            <a:xfrm>
              <a:off x="1298529" y="4201889"/>
              <a:ext cx="674859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???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08A1E7F-88E6-C3A6-FF31-7FF39FD94313}"/>
              </a:ext>
            </a:extLst>
          </p:cNvPr>
          <p:cNvGrpSpPr/>
          <p:nvPr/>
        </p:nvGrpSpPr>
        <p:grpSpPr>
          <a:xfrm>
            <a:off x="2968364" y="3313111"/>
            <a:ext cx="3537707" cy="1702218"/>
            <a:chOff x="2968364" y="3313111"/>
            <a:chExt cx="3537707" cy="1702218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81A736A-6BF6-6851-C455-29022A729841}"/>
                </a:ext>
              </a:extLst>
            </p:cNvPr>
            <p:cNvSpPr/>
            <p:nvPr/>
          </p:nvSpPr>
          <p:spPr>
            <a:xfrm>
              <a:off x="4045667" y="3836035"/>
              <a:ext cx="2251495" cy="117929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040B4C7-5E0C-766D-BD54-EB30CFE3D6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66" t="6779" r="6760" b="17627"/>
            <a:stretch>
              <a:fillRect/>
            </a:stretch>
          </p:blipFill>
          <p:spPr bwMode="auto">
            <a:xfrm>
              <a:off x="5230112" y="3982906"/>
              <a:ext cx="961661" cy="821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Dog Images &amp; Pictures Images | Free Photos, PNG Stickers, Wallpapers &amp;  Backgrounds - rawpixel">
              <a:extLst>
                <a:ext uri="{FF2B5EF4-FFF2-40B4-BE49-F238E27FC236}">
                  <a16:creationId xmlns:a16="http://schemas.microsoft.com/office/drawing/2014/main" id="{6657CE0E-A7EE-561A-224E-285C06D67F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513"/>
            <a:stretch>
              <a:fillRect/>
            </a:stretch>
          </p:blipFill>
          <p:spPr bwMode="auto">
            <a:xfrm>
              <a:off x="4642256" y="3975988"/>
              <a:ext cx="893940" cy="821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90897ED-862B-2EA5-49DA-A786221DF369}"/>
                </a:ext>
              </a:extLst>
            </p:cNvPr>
            <p:cNvCxnSpPr/>
            <p:nvPr/>
          </p:nvCxnSpPr>
          <p:spPr>
            <a:xfrm>
              <a:off x="3203092" y="4295956"/>
              <a:ext cx="417943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 Placeholder 4">
              <a:extLst>
                <a:ext uri="{FF2B5EF4-FFF2-40B4-BE49-F238E27FC236}">
                  <a16:creationId xmlns:a16="http://schemas.microsoft.com/office/drawing/2014/main" id="{F7F83C9F-C151-65E3-F747-0ACA3DD307AE}"/>
                </a:ext>
              </a:extLst>
            </p:cNvPr>
            <p:cNvSpPr txBox="1">
              <a:spLocks/>
            </p:cNvSpPr>
            <p:nvPr/>
          </p:nvSpPr>
          <p:spPr>
            <a:xfrm>
              <a:off x="3895143" y="3313111"/>
              <a:ext cx="2610928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Sampled Data Distribution</a:t>
              </a: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35963B6-90F9-9E55-F5A1-4082FDCE74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09" t="8783" r="21603" b="18923"/>
            <a:stretch>
              <a:fillRect/>
            </a:stretch>
          </p:blipFill>
          <p:spPr bwMode="auto">
            <a:xfrm>
              <a:off x="4150624" y="3969071"/>
              <a:ext cx="845389" cy="821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 Placeholder 4">
              <a:extLst>
                <a:ext uri="{FF2B5EF4-FFF2-40B4-BE49-F238E27FC236}">
                  <a16:creationId xmlns:a16="http://schemas.microsoft.com/office/drawing/2014/main" id="{F6672CD5-D44E-F4A9-FBFD-D37AA8DD68B3}"/>
                </a:ext>
              </a:extLst>
            </p:cNvPr>
            <p:cNvSpPr txBox="1">
              <a:spLocks/>
            </p:cNvSpPr>
            <p:nvPr/>
          </p:nvSpPr>
          <p:spPr>
            <a:xfrm>
              <a:off x="2968364" y="4457534"/>
              <a:ext cx="942588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Sample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5DDFFD3-36E6-063A-95C0-A55BE7050F27}"/>
              </a:ext>
            </a:extLst>
          </p:cNvPr>
          <p:cNvGrpSpPr/>
          <p:nvPr/>
        </p:nvGrpSpPr>
        <p:grpSpPr>
          <a:xfrm>
            <a:off x="6437810" y="3338132"/>
            <a:ext cx="2601292" cy="1640229"/>
            <a:chOff x="6437810" y="3338132"/>
            <a:chExt cx="2601292" cy="1640229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AA84B84-F4FD-E7A1-4408-5F9CCADF46BA}"/>
                </a:ext>
              </a:extLst>
            </p:cNvPr>
            <p:cNvSpPr/>
            <p:nvPr/>
          </p:nvSpPr>
          <p:spPr>
            <a:xfrm>
              <a:off x="7376218" y="3799067"/>
              <a:ext cx="1447593" cy="117929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22B2848D-FE1C-64A7-9997-A3E1C61665A4}"/>
                </a:ext>
              </a:extLst>
            </p:cNvPr>
            <p:cNvCxnSpPr/>
            <p:nvPr/>
          </p:nvCxnSpPr>
          <p:spPr>
            <a:xfrm>
              <a:off x="6590398" y="4295956"/>
              <a:ext cx="417943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Placeholder 4">
              <a:extLst>
                <a:ext uri="{FF2B5EF4-FFF2-40B4-BE49-F238E27FC236}">
                  <a16:creationId xmlns:a16="http://schemas.microsoft.com/office/drawing/2014/main" id="{38CED4AA-F132-E6FF-56BC-24FF23E6C0CB}"/>
                </a:ext>
              </a:extLst>
            </p:cNvPr>
            <p:cNvSpPr txBox="1">
              <a:spLocks/>
            </p:cNvSpPr>
            <p:nvPr/>
          </p:nvSpPr>
          <p:spPr>
            <a:xfrm>
              <a:off x="7271885" y="3338132"/>
              <a:ext cx="1767217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Neural Networks</a:t>
              </a:r>
            </a:p>
          </p:txBody>
        </p:sp>
        <p:sp>
          <p:nvSpPr>
            <p:cNvPr id="19" name="Text Placeholder 4">
              <a:extLst>
                <a:ext uri="{FF2B5EF4-FFF2-40B4-BE49-F238E27FC236}">
                  <a16:creationId xmlns:a16="http://schemas.microsoft.com/office/drawing/2014/main" id="{EF8B6C53-05B7-89E0-E367-54FBBD745C18}"/>
                </a:ext>
              </a:extLst>
            </p:cNvPr>
            <p:cNvSpPr txBox="1">
              <a:spLocks/>
            </p:cNvSpPr>
            <p:nvPr/>
          </p:nvSpPr>
          <p:spPr>
            <a:xfrm>
              <a:off x="6437810" y="4425682"/>
              <a:ext cx="723117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Train</a:t>
              </a:r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45653BB-4EEA-2823-65DB-408C97D7B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01684" y="3897301"/>
              <a:ext cx="996659" cy="996659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0153647-6459-01A6-6B2E-58479EE8BF89}"/>
              </a:ext>
            </a:extLst>
          </p:cNvPr>
          <p:cNvGrpSpPr/>
          <p:nvPr/>
        </p:nvGrpSpPr>
        <p:grpSpPr>
          <a:xfrm>
            <a:off x="9039102" y="3875538"/>
            <a:ext cx="2201978" cy="904522"/>
            <a:chOff x="9039102" y="3875538"/>
            <a:chExt cx="2201978" cy="904522"/>
          </a:xfrm>
        </p:grpSpPr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5E69AF4A-87CF-5AA6-05AD-B067A021B805}"/>
                </a:ext>
              </a:extLst>
            </p:cNvPr>
            <p:cNvCxnSpPr/>
            <p:nvPr/>
          </p:nvCxnSpPr>
          <p:spPr>
            <a:xfrm>
              <a:off x="9304660" y="4254725"/>
              <a:ext cx="417943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Placeholder 4">
              <a:extLst>
                <a:ext uri="{FF2B5EF4-FFF2-40B4-BE49-F238E27FC236}">
                  <a16:creationId xmlns:a16="http://schemas.microsoft.com/office/drawing/2014/main" id="{F0FC6C72-B25B-9926-07CB-00A6467AA0F1}"/>
                </a:ext>
              </a:extLst>
            </p:cNvPr>
            <p:cNvSpPr txBox="1">
              <a:spLocks/>
            </p:cNvSpPr>
            <p:nvPr/>
          </p:nvSpPr>
          <p:spPr>
            <a:xfrm>
              <a:off x="9039102" y="4414935"/>
              <a:ext cx="1072989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Generate</a:t>
              </a:r>
            </a:p>
          </p:txBody>
        </p:sp>
        <p:pic>
          <p:nvPicPr>
            <p:cNvPr id="1032" name="Picture 8" descr="Dog Puppy Free Stock Photo - StockSnap.io">
              <a:extLst>
                <a:ext uri="{FF2B5EF4-FFF2-40B4-BE49-F238E27FC236}">
                  <a16:creationId xmlns:a16="http://schemas.microsoft.com/office/drawing/2014/main" id="{75BF3C11-2241-7CA1-AC11-A348AECA69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682"/>
            <a:stretch>
              <a:fillRect/>
            </a:stretch>
          </p:blipFill>
          <p:spPr bwMode="auto">
            <a:xfrm>
              <a:off x="10300800" y="3875538"/>
              <a:ext cx="940280" cy="840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0916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03304-EF2F-ED3C-C4FF-9B43F941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AB974-9F25-2F71-48C4-1137628DE33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Diffusion in Vision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3FEB834-0359-AED2-E878-F56011B8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147139A-FF78-9768-B527-0038F2FD4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Deep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Generative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486B1BA-BD85-66B4-1465-955D25D3F2DB}"/>
              </a:ext>
            </a:extLst>
          </p:cNvPr>
          <p:cNvSpPr txBox="1">
            <a:spLocks/>
          </p:cNvSpPr>
          <p:nvPr/>
        </p:nvSpPr>
        <p:spPr>
          <a:xfrm>
            <a:off x="609600" y="1723142"/>
            <a:ext cx="10095781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Even though we can sample data, we want to </a:t>
            </a:r>
            <a:r>
              <a:rPr lang="en-US" sz="1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train a model </a:t>
            </a:r>
            <a:r>
              <a:rPr lang="en-US" sz="1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that learns to generate it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E155913-24DE-E193-792B-30C73E890D6A}"/>
              </a:ext>
            </a:extLst>
          </p:cNvPr>
          <p:cNvSpPr txBox="1">
            <a:spLocks/>
          </p:cNvSpPr>
          <p:nvPr/>
        </p:nvSpPr>
        <p:spPr>
          <a:xfrm>
            <a:off x="609601" y="2130223"/>
            <a:ext cx="3505200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However, this is hard because: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1B653B1-A8A9-FC94-47C1-82C8972D2BCC}"/>
              </a:ext>
            </a:extLst>
          </p:cNvPr>
          <p:cNvSpPr txBox="1">
            <a:spLocks/>
          </p:cNvSpPr>
          <p:nvPr/>
        </p:nvSpPr>
        <p:spPr>
          <a:xfrm>
            <a:off x="979098" y="2624745"/>
            <a:ext cx="9356784" cy="14037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Real data lies in a </a:t>
            </a:r>
            <a:r>
              <a:rPr lang="en-US" sz="16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high-dimensional, complex</a:t>
            </a: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space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 usually start from a simple distribution (like a standard Gaussian)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 the transformation from a simple latent space to real data is non-trivial</a:t>
            </a:r>
          </a:p>
        </p:txBody>
      </p:sp>
      <p:pic>
        <p:nvPicPr>
          <p:cNvPr id="2051" name="Picture 3" descr="생성된 이미지">
            <a:extLst>
              <a:ext uri="{FF2B5EF4-FFF2-40B4-BE49-F238E27FC236}">
                <a16:creationId xmlns:a16="http://schemas.microsoft.com/office/drawing/2014/main" id="{016CA02F-8C83-B8A3-FC07-46A241FB20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38" b="8057"/>
          <a:stretch>
            <a:fillRect/>
          </a:stretch>
        </p:blipFill>
        <p:spPr bwMode="auto">
          <a:xfrm>
            <a:off x="7004274" y="4565015"/>
            <a:ext cx="2217364" cy="161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61912C0-BECB-43C3-FDE4-E34928C5CE2C}"/>
              </a:ext>
            </a:extLst>
          </p:cNvPr>
          <p:cNvSpPr txBox="1"/>
          <p:nvPr/>
        </p:nvSpPr>
        <p:spPr>
          <a:xfrm>
            <a:off x="6834278" y="4153662"/>
            <a:ext cx="2680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Complex data distribution</a:t>
            </a:r>
            <a:endParaRPr lang="ko-KR" alt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732AF1-F5A9-E0F8-B382-2F300A7DE748}"/>
              </a:ext>
            </a:extLst>
          </p:cNvPr>
          <p:cNvSpPr txBox="1"/>
          <p:nvPr/>
        </p:nvSpPr>
        <p:spPr>
          <a:xfrm>
            <a:off x="2268466" y="4322939"/>
            <a:ext cx="1403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Simple prior</a:t>
            </a:r>
            <a:endParaRPr lang="ko-KR" altLang="en-US" sz="1600" dirty="0"/>
          </a:p>
        </p:txBody>
      </p:sp>
      <p:pic>
        <p:nvPicPr>
          <p:cNvPr id="2053" name="Picture 5" descr="생성된 이미지">
            <a:extLst>
              <a:ext uri="{FF2B5EF4-FFF2-40B4-BE49-F238E27FC236}">
                <a16:creationId xmlns:a16="http://schemas.microsoft.com/office/drawing/2014/main" id="{8E6123B7-13CD-45E6-2D95-750B4E4024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65" b="13512"/>
          <a:stretch>
            <a:fillRect/>
          </a:stretch>
        </p:blipFill>
        <p:spPr bwMode="auto">
          <a:xfrm>
            <a:off x="2268465" y="4875408"/>
            <a:ext cx="1403793" cy="90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B9F420C-4C00-CF6A-8C72-77F056AAC79D}"/>
              </a:ext>
            </a:extLst>
          </p:cNvPr>
          <p:cNvCxnSpPr/>
          <p:nvPr/>
        </p:nvCxnSpPr>
        <p:spPr>
          <a:xfrm>
            <a:off x="4442604" y="5270740"/>
            <a:ext cx="1552754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614A05A-B11F-C867-442C-704818923748}"/>
              </a:ext>
            </a:extLst>
          </p:cNvPr>
          <p:cNvSpPr txBox="1"/>
          <p:nvPr/>
        </p:nvSpPr>
        <p:spPr>
          <a:xfrm>
            <a:off x="4146306" y="5355816"/>
            <a:ext cx="20828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 direct transformation</a:t>
            </a:r>
          </a:p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hard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179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7162-0CE0-E2F2-1777-335E2DC4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318067-28F6-4585-CE02-0C021E73F74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Diffusion in Vision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7A2ABDA-8F04-850D-B729-52319B50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6B45E8C4-0D0F-3BAF-85C9-CED78B54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Deep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Generative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6EBC7E1-42AC-26B3-F25D-B012A3FC1F45}"/>
              </a:ext>
            </a:extLst>
          </p:cNvPr>
          <p:cNvGrpSpPr/>
          <p:nvPr/>
        </p:nvGrpSpPr>
        <p:grpSpPr>
          <a:xfrm>
            <a:off x="847766" y="1787039"/>
            <a:ext cx="4278559" cy="2292144"/>
            <a:chOff x="609600" y="1795259"/>
            <a:chExt cx="4278559" cy="2292144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E40202D4-C8E4-2D67-04F8-4E2F179D13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507" y="2203781"/>
              <a:ext cx="3979652" cy="1649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E97B88D-AA95-151D-F7C3-84A62348A367}"/>
                </a:ext>
              </a:extLst>
            </p:cNvPr>
            <p:cNvSpPr txBox="1"/>
            <p:nvPr/>
          </p:nvSpPr>
          <p:spPr>
            <a:xfrm>
              <a:off x="1414949" y="1795259"/>
              <a:ext cx="308853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VAE (Kingma &amp; Welling, 2013)</a:t>
              </a:r>
              <a:endParaRPr lang="ko-KR" altLang="en-US" sz="1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00C27D-6EB0-B40F-C9FF-9D7125C136A8}"/>
                </a:ext>
              </a:extLst>
            </p:cNvPr>
            <p:cNvSpPr txBox="1"/>
            <p:nvPr/>
          </p:nvSpPr>
          <p:spPr>
            <a:xfrm>
              <a:off x="609600" y="3871959"/>
              <a:ext cx="42039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https://commons.wikimedia.org/wiki/File:Reparameterized_Variational_Autoencoder.png</a:t>
              </a:r>
              <a:r>
                <a:rPr lang="en-US" altLang="ko-KR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F4EF203-3AEA-58F8-7051-F384F7D357E4}"/>
              </a:ext>
            </a:extLst>
          </p:cNvPr>
          <p:cNvGrpSpPr/>
          <p:nvPr/>
        </p:nvGrpSpPr>
        <p:grpSpPr>
          <a:xfrm>
            <a:off x="640634" y="4296870"/>
            <a:ext cx="4991730" cy="2078338"/>
            <a:chOff x="402468" y="4305090"/>
            <a:chExt cx="4991730" cy="207833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604D5B-A6D9-65C2-CE71-6F34847A05C4}"/>
                </a:ext>
              </a:extLst>
            </p:cNvPr>
            <p:cNvSpPr txBox="1"/>
            <p:nvPr/>
          </p:nvSpPr>
          <p:spPr>
            <a:xfrm>
              <a:off x="695864" y="4305090"/>
              <a:ext cx="452671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Normalizing Flow (Rezende &amp; Mohamed, 2015)</a:t>
              </a:r>
              <a:endParaRPr lang="ko-KR" altLang="en-US" sz="1600" dirty="0"/>
            </a:p>
          </p:txBody>
        </p:sp>
        <p:pic>
          <p:nvPicPr>
            <p:cNvPr id="4100" name="Picture 4" descr="Normalizing Flow">
              <a:extLst>
                <a:ext uri="{FF2B5EF4-FFF2-40B4-BE49-F238E27FC236}">
                  <a16:creationId xmlns:a16="http://schemas.microsoft.com/office/drawing/2014/main" id="{FA562A03-802A-F6BA-E551-A7B9E4529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468" y="4787471"/>
              <a:ext cx="4991730" cy="131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890163-559B-49B0-ADEF-4B96984B6E1C}"/>
                </a:ext>
              </a:extLst>
            </p:cNvPr>
            <p:cNvSpPr txBox="1"/>
            <p:nvPr/>
          </p:nvSpPr>
          <p:spPr>
            <a:xfrm>
              <a:off x="1339970" y="6167984"/>
              <a:ext cx="274320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(</a:t>
              </a:r>
              <a:r>
                <a:rPr lang="ko-KR" altLang="en-US" sz="800" dirty="0"/>
                <a:t>https://siboehm.com/articles/19/normalizing-flow-network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C0404C7-B9E9-E70A-8F1E-06D4DEB99561}"/>
              </a:ext>
            </a:extLst>
          </p:cNvPr>
          <p:cNvGrpSpPr/>
          <p:nvPr/>
        </p:nvGrpSpPr>
        <p:grpSpPr>
          <a:xfrm>
            <a:off x="7065676" y="1787039"/>
            <a:ext cx="3156626" cy="2360272"/>
            <a:chOff x="7065676" y="1787039"/>
            <a:chExt cx="3156626" cy="236027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C7DBD7C-F489-55A9-3765-7787A91E5C35}"/>
                </a:ext>
              </a:extLst>
            </p:cNvPr>
            <p:cNvSpPr txBox="1"/>
            <p:nvPr/>
          </p:nvSpPr>
          <p:spPr>
            <a:xfrm>
              <a:off x="7208524" y="1787039"/>
              <a:ext cx="30137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GAN (Goodfellow et al., 2014)</a:t>
              </a:r>
              <a:endParaRPr lang="ko-KR" altLang="en-US" sz="1600" dirty="0"/>
            </a:p>
          </p:txBody>
        </p:sp>
        <p:pic>
          <p:nvPicPr>
            <p:cNvPr id="4104" name="Picture 8">
              <a:extLst>
                <a:ext uri="{FF2B5EF4-FFF2-40B4-BE49-F238E27FC236}">
                  <a16:creationId xmlns:a16="http://schemas.microsoft.com/office/drawing/2014/main" id="{692094F6-EF9D-0963-C651-EEE0BCB551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5676" y="2156887"/>
              <a:ext cx="3013779" cy="17436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A7184F-3788-0D2D-636B-A3ECD5570DD1}"/>
                </a:ext>
              </a:extLst>
            </p:cNvPr>
            <p:cNvSpPr txBox="1"/>
            <p:nvPr/>
          </p:nvSpPr>
          <p:spPr>
            <a:xfrm>
              <a:off x="7855070" y="3931867"/>
              <a:ext cx="172068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(https://arxiv.org/abs/2112.01925)</a:t>
              </a:r>
              <a:endParaRPr lang="ko-KR" altLang="en-US" sz="8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A5BBADE-4D88-11AD-D057-5CC751CB7161}"/>
              </a:ext>
            </a:extLst>
          </p:cNvPr>
          <p:cNvGrpSpPr/>
          <p:nvPr/>
        </p:nvGrpSpPr>
        <p:grpSpPr>
          <a:xfrm>
            <a:off x="6659218" y="4305090"/>
            <a:ext cx="4370656" cy="2078338"/>
            <a:chOff x="6659218" y="4305090"/>
            <a:chExt cx="4370656" cy="20783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19210D-985A-D0EC-30AC-CD454396A301}"/>
                </a:ext>
              </a:extLst>
            </p:cNvPr>
            <p:cNvSpPr txBox="1"/>
            <p:nvPr/>
          </p:nvSpPr>
          <p:spPr>
            <a:xfrm>
              <a:off x="7139078" y="4305090"/>
              <a:ext cx="389079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Diffusion Model (Ho et al., 2020)</a:t>
              </a:r>
              <a:endParaRPr lang="ko-KR" altLang="en-US" sz="1600" dirty="0"/>
            </a:p>
          </p:txBody>
        </p:sp>
        <p:pic>
          <p:nvPicPr>
            <p:cNvPr id="4106" name="Picture 10">
              <a:extLst>
                <a:ext uri="{FF2B5EF4-FFF2-40B4-BE49-F238E27FC236}">
                  <a16:creationId xmlns:a16="http://schemas.microsoft.com/office/drawing/2014/main" id="{C0B75175-E3F6-DAAD-F54F-74A7B37A64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9218" y="4753371"/>
              <a:ext cx="4054318" cy="1426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D11CC7-3BA5-926D-580A-84D0EE18C139}"/>
                </a:ext>
              </a:extLst>
            </p:cNvPr>
            <p:cNvSpPr txBox="1"/>
            <p:nvPr/>
          </p:nvSpPr>
          <p:spPr>
            <a:xfrm>
              <a:off x="7749494" y="6167984"/>
              <a:ext cx="164614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(</a:t>
              </a:r>
              <a:r>
                <a:rPr lang="ko-KR" altLang="en-US" sz="800" dirty="0"/>
                <a:t>https://arxiv.org/abs/2006.11239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843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C66C-69DE-204D-34D4-416B9D3D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D77DBBE-31E0-A9DD-608D-4F8C150B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r>
              <a:rPr lang="en-US" dirty="0"/>
              <a:t>/55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2BF7C1F-796D-2031-BFA6-037EED199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086" y="965323"/>
            <a:ext cx="9296401" cy="521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67A4B2-709F-DAF2-42D7-8A758683139B}"/>
              </a:ext>
            </a:extLst>
          </p:cNvPr>
          <p:cNvSpPr txBox="1"/>
          <p:nvPr/>
        </p:nvSpPr>
        <p:spPr>
          <a:xfrm>
            <a:off x="3063227" y="6289500"/>
            <a:ext cx="60655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(CVPR 2022 Tutorial: Denoising Diffusion-based Generative Modeling: Foundations and Applications)</a:t>
            </a:r>
            <a:endParaRPr lang="ko-KR" altLang="en-US" sz="1000" dirty="0">
              <a:solidFill>
                <a:schemeClr val="tx1">
                  <a:lumMod val="8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6356C-EB48-226C-A607-8EE35F73BB4D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Diffusion in Vision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53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6A2AC-1C57-06CD-980A-9157E025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D8C24F6-906F-C9A4-7CCA-7AC1FB0B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A5EA57B-CC86-D174-8BB8-FEFC2EA7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The Era of Diffusion Model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A65786-0DB8-568E-F084-E97C00B77F00}"/>
              </a:ext>
            </a:extLst>
          </p:cNvPr>
          <p:cNvSpPr/>
          <p:nvPr/>
        </p:nvSpPr>
        <p:spPr>
          <a:xfrm>
            <a:off x="9462053" y="3429000"/>
            <a:ext cx="781878" cy="3611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?</a:t>
            </a:r>
            <a:endParaRPr lang="ko-KR" altLang="en-US" dirty="0" err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683C9-9AF4-4A46-A272-C3923804B41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Diffusion in Vision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5315374-0D66-9760-2081-A7944D18F704}"/>
              </a:ext>
            </a:extLst>
          </p:cNvPr>
          <p:cNvGrpSpPr/>
          <p:nvPr/>
        </p:nvGrpSpPr>
        <p:grpSpPr>
          <a:xfrm>
            <a:off x="1043796" y="2513880"/>
            <a:ext cx="1686151" cy="2006696"/>
            <a:chOff x="1043796" y="2513880"/>
            <a:chExt cx="1686151" cy="200669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AAF26F6-7203-687E-BE10-574E5DE17EB4}"/>
                </a:ext>
              </a:extLst>
            </p:cNvPr>
            <p:cNvSpPr/>
            <p:nvPr/>
          </p:nvSpPr>
          <p:spPr>
            <a:xfrm>
              <a:off x="1285460" y="3429000"/>
              <a:ext cx="1444487" cy="36112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</a:rPr>
                <a:t>VAE</a:t>
              </a:r>
              <a:endParaRPr lang="ko-KR" altLang="en-US" dirty="0" err="1">
                <a:solidFill>
                  <a:schemeClr val="bg1"/>
                </a:solidFill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7B18B8B4-7E6A-5C8E-E2AC-24F1896070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5460" y="3790122"/>
              <a:ext cx="124" cy="25216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AA6D60-A96D-1A96-063E-BAA81EA27C39}"/>
                </a:ext>
              </a:extLst>
            </p:cNvPr>
            <p:cNvSpPr txBox="1"/>
            <p:nvPr/>
          </p:nvSpPr>
          <p:spPr>
            <a:xfrm>
              <a:off x="1043796" y="4151244"/>
              <a:ext cx="620854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2013</a:t>
              </a:r>
              <a:endParaRPr lang="ko-KR" altLang="en-US" dirty="0" err="1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27557A1-DA5D-C3BE-7F34-22427911DA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85460" y="2640495"/>
              <a:ext cx="0" cy="78850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027D0CA-F23B-34AA-4916-29A330B41844}"/>
                </a:ext>
              </a:extLst>
            </p:cNvPr>
            <p:cNvSpPr txBox="1"/>
            <p:nvPr/>
          </p:nvSpPr>
          <p:spPr>
            <a:xfrm>
              <a:off x="1354223" y="2513880"/>
              <a:ext cx="620854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VAE</a:t>
              </a:r>
              <a:endParaRPr lang="ko-KR" altLang="en-US" dirty="0" err="1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07B26B5-C430-1052-2FA2-A8E2F21B7002}"/>
              </a:ext>
            </a:extLst>
          </p:cNvPr>
          <p:cNvGrpSpPr/>
          <p:nvPr/>
        </p:nvGrpSpPr>
        <p:grpSpPr>
          <a:xfrm>
            <a:off x="2497034" y="2507232"/>
            <a:ext cx="3598966" cy="2013344"/>
            <a:chOff x="2497034" y="2507232"/>
            <a:chExt cx="3598966" cy="201334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E13A16F-47D2-00DD-339D-2F293E252FD4}"/>
                </a:ext>
              </a:extLst>
            </p:cNvPr>
            <p:cNvSpPr/>
            <p:nvPr/>
          </p:nvSpPr>
          <p:spPr>
            <a:xfrm>
              <a:off x="2729947" y="3429000"/>
              <a:ext cx="3366053" cy="36112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</a:rPr>
                <a:t>GAN</a:t>
              </a:r>
              <a:endParaRPr lang="ko-KR" altLang="en-US" dirty="0" err="1">
                <a:solidFill>
                  <a:schemeClr val="bg1"/>
                </a:solidFill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53DD01B-8840-85CA-40C9-14A49AB3A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9823" y="3810094"/>
              <a:ext cx="124" cy="25216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9FE957-DE37-17FB-499D-8BBBBBD15738}"/>
                </a:ext>
              </a:extLst>
            </p:cNvPr>
            <p:cNvSpPr txBox="1"/>
            <p:nvPr/>
          </p:nvSpPr>
          <p:spPr>
            <a:xfrm>
              <a:off x="2497034" y="4151244"/>
              <a:ext cx="620854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2014</a:t>
              </a:r>
              <a:endParaRPr lang="ko-KR" altLang="en-US" dirty="0" err="1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D844E7C-BF24-B1CE-1D24-1673E2D59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0072" y="2633847"/>
              <a:ext cx="0" cy="78850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C089D1-707D-8D49-A18C-6CE9722194BC}"/>
                </a:ext>
              </a:extLst>
            </p:cNvPr>
            <p:cNvSpPr txBox="1"/>
            <p:nvPr/>
          </p:nvSpPr>
          <p:spPr>
            <a:xfrm>
              <a:off x="2798835" y="2507232"/>
              <a:ext cx="620854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GAN</a:t>
              </a:r>
              <a:endParaRPr lang="ko-KR" altLang="en-US" dirty="0" err="1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B66C89E-EAB9-183B-0777-CE8CB1BC5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3365" y="2640495"/>
              <a:ext cx="0" cy="78850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CE3646-F568-14AB-1342-84E6FB7F49AD}"/>
                </a:ext>
              </a:extLst>
            </p:cNvPr>
            <p:cNvSpPr txBox="1"/>
            <p:nvPr/>
          </p:nvSpPr>
          <p:spPr>
            <a:xfrm>
              <a:off x="3812127" y="2513880"/>
              <a:ext cx="932649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DCGAN,</a:t>
              </a:r>
              <a:endParaRPr lang="ko-KR" altLang="en-US" dirty="0" err="1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038886-E083-1745-9207-14A0B78F7F07}"/>
                </a:ext>
              </a:extLst>
            </p:cNvPr>
            <p:cNvSpPr txBox="1"/>
            <p:nvPr/>
          </p:nvSpPr>
          <p:spPr>
            <a:xfrm>
              <a:off x="3812127" y="2802637"/>
              <a:ext cx="932649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WGAN</a:t>
              </a:r>
              <a:endParaRPr lang="ko-KR" altLang="en-US" dirty="0" err="1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21F97302-F262-9135-ADE2-F73B4C855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4547" y="2633847"/>
              <a:ext cx="0" cy="78850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1BA65D8-61BE-940C-51FD-CA89D42D5481}"/>
                </a:ext>
              </a:extLst>
            </p:cNvPr>
            <p:cNvSpPr txBox="1"/>
            <p:nvPr/>
          </p:nvSpPr>
          <p:spPr>
            <a:xfrm>
              <a:off x="4913309" y="2507232"/>
              <a:ext cx="932649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StyleGAN,</a:t>
              </a:r>
              <a:endParaRPr lang="ko-KR" altLang="en-US" dirty="0" err="1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EC01E1-F8EF-C266-88E6-96FF8965187E}"/>
                </a:ext>
              </a:extLst>
            </p:cNvPr>
            <p:cNvSpPr txBox="1"/>
            <p:nvPr/>
          </p:nvSpPr>
          <p:spPr>
            <a:xfrm>
              <a:off x="4913309" y="2795989"/>
              <a:ext cx="932649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 err="1"/>
                <a:t>BigGAN</a:t>
              </a:r>
              <a:endParaRPr lang="ko-KR" altLang="en-US" dirty="0" err="1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2F30976-9B30-ABD4-7BAA-C8C22682A119}"/>
              </a:ext>
            </a:extLst>
          </p:cNvPr>
          <p:cNvGrpSpPr/>
          <p:nvPr/>
        </p:nvGrpSpPr>
        <p:grpSpPr>
          <a:xfrm>
            <a:off x="5845958" y="2505670"/>
            <a:ext cx="5167097" cy="1977011"/>
            <a:chOff x="5845958" y="2505670"/>
            <a:chExt cx="5167097" cy="197701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584F4CC-ECF9-134B-A726-F942C1CCB7E5}"/>
                </a:ext>
              </a:extLst>
            </p:cNvPr>
            <p:cNvSpPr/>
            <p:nvPr/>
          </p:nvSpPr>
          <p:spPr>
            <a:xfrm>
              <a:off x="6096000" y="3429000"/>
              <a:ext cx="3366053" cy="361122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</a:rPr>
                <a:t>Diffusion</a:t>
              </a:r>
              <a:endParaRPr lang="ko-KR" altLang="en-US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C383C4-3328-9D65-DDFA-29A38988CF56}"/>
                </a:ext>
              </a:extLst>
            </p:cNvPr>
            <p:cNvSpPr txBox="1"/>
            <p:nvPr/>
          </p:nvSpPr>
          <p:spPr>
            <a:xfrm>
              <a:off x="5845958" y="4113349"/>
              <a:ext cx="620854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2021</a:t>
              </a:r>
              <a:endParaRPr lang="ko-KR" altLang="en-US" dirty="0" err="1"/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8001060-D0E0-A538-87FB-EE83BD7B8D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5876" y="3810093"/>
              <a:ext cx="124" cy="25216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AEFD7694-9FB3-626C-74B0-1D02AFC54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8253" y="2640495"/>
              <a:ext cx="0" cy="78850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1AE92EE-C9E2-443B-0EFF-CC24CF58F1DF}"/>
                </a:ext>
              </a:extLst>
            </p:cNvPr>
            <p:cNvSpPr txBox="1"/>
            <p:nvPr/>
          </p:nvSpPr>
          <p:spPr>
            <a:xfrm>
              <a:off x="6167015" y="2513880"/>
              <a:ext cx="932649" cy="92333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DDPM, DDIM,</a:t>
              </a:r>
            </a:p>
            <a:p>
              <a:pPr algn="l"/>
              <a:r>
                <a:rPr lang="en-US" altLang="ko-KR" dirty="0"/>
                <a:t>Dall-E</a:t>
              </a:r>
              <a:endParaRPr lang="ko-KR" altLang="en-US" dirty="0" err="1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C98BDF8C-AB92-8E86-3ADC-4C66FE405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1959" y="2632285"/>
              <a:ext cx="0" cy="78850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954DDA0-3F9B-2657-E618-175B7E91037F}"/>
                </a:ext>
              </a:extLst>
            </p:cNvPr>
            <p:cNvSpPr txBox="1"/>
            <p:nvPr/>
          </p:nvSpPr>
          <p:spPr>
            <a:xfrm>
              <a:off x="7420721" y="2505670"/>
              <a:ext cx="1688771" cy="64633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dirty="0"/>
                <a:t>Stable Diffusion, Imagen</a:t>
              </a:r>
              <a:endParaRPr lang="ko-KR" altLang="en-US" dirty="0" err="1"/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B225A3EF-5414-8DE5-E3A1-BF47CE87D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5522" y="2636182"/>
              <a:ext cx="0" cy="78850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FBCF28C-AD33-E6F2-A578-BCF210204BCD}"/>
                </a:ext>
              </a:extLst>
            </p:cNvPr>
            <p:cNvSpPr txBox="1"/>
            <p:nvPr/>
          </p:nvSpPr>
          <p:spPr>
            <a:xfrm>
              <a:off x="9324284" y="2509567"/>
              <a:ext cx="1688771" cy="64633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dirty="0"/>
                <a:t>ControlNet,</a:t>
              </a:r>
            </a:p>
            <a:p>
              <a:r>
                <a:rPr lang="en-US" altLang="ko-KR" dirty="0" err="1"/>
                <a:t>DiT</a:t>
              </a:r>
              <a:endParaRPr lang="ko-KR" alt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37142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1BC2-1EE8-A9F0-F3E1-10ECD1D99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D1C9774-DC16-FD9A-1835-C8BDB8BC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609A6D8-678D-AFD9-E2AB-558CF2F5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Application: Text to Image Generation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10AEDE-C08E-6A4C-21C0-721EBCE275ED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Diffusion in Vision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86233CD-F05E-EADE-C226-E314BFE3596A}"/>
              </a:ext>
            </a:extLst>
          </p:cNvPr>
          <p:cNvGrpSpPr/>
          <p:nvPr/>
        </p:nvGrpSpPr>
        <p:grpSpPr>
          <a:xfrm>
            <a:off x="982952" y="1662964"/>
            <a:ext cx="2385031" cy="3745102"/>
            <a:chOff x="982952" y="1662964"/>
            <a:chExt cx="2385031" cy="3745102"/>
          </a:xfrm>
        </p:grpSpPr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0D5E1A37-A1C8-FA9D-5878-49A5807E40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436" y="2397967"/>
              <a:ext cx="2062065" cy="2062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B290D12-E7A6-1E87-B2BF-C343656AE78E}"/>
                </a:ext>
              </a:extLst>
            </p:cNvPr>
            <p:cNvSpPr txBox="1"/>
            <p:nvPr/>
          </p:nvSpPr>
          <p:spPr>
            <a:xfrm>
              <a:off x="982952" y="4761735"/>
              <a:ext cx="238503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0" i="0" dirty="0">
                  <a:solidFill>
                    <a:srgbClr val="F5F5F5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 small cactus wearing a straw hat and neon sunglasses in the Sahara desert.</a:t>
              </a:r>
              <a:endPara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A92B15-FDCE-6F12-C138-43F9EC3E87B9}"/>
                </a:ext>
              </a:extLst>
            </p:cNvPr>
            <p:cNvSpPr txBox="1"/>
            <p:nvPr/>
          </p:nvSpPr>
          <p:spPr>
            <a:xfrm>
              <a:off x="1341906" y="1662964"/>
              <a:ext cx="166712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Imagen</a:t>
              </a:r>
              <a:b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(Google)</a:t>
              </a:r>
              <a:endParaRPr lang="ko-KR" altLang="en-US" sz="16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06CBF6F-3EC5-CB3E-2CCD-01B2064FA022}"/>
              </a:ext>
            </a:extLst>
          </p:cNvPr>
          <p:cNvGrpSpPr/>
          <p:nvPr/>
        </p:nvGrpSpPr>
        <p:grpSpPr>
          <a:xfrm>
            <a:off x="4664417" y="1662964"/>
            <a:ext cx="2622432" cy="3745103"/>
            <a:chOff x="4346449" y="1662964"/>
            <a:chExt cx="2622432" cy="374510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DBDBDE-73D9-79DD-35D0-C528C13FD96D}"/>
                </a:ext>
              </a:extLst>
            </p:cNvPr>
            <p:cNvSpPr txBox="1"/>
            <p:nvPr/>
          </p:nvSpPr>
          <p:spPr>
            <a:xfrm>
              <a:off x="4824102" y="1662964"/>
              <a:ext cx="166712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Stable Diffusion</a:t>
              </a:r>
              <a:b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Stability AI</a:t>
              </a:r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EE80CE3-7AEF-7CE0-832E-87AB058A5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238" t="2880" r="3390" b="2551"/>
            <a:stretch>
              <a:fillRect/>
            </a:stretch>
          </p:blipFill>
          <p:spPr>
            <a:xfrm>
              <a:off x="4346449" y="2397967"/>
              <a:ext cx="2622432" cy="206206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D872E2F-11A3-57D9-01A7-26A5B8CECBDC}"/>
                </a:ext>
              </a:extLst>
            </p:cNvPr>
            <p:cNvSpPr txBox="1"/>
            <p:nvPr/>
          </p:nvSpPr>
          <p:spPr>
            <a:xfrm>
              <a:off x="4465149" y="4761736"/>
              <a:ext cx="238503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Scene of a giant ancient tortoise with a fantasy city built on its back. The tortoise's shell …</a:t>
              </a:r>
              <a:endPara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4EC450B-5621-55C4-88EB-B4FAFEBC5079}"/>
              </a:ext>
            </a:extLst>
          </p:cNvPr>
          <p:cNvGrpSpPr/>
          <p:nvPr/>
        </p:nvGrpSpPr>
        <p:grpSpPr>
          <a:xfrm>
            <a:off x="8583283" y="1631562"/>
            <a:ext cx="2018581" cy="3699915"/>
            <a:chOff x="8583283" y="1631562"/>
            <a:chExt cx="2018581" cy="3699915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50AC5A29-DEC1-9F26-639E-69382287D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83283" y="2441451"/>
              <a:ext cx="2018581" cy="201858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B72C969-9871-5CE7-EFC9-C2CE519154FA}"/>
                </a:ext>
              </a:extLst>
            </p:cNvPr>
            <p:cNvSpPr txBox="1"/>
            <p:nvPr/>
          </p:nvSpPr>
          <p:spPr>
            <a:xfrm>
              <a:off x="8759009" y="1631562"/>
              <a:ext cx="166712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 err="1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DaLL</a:t>
              </a:r>
              <a:r>
                <a:rPr lang="en-US" altLang="ko-KR" sz="16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•</a:t>
              </a:r>
              <a:r>
                <a:rPr lang="en-US" altLang="ko-KR" sz="1600" dirty="0" err="1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</a:t>
              </a:r>
              <a:b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OpenAI</a:t>
              </a:r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EECB1F4-D3C7-83AE-75ED-9BA8D0D02C58}"/>
                </a:ext>
              </a:extLst>
            </p:cNvPr>
            <p:cNvSpPr txBox="1"/>
            <p:nvPr/>
          </p:nvSpPr>
          <p:spPr>
            <a:xfrm>
              <a:off x="8631805" y="4685146"/>
              <a:ext cx="192153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2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/>
                <a:t>A photorealistic image of an astronaut riding a horse</a:t>
              </a:r>
              <a:endParaRPr lang="ko-KR" altLang="en-US" dirty="0"/>
            </a:p>
          </p:txBody>
        </p:sp>
      </p:grp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3D18D50-A457-1878-4430-96DCDED414A8}"/>
              </a:ext>
            </a:extLst>
          </p:cNvPr>
          <p:cNvCxnSpPr>
            <a:cxnSpLocks/>
          </p:cNvCxnSpPr>
          <p:nvPr/>
        </p:nvCxnSpPr>
        <p:spPr>
          <a:xfrm>
            <a:off x="3907767" y="1921569"/>
            <a:ext cx="0" cy="4192438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59A33E0-594B-C7E2-FD38-B8B56EA38854}"/>
              </a:ext>
            </a:extLst>
          </p:cNvPr>
          <p:cNvCxnSpPr>
            <a:cxnSpLocks/>
          </p:cNvCxnSpPr>
          <p:nvPr/>
        </p:nvCxnSpPr>
        <p:spPr>
          <a:xfrm>
            <a:off x="7881668" y="1921569"/>
            <a:ext cx="0" cy="4192438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90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F21B-D781-3F91-CAA5-2F9ACCD3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046CE36-7D86-45C9-7C4C-2D370F73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3005102-F41D-FE8C-4A2E-D2E5DAA9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Application: </a:t>
            </a:r>
            <a:r>
              <a:rPr lang="en-US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Impainting</a:t>
            </a:r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Reconstruction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403544-39EC-57B6-54F9-21EC68A2C80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Diffusion in Vision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DC464-385B-D11A-E549-FC799FD255D7}"/>
              </a:ext>
            </a:extLst>
          </p:cNvPr>
          <p:cNvSpPr txBox="1"/>
          <p:nvPr/>
        </p:nvSpPr>
        <p:spPr>
          <a:xfrm>
            <a:off x="1998768" y="1857902"/>
            <a:ext cx="1667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Repaint</a:t>
            </a:r>
            <a:b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(2022)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C4AC97-B287-8125-EF8A-A8471CA5F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31" y="2695372"/>
            <a:ext cx="4606056" cy="2176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3E6F5A-9858-B598-CB9D-A93209266565}"/>
              </a:ext>
            </a:extLst>
          </p:cNvPr>
          <p:cNvSpPr txBox="1"/>
          <p:nvPr/>
        </p:nvSpPr>
        <p:spPr>
          <a:xfrm>
            <a:off x="7897767" y="1857902"/>
            <a:ext cx="1667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Palette</a:t>
            </a:r>
            <a:b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(2022)</a:t>
            </a:r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AD97009-DFC0-1377-56E0-57BD43CC4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114" y="2695372"/>
            <a:ext cx="3459362" cy="2176157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16C3597-8D72-4DAE-B286-D843970425E8}"/>
              </a:ext>
            </a:extLst>
          </p:cNvPr>
          <p:cNvCxnSpPr>
            <a:cxnSpLocks/>
          </p:cNvCxnSpPr>
          <p:nvPr/>
        </p:nvCxnSpPr>
        <p:spPr>
          <a:xfrm>
            <a:off x="6035616" y="1857902"/>
            <a:ext cx="0" cy="4192438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68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D76ED-2FF6-3FD6-EC85-DE1784874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F80C443-5230-09FF-4B74-BFFD30D4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CEED17C-CF90-D880-D874-6D6630FBA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Application: Video generation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A36E49-77E1-6F38-63EB-CD3661A9E6CA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Diffusion in Vision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97ECE-1BBC-8F85-3CA6-7A3D6386080B}"/>
              </a:ext>
            </a:extLst>
          </p:cNvPr>
          <p:cNvSpPr txBox="1"/>
          <p:nvPr/>
        </p:nvSpPr>
        <p:spPr>
          <a:xfrm>
            <a:off x="2317945" y="1843872"/>
            <a:ext cx="1667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Imagen Video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(2022)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07143-EFD1-754E-D3C0-B0A525CB3917}"/>
              </a:ext>
            </a:extLst>
          </p:cNvPr>
          <p:cNvSpPr txBox="1"/>
          <p:nvPr/>
        </p:nvSpPr>
        <p:spPr>
          <a:xfrm>
            <a:off x="7897767" y="1857902"/>
            <a:ext cx="1667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Gen Series</a:t>
            </a:r>
            <a:b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(Runway)</a:t>
            </a: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B41CEA-71D6-0586-EFFE-92C88D8EE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10" y="2822587"/>
            <a:ext cx="5342626" cy="2261131"/>
          </a:xfrm>
          <a:prstGeom prst="rect">
            <a:avLst/>
          </a:prstGeom>
        </p:spPr>
      </p:pic>
      <p:pic>
        <p:nvPicPr>
          <p:cNvPr id="10" name="Footer">
            <a:hlinkClick r:id="" action="ppaction://media"/>
            <a:extLst>
              <a:ext uri="{FF2B5EF4-FFF2-40B4-BE49-F238E27FC236}">
                <a16:creationId xmlns:a16="http://schemas.microsoft.com/office/drawing/2014/main" id="{F17144EF-6B45-B061-4BA6-8A071308A1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72953" y="2822587"/>
            <a:ext cx="4137797" cy="1773111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A701DE2-FAEE-25D3-CAE5-B22A30BFB12A}"/>
              </a:ext>
            </a:extLst>
          </p:cNvPr>
          <p:cNvCxnSpPr>
            <a:cxnSpLocks/>
          </p:cNvCxnSpPr>
          <p:nvPr/>
        </p:nvCxnSpPr>
        <p:spPr>
          <a:xfrm>
            <a:off x="6121880" y="1857902"/>
            <a:ext cx="0" cy="4192438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74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4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21044-31D0-FBD5-DED9-A597BF6C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1FDA19-3C4B-D9DB-4107-312BC38C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2599861"/>
            <a:ext cx="9634330" cy="757130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 Process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FEC9ED-156C-C40A-3811-3C56E039C3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>
                <a:solidFill>
                  <a:srgbClr val="7FDDFF"/>
                </a:solidFill>
              </a:rPr>
              <a:pPr/>
              <a:t>20</a:t>
            </a:fld>
            <a:endParaRPr lang="en-US" dirty="0">
              <a:solidFill>
                <a:srgbClr val="7FD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99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30993-F515-D931-7341-59F2E6AFC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8CF62F7-CA6C-586F-88A7-8E98F864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A52F097-4BD4-19AD-FDCF-9A9D33D1E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How does diffusion models work?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25F05B-2657-F7B4-7B35-A2BECC37F10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Picture 3" descr="생성된 이미지">
            <a:extLst>
              <a:ext uri="{FF2B5EF4-FFF2-40B4-BE49-F238E27FC236}">
                <a16:creationId xmlns:a16="http://schemas.microsoft.com/office/drawing/2014/main" id="{F0A35245-8079-4E1F-62D3-BC81E78032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38" b="8057"/>
          <a:stretch>
            <a:fillRect/>
          </a:stretch>
        </p:blipFill>
        <p:spPr bwMode="auto">
          <a:xfrm>
            <a:off x="7327004" y="2857971"/>
            <a:ext cx="2217364" cy="161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A14786-1E92-4725-3847-48B235444339}"/>
              </a:ext>
            </a:extLst>
          </p:cNvPr>
          <p:cNvSpPr txBox="1"/>
          <p:nvPr/>
        </p:nvSpPr>
        <p:spPr>
          <a:xfrm>
            <a:off x="7157008" y="2446618"/>
            <a:ext cx="2680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Complex data distribution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2D43B-8FC3-BCA6-E6B3-69C28AB4D63F}"/>
              </a:ext>
            </a:extLst>
          </p:cNvPr>
          <p:cNvSpPr txBox="1"/>
          <p:nvPr/>
        </p:nvSpPr>
        <p:spPr>
          <a:xfrm>
            <a:off x="2591196" y="2615895"/>
            <a:ext cx="1403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Simple prior</a:t>
            </a:r>
            <a:endParaRPr lang="ko-KR" altLang="en-US" sz="1600" dirty="0"/>
          </a:p>
        </p:txBody>
      </p:sp>
      <p:pic>
        <p:nvPicPr>
          <p:cNvPr id="12" name="Picture 5" descr="생성된 이미지">
            <a:extLst>
              <a:ext uri="{FF2B5EF4-FFF2-40B4-BE49-F238E27FC236}">
                <a16:creationId xmlns:a16="http://schemas.microsoft.com/office/drawing/2014/main" id="{92EBF5FE-D627-8C00-0211-FBE284FDE5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65" b="13512"/>
          <a:stretch>
            <a:fillRect/>
          </a:stretch>
        </p:blipFill>
        <p:spPr bwMode="auto">
          <a:xfrm>
            <a:off x="2591195" y="3168364"/>
            <a:ext cx="1403793" cy="90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B4998EA-3561-7099-82FF-8F9FD1B56622}"/>
              </a:ext>
            </a:extLst>
          </p:cNvPr>
          <p:cNvCxnSpPr/>
          <p:nvPr/>
        </p:nvCxnSpPr>
        <p:spPr>
          <a:xfrm>
            <a:off x="4884618" y="3614894"/>
            <a:ext cx="1552754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4FA7F1-28FB-A79B-1399-62477657001A}"/>
              </a:ext>
            </a:extLst>
          </p:cNvPr>
          <p:cNvSpPr txBox="1"/>
          <p:nvPr/>
        </p:nvSpPr>
        <p:spPr>
          <a:xfrm>
            <a:off x="4619574" y="3704806"/>
            <a:ext cx="20828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 direct transformation</a:t>
            </a:r>
          </a:p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hard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34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75D32-CE40-9CF3-FA87-1875731A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2904D88-207D-B2CF-8C15-F585115E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EC29BF6C-7F3B-621E-B55D-496BDDC98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How does diffusion models work?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958776-1D82-52D4-36D9-DE2416FC4C0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BC5DB-23DD-E361-0466-A1F6AE00A0A3}"/>
              </a:ext>
            </a:extLst>
          </p:cNvPr>
          <p:cNvSpPr txBox="1"/>
          <p:nvPr/>
        </p:nvSpPr>
        <p:spPr>
          <a:xfrm>
            <a:off x="2613200" y="2384265"/>
            <a:ext cx="1403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Simple prior</a:t>
            </a:r>
            <a:endParaRPr lang="ko-KR" altLang="en-US" sz="1600" dirty="0"/>
          </a:p>
        </p:txBody>
      </p:sp>
      <p:pic>
        <p:nvPicPr>
          <p:cNvPr id="6146" name="Picture 2" descr="Noise: White, Pink, Brown, etc. - What's the Difference? - RouteNote Create  Blog">
            <a:extLst>
              <a:ext uri="{FF2B5EF4-FFF2-40B4-BE49-F238E27FC236}">
                <a16:creationId xmlns:a16="http://schemas.microsoft.com/office/drawing/2014/main" id="{835DA5C1-2A46-8F35-982D-AD6A76FB0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200" y="2846900"/>
            <a:ext cx="1259280" cy="116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Dog Puppy Free Stock Photo - StockSnap.io">
            <a:extLst>
              <a:ext uri="{FF2B5EF4-FFF2-40B4-BE49-F238E27FC236}">
                <a16:creationId xmlns:a16="http://schemas.microsoft.com/office/drawing/2014/main" id="{A7EA592F-2D79-D1FF-C51E-9A5664F7DC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82"/>
          <a:stretch>
            <a:fillRect/>
          </a:stretch>
        </p:blipFill>
        <p:spPr bwMode="auto">
          <a:xfrm>
            <a:off x="7601592" y="2823900"/>
            <a:ext cx="1327608" cy="118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823E1D-6057-2F29-912E-1C6ED4AA72D0}"/>
              </a:ext>
            </a:extLst>
          </p:cNvPr>
          <p:cNvSpPr txBox="1"/>
          <p:nvPr/>
        </p:nvSpPr>
        <p:spPr>
          <a:xfrm>
            <a:off x="7514954" y="2408355"/>
            <a:ext cx="1780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Complex data</a:t>
            </a:r>
            <a:endParaRPr lang="ko-KR" altLang="en-US" sz="16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219A97E-6853-AD97-6A0A-B336BE534EAF}"/>
              </a:ext>
            </a:extLst>
          </p:cNvPr>
          <p:cNvGrpSpPr/>
          <p:nvPr/>
        </p:nvGrpSpPr>
        <p:grpSpPr>
          <a:xfrm>
            <a:off x="4684113" y="3719694"/>
            <a:ext cx="2082841" cy="828576"/>
            <a:chOff x="4684113" y="3719694"/>
            <a:chExt cx="2082841" cy="828576"/>
          </a:xfrm>
        </p:grpSpPr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3BD08FBD-B767-DF63-DC36-E5589BBAD0D7}"/>
                </a:ext>
              </a:extLst>
            </p:cNvPr>
            <p:cNvCxnSpPr/>
            <p:nvPr/>
          </p:nvCxnSpPr>
          <p:spPr>
            <a:xfrm>
              <a:off x="4949157" y="3719694"/>
              <a:ext cx="1552754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68DE78-F12E-672E-9987-73190F589B25}"/>
                </a:ext>
              </a:extLst>
            </p:cNvPr>
            <p:cNvSpPr txBox="1"/>
            <p:nvPr/>
          </p:nvSpPr>
          <p:spPr>
            <a:xfrm>
              <a:off x="4684113" y="3809606"/>
              <a:ext cx="208284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learning direct transformation</a:t>
              </a:r>
            </a:p>
            <a:p>
              <a:pPr algn="ctr"/>
              <a: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is hard</a:t>
              </a:r>
              <a:endPara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BF9DF1-4944-0045-0289-3594AF83A93C}"/>
              </a:ext>
            </a:extLst>
          </p:cNvPr>
          <p:cNvGrpSpPr/>
          <p:nvPr/>
        </p:nvGrpSpPr>
        <p:grpSpPr>
          <a:xfrm>
            <a:off x="4319335" y="2368159"/>
            <a:ext cx="2697911" cy="641293"/>
            <a:chOff x="4319335" y="2368159"/>
            <a:chExt cx="2697911" cy="641293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44DDA4C8-E0A7-AF45-B155-ECC5BAD4B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9157" y="3009452"/>
              <a:ext cx="1483743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B8C6DB-5EA0-3EB3-0820-5C12D6EE5FF4}"/>
                </a:ext>
              </a:extLst>
            </p:cNvPr>
            <p:cNvSpPr txBox="1"/>
            <p:nvPr/>
          </p:nvSpPr>
          <p:spPr>
            <a:xfrm>
              <a:off x="4319335" y="2368159"/>
              <a:ext cx="269791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4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/>
                <a:t>But going the other way—adding noise to data—is simple</a:t>
              </a:r>
              <a:endParaRPr lang="ko-KR" alt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5D08DA5-83EA-C595-E0E3-703C92A4A5F0}"/>
              </a:ext>
            </a:extLst>
          </p:cNvPr>
          <p:cNvSpPr txBox="1"/>
          <p:nvPr/>
        </p:nvSpPr>
        <p:spPr>
          <a:xfrm>
            <a:off x="2407032" y="5392204"/>
            <a:ext cx="6888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Then, let’s simply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add noise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 by step</a:t>
            </a:r>
            <a:b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and let the model learn how to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denoise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it, one step at a time.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020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5BBEF-B96F-5A4A-F953-0F4A1E30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063574D-411A-B7BB-EE4F-C50350B4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95E89B1-88A8-0377-FBFE-9A30E439A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 Process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9BB6A1-9C39-AE9A-D298-8B62B6DB0E0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BD258DF-0112-0BDE-5A48-06E1357D9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217" y="2903935"/>
            <a:ext cx="8442379" cy="2512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6C39364-F106-A9E1-CEBF-C2E142C643C7}"/>
              </a:ext>
            </a:extLst>
          </p:cNvPr>
          <p:cNvSpPr txBox="1">
            <a:spLocks/>
          </p:cNvSpPr>
          <p:nvPr/>
        </p:nvSpPr>
        <p:spPr>
          <a:xfrm>
            <a:off x="609600" y="1550154"/>
            <a:ext cx="9356784" cy="8479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Forward diffusion process</a:t>
            </a: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Gradually adds noise to corrupt original data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Backward diffusion process</a:t>
            </a: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Model learns to generate data by iterative denoising</a:t>
            </a:r>
          </a:p>
        </p:txBody>
      </p:sp>
    </p:spTree>
    <p:extLst>
      <p:ext uri="{BB962C8B-B14F-4D97-AF65-F5344CB8AC3E}">
        <p14:creationId xmlns:p14="http://schemas.microsoft.com/office/powerpoint/2010/main" val="276295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C1A4-ECD9-75E4-13BD-62F3BA17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934D714-7A48-2F47-3CCE-DEC185DA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80F6635-7615-99BB-163C-3E3EC3CAD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 Forward Pass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FD06B3-5BC3-D42B-F44B-69A008A71C7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047129-7DC3-74E5-99BF-A1AB036B07CD}"/>
              </a:ext>
            </a:extLst>
          </p:cNvPr>
          <p:cNvSpPr/>
          <p:nvPr/>
        </p:nvSpPr>
        <p:spPr>
          <a:xfrm>
            <a:off x="1703297" y="2826615"/>
            <a:ext cx="8442378" cy="24671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933C3EE-3112-741A-DB73-EFA2A67BBB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8" b="30874"/>
          <a:stretch>
            <a:fillRect/>
          </a:stretch>
        </p:blipFill>
        <p:spPr bwMode="auto">
          <a:xfrm>
            <a:off x="1703297" y="2826615"/>
            <a:ext cx="8442379" cy="136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A27011-AC9F-F430-3F7A-978594FC5F4C}"/>
                  </a:ext>
                </a:extLst>
              </p:cNvPr>
              <p:cNvSpPr txBox="1"/>
              <p:nvPr/>
            </p:nvSpPr>
            <p:spPr>
              <a:xfrm>
                <a:off x="2879191" y="4189588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A27011-AC9F-F430-3F7A-978594FC5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191" y="4189588"/>
                <a:ext cx="382290" cy="276999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E56ED0-B830-83BE-460F-9A17D494BDBC}"/>
                  </a:ext>
                </a:extLst>
              </p:cNvPr>
              <p:cNvSpPr txBox="1"/>
              <p:nvPr/>
            </p:nvSpPr>
            <p:spPr>
              <a:xfrm>
                <a:off x="3782090" y="4189587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E56ED0-B830-83BE-460F-9A17D494B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090" y="4189587"/>
                <a:ext cx="382290" cy="276999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F3CF26-FABB-7B7D-739E-535DFA517E75}"/>
                  </a:ext>
                </a:extLst>
              </p:cNvPr>
              <p:cNvSpPr txBox="1"/>
              <p:nvPr/>
            </p:nvSpPr>
            <p:spPr>
              <a:xfrm>
                <a:off x="8635886" y="4204424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F3CF26-FABB-7B7D-739E-535DFA517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86" y="4204424"/>
                <a:ext cx="382290" cy="276999"/>
              </a:xfrm>
              <a:prstGeom prst="rect">
                <a:avLst/>
              </a:prstGeom>
              <a:blipFill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98CFD-49FD-91C4-3E63-AD72A29AE8DF}"/>
                  </a:ext>
                </a:extLst>
              </p:cNvPr>
              <p:cNvSpPr txBox="1"/>
              <p:nvPr/>
            </p:nvSpPr>
            <p:spPr>
              <a:xfrm>
                <a:off x="7701358" y="4204424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198CFD-49FD-91C4-3E63-AD72A29AE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358" y="4204424"/>
                <a:ext cx="38229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D4633E-70D4-C126-8D4A-0C1CF8479939}"/>
                  </a:ext>
                </a:extLst>
              </p:cNvPr>
              <p:cNvSpPr txBox="1"/>
              <p:nvPr/>
            </p:nvSpPr>
            <p:spPr>
              <a:xfrm>
                <a:off x="4804321" y="4204423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D4633E-70D4-C126-8D4A-0C1CF8479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321" y="4204423"/>
                <a:ext cx="382290" cy="276999"/>
              </a:xfrm>
              <a:prstGeom prst="rect">
                <a:avLst/>
              </a:prstGeom>
              <a:blipFill>
                <a:blip r:embed="rId7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55EBB0C-D9B9-9B87-4E87-F6FF7AE4B51A}"/>
                  </a:ext>
                </a:extLst>
              </p:cNvPr>
              <p:cNvSpPr txBox="1"/>
              <p:nvPr/>
            </p:nvSpPr>
            <p:spPr>
              <a:xfrm>
                <a:off x="5733341" y="4204423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55EBB0C-D9B9-9B87-4E87-F6FF7AE4B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341" y="4204423"/>
                <a:ext cx="382290" cy="276999"/>
              </a:xfrm>
              <a:prstGeom prst="rect">
                <a:avLst/>
              </a:prstGeom>
              <a:blipFill>
                <a:blip r:embed="rId8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913B9D-E523-F955-3A87-831AD217DF99}"/>
                  </a:ext>
                </a:extLst>
              </p:cNvPr>
              <p:cNvSpPr txBox="1"/>
              <p:nvPr/>
            </p:nvSpPr>
            <p:spPr>
              <a:xfrm>
                <a:off x="6717349" y="4204423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913B9D-E523-F955-3A87-831AD217D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349" y="4204423"/>
                <a:ext cx="382290" cy="276999"/>
              </a:xfrm>
              <a:prstGeom prst="rect">
                <a:avLst/>
              </a:prstGeom>
              <a:blipFill>
                <a:blip r:embed="rId9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84A3DA3A-2258-79A9-B722-3C4D53D9F94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21785" y="4118097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4742FCB1-DBD4-5957-E7E3-CF363F844DF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54952" y="4118098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EBB886B2-B676-C2D3-D7D6-54588B568C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77106" y="4118098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04E64479-CA74-5B01-DFC3-71C577FB8D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10273" y="4118098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9078A9F9-E0EB-18FC-D1DF-16CF0EEAF6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75581" y="4118097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231665C4-BDFD-EB97-757B-7BF4E15EC76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92927" y="4118096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B1670D-A18D-7B67-C29A-852FE5B70DD5}"/>
                  </a:ext>
                </a:extLst>
              </p:cNvPr>
              <p:cNvSpPr txBox="1"/>
              <p:nvPr/>
            </p:nvSpPr>
            <p:spPr>
              <a:xfrm>
                <a:off x="689681" y="2160754"/>
                <a:ext cx="5257017" cy="298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b="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Each transition: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q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; </m:t>
                        </m:r>
                        <m:rad>
                          <m:radPr>
                            <m:degHide m:val="on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600" i="0"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600" i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b="0" i="0" smtClean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DB1670D-A18D-7B67-C29A-852FE5B70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81" y="2160754"/>
                <a:ext cx="5257017" cy="298159"/>
              </a:xfrm>
              <a:prstGeom prst="rect">
                <a:avLst/>
              </a:prstGeom>
              <a:blipFill>
                <a:blip r:embed="rId10"/>
                <a:stretch>
                  <a:fillRect l="-1854" r="-927" b="-2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4DCEEF6C-1C58-E635-3ADB-2C117AFACCFA}"/>
              </a:ext>
            </a:extLst>
          </p:cNvPr>
          <p:cNvSpPr txBox="1"/>
          <p:nvPr/>
        </p:nvSpPr>
        <p:spPr>
          <a:xfrm>
            <a:off x="689681" y="1693452"/>
            <a:ext cx="402834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Define the forward process with Markov chain: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D063619-D7E3-D65F-469D-5EFAC4230B9A}"/>
                  </a:ext>
                </a:extLst>
              </p:cNvPr>
              <p:cNvSpPr txBox="1"/>
              <p:nvPr/>
            </p:nvSpPr>
            <p:spPr>
              <a:xfrm>
                <a:off x="5037902" y="1423424"/>
                <a:ext cx="2509212" cy="692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nary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 err="1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D063619-D7E3-D65F-469D-5EFAC4230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902" y="1423424"/>
                <a:ext cx="2509212" cy="692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A30D696D-F0B5-C89E-FB58-B1A11F3B51DA}"/>
              </a:ext>
            </a:extLst>
          </p:cNvPr>
          <p:cNvSpPr txBox="1"/>
          <p:nvPr/>
        </p:nvSpPr>
        <p:spPr>
          <a:xfrm>
            <a:off x="689681" y="5787093"/>
            <a:ext cx="760945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With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sufficient amount of </a:t>
            </a: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noise and timesteps, the data eventually converges to pure noise: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B82356A-67E5-9394-E416-4A5D3FE6DD09}"/>
                  </a:ext>
                </a:extLst>
              </p:cNvPr>
              <p:cNvSpPr txBox="1"/>
              <p:nvPr/>
            </p:nvSpPr>
            <p:spPr>
              <a:xfrm>
                <a:off x="8299136" y="5698726"/>
                <a:ext cx="22990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, 0, 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B82356A-67E5-9394-E416-4A5D3FE6D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9136" y="5698726"/>
                <a:ext cx="2299068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40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3AFE0-36C1-29B8-9901-CBEEB422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332D8B2-945C-CBFA-6BAD-ED81AAFE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1FF9FC-B100-DE4E-9C5B-69C670D2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 Backward Pass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BABAEF-5B0B-BC04-78C5-569FFC793A6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542FB8-A6D5-26B2-759B-D9CECBA41CD9}"/>
              </a:ext>
            </a:extLst>
          </p:cNvPr>
          <p:cNvSpPr txBox="1"/>
          <p:nvPr/>
        </p:nvSpPr>
        <p:spPr>
          <a:xfrm>
            <a:off x="645790" y="1667573"/>
            <a:ext cx="545021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So, if everything becomes noise... how do we get the data back?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FF56A-CED6-8025-3249-9CD72EC0A23D}"/>
              </a:ext>
            </a:extLst>
          </p:cNvPr>
          <p:cNvSpPr txBox="1"/>
          <p:nvPr/>
        </p:nvSpPr>
        <p:spPr>
          <a:xfrm>
            <a:off x="645790" y="2121441"/>
            <a:ext cx="112530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Begin with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B0BD70-BEA6-0DC2-2490-5D8EA8D60B35}"/>
                  </a:ext>
                </a:extLst>
              </p:cNvPr>
              <p:cNvSpPr txBox="1"/>
              <p:nvPr/>
            </p:nvSpPr>
            <p:spPr>
              <a:xfrm>
                <a:off x="1665423" y="2023714"/>
                <a:ext cx="22990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, 0, 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B0BD70-BEA6-0DC2-2490-5D8EA8D60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423" y="2023714"/>
                <a:ext cx="2299068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AD602C1-81CF-1A5A-C571-9A4CDB391FF2}"/>
              </a:ext>
            </a:extLst>
          </p:cNvPr>
          <p:cNvSpPr txBox="1"/>
          <p:nvPr/>
        </p:nvSpPr>
        <p:spPr>
          <a:xfrm>
            <a:off x="645790" y="2533743"/>
            <a:ext cx="44162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Iteratively denoise with True denoising distribution: 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CD5A45-2A3A-F00D-F46C-78400288A830}"/>
                  </a:ext>
                </a:extLst>
              </p:cNvPr>
              <p:cNvSpPr txBox="1"/>
              <p:nvPr/>
            </p:nvSpPr>
            <p:spPr>
              <a:xfrm>
                <a:off x="5159141" y="2491521"/>
                <a:ext cx="27814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q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CD5A45-2A3A-F00D-F46C-78400288A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141" y="2491521"/>
                <a:ext cx="2781402" cy="246221"/>
              </a:xfrm>
              <a:prstGeom prst="rect">
                <a:avLst/>
              </a:prstGeom>
              <a:blipFill>
                <a:blip r:embed="rId3"/>
                <a:stretch>
                  <a:fillRect l="-2626" r="-656" b="-3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748BEA81-1F8A-6254-53D0-12B785D903F1}"/>
              </a:ext>
            </a:extLst>
          </p:cNvPr>
          <p:cNvGrpSpPr/>
          <p:nvPr/>
        </p:nvGrpSpPr>
        <p:grpSpPr>
          <a:xfrm>
            <a:off x="5149876" y="2941608"/>
            <a:ext cx="2691535" cy="311589"/>
            <a:chOff x="5149876" y="2941608"/>
            <a:chExt cx="2691535" cy="31158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A2B885-366A-CE9D-E261-ADCCCCF5CD64}"/>
                </a:ext>
              </a:extLst>
            </p:cNvPr>
            <p:cNvSpPr txBox="1"/>
            <p:nvPr/>
          </p:nvSpPr>
          <p:spPr>
            <a:xfrm>
              <a:off x="6023397" y="3037753"/>
              <a:ext cx="85760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40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Intractable</a:t>
              </a:r>
              <a:endParaRPr lang="ko-KR" altLang="en-US" sz="14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A5C73F3-E651-3F7A-76F6-D81B6A11B026}"/>
                </a:ext>
              </a:extLst>
            </p:cNvPr>
            <p:cNvCxnSpPr>
              <a:cxnSpLocks/>
            </p:cNvCxnSpPr>
            <p:nvPr/>
          </p:nvCxnSpPr>
          <p:spPr>
            <a:xfrm>
              <a:off x="5149876" y="2941608"/>
              <a:ext cx="2691535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0DB4395-3B27-D051-7D77-00EADD2B81F5}"/>
              </a:ext>
            </a:extLst>
          </p:cNvPr>
          <p:cNvGrpSpPr/>
          <p:nvPr/>
        </p:nvGrpSpPr>
        <p:grpSpPr>
          <a:xfrm>
            <a:off x="645790" y="3796333"/>
            <a:ext cx="7129635" cy="400110"/>
            <a:chOff x="645790" y="3669660"/>
            <a:chExt cx="7129635" cy="40011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354B1CA-3C0E-28B0-7D2F-76A77557C41C}"/>
                </a:ext>
              </a:extLst>
            </p:cNvPr>
            <p:cNvSpPr txBox="1"/>
            <p:nvPr/>
          </p:nvSpPr>
          <p:spPr>
            <a:xfrm>
              <a:off x="645790" y="3731216"/>
              <a:ext cx="431688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-&gt;  Let’s approximate the reverse process</a:t>
              </a:r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0FB4002-B794-A463-5A1B-6FF97EB7F4D8}"/>
                    </a:ext>
                  </a:extLst>
                </p:cNvPr>
                <p:cNvSpPr txBox="1"/>
                <p:nvPr/>
              </p:nvSpPr>
              <p:spPr>
                <a:xfrm>
                  <a:off x="4953152" y="3669660"/>
                  <a:ext cx="127455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0FB4002-B794-A463-5A1B-6FF97EB7F4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152" y="3669660"/>
                  <a:ext cx="1274553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F73C443-C261-BB4A-1D8F-EE48AD994908}"/>
                </a:ext>
              </a:extLst>
            </p:cNvPr>
            <p:cNvSpPr txBox="1"/>
            <p:nvPr/>
          </p:nvSpPr>
          <p:spPr>
            <a:xfrm>
              <a:off x="5064747" y="3738574"/>
              <a:ext cx="271067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                with Gaussian. </a:t>
              </a:r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478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0F447-F1CB-0DA7-9352-90A0F5C1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9EEEEF0F-62B6-CFBA-FE35-74A6044AD029}"/>
              </a:ext>
            </a:extLst>
          </p:cNvPr>
          <p:cNvSpPr/>
          <p:nvPr/>
        </p:nvSpPr>
        <p:spPr>
          <a:xfrm>
            <a:off x="1478859" y="3429000"/>
            <a:ext cx="8442378" cy="24671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3C09-E7C0-E84A-057A-CC285154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6427516-2745-2071-E027-1D3F902B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 Backward Pass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A08D3A-57BD-5008-E838-0160861006B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9AFD6BB-AFD2-B900-5B0C-8CBDC781D6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2"/>
          <a:stretch>
            <a:fillRect/>
          </a:stretch>
        </p:blipFill>
        <p:spPr bwMode="auto">
          <a:xfrm>
            <a:off x="1495248" y="3483328"/>
            <a:ext cx="8425990" cy="175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070491-475A-5A3B-A5E7-2C12F32EB05B}"/>
              </a:ext>
            </a:extLst>
          </p:cNvPr>
          <p:cNvSpPr txBox="1"/>
          <p:nvPr/>
        </p:nvSpPr>
        <p:spPr>
          <a:xfrm>
            <a:off x="609600" y="1700100"/>
            <a:ext cx="112530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Begin with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492336-5963-FF02-7244-EE0E385D1E3B}"/>
                  </a:ext>
                </a:extLst>
              </p:cNvPr>
              <p:cNvSpPr txBox="1"/>
              <p:nvPr/>
            </p:nvSpPr>
            <p:spPr>
              <a:xfrm>
                <a:off x="1629233" y="1602373"/>
                <a:ext cx="22990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, 0, 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492336-5963-FF02-7244-EE0E385D1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233" y="1602373"/>
                <a:ext cx="2299068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75114C8-FF6D-B8DD-EFFD-0C58CDF33DF2}"/>
              </a:ext>
            </a:extLst>
          </p:cNvPr>
          <p:cNvSpPr txBox="1"/>
          <p:nvPr/>
        </p:nvSpPr>
        <p:spPr>
          <a:xfrm>
            <a:off x="609600" y="2057990"/>
            <a:ext cx="421750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Iteratively denoise with learned reverse process: 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E7F1EAB-D726-1D0D-D59E-6BD9F5AA34F1}"/>
                  </a:ext>
                </a:extLst>
              </p:cNvPr>
              <p:cNvSpPr txBox="1"/>
              <p:nvPr/>
            </p:nvSpPr>
            <p:spPr>
              <a:xfrm>
                <a:off x="3749959" y="1981046"/>
                <a:ext cx="60945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</a:rPr>
                            <m:t>; </m:t>
                          </m:r>
                          <m:r>
                            <m:rPr>
                              <m:sty m:val="p"/>
                            </m:rPr>
                            <a:rPr lang="el-GR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ko-KR" altLang="en-US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sz="1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E7F1EAB-D726-1D0D-D59E-6BD9F5AA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959" y="1981046"/>
                <a:ext cx="6094562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4D3FF58A-11D3-963E-1C75-C14FF489CCED}"/>
              </a:ext>
            </a:extLst>
          </p:cNvPr>
          <p:cNvGrpSpPr/>
          <p:nvPr/>
        </p:nvGrpSpPr>
        <p:grpSpPr>
          <a:xfrm>
            <a:off x="7068182" y="2424634"/>
            <a:ext cx="1168586" cy="527033"/>
            <a:chOff x="4772597" y="2941608"/>
            <a:chExt cx="3446092" cy="52703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28EADA-6397-1571-9013-2C90E628E89C}"/>
                </a:ext>
              </a:extLst>
            </p:cNvPr>
            <p:cNvSpPr txBox="1"/>
            <p:nvPr/>
          </p:nvSpPr>
          <p:spPr>
            <a:xfrm>
              <a:off x="4772597" y="3037754"/>
              <a:ext cx="344609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FF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Estimated by network</a:t>
              </a:r>
              <a:endParaRPr lang="ko-KR" altLang="en-US" sz="14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3AFE52CE-C3F8-4AA6-73E8-176BE0742BAC}"/>
                </a:ext>
              </a:extLst>
            </p:cNvPr>
            <p:cNvCxnSpPr>
              <a:cxnSpLocks/>
            </p:cNvCxnSpPr>
            <p:nvPr/>
          </p:nvCxnSpPr>
          <p:spPr>
            <a:xfrm>
              <a:off x="5149876" y="2941608"/>
              <a:ext cx="2691535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8F2FC3-C1CD-8765-7390-66BC58E12F58}"/>
                  </a:ext>
                </a:extLst>
              </p:cNvPr>
              <p:cNvSpPr txBox="1"/>
              <p:nvPr/>
            </p:nvSpPr>
            <p:spPr>
              <a:xfrm>
                <a:off x="2626332" y="4839888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8F2FC3-C1CD-8765-7390-66BC58E12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332" y="4839888"/>
                <a:ext cx="382290" cy="276999"/>
              </a:xfrm>
              <a:prstGeom prst="rect">
                <a:avLst/>
              </a:prstGeom>
              <a:blipFill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54E265D-C0C3-3E88-4910-FEA04AD0430A}"/>
                  </a:ext>
                </a:extLst>
              </p:cNvPr>
              <p:cNvSpPr txBox="1"/>
              <p:nvPr/>
            </p:nvSpPr>
            <p:spPr>
              <a:xfrm>
                <a:off x="3529231" y="4839887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54E265D-C0C3-3E88-4910-FEA04AD04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231" y="4839887"/>
                <a:ext cx="382290" cy="276999"/>
              </a:xfrm>
              <a:prstGeom prst="rect">
                <a:avLst/>
              </a:prstGeom>
              <a:blipFill>
                <a:blip r:embed="rId6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063F3D6-3C1A-51CD-1AFF-B03FDA3047CD}"/>
                  </a:ext>
                </a:extLst>
              </p:cNvPr>
              <p:cNvSpPr txBox="1"/>
              <p:nvPr/>
            </p:nvSpPr>
            <p:spPr>
              <a:xfrm>
                <a:off x="8383027" y="4854724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063F3D6-3C1A-51CD-1AFF-B03FDA304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027" y="4854724"/>
                <a:ext cx="382290" cy="276999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8EF2EB-9574-F81D-C835-DBE6EAC51C59}"/>
                  </a:ext>
                </a:extLst>
              </p:cNvPr>
              <p:cNvSpPr txBox="1"/>
              <p:nvPr/>
            </p:nvSpPr>
            <p:spPr>
              <a:xfrm>
                <a:off x="7448499" y="4854724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C8EF2EB-9574-F81D-C835-DBE6EAC51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499" y="4854724"/>
                <a:ext cx="38229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F6C5E2-B18D-9418-47FB-7D22A312077A}"/>
                  </a:ext>
                </a:extLst>
              </p:cNvPr>
              <p:cNvSpPr txBox="1"/>
              <p:nvPr/>
            </p:nvSpPr>
            <p:spPr>
              <a:xfrm>
                <a:off x="4551462" y="4854723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F6C5E2-B18D-9418-47FB-7D22A3120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462" y="4854723"/>
                <a:ext cx="382290" cy="276999"/>
              </a:xfrm>
              <a:prstGeom prst="rect">
                <a:avLst/>
              </a:prstGeom>
              <a:blipFill>
                <a:blip r:embed="rId9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798801D-9083-C6CE-FEB4-8A9BAB942879}"/>
                  </a:ext>
                </a:extLst>
              </p:cNvPr>
              <p:cNvSpPr txBox="1"/>
              <p:nvPr/>
            </p:nvSpPr>
            <p:spPr>
              <a:xfrm>
                <a:off x="5480482" y="4854723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798801D-9083-C6CE-FEB4-8A9BAB942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482" y="4854723"/>
                <a:ext cx="382290" cy="276999"/>
              </a:xfrm>
              <a:prstGeom prst="rect">
                <a:avLst/>
              </a:prstGeom>
              <a:blipFill>
                <a:blip r:embed="rId10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1AD90B3-D9C8-4131-F8F7-BB77A44D40A7}"/>
                  </a:ext>
                </a:extLst>
              </p:cNvPr>
              <p:cNvSpPr txBox="1"/>
              <p:nvPr/>
            </p:nvSpPr>
            <p:spPr>
              <a:xfrm>
                <a:off x="6464490" y="4854723"/>
                <a:ext cx="3822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1AD90B3-D9C8-4131-F8F7-BB77A44D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490" y="4854723"/>
                <a:ext cx="382290" cy="276999"/>
              </a:xfrm>
              <a:prstGeom prst="rect">
                <a:avLst/>
              </a:prstGeom>
              <a:blipFill>
                <a:blip r:embed="rId11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7933E73D-7787-179D-344D-E1D5D28CD263}"/>
              </a:ext>
            </a:extLst>
          </p:cNvPr>
          <p:cNvCxnSpPr>
            <a:cxnSpLocks/>
          </p:cNvCxnSpPr>
          <p:nvPr/>
        </p:nvCxnSpPr>
        <p:spPr>
          <a:xfrm rot="5400000">
            <a:off x="3268926" y="4768397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C246E410-FD9C-1C36-33D0-D39202391FB7}"/>
              </a:ext>
            </a:extLst>
          </p:cNvPr>
          <p:cNvCxnSpPr>
            <a:cxnSpLocks/>
          </p:cNvCxnSpPr>
          <p:nvPr/>
        </p:nvCxnSpPr>
        <p:spPr>
          <a:xfrm rot="5400000">
            <a:off x="4202093" y="4768398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FA25FF5D-42F2-7808-4D9D-6A3507D7D12F}"/>
              </a:ext>
            </a:extLst>
          </p:cNvPr>
          <p:cNvCxnSpPr>
            <a:cxnSpLocks/>
          </p:cNvCxnSpPr>
          <p:nvPr/>
        </p:nvCxnSpPr>
        <p:spPr>
          <a:xfrm rot="5400000">
            <a:off x="5224247" y="4768398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A2D3B61E-D7C5-D4E0-13B1-24C9EE4DE503}"/>
              </a:ext>
            </a:extLst>
          </p:cNvPr>
          <p:cNvCxnSpPr>
            <a:cxnSpLocks/>
          </p:cNvCxnSpPr>
          <p:nvPr/>
        </p:nvCxnSpPr>
        <p:spPr>
          <a:xfrm rot="5400000">
            <a:off x="6157414" y="4768398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연결선: 구부러짐 39">
            <a:extLst>
              <a:ext uri="{FF2B5EF4-FFF2-40B4-BE49-F238E27FC236}">
                <a16:creationId xmlns:a16="http://schemas.microsoft.com/office/drawing/2014/main" id="{DF953ACC-6829-D7B2-94CC-F6D5B286E7E6}"/>
              </a:ext>
            </a:extLst>
          </p:cNvPr>
          <p:cNvCxnSpPr>
            <a:cxnSpLocks/>
          </p:cNvCxnSpPr>
          <p:nvPr/>
        </p:nvCxnSpPr>
        <p:spPr>
          <a:xfrm rot="5400000">
            <a:off x="8122722" y="4768397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E05F3C78-41D9-B799-6EE7-694BA76E3F52}"/>
              </a:ext>
            </a:extLst>
          </p:cNvPr>
          <p:cNvCxnSpPr>
            <a:cxnSpLocks/>
          </p:cNvCxnSpPr>
          <p:nvPr/>
        </p:nvCxnSpPr>
        <p:spPr>
          <a:xfrm rot="5400000">
            <a:off x="7140068" y="4768396"/>
            <a:ext cx="1" cy="902899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78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E474-33C0-51DB-6A39-84D34003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C93B80D-3831-2333-337B-53EA9035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DF0F71F-FD72-7CEB-0D40-79A2E843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33C6CD-F53C-1331-00BC-32A47BC3AB2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F82ABE32-379C-89B1-B7FA-AC9C3E761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73" y="2426937"/>
            <a:ext cx="4633462" cy="305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Illustration of the diffusion transformer (DiT) [6] with stacked... |  Download Scientific Diagram">
            <a:extLst>
              <a:ext uri="{FF2B5EF4-FFF2-40B4-BE49-F238E27FC236}">
                <a16:creationId xmlns:a16="http://schemas.microsoft.com/office/drawing/2014/main" id="{0F4B7098-CADF-B2FF-1410-CCCE8A092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181" y="2426936"/>
            <a:ext cx="4868367" cy="305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03A4D5-D670-B98A-4919-135F420EB7AB}"/>
              </a:ext>
            </a:extLst>
          </p:cNvPr>
          <p:cNvSpPr txBox="1"/>
          <p:nvPr/>
        </p:nvSpPr>
        <p:spPr>
          <a:xfrm>
            <a:off x="1436078" y="1755897"/>
            <a:ext cx="32450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U-net</a:t>
            </a:r>
            <a:b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Ronneberger</a:t>
            </a:r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et al., 2015)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4CD6F-5FD2-5877-1010-41087258602B}"/>
              </a:ext>
            </a:extLst>
          </p:cNvPr>
          <p:cNvSpPr txBox="1"/>
          <p:nvPr/>
        </p:nvSpPr>
        <p:spPr>
          <a:xfrm>
            <a:off x="7510872" y="1755897"/>
            <a:ext cx="24815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DiT</a:t>
            </a:r>
            <a:b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(Peebles &amp; Xie, 2022)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7220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C031-A5BC-A7BB-2A6D-58B276E8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C97A3D6-A2E0-DE1B-7126-CAFA880C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8AC524E-1513-B5FD-A7FB-5D32242E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 Sampling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F64953-2741-1C5F-FEFC-E7719EDA6AED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9FFF-7CAE-5AF3-DAEA-B5E087C6E5F7}"/>
              </a:ext>
            </a:extLst>
          </p:cNvPr>
          <p:cNvSpPr txBox="1"/>
          <p:nvPr/>
        </p:nvSpPr>
        <p:spPr>
          <a:xfrm>
            <a:off x="510210" y="1936958"/>
            <a:ext cx="32450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DDPM</a:t>
            </a:r>
            <a:b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(Ho et al., 2020)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06ACA-C7B8-72CD-C577-5A4D34C8CC82}"/>
              </a:ext>
            </a:extLst>
          </p:cNvPr>
          <p:cNvSpPr txBox="1"/>
          <p:nvPr/>
        </p:nvSpPr>
        <p:spPr>
          <a:xfrm>
            <a:off x="4646738" y="1902196"/>
            <a:ext cx="24815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DDIM</a:t>
            </a:r>
          </a:p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(Song et al., 2020)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643CC-72B4-2898-F7A8-8FDE34A6247A}"/>
              </a:ext>
            </a:extLst>
          </p:cNvPr>
          <p:cNvSpPr txBox="1"/>
          <p:nvPr/>
        </p:nvSpPr>
        <p:spPr>
          <a:xfrm>
            <a:off x="8735250" y="1921569"/>
            <a:ext cx="24815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DPM-solver</a:t>
            </a:r>
          </a:p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(Lu et al., 2022)</a:t>
            </a:r>
            <a:endParaRPr lang="ko-KR" altLang="en-US" sz="16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C014B82-9613-4FE7-6708-B32EA8234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157" y="2890581"/>
            <a:ext cx="3557771" cy="16199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D3CF31-AD85-2D8B-0D7C-8852D681E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237" y="2890581"/>
            <a:ext cx="3469110" cy="15203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2A2BA42-8E33-9AAC-5CB2-BEAE1048A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72" y="2890581"/>
            <a:ext cx="3250226" cy="2095487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B47F40F-6C7F-369D-9574-9A55B992299F}"/>
              </a:ext>
            </a:extLst>
          </p:cNvPr>
          <p:cNvCxnSpPr>
            <a:cxnSpLocks/>
          </p:cNvCxnSpPr>
          <p:nvPr/>
        </p:nvCxnSpPr>
        <p:spPr>
          <a:xfrm>
            <a:off x="3907767" y="1921569"/>
            <a:ext cx="0" cy="4192438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0D29B47-8A25-19FF-6A44-E0803BBD35BA}"/>
              </a:ext>
            </a:extLst>
          </p:cNvPr>
          <p:cNvCxnSpPr>
            <a:cxnSpLocks/>
          </p:cNvCxnSpPr>
          <p:nvPr/>
        </p:nvCxnSpPr>
        <p:spPr>
          <a:xfrm>
            <a:off x="7867291" y="1936958"/>
            <a:ext cx="0" cy="4192438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3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6F274-76F4-8851-A12B-372029A57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16BD54D-D6F4-2F85-0158-7EC710A8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D14A4542-9120-CE02-7A2A-8C67F4A8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Guidance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05DD6-1528-5C90-ACB5-BA9686E0379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9F279-5F74-7B7D-995D-DE6BE7D54A23}"/>
              </a:ext>
            </a:extLst>
          </p:cNvPr>
          <p:cNvSpPr txBox="1"/>
          <p:nvPr/>
        </p:nvSpPr>
        <p:spPr>
          <a:xfrm>
            <a:off x="1548221" y="2129354"/>
            <a:ext cx="32450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Classifier-guidance</a:t>
            </a:r>
            <a:b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(Dhariwal &amp; Nichol, 2021)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4252C-62E3-B835-4BAF-AFF288FF6EE5}"/>
              </a:ext>
            </a:extLst>
          </p:cNvPr>
          <p:cNvSpPr txBox="1"/>
          <p:nvPr/>
        </p:nvSpPr>
        <p:spPr>
          <a:xfrm>
            <a:off x="7398727" y="2129354"/>
            <a:ext cx="32450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Classifier-free guidance</a:t>
            </a:r>
            <a:b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(Ho &amp; Salimans, 2022)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4FB7A96-E7A9-6184-49D8-61C5C75E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123" y="2996423"/>
            <a:ext cx="2312266" cy="23564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56CE4C2-71C7-B2EC-A3CF-BDDB8EA48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420" y="2996423"/>
            <a:ext cx="2296980" cy="23564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8D3949-0FE4-F25B-E26A-5CA697B69CB9}"/>
              </a:ext>
            </a:extLst>
          </p:cNvPr>
          <p:cNvSpPr txBox="1"/>
          <p:nvPr/>
        </p:nvSpPr>
        <p:spPr>
          <a:xfrm>
            <a:off x="7395990" y="5428771"/>
            <a:ext cx="12911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 guidance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BCC852-60CF-2290-B3B5-08B8C3B08D29}"/>
              </a:ext>
            </a:extLst>
          </p:cNvPr>
          <p:cNvSpPr txBox="1"/>
          <p:nvPr/>
        </p:nvSpPr>
        <p:spPr>
          <a:xfrm>
            <a:off x="9788339" y="5404333"/>
            <a:ext cx="12911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CFG with w=3</a:t>
            </a:r>
            <a:endParaRPr lang="ko-KR" altLang="en-US" sz="11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51EB031-D36A-A12D-56FC-21D0BCD8B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96423"/>
            <a:ext cx="5485231" cy="147754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D28FB7-42D5-3D15-E66E-CE0305E40BB1}"/>
              </a:ext>
            </a:extLst>
          </p:cNvPr>
          <p:cNvSpPr txBox="1"/>
          <p:nvPr/>
        </p:nvSpPr>
        <p:spPr>
          <a:xfrm>
            <a:off x="1432707" y="4525431"/>
            <a:ext cx="14451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Guidance with s=1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64BDCB-F93A-6A36-3F19-B24A28B53699}"/>
              </a:ext>
            </a:extLst>
          </p:cNvPr>
          <p:cNvSpPr txBox="1"/>
          <p:nvPr/>
        </p:nvSpPr>
        <p:spPr>
          <a:xfrm>
            <a:off x="3940570" y="4500993"/>
            <a:ext cx="14451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Guidance with s=10</a:t>
            </a:r>
            <a:endParaRPr lang="ko-KR" altLang="en-US" sz="1100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334C16C-0084-0FD5-ED98-8BB2C9AC2CA2}"/>
              </a:ext>
            </a:extLst>
          </p:cNvPr>
          <p:cNvCxnSpPr>
            <a:cxnSpLocks/>
          </p:cNvCxnSpPr>
          <p:nvPr/>
        </p:nvCxnSpPr>
        <p:spPr>
          <a:xfrm>
            <a:off x="6314536" y="2001328"/>
            <a:ext cx="0" cy="4192438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96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2A035-4092-2F13-BA29-FA4FA011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58A374-F2C8-2848-44DC-72E5FF88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2267462"/>
            <a:ext cx="9634330" cy="1421928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Bringing Diffusion </a:t>
            </a: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to Language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0E152A6-14F9-736B-94D7-CF558287AE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>
                <a:solidFill>
                  <a:srgbClr val="7FDDFF"/>
                </a:solidFill>
              </a:rPr>
              <a:pPr/>
              <a:t>30</a:t>
            </a:fld>
            <a:endParaRPr lang="en-US" dirty="0">
              <a:solidFill>
                <a:srgbClr val="7FD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40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527A2-EBC6-0A57-0AE7-300CD2B0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E0952F0-9F28-326F-2849-0CA482B9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31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1033A99-6966-5040-C766-3582B2B7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Use Diffusion Language Models?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E8907AC-C6B6-D9D6-8D5C-5E6C139F39A9}"/>
              </a:ext>
            </a:extLst>
          </p:cNvPr>
          <p:cNvSpPr/>
          <p:nvPr/>
        </p:nvSpPr>
        <p:spPr>
          <a:xfrm>
            <a:off x="510210" y="2367231"/>
            <a:ext cx="11415265" cy="3263535"/>
          </a:xfrm>
          <a:prstGeom prst="roundRect">
            <a:avLst>
              <a:gd name="adj" fmla="val 5696"/>
            </a:avLst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AD31DF9-AE61-595C-0E15-A3DB9A2A9231}"/>
              </a:ext>
            </a:extLst>
          </p:cNvPr>
          <p:cNvGrpSpPr/>
          <p:nvPr/>
        </p:nvGrpSpPr>
        <p:grpSpPr>
          <a:xfrm>
            <a:off x="2956494" y="2753254"/>
            <a:ext cx="6106514" cy="2871169"/>
            <a:chOff x="3010163" y="2055824"/>
            <a:chExt cx="6106514" cy="3985523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E391ACAF-5F1E-1DCC-BAF3-E8614B22D9EB}"/>
                </a:ext>
              </a:extLst>
            </p:cNvPr>
            <p:cNvCxnSpPr>
              <a:cxnSpLocks/>
            </p:cNvCxnSpPr>
            <p:nvPr/>
          </p:nvCxnSpPr>
          <p:spPr>
            <a:xfrm>
              <a:off x="3010163" y="2055824"/>
              <a:ext cx="0" cy="398552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DCEDA01-934F-82CA-7429-0A999B57718B}"/>
                </a:ext>
              </a:extLst>
            </p:cNvPr>
            <p:cNvCxnSpPr>
              <a:cxnSpLocks/>
            </p:cNvCxnSpPr>
            <p:nvPr/>
          </p:nvCxnSpPr>
          <p:spPr>
            <a:xfrm>
              <a:off x="6063420" y="2055824"/>
              <a:ext cx="0" cy="398552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A6EB2EF-14A4-1AC6-1AA3-4F569B60004B}"/>
                </a:ext>
              </a:extLst>
            </p:cNvPr>
            <p:cNvCxnSpPr>
              <a:cxnSpLocks/>
            </p:cNvCxnSpPr>
            <p:nvPr/>
          </p:nvCxnSpPr>
          <p:spPr>
            <a:xfrm>
              <a:off x="9116677" y="2055824"/>
              <a:ext cx="0" cy="398552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917AED7-2BBD-B894-71A8-327F594B8856}"/>
              </a:ext>
            </a:extLst>
          </p:cNvPr>
          <p:cNvGrpSpPr/>
          <p:nvPr/>
        </p:nvGrpSpPr>
        <p:grpSpPr>
          <a:xfrm>
            <a:off x="853256" y="2774364"/>
            <a:ext cx="1974086" cy="2242809"/>
            <a:chOff x="942937" y="2800243"/>
            <a:chExt cx="1974086" cy="2242809"/>
          </a:xfrm>
        </p:grpSpPr>
        <p:sp>
          <p:nvSpPr>
            <p:cNvPr id="14" name="Title 4">
              <a:extLst>
                <a:ext uri="{FF2B5EF4-FFF2-40B4-BE49-F238E27FC236}">
                  <a16:creationId xmlns:a16="http://schemas.microsoft.com/office/drawing/2014/main" id="{0ADD78D6-2D7F-FA20-3209-903A0A83304B}"/>
                </a:ext>
              </a:extLst>
            </p:cNvPr>
            <p:cNvSpPr txBox="1">
              <a:spLocks/>
            </p:cNvSpPr>
            <p:nvPr/>
          </p:nvSpPr>
          <p:spPr>
            <a:xfrm>
              <a:off x="1169122" y="3835756"/>
              <a:ext cx="1521716" cy="37824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Parallel Decoding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6E7E0B-5CD2-72E4-4B15-4488D2B442C1}"/>
                </a:ext>
              </a:extLst>
            </p:cNvPr>
            <p:cNvSpPr txBox="1"/>
            <p:nvPr/>
          </p:nvSpPr>
          <p:spPr>
            <a:xfrm>
              <a:off x="942937" y="4396721"/>
              <a:ext cx="197408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All tokens can be generated simultaneously, utilizing more hardware</a:t>
              </a:r>
              <a:endPara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C5D66C4B-D66D-9160-134F-F7B8C0390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3987" y="2800243"/>
              <a:ext cx="831987" cy="831987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320F81D-6E80-752E-3F84-131D4CFF22C4}"/>
              </a:ext>
            </a:extLst>
          </p:cNvPr>
          <p:cNvGrpSpPr/>
          <p:nvPr/>
        </p:nvGrpSpPr>
        <p:grpSpPr>
          <a:xfrm>
            <a:off x="3429272" y="2774364"/>
            <a:ext cx="2199362" cy="2427475"/>
            <a:chOff x="3518953" y="2800243"/>
            <a:chExt cx="2199362" cy="2427475"/>
          </a:xfrm>
        </p:grpSpPr>
        <p:sp>
          <p:nvSpPr>
            <p:cNvPr id="20" name="Title 4">
              <a:extLst>
                <a:ext uri="{FF2B5EF4-FFF2-40B4-BE49-F238E27FC236}">
                  <a16:creationId xmlns:a16="http://schemas.microsoft.com/office/drawing/2014/main" id="{97E158D4-A1DE-426B-DAE5-BBE5D31F1425}"/>
                </a:ext>
              </a:extLst>
            </p:cNvPr>
            <p:cNvSpPr txBox="1">
              <a:spLocks/>
            </p:cNvSpPr>
            <p:nvPr/>
          </p:nvSpPr>
          <p:spPr>
            <a:xfrm>
              <a:off x="3945715" y="3835756"/>
              <a:ext cx="1345839" cy="37824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Controllability</a:t>
              </a:r>
              <a:endParaRPr lang="en-US" sz="14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CC8800-DF50-34E7-CFED-AF34F3008820}"/>
                </a:ext>
              </a:extLst>
            </p:cNvPr>
            <p:cNvSpPr txBox="1"/>
            <p:nvPr/>
          </p:nvSpPr>
          <p:spPr>
            <a:xfrm>
              <a:off x="3518953" y="4396721"/>
              <a:ext cx="21993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Generation could be easily steered with Classifier guidance, Classifier-free guidance</a:t>
              </a:r>
              <a:endPara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A5C7865B-D290-B2A9-AF9B-6A2F02B29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9534" y="2800243"/>
              <a:ext cx="838200" cy="83820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1B0050-3E37-B660-D18E-9D4F98A5007D}"/>
              </a:ext>
            </a:extLst>
          </p:cNvPr>
          <p:cNvGrpSpPr/>
          <p:nvPr/>
        </p:nvGrpSpPr>
        <p:grpSpPr>
          <a:xfrm>
            <a:off x="6440820" y="2774364"/>
            <a:ext cx="2275680" cy="2242809"/>
            <a:chOff x="6530501" y="2800243"/>
            <a:chExt cx="2275680" cy="2242809"/>
          </a:xfrm>
        </p:grpSpPr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A0776145-36C2-ECB0-5DA1-43DC2B70B16A}"/>
                </a:ext>
              </a:extLst>
            </p:cNvPr>
            <p:cNvSpPr txBox="1">
              <a:spLocks/>
            </p:cNvSpPr>
            <p:nvPr/>
          </p:nvSpPr>
          <p:spPr>
            <a:xfrm>
              <a:off x="6681097" y="3835756"/>
              <a:ext cx="1974489" cy="37824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Iterative Refinement</a:t>
              </a:r>
              <a:endParaRPr lang="en-US" sz="14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59BB817-7EAC-29F8-6B33-1E7AE3DF9C10}"/>
                </a:ext>
              </a:extLst>
            </p:cNvPr>
            <p:cNvSpPr txBox="1"/>
            <p:nvPr/>
          </p:nvSpPr>
          <p:spPr>
            <a:xfrm>
              <a:off x="6530501" y="4396721"/>
              <a:ext cx="227568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Allows correction of early mistakes and globally coherent outputs</a:t>
              </a:r>
              <a:endPara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C9996249-66DE-2E30-D3CA-526E6F642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3565" y="2800243"/>
              <a:ext cx="869552" cy="86955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D7548D9-ABDE-54C0-F87C-3D052E000304}"/>
              </a:ext>
            </a:extLst>
          </p:cNvPr>
          <p:cNvGrpSpPr/>
          <p:nvPr/>
        </p:nvGrpSpPr>
        <p:grpSpPr>
          <a:xfrm>
            <a:off x="9321314" y="2774364"/>
            <a:ext cx="2264172" cy="2242809"/>
            <a:chOff x="9410995" y="2800243"/>
            <a:chExt cx="2264172" cy="2242809"/>
          </a:xfrm>
        </p:grpSpPr>
        <p:sp>
          <p:nvSpPr>
            <p:cNvPr id="24" name="Title 4">
              <a:extLst>
                <a:ext uri="{FF2B5EF4-FFF2-40B4-BE49-F238E27FC236}">
                  <a16:creationId xmlns:a16="http://schemas.microsoft.com/office/drawing/2014/main" id="{62962F93-32FB-F3E0-654A-FF3E3A3359C0}"/>
                </a:ext>
              </a:extLst>
            </p:cNvPr>
            <p:cNvSpPr txBox="1">
              <a:spLocks/>
            </p:cNvSpPr>
            <p:nvPr/>
          </p:nvSpPr>
          <p:spPr>
            <a:xfrm>
              <a:off x="9649793" y="3835756"/>
              <a:ext cx="1857843" cy="37824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Bidirectional Context</a:t>
              </a:r>
              <a:endParaRPr lang="en-US" sz="14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89AFB2-FBE7-0F5D-E5BE-7CFF534DDF81}"/>
                </a:ext>
              </a:extLst>
            </p:cNvPr>
            <p:cNvSpPr txBox="1"/>
            <p:nvPr/>
          </p:nvSpPr>
          <p:spPr>
            <a:xfrm>
              <a:off x="9410995" y="4396721"/>
              <a:ext cx="22641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Considers full sequence context during denoising, enabling infilling</a:t>
              </a:r>
              <a:endParaRPr lang="ko-KR" alt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E431261-B013-B1E9-7024-EC0B682B3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6259" y="2800243"/>
              <a:ext cx="625646" cy="62564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33AA8E7-0258-D725-22E2-1CAD095E60A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C5915-7E0A-B99C-9BE1-7905FF66635B}"/>
              </a:ext>
            </a:extLst>
          </p:cNvPr>
          <p:cNvSpPr txBox="1"/>
          <p:nvPr/>
        </p:nvSpPr>
        <p:spPr>
          <a:xfrm>
            <a:off x="609600" y="1570855"/>
            <a:ext cx="6886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Autoregressive (AR) models still perform 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So why should we consider using diffusion for language models?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084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0075-E343-2691-9F4C-AE3FD2BAC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50A1E42-3553-F86B-08D2-159A282F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32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F1CCAAC-0101-A76F-8DD7-480A6C466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Use Diffusion Language Models?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07AAB8-AE4C-FF99-0496-558231B16981}"/>
              </a:ext>
            </a:extLst>
          </p:cNvPr>
          <p:cNvSpPr/>
          <p:nvPr/>
        </p:nvSpPr>
        <p:spPr>
          <a:xfrm>
            <a:off x="510211" y="2260121"/>
            <a:ext cx="3690852" cy="3370645"/>
          </a:xfrm>
          <a:prstGeom prst="roundRect">
            <a:avLst>
              <a:gd name="adj" fmla="val 5696"/>
            </a:avLst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9B70D40-BFBA-A166-9A96-58AC23D55B95}"/>
              </a:ext>
            </a:extLst>
          </p:cNvPr>
          <p:cNvGrpSpPr/>
          <p:nvPr/>
        </p:nvGrpSpPr>
        <p:grpSpPr>
          <a:xfrm>
            <a:off x="692457" y="2567230"/>
            <a:ext cx="1294254" cy="1262130"/>
            <a:chOff x="942937" y="2800243"/>
            <a:chExt cx="1974086" cy="1925088"/>
          </a:xfrm>
        </p:grpSpPr>
        <p:sp>
          <p:nvSpPr>
            <p:cNvPr id="14" name="Title 4">
              <a:extLst>
                <a:ext uri="{FF2B5EF4-FFF2-40B4-BE49-F238E27FC236}">
                  <a16:creationId xmlns:a16="http://schemas.microsoft.com/office/drawing/2014/main" id="{E9FC431D-BDFC-708E-2B8B-29B6611BF925}"/>
                </a:ext>
              </a:extLst>
            </p:cNvPr>
            <p:cNvSpPr txBox="1">
              <a:spLocks/>
            </p:cNvSpPr>
            <p:nvPr/>
          </p:nvSpPr>
          <p:spPr>
            <a:xfrm>
              <a:off x="1169122" y="3835756"/>
              <a:ext cx="1521716" cy="421228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Parallel Decoding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616D60-63FB-BE3A-735C-1035F3CA2AD5}"/>
                </a:ext>
              </a:extLst>
            </p:cNvPr>
            <p:cNvSpPr txBox="1"/>
            <p:nvPr/>
          </p:nvSpPr>
          <p:spPr>
            <a:xfrm>
              <a:off x="942937" y="4396721"/>
              <a:ext cx="1974086" cy="328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8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CB4EECA5-6B50-651C-D79E-66A6124CC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3987" y="2800243"/>
              <a:ext cx="831987" cy="831987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797E28D-8DE8-859F-2503-81FCB9027482}"/>
              </a:ext>
            </a:extLst>
          </p:cNvPr>
          <p:cNvGrpSpPr/>
          <p:nvPr/>
        </p:nvGrpSpPr>
        <p:grpSpPr>
          <a:xfrm>
            <a:off x="2395058" y="2610360"/>
            <a:ext cx="1440655" cy="1170308"/>
            <a:chOff x="3518953" y="2800243"/>
            <a:chExt cx="2199362" cy="1988737"/>
          </a:xfrm>
        </p:grpSpPr>
        <p:sp>
          <p:nvSpPr>
            <p:cNvPr id="20" name="Title 4">
              <a:extLst>
                <a:ext uri="{FF2B5EF4-FFF2-40B4-BE49-F238E27FC236}">
                  <a16:creationId xmlns:a16="http://schemas.microsoft.com/office/drawing/2014/main" id="{6C9D3008-4F6F-6B0E-B2C8-A7F87BEE1F10}"/>
                </a:ext>
              </a:extLst>
            </p:cNvPr>
            <p:cNvSpPr txBox="1">
              <a:spLocks/>
            </p:cNvSpPr>
            <p:nvPr/>
          </p:nvSpPr>
          <p:spPr>
            <a:xfrm>
              <a:off x="3945715" y="3835756"/>
              <a:ext cx="1345839" cy="89620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Controllability</a:t>
              </a:r>
              <a:endParaRPr lang="en-US" sz="10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A0063B-FE02-A262-27A2-E6F7355583C6}"/>
                </a:ext>
              </a:extLst>
            </p:cNvPr>
            <p:cNvSpPr txBox="1"/>
            <p:nvPr/>
          </p:nvSpPr>
          <p:spPr>
            <a:xfrm>
              <a:off x="3518953" y="4396721"/>
              <a:ext cx="2199362" cy="392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5103C38-F7C8-5CC0-9AB0-8DAB2E166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9534" y="2800243"/>
              <a:ext cx="838200" cy="83820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49D5EF3-C63E-53B6-2E2C-4DBDF995AA7D}"/>
              </a:ext>
            </a:extLst>
          </p:cNvPr>
          <p:cNvGrpSpPr/>
          <p:nvPr/>
        </p:nvGrpSpPr>
        <p:grpSpPr>
          <a:xfrm>
            <a:off x="482784" y="4042075"/>
            <a:ext cx="1713600" cy="1375975"/>
            <a:chOff x="6530501" y="2800243"/>
            <a:chExt cx="2275680" cy="1827310"/>
          </a:xfrm>
        </p:grpSpPr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7FFCAE30-D145-2399-B9B0-05D956CC9E4B}"/>
                </a:ext>
              </a:extLst>
            </p:cNvPr>
            <p:cNvSpPr txBox="1">
              <a:spLocks/>
            </p:cNvSpPr>
            <p:nvPr/>
          </p:nvSpPr>
          <p:spPr>
            <a:xfrm>
              <a:off x="6681097" y="3835756"/>
              <a:ext cx="1974489" cy="276166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Iterative Refinement</a:t>
              </a:r>
              <a:endParaRPr lang="en-US" sz="9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786466A-174F-1291-88BB-C64FF0F657C7}"/>
                </a:ext>
              </a:extLst>
            </p:cNvPr>
            <p:cNvSpPr txBox="1"/>
            <p:nvPr/>
          </p:nvSpPr>
          <p:spPr>
            <a:xfrm>
              <a:off x="6530501" y="4396721"/>
              <a:ext cx="22756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888ACA0-6F5A-173A-7C6D-2DC2C498A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3565" y="2800243"/>
              <a:ext cx="750714" cy="7507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9B8F26C-CDF6-C86D-079F-B8F9A0A8C5CD}"/>
              </a:ext>
            </a:extLst>
          </p:cNvPr>
          <p:cNvGrpSpPr/>
          <p:nvPr/>
        </p:nvGrpSpPr>
        <p:grpSpPr>
          <a:xfrm>
            <a:off x="2348912" y="4129597"/>
            <a:ext cx="1486801" cy="1279183"/>
            <a:chOff x="9410995" y="2800243"/>
            <a:chExt cx="2264172" cy="1948001"/>
          </a:xfrm>
        </p:grpSpPr>
        <p:sp>
          <p:nvSpPr>
            <p:cNvPr id="24" name="Title 4">
              <a:extLst>
                <a:ext uri="{FF2B5EF4-FFF2-40B4-BE49-F238E27FC236}">
                  <a16:creationId xmlns:a16="http://schemas.microsoft.com/office/drawing/2014/main" id="{DF2B2437-F6A3-B916-F68A-3B23880689DC}"/>
                </a:ext>
              </a:extLst>
            </p:cNvPr>
            <p:cNvSpPr txBox="1">
              <a:spLocks/>
            </p:cNvSpPr>
            <p:nvPr/>
          </p:nvSpPr>
          <p:spPr>
            <a:xfrm>
              <a:off x="9649793" y="3835756"/>
              <a:ext cx="1857843" cy="420559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Bidirectional Context</a:t>
              </a:r>
              <a:endParaRPr lang="en-US" sz="9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350F11-D5A8-ABBA-5B2C-41BC0B635E57}"/>
                </a:ext>
              </a:extLst>
            </p:cNvPr>
            <p:cNvSpPr txBox="1"/>
            <p:nvPr/>
          </p:nvSpPr>
          <p:spPr>
            <a:xfrm>
              <a:off x="9410995" y="4396722"/>
              <a:ext cx="2264172" cy="351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FE83364D-F80A-C1D3-EF73-00AAE2F51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6259" y="2800243"/>
              <a:ext cx="625646" cy="62564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7E468DA-BFC1-4BF7-6CE9-8FC4CA93A62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98702F2-A3AB-A5A0-2387-86BFE9450E59}"/>
              </a:ext>
            </a:extLst>
          </p:cNvPr>
          <p:cNvCxnSpPr/>
          <p:nvPr/>
        </p:nvCxnSpPr>
        <p:spPr>
          <a:xfrm flipV="1">
            <a:off x="4727683" y="2445772"/>
            <a:ext cx="767751" cy="800363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D35496D-80CA-3D80-13A0-5C008F0A19D2}"/>
              </a:ext>
            </a:extLst>
          </p:cNvPr>
          <p:cNvCxnSpPr>
            <a:cxnSpLocks/>
          </p:cNvCxnSpPr>
          <p:nvPr/>
        </p:nvCxnSpPr>
        <p:spPr>
          <a:xfrm>
            <a:off x="4749126" y="4370232"/>
            <a:ext cx="746308" cy="87528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A5F237C-D28F-7815-D2F9-81C32B34FEA0}"/>
              </a:ext>
            </a:extLst>
          </p:cNvPr>
          <p:cNvSpPr txBox="1"/>
          <p:nvPr/>
        </p:nvSpPr>
        <p:spPr>
          <a:xfrm>
            <a:off x="6957882" y="1921567"/>
            <a:ext cx="3245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Parallel Decoding</a:t>
            </a:r>
            <a:endParaRPr lang="ko-KR" altLang="en-US" sz="1600" dirty="0"/>
          </a:p>
        </p:txBody>
      </p:sp>
      <p:pic>
        <p:nvPicPr>
          <p:cNvPr id="1026" name="Picture 2" descr="Enhancing Paragraph Generation with a Latent Language Diffusion Model -  Apple Machine Learning Research">
            <a:extLst>
              <a:ext uri="{FF2B5EF4-FFF2-40B4-BE49-F238E27FC236}">
                <a16:creationId xmlns:a16="http://schemas.microsoft.com/office/drawing/2014/main" id="{D2BB25E8-41BB-07D1-BFD3-619817B32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95" t="14852" r="27014"/>
          <a:stretch>
            <a:fillRect/>
          </a:stretch>
        </p:blipFill>
        <p:spPr bwMode="auto">
          <a:xfrm>
            <a:off x="6104267" y="2371086"/>
            <a:ext cx="2318477" cy="320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4F5081C-54C1-3B0C-91FB-81EF51015C21}"/>
              </a:ext>
            </a:extLst>
          </p:cNvPr>
          <p:cNvSpPr txBox="1"/>
          <p:nvPr/>
        </p:nvSpPr>
        <p:spPr>
          <a:xfrm>
            <a:off x="6302738" y="5605045"/>
            <a:ext cx="2056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https://machinelearning.apple.com/research/latent-language-diffusion-model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97F704B-952C-B8D9-3062-29B75DE0FF9C}"/>
              </a:ext>
            </a:extLst>
          </p:cNvPr>
          <p:cNvCxnSpPr/>
          <p:nvPr/>
        </p:nvCxnSpPr>
        <p:spPr>
          <a:xfrm>
            <a:off x="8580408" y="2567230"/>
            <a:ext cx="0" cy="2610718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99591A4-6B29-9C0C-837D-28A1A7583ACB}"/>
              </a:ext>
            </a:extLst>
          </p:cNvPr>
          <p:cNvSpPr txBox="1"/>
          <p:nvPr/>
        </p:nvSpPr>
        <p:spPr>
          <a:xfrm>
            <a:off x="8955940" y="3280262"/>
            <a:ext cx="2318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Faster generation for long sequences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D845B3-C233-D3EE-0171-E622B20A3F15}"/>
              </a:ext>
            </a:extLst>
          </p:cNvPr>
          <p:cNvSpPr txBox="1"/>
          <p:nvPr/>
        </p:nvSpPr>
        <p:spPr>
          <a:xfrm>
            <a:off x="8955940" y="3877855"/>
            <a:ext cx="2318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Better hardware utilization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4F36E7-16D9-E0B3-32E7-15AA09C72743}"/>
              </a:ext>
            </a:extLst>
          </p:cNvPr>
          <p:cNvSpPr txBox="1"/>
          <p:nvPr/>
        </p:nvSpPr>
        <p:spPr>
          <a:xfrm>
            <a:off x="8955940" y="2470146"/>
            <a:ext cx="23184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Parallel generation enables simultaneous updates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22279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559C0-9674-59E7-C21B-FDC6BF0D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0294720-96C3-901F-1CE6-45128856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33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B0428D8-E583-F585-3E85-78F66D05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Use Diffusion Language Models?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A556D8D-D023-853C-3A91-B978290BBE39}"/>
              </a:ext>
            </a:extLst>
          </p:cNvPr>
          <p:cNvSpPr/>
          <p:nvPr/>
        </p:nvSpPr>
        <p:spPr>
          <a:xfrm>
            <a:off x="510211" y="2260121"/>
            <a:ext cx="3690852" cy="3370645"/>
          </a:xfrm>
          <a:prstGeom prst="roundRect">
            <a:avLst>
              <a:gd name="adj" fmla="val 5696"/>
            </a:avLst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4E81306-58B4-7339-418F-64456B619582}"/>
              </a:ext>
            </a:extLst>
          </p:cNvPr>
          <p:cNvGrpSpPr/>
          <p:nvPr/>
        </p:nvGrpSpPr>
        <p:grpSpPr>
          <a:xfrm>
            <a:off x="692457" y="2567230"/>
            <a:ext cx="1294254" cy="1262130"/>
            <a:chOff x="942937" y="2800243"/>
            <a:chExt cx="1974086" cy="1925088"/>
          </a:xfrm>
        </p:grpSpPr>
        <p:sp>
          <p:nvSpPr>
            <p:cNvPr id="14" name="Title 4">
              <a:extLst>
                <a:ext uri="{FF2B5EF4-FFF2-40B4-BE49-F238E27FC236}">
                  <a16:creationId xmlns:a16="http://schemas.microsoft.com/office/drawing/2014/main" id="{CBA15D1F-C669-DE4F-7E30-5DE75B8D7077}"/>
                </a:ext>
              </a:extLst>
            </p:cNvPr>
            <p:cNvSpPr txBox="1">
              <a:spLocks/>
            </p:cNvSpPr>
            <p:nvPr/>
          </p:nvSpPr>
          <p:spPr>
            <a:xfrm>
              <a:off x="1169122" y="3835756"/>
              <a:ext cx="1521716" cy="421228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Parallel Decoding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8BDCD5C-39AC-4938-8929-69536A94F88A}"/>
                </a:ext>
              </a:extLst>
            </p:cNvPr>
            <p:cNvSpPr txBox="1"/>
            <p:nvPr/>
          </p:nvSpPr>
          <p:spPr>
            <a:xfrm>
              <a:off x="942937" y="4396721"/>
              <a:ext cx="1974086" cy="328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8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66971E35-E7EB-E817-1678-01769F0D3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3987" y="2800243"/>
              <a:ext cx="831987" cy="831987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89FFB23-69A8-B377-96D8-8382CB7305BF}"/>
              </a:ext>
            </a:extLst>
          </p:cNvPr>
          <p:cNvGrpSpPr/>
          <p:nvPr/>
        </p:nvGrpSpPr>
        <p:grpSpPr>
          <a:xfrm>
            <a:off x="2395058" y="2610360"/>
            <a:ext cx="1440655" cy="1170308"/>
            <a:chOff x="3518953" y="2800243"/>
            <a:chExt cx="2199362" cy="1988737"/>
          </a:xfrm>
        </p:grpSpPr>
        <p:sp>
          <p:nvSpPr>
            <p:cNvPr id="20" name="Title 4">
              <a:extLst>
                <a:ext uri="{FF2B5EF4-FFF2-40B4-BE49-F238E27FC236}">
                  <a16:creationId xmlns:a16="http://schemas.microsoft.com/office/drawing/2014/main" id="{3BE3D99F-7984-8338-F70B-97A2BECF9535}"/>
                </a:ext>
              </a:extLst>
            </p:cNvPr>
            <p:cNvSpPr txBox="1">
              <a:spLocks/>
            </p:cNvSpPr>
            <p:nvPr/>
          </p:nvSpPr>
          <p:spPr>
            <a:xfrm>
              <a:off x="3945715" y="3835756"/>
              <a:ext cx="1345839" cy="89620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Controllability</a:t>
              </a:r>
              <a:endParaRPr lang="en-US" sz="10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192022-D9E2-256C-B71E-98CED9D8D7EE}"/>
                </a:ext>
              </a:extLst>
            </p:cNvPr>
            <p:cNvSpPr txBox="1"/>
            <p:nvPr/>
          </p:nvSpPr>
          <p:spPr>
            <a:xfrm>
              <a:off x="3518953" y="4396721"/>
              <a:ext cx="2199362" cy="392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91DB6472-0B2B-037C-7388-3E872F56F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9534" y="2800243"/>
              <a:ext cx="838200" cy="83820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122C0DD-0651-6320-06DB-48A5FC8D2698}"/>
              </a:ext>
            </a:extLst>
          </p:cNvPr>
          <p:cNvGrpSpPr/>
          <p:nvPr/>
        </p:nvGrpSpPr>
        <p:grpSpPr>
          <a:xfrm>
            <a:off x="482784" y="4042075"/>
            <a:ext cx="1713600" cy="1375975"/>
            <a:chOff x="6530501" y="2800243"/>
            <a:chExt cx="2275680" cy="1827310"/>
          </a:xfrm>
        </p:grpSpPr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D261F812-01ED-0E0A-702D-EBEF294EA103}"/>
                </a:ext>
              </a:extLst>
            </p:cNvPr>
            <p:cNvSpPr txBox="1">
              <a:spLocks/>
            </p:cNvSpPr>
            <p:nvPr/>
          </p:nvSpPr>
          <p:spPr>
            <a:xfrm>
              <a:off x="6681097" y="3835756"/>
              <a:ext cx="1974489" cy="276166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Iterative Refinement</a:t>
              </a:r>
              <a:endParaRPr lang="en-US" sz="9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A4777D-F9FE-D865-F192-0BCF07C8E8AC}"/>
                </a:ext>
              </a:extLst>
            </p:cNvPr>
            <p:cNvSpPr txBox="1"/>
            <p:nvPr/>
          </p:nvSpPr>
          <p:spPr>
            <a:xfrm>
              <a:off x="6530501" y="4396721"/>
              <a:ext cx="22756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24FF4084-C644-2D2F-8EAC-4AC25D068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3565" y="2800243"/>
              <a:ext cx="750714" cy="7507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C68DEA5-28D3-8E91-F0D6-D9FB603D05B6}"/>
              </a:ext>
            </a:extLst>
          </p:cNvPr>
          <p:cNvGrpSpPr/>
          <p:nvPr/>
        </p:nvGrpSpPr>
        <p:grpSpPr>
          <a:xfrm>
            <a:off x="2348912" y="4129597"/>
            <a:ext cx="1486801" cy="1279183"/>
            <a:chOff x="9410995" y="2800243"/>
            <a:chExt cx="2264172" cy="1948001"/>
          </a:xfrm>
        </p:grpSpPr>
        <p:sp>
          <p:nvSpPr>
            <p:cNvPr id="24" name="Title 4">
              <a:extLst>
                <a:ext uri="{FF2B5EF4-FFF2-40B4-BE49-F238E27FC236}">
                  <a16:creationId xmlns:a16="http://schemas.microsoft.com/office/drawing/2014/main" id="{27A91DFD-D720-0E4C-8C61-FE6AFA5834DD}"/>
                </a:ext>
              </a:extLst>
            </p:cNvPr>
            <p:cNvSpPr txBox="1">
              <a:spLocks/>
            </p:cNvSpPr>
            <p:nvPr/>
          </p:nvSpPr>
          <p:spPr>
            <a:xfrm>
              <a:off x="9649793" y="3835756"/>
              <a:ext cx="1857843" cy="420559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Bidirectional Context</a:t>
              </a:r>
              <a:endParaRPr lang="en-US" sz="9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454C543-D99A-6A30-12FE-8AA9838DA9A1}"/>
                </a:ext>
              </a:extLst>
            </p:cNvPr>
            <p:cNvSpPr txBox="1"/>
            <p:nvPr/>
          </p:nvSpPr>
          <p:spPr>
            <a:xfrm>
              <a:off x="9410995" y="4396722"/>
              <a:ext cx="2264172" cy="351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5B3D0E6B-B249-41D1-EC8F-C431AE0C2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6259" y="2800243"/>
              <a:ext cx="625646" cy="62564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F6BDF6-39C7-2461-06C4-46A9053C6E6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B2C3FDF-6EEF-F084-1229-4A61F9B1E66E}"/>
              </a:ext>
            </a:extLst>
          </p:cNvPr>
          <p:cNvCxnSpPr/>
          <p:nvPr/>
        </p:nvCxnSpPr>
        <p:spPr>
          <a:xfrm flipV="1">
            <a:off x="4727683" y="2445772"/>
            <a:ext cx="767751" cy="800363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0FDDB7C-994B-4254-65EB-519E52CCFFD8}"/>
              </a:ext>
            </a:extLst>
          </p:cNvPr>
          <p:cNvCxnSpPr>
            <a:cxnSpLocks/>
          </p:cNvCxnSpPr>
          <p:nvPr/>
        </p:nvCxnSpPr>
        <p:spPr>
          <a:xfrm>
            <a:off x="4749126" y="4370232"/>
            <a:ext cx="746308" cy="87528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C1DEC27-C4D7-27AE-F276-EB276911EB4C}"/>
              </a:ext>
            </a:extLst>
          </p:cNvPr>
          <p:cNvSpPr txBox="1"/>
          <p:nvPr/>
        </p:nvSpPr>
        <p:spPr>
          <a:xfrm>
            <a:off x="7182169" y="1945149"/>
            <a:ext cx="3245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Controllability</a:t>
            </a:r>
            <a:endParaRPr lang="ko-KR" altLang="en-US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98DA2D6-60CF-9105-B05E-0CB28AF47A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9507" y="4243163"/>
            <a:ext cx="4036855" cy="14862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F0A019-7AE6-C33D-5447-0B4C3E11B628}"/>
              </a:ext>
            </a:extLst>
          </p:cNvPr>
          <p:cNvSpPr txBox="1"/>
          <p:nvPr/>
        </p:nvSpPr>
        <p:spPr>
          <a:xfrm>
            <a:off x="6610722" y="2445772"/>
            <a:ext cx="4514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External guidance (e.g., classifiers) can be more seamlessly integrated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9D4BD-F4D2-537B-7EFF-071E79B07236}"/>
              </a:ext>
            </a:extLst>
          </p:cNvPr>
          <p:cNvSpPr txBox="1"/>
          <p:nvPr/>
        </p:nvSpPr>
        <p:spPr>
          <a:xfrm>
            <a:off x="6610722" y="3005812"/>
            <a:ext cx="4810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 iterative nature of diffusion progressively steers the entire sequence toward the desired attributes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2892FA-7D1A-4629-0DAC-455224759A2D}"/>
              </a:ext>
            </a:extLst>
          </p:cNvPr>
          <p:cNvSpPr txBox="1"/>
          <p:nvPr/>
        </p:nvSpPr>
        <p:spPr>
          <a:xfrm>
            <a:off x="6610723" y="3529032"/>
            <a:ext cx="4810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Classifier-free guidance (CFG) can also be employed to control generation without external models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885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3620-DEAE-82B1-7C53-4375063E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D3DC745-B121-6758-876B-0BF04B43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0685" y="6285124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34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6FEA0459-1D51-2005-1D35-5BEF8ACBF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Use Diffusion Language Models?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CD9B258-37A2-89A1-DFD6-DDD2F95C6682}"/>
              </a:ext>
            </a:extLst>
          </p:cNvPr>
          <p:cNvSpPr/>
          <p:nvPr/>
        </p:nvSpPr>
        <p:spPr>
          <a:xfrm>
            <a:off x="510211" y="2260121"/>
            <a:ext cx="3690852" cy="3370645"/>
          </a:xfrm>
          <a:prstGeom prst="roundRect">
            <a:avLst>
              <a:gd name="adj" fmla="val 5696"/>
            </a:avLst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7E30D3E-0AF0-1F9D-D179-1800EDA2DDED}"/>
              </a:ext>
            </a:extLst>
          </p:cNvPr>
          <p:cNvGrpSpPr/>
          <p:nvPr/>
        </p:nvGrpSpPr>
        <p:grpSpPr>
          <a:xfrm>
            <a:off x="692457" y="2567230"/>
            <a:ext cx="1294254" cy="1262130"/>
            <a:chOff x="942937" y="2800243"/>
            <a:chExt cx="1974086" cy="1925088"/>
          </a:xfrm>
        </p:grpSpPr>
        <p:sp>
          <p:nvSpPr>
            <p:cNvPr id="14" name="Title 4">
              <a:extLst>
                <a:ext uri="{FF2B5EF4-FFF2-40B4-BE49-F238E27FC236}">
                  <a16:creationId xmlns:a16="http://schemas.microsoft.com/office/drawing/2014/main" id="{CAC6E35B-848F-5874-669C-41117DD25CAD}"/>
                </a:ext>
              </a:extLst>
            </p:cNvPr>
            <p:cNvSpPr txBox="1">
              <a:spLocks/>
            </p:cNvSpPr>
            <p:nvPr/>
          </p:nvSpPr>
          <p:spPr>
            <a:xfrm>
              <a:off x="1169122" y="3835756"/>
              <a:ext cx="1521716" cy="421228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Parallel Decoding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DD587F-19DD-53E8-7B66-DF4732E903A1}"/>
                </a:ext>
              </a:extLst>
            </p:cNvPr>
            <p:cNvSpPr txBox="1"/>
            <p:nvPr/>
          </p:nvSpPr>
          <p:spPr>
            <a:xfrm>
              <a:off x="942937" y="4396721"/>
              <a:ext cx="1974086" cy="328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8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4BB4CE87-8C04-D44D-F2DD-5D5548B8F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3987" y="2800243"/>
              <a:ext cx="831987" cy="831987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9B72694-0F4F-D2F7-CD4E-0F265CD708B6}"/>
              </a:ext>
            </a:extLst>
          </p:cNvPr>
          <p:cNvGrpSpPr/>
          <p:nvPr/>
        </p:nvGrpSpPr>
        <p:grpSpPr>
          <a:xfrm>
            <a:off x="2395058" y="2610360"/>
            <a:ext cx="1440655" cy="1170308"/>
            <a:chOff x="3518953" y="2800243"/>
            <a:chExt cx="2199362" cy="1988737"/>
          </a:xfrm>
        </p:grpSpPr>
        <p:sp>
          <p:nvSpPr>
            <p:cNvPr id="20" name="Title 4">
              <a:extLst>
                <a:ext uri="{FF2B5EF4-FFF2-40B4-BE49-F238E27FC236}">
                  <a16:creationId xmlns:a16="http://schemas.microsoft.com/office/drawing/2014/main" id="{45B25CB3-824C-1BA9-6AED-A4DCB9A68C97}"/>
                </a:ext>
              </a:extLst>
            </p:cNvPr>
            <p:cNvSpPr txBox="1">
              <a:spLocks/>
            </p:cNvSpPr>
            <p:nvPr/>
          </p:nvSpPr>
          <p:spPr>
            <a:xfrm>
              <a:off x="3945715" y="3835756"/>
              <a:ext cx="1345839" cy="89620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Controllability</a:t>
              </a:r>
              <a:endParaRPr lang="en-US" sz="10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98DAA1-FD8A-0700-2DF5-B5DA57C24BAE}"/>
                </a:ext>
              </a:extLst>
            </p:cNvPr>
            <p:cNvSpPr txBox="1"/>
            <p:nvPr/>
          </p:nvSpPr>
          <p:spPr>
            <a:xfrm>
              <a:off x="3518953" y="4396721"/>
              <a:ext cx="2199362" cy="392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8ADDCDC-2F5B-898E-DCF7-1F81B89C7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9534" y="2800243"/>
              <a:ext cx="838200" cy="83820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F7C7A91-D259-E3E2-A8A5-C2414ADC6DCE}"/>
              </a:ext>
            </a:extLst>
          </p:cNvPr>
          <p:cNvGrpSpPr/>
          <p:nvPr/>
        </p:nvGrpSpPr>
        <p:grpSpPr>
          <a:xfrm>
            <a:off x="482784" y="4042075"/>
            <a:ext cx="1713600" cy="1375975"/>
            <a:chOff x="6530501" y="2800243"/>
            <a:chExt cx="2275680" cy="1827310"/>
          </a:xfrm>
        </p:grpSpPr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5B07E654-AFEB-6175-CD35-CC475C734232}"/>
                </a:ext>
              </a:extLst>
            </p:cNvPr>
            <p:cNvSpPr txBox="1">
              <a:spLocks/>
            </p:cNvSpPr>
            <p:nvPr/>
          </p:nvSpPr>
          <p:spPr>
            <a:xfrm>
              <a:off x="6681097" y="3835756"/>
              <a:ext cx="1974489" cy="276166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Iterative Refinement</a:t>
              </a:r>
              <a:endParaRPr lang="en-US" sz="9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0555CB-9AB4-1E9A-B70F-640AAA0349BE}"/>
                </a:ext>
              </a:extLst>
            </p:cNvPr>
            <p:cNvSpPr txBox="1"/>
            <p:nvPr/>
          </p:nvSpPr>
          <p:spPr>
            <a:xfrm>
              <a:off x="6530501" y="4396721"/>
              <a:ext cx="22756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120326C1-3951-C3B9-857F-19CE23049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3565" y="2800243"/>
              <a:ext cx="750714" cy="7507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03005ED-C31D-0B30-8CCD-A1410D1D7C48}"/>
              </a:ext>
            </a:extLst>
          </p:cNvPr>
          <p:cNvGrpSpPr/>
          <p:nvPr/>
        </p:nvGrpSpPr>
        <p:grpSpPr>
          <a:xfrm>
            <a:off x="2348912" y="4129597"/>
            <a:ext cx="1486801" cy="1279183"/>
            <a:chOff x="9410995" y="2800243"/>
            <a:chExt cx="2264172" cy="1948001"/>
          </a:xfrm>
        </p:grpSpPr>
        <p:sp>
          <p:nvSpPr>
            <p:cNvPr id="24" name="Title 4">
              <a:extLst>
                <a:ext uri="{FF2B5EF4-FFF2-40B4-BE49-F238E27FC236}">
                  <a16:creationId xmlns:a16="http://schemas.microsoft.com/office/drawing/2014/main" id="{CAF56160-5E1C-66BE-D366-AD09B45914A3}"/>
                </a:ext>
              </a:extLst>
            </p:cNvPr>
            <p:cNvSpPr txBox="1">
              <a:spLocks/>
            </p:cNvSpPr>
            <p:nvPr/>
          </p:nvSpPr>
          <p:spPr>
            <a:xfrm>
              <a:off x="9649793" y="3835756"/>
              <a:ext cx="1857843" cy="420559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Bidirectional Context</a:t>
              </a:r>
              <a:endParaRPr lang="en-US" sz="9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8CDE84-80AA-01EA-8A2A-07FD19974DDD}"/>
                </a:ext>
              </a:extLst>
            </p:cNvPr>
            <p:cNvSpPr txBox="1"/>
            <p:nvPr/>
          </p:nvSpPr>
          <p:spPr>
            <a:xfrm>
              <a:off x="9410995" y="4396722"/>
              <a:ext cx="2264172" cy="351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1C380878-F91B-88CE-160E-AE45B99C2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6259" y="2800243"/>
              <a:ext cx="625646" cy="62564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57F0B3-EC36-3BAF-CE0E-4C3B9D511F5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9D0CA0B-A1D6-6A57-3880-3F7EB4BA9C24}"/>
              </a:ext>
            </a:extLst>
          </p:cNvPr>
          <p:cNvCxnSpPr/>
          <p:nvPr/>
        </p:nvCxnSpPr>
        <p:spPr>
          <a:xfrm flipV="1">
            <a:off x="4727683" y="2445772"/>
            <a:ext cx="767751" cy="800363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488C35F-DD0F-1D28-63E4-7AD0DD9CFA5A}"/>
              </a:ext>
            </a:extLst>
          </p:cNvPr>
          <p:cNvCxnSpPr>
            <a:cxnSpLocks/>
          </p:cNvCxnSpPr>
          <p:nvPr/>
        </p:nvCxnSpPr>
        <p:spPr>
          <a:xfrm>
            <a:off x="4749126" y="4370232"/>
            <a:ext cx="746308" cy="87528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3D5B887-4A8F-2525-55EA-81541722A428}"/>
              </a:ext>
            </a:extLst>
          </p:cNvPr>
          <p:cNvSpPr txBox="1"/>
          <p:nvPr/>
        </p:nvSpPr>
        <p:spPr>
          <a:xfrm>
            <a:off x="7161186" y="1832535"/>
            <a:ext cx="3245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Iterative refinement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2BA99D-A062-112E-2BDA-2A02CBFB35E8}"/>
              </a:ext>
            </a:extLst>
          </p:cNvPr>
          <p:cNvSpPr txBox="1"/>
          <p:nvPr/>
        </p:nvSpPr>
        <p:spPr>
          <a:xfrm>
            <a:off x="6314499" y="2395657"/>
            <a:ext cx="4810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Enable localized edits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0021F8-5BFB-174F-34EC-008F21E804A7}"/>
              </a:ext>
            </a:extLst>
          </p:cNvPr>
          <p:cNvSpPr txBox="1"/>
          <p:nvPr/>
        </p:nvSpPr>
        <p:spPr>
          <a:xfrm>
            <a:off x="6314500" y="2717465"/>
            <a:ext cx="4810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Support tasks like text style transfer, error correction, or controlled rewriting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EA47806-4587-63BB-5B39-494442EA8CEF}"/>
              </a:ext>
            </a:extLst>
          </p:cNvPr>
          <p:cNvSpPr/>
          <p:nvPr/>
        </p:nvSpPr>
        <p:spPr>
          <a:xfrm>
            <a:off x="6427485" y="4273260"/>
            <a:ext cx="2450762" cy="126053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37E2DE-06E0-14BE-997D-9EAA2B5DB157}"/>
              </a:ext>
            </a:extLst>
          </p:cNvPr>
          <p:cNvSpPr/>
          <p:nvPr/>
        </p:nvSpPr>
        <p:spPr>
          <a:xfrm>
            <a:off x="9080685" y="4294541"/>
            <a:ext cx="2450762" cy="126053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65E498-9EB5-4995-C196-D51E61CAAB92}"/>
              </a:ext>
            </a:extLst>
          </p:cNvPr>
          <p:cNvSpPr/>
          <p:nvPr/>
        </p:nvSpPr>
        <p:spPr>
          <a:xfrm>
            <a:off x="6428746" y="3432108"/>
            <a:ext cx="5102701" cy="3077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Prompt: Change ‘boring’ to ‘emotional’</a:t>
            </a:r>
            <a:endParaRPr lang="ko-KR" altLang="en-US" sz="1200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8E8C417-7973-C8AB-3DBC-FEA0BDE947DA}"/>
              </a:ext>
            </a:extLst>
          </p:cNvPr>
          <p:cNvSpPr/>
          <p:nvPr/>
        </p:nvSpPr>
        <p:spPr>
          <a:xfrm>
            <a:off x="6428746" y="3800567"/>
            <a:ext cx="5102701" cy="307777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Target: </a:t>
            </a:r>
            <a:r>
              <a:rPr lang="en-US" altLang="ko-KR" sz="1200" i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"The movie was good, but the ending was </a:t>
            </a:r>
            <a:r>
              <a:rPr lang="en-US" altLang="ko-KR" sz="1200" i="1" u="sng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boring</a:t>
            </a:r>
            <a:r>
              <a:rPr lang="en-US" altLang="ko-KR" sz="1200" i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."</a:t>
            </a:r>
            <a:endParaRPr lang="ko-KR" altLang="en-US" sz="1200" i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5665316F-F999-FADD-C634-33723CD7398B}"/>
              </a:ext>
            </a:extLst>
          </p:cNvPr>
          <p:cNvSpPr txBox="1">
            <a:spLocks/>
          </p:cNvSpPr>
          <p:nvPr/>
        </p:nvSpPr>
        <p:spPr>
          <a:xfrm>
            <a:off x="6960708" y="4223341"/>
            <a:ext cx="1345839" cy="378245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AR model</a:t>
            </a:r>
          </a:p>
        </p:txBody>
      </p:sp>
      <p:sp>
        <p:nvSpPr>
          <p:cNvPr id="34" name="Title 4">
            <a:extLst>
              <a:ext uri="{FF2B5EF4-FFF2-40B4-BE49-F238E27FC236}">
                <a16:creationId xmlns:a16="http://schemas.microsoft.com/office/drawing/2014/main" id="{F77BDFB8-B89E-A9F2-0586-5D7825AE2B6A}"/>
              </a:ext>
            </a:extLst>
          </p:cNvPr>
          <p:cNvSpPr txBox="1">
            <a:spLocks/>
          </p:cNvSpPr>
          <p:nvPr/>
        </p:nvSpPr>
        <p:spPr>
          <a:xfrm>
            <a:off x="9682365" y="4245207"/>
            <a:ext cx="1345839" cy="378245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 model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A9DF16-8A1A-8989-F989-79821195B22D}"/>
              </a:ext>
            </a:extLst>
          </p:cNvPr>
          <p:cNvSpPr/>
          <p:nvPr/>
        </p:nvSpPr>
        <p:spPr>
          <a:xfrm>
            <a:off x="6608265" y="4664613"/>
            <a:ext cx="352443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8830BE-EF0D-85C8-EB43-C80DE217E676}"/>
              </a:ext>
            </a:extLst>
          </p:cNvPr>
          <p:cNvSpPr/>
          <p:nvPr/>
        </p:nvSpPr>
        <p:spPr>
          <a:xfrm>
            <a:off x="7110233" y="4659978"/>
            <a:ext cx="542203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Movie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CCE9427-7688-9C67-8226-D7537331AD80}"/>
              </a:ext>
            </a:extLst>
          </p:cNvPr>
          <p:cNvSpPr/>
          <p:nvPr/>
        </p:nvSpPr>
        <p:spPr>
          <a:xfrm>
            <a:off x="7792981" y="4655343"/>
            <a:ext cx="542203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was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D5282D5-5E08-A658-7B4F-85BE5322BE7B}"/>
              </a:ext>
            </a:extLst>
          </p:cNvPr>
          <p:cNvSpPr/>
          <p:nvPr/>
        </p:nvSpPr>
        <p:spPr>
          <a:xfrm>
            <a:off x="6608265" y="5078894"/>
            <a:ext cx="542203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good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62279BD-F7EC-5C13-CB9D-18A1DBD092FE}"/>
              </a:ext>
            </a:extLst>
          </p:cNvPr>
          <p:cNvSpPr/>
          <p:nvPr/>
        </p:nvSpPr>
        <p:spPr>
          <a:xfrm>
            <a:off x="7801961" y="5065809"/>
            <a:ext cx="838062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emotional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BF4713-FB98-C32A-CA9B-7402624423F7}"/>
              </a:ext>
            </a:extLst>
          </p:cNvPr>
          <p:cNvSpPr txBox="1"/>
          <p:nvPr/>
        </p:nvSpPr>
        <p:spPr>
          <a:xfrm>
            <a:off x="7364470" y="4967291"/>
            <a:ext cx="491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…</a:t>
            </a:r>
            <a:endParaRPr lang="ko-KR" altLang="en-US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1AC0FBA-5AB3-3DA6-9AE0-AFCCCD82ECCF}"/>
              </a:ext>
            </a:extLst>
          </p:cNvPr>
          <p:cNvCxnSpPr/>
          <p:nvPr/>
        </p:nvCxnSpPr>
        <p:spPr>
          <a:xfrm>
            <a:off x="6960708" y="4775394"/>
            <a:ext cx="149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8C346FC-3D5C-1A6C-5CC6-852AEB765A7F}"/>
              </a:ext>
            </a:extLst>
          </p:cNvPr>
          <p:cNvCxnSpPr/>
          <p:nvPr/>
        </p:nvCxnSpPr>
        <p:spPr>
          <a:xfrm>
            <a:off x="7652436" y="4784664"/>
            <a:ext cx="149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1EE1068-B84A-7416-D308-1F7198C79F6C}"/>
              </a:ext>
            </a:extLst>
          </p:cNvPr>
          <p:cNvCxnSpPr/>
          <p:nvPr/>
        </p:nvCxnSpPr>
        <p:spPr>
          <a:xfrm>
            <a:off x="8335184" y="4772535"/>
            <a:ext cx="149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545198A-0C12-CEA6-199F-293CEB87E7B4}"/>
              </a:ext>
            </a:extLst>
          </p:cNvPr>
          <p:cNvCxnSpPr/>
          <p:nvPr/>
        </p:nvCxnSpPr>
        <p:spPr>
          <a:xfrm>
            <a:off x="7217741" y="5198945"/>
            <a:ext cx="149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9E1A20E-F9C9-2F1B-FFD4-D1FF339ABC0E}"/>
              </a:ext>
            </a:extLst>
          </p:cNvPr>
          <p:cNvSpPr txBox="1"/>
          <p:nvPr/>
        </p:nvSpPr>
        <p:spPr>
          <a:xfrm>
            <a:off x="6677953" y="5635155"/>
            <a:ext cx="18067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accent6">
                    <a:lumMod val="9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Needs to regenerate all tokens again.</a:t>
            </a:r>
            <a:endParaRPr lang="ko-KR" altLang="en-US" sz="1100" dirty="0">
              <a:solidFill>
                <a:schemeClr val="accent6">
                  <a:lumMod val="9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2AF2D0C-5746-573A-9AB2-61C635B6CD8E}"/>
              </a:ext>
            </a:extLst>
          </p:cNvPr>
          <p:cNvSpPr/>
          <p:nvPr/>
        </p:nvSpPr>
        <p:spPr>
          <a:xfrm>
            <a:off x="9246353" y="5061328"/>
            <a:ext cx="352443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CB139CA-3139-BE55-62E4-825E4A9295F6}"/>
              </a:ext>
            </a:extLst>
          </p:cNvPr>
          <p:cNvSpPr/>
          <p:nvPr/>
        </p:nvSpPr>
        <p:spPr>
          <a:xfrm>
            <a:off x="9621800" y="5064483"/>
            <a:ext cx="542203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Movie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FF82E6-3DC6-B375-84EF-02C9A422223E}"/>
              </a:ext>
            </a:extLst>
          </p:cNvPr>
          <p:cNvSpPr txBox="1"/>
          <p:nvPr/>
        </p:nvSpPr>
        <p:spPr>
          <a:xfrm>
            <a:off x="10164003" y="4982397"/>
            <a:ext cx="491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…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7C151ED-C755-F12E-AC48-51901786B0F4}"/>
              </a:ext>
            </a:extLst>
          </p:cNvPr>
          <p:cNvSpPr/>
          <p:nvPr/>
        </p:nvSpPr>
        <p:spPr>
          <a:xfrm>
            <a:off x="10531079" y="5057280"/>
            <a:ext cx="838062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emotional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DBF4271-6C8C-BD7C-676E-012DBA083A81}"/>
              </a:ext>
            </a:extLst>
          </p:cNvPr>
          <p:cNvSpPr/>
          <p:nvPr/>
        </p:nvSpPr>
        <p:spPr>
          <a:xfrm>
            <a:off x="9246353" y="4633979"/>
            <a:ext cx="352443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7E3C4AE-56A1-6F61-3C71-D4199F1FCDF4}"/>
              </a:ext>
            </a:extLst>
          </p:cNvPr>
          <p:cNvSpPr/>
          <p:nvPr/>
        </p:nvSpPr>
        <p:spPr>
          <a:xfrm>
            <a:off x="9621800" y="4637134"/>
            <a:ext cx="542203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Movie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75FD80-FC62-B294-4DCE-3B2F8DBAF37D}"/>
              </a:ext>
            </a:extLst>
          </p:cNvPr>
          <p:cNvSpPr txBox="1"/>
          <p:nvPr/>
        </p:nvSpPr>
        <p:spPr>
          <a:xfrm>
            <a:off x="10164003" y="4555048"/>
            <a:ext cx="491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…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71F603C-3B42-9AE0-568B-3B5EB2720E44}"/>
              </a:ext>
            </a:extLst>
          </p:cNvPr>
          <p:cNvSpPr/>
          <p:nvPr/>
        </p:nvSpPr>
        <p:spPr>
          <a:xfrm>
            <a:off x="10531079" y="4629931"/>
            <a:ext cx="838062" cy="2401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boring</a:t>
            </a:r>
            <a:endParaRPr lang="ko-KR" altLang="en-US" sz="1100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C42E599D-E8F9-D093-64EC-1AA43BF93FF7}"/>
              </a:ext>
            </a:extLst>
          </p:cNvPr>
          <p:cNvCxnSpPr>
            <a:cxnSpLocks/>
          </p:cNvCxnSpPr>
          <p:nvPr/>
        </p:nvCxnSpPr>
        <p:spPr>
          <a:xfrm>
            <a:off x="10950110" y="4841828"/>
            <a:ext cx="0" cy="216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6BCB53E-2570-A4DE-7E71-702296F9923D}"/>
              </a:ext>
            </a:extLst>
          </p:cNvPr>
          <p:cNvSpPr txBox="1"/>
          <p:nvPr/>
        </p:nvSpPr>
        <p:spPr>
          <a:xfrm>
            <a:off x="9402688" y="5613092"/>
            <a:ext cx="18067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accent6">
                    <a:lumMod val="9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Capable of refining just the targeted token</a:t>
            </a:r>
            <a:endParaRPr lang="ko-KR" altLang="en-US" sz="1100" dirty="0">
              <a:solidFill>
                <a:schemeClr val="accent6">
                  <a:lumMod val="9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4175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EE29-23AF-1908-61C1-BA083787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8823AF2-BB10-A694-32ED-948B0FD2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0685" y="6285124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35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154C6AF-1E9A-F5C6-DDFF-BDE7EF8E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Use Diffusion Language Models?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11AEB04-B906-E85B-0AE9-110E1BC79553}"/>
              </a:ext>
            </a:extLst>
          </p:cNvPr>
          <p:cNvSpPr/>
          <p:nvPr/>
        </p:nvSpPr>
        <p:spPr>
          <a:xfrm>
            <a:off x="510211" y="2260121"/>
            <a:ext cx="3690852" cy="3370645"/>
          </a:xfrm>
          <a:prstGeom prst="roundRect">
            <a:avLst>
              <a:gd name="adj" fmla="val 5696"/>
            </a:avLst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FF40AFE-B986-8103-13EF-CD2FD9DA2D70}"/>
              </a:ext>
            </a:extLst>
          </p:cNvPr>
          <p:cNvGrpSpPr/>
          <p:nvPr/>
        </p:nvGrpSpPr>
        <p:grpSpPr>
          <a:xfrm>
            <a:off x="692457" y="2567230"/>
            <a:ext cx="1294254" cy="1262130"/>
            <a:chOff x="942937" y="2800243"/>
            <a:chExt cx="1974086" cy="1925088"/>
          </a:xfrm>
        </p:grpSpPr>
        <p:sp>
          <p:nvSpPr>
            <p:cNvPr id="14" name="Title 4">
              <a:extLst>
                <a:ext uri="{FF2B5EF4-FFF2-40B4-BE49-F238E27FC236}">
                  <a16:creationId xmlns:a16="http://schemas.microsoft.com/office/drawing/2014/main" id="{8261E9BC-D5E3-D06F-ED7C-579020BF4088}"/>
                </a:ext>
              </a:extLst>
            </p:cNvPr>
            <p:cNvSpPr txBox="1">
              <a:spLocks/>
            </p:cNvSpPr>
            <p:nvPr/>
          </p:nvSpPr>
          <p:spPr>
            <a:xfrm>
              <a:off x="1169122" y="3835756"/>
              <a:ext cx="1521716" cy="421228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Parallel Decoding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849DB23-4F66-88F5-1361-9C4029457417}"/>
                </a:ext>
              </a:extLst>
            </p:cNvPr>
            <p:cNvSpPr txBox="1"/>
            <p:nvPr/>
          </p:nvSpPr>
          <p:spPr>
            <a:xfrm>
              <a:off x="942937" y="4396721"/>
              <a:ext cx="1974086" cy="328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8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CDE4A33-22D7-BC75-985C-BD98AEDF4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3987" y="2800243"/>
              <a:ext cx="831987" cy="831987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6E8545D-45B7-2550-A598-C138CDED2AD0}"/>
              </a:ext>
            </a:extLst>
          </p:cNvPr>
          <p:cNvGrpSpPr/>
          <p:nvPr/>
        </p:nvGrpSpPr>
        <p:grpSpPr>
          <a:xfrm>
            <a:off x="2395058" y="2610360"/>
            <a:ext cx="1440655" cy="1170308"/>
            <a:chOff x="3518953" y="2800243"/>
            <a:chExt cx="2199362" cy="1988737"/>
          </a:xfrm>
        </p:grpSpPr>
        <p:sp>
          <p:nvSpPr>
            <p:cNvPr id="20" name="Title 4">
              <a:extLst>
                <a:ext uri="{FF2B5EF4-FFF2-40B4-BE49-F238E27FC236}">
                  <a16:creationId xmlns:a16="http://schemas.microsoft.com/office/drawing/2014/main" id="{4FECEA6C-794B-D9F8-3ECB-A05FF5548B73}"/>
                </a:ext>
              </a:extLst>
            </p:cNvPr>
            <p:cNvSpPr txBox="1">
              <a:spLocks/>
            </p:cNvSpPr>
            <p:nvPr/>
          </p:nvSpPr>
          <p:spPr>
            <a:xfrm>
              <a:off x="3945715" y="3835756"/>
              <a:ext cx="1345839" cy="896205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Controllability</a:t>
              </a:r>
              <a:endParaRPr lang="en-US" sz="10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661E1D-1C88-AE9B-50A1-D1C762863E63}"/>
                </a:ext>
              </a:extLst>
            </p:cNvPr>
            <p:cNvSpPr txBox="1"/>
            <p:nvPr/>
          </p:nvSpPr>
          <p:spPr>
            <a:xfrm>
              <a:off x="3518953" y="4396721"/>
              <a:ext cx="2199362" cy="392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CEFE25C8-44BC-7B57-04F1-245D52F3F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9534" y="2800243"/>
              <a:ext cx="838200" cy="83820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8AA93C7-4BAD-BDEF-A7F9-13F37CE8FCB9}"/>
              </a:ext>
            </a:extLst>
          </p:cNvPr>
          <p:cNvGrpSpPr/>
          <p:nvPr/>
        </p:nvGrpSpPr>
        <p:grpSpPr>
          <a:xfrm>
            <a:off x="482784" y="4042075"/>
            <a:ext cx="1713600" cy="1375975"/>
            <a:chOff x="6530501" y="2800243"/>
            <a:chExt cx="2275680" cy="1827310"/>
          </a:xfrm>
        </p:grpSpPr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B1813742-7723-28AD-D850-0339F0C03A15}"/>
                </a:ext>
              </a:extLst>
            </p:cNvPr>
            <p:cNvSpPr txBox="1">
              <a:spLocks/>
            </p:cNvSpPr>
            <p:nvPr/>
          </p:nvSpPr>
          <p:spPr>
            <a:xfrm>
              <a:off x="6681097" y="3835756"/>
              <a:ext cx="1974489" cy="276166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Iterative Refinement</a:t>
              </a:r>
              <a:endParaRPr lang="en-US" sz="900" dirty="0">
                <a:solidFill>
                  <a:schemeClr val="bg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33D4EA1-6D49-F6D2-5B9E-6BC5ED57F0A9}"/>
                </a:ext>
              </a:extLst>
            </p:cNvPr>
            <p:cNvSpPr txBox="1"/>
            <p:nvPr/>
          </p:nvSpPr>
          <p:spPr>
            <a:xfrm>
              <a:off x="6530501" y="4396721"/>
              <a:ext cx="22756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9116DB03-C392-3C84-54C2-875A87E5E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3565" y="2800243"/>
              <a:ext cx="750714" cy="75071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2B623D4-2884-AD95-83B0-EE7639312979}"/>
              </a:ext>
            </a:extLst>
          </p:cNvPr>
          <p:cNvGrpSpPr/>
          <p:nvPr/>
        </p:nvGrpSpPr>
        <p:grpSpPr>
          <a:xfrm>
            <a:off x="2348912" y="4129597"/>
            <a:ext cx="1486801" cy="1279183"/>
            <a:chOff x="9410995" y="2800243"/>
            <a:chExt cx="2264172" cy="1948001"/>
          </a:xfrm>
        </p:grpSpPr>
        <p:sp>
          <p:nvSpPr>
            <p:cNvPr id="24" name="Title 4">
              <a:extLst>
                <a:ext uri="{FF2B5EF4-FFF2-40B4-BE49-F238E27FC236}">
                  <a16:creationId xmlns:a16="http://schemas.microsoft.com/office/drawing/2014/main" id="{82F863FF-1463-5269-E563-55BB4138A556}"/>
                </a:ext>
              </a:extLst>
            </p:cNvPr>
            <p:cNvSpPr txBox="1">
              <a:spLocks/>
            </p:cNvSpPr>
            <p:nvPr/>
          </p:nvSpPr>
          <p:spPr>
            <a:xfrm>
              <a:off x="9649793" y="3835756"/>
              <a:ext cx="1857843" cy="420559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Variable Black" panose="02000003000000020004" pitchFamily="2" charset="-127"/>
                  <a:ea typeface="Pretendard Variable Black" panose="02000003000000020004" pitchFamily="2" charset="-127"/>
                  <a:cs typeface="Pretendard Variable Black" panose="02000003000000020004" pitchFamily="2" charset="-127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bg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Bidirectional Context</a:t>
              </a:r>
              <a:endParaRPr lang="en-US" sz="900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2A15E61-33DC-9C26-DD14-D7D7A3565FCE}"/>
                </a:ext>
              </a:extLst>
            </p:cNvPr>
            <p:cNvSpPr txBox="1"/>
            <p:nvPr/>
          </p:nvSpPr>
          <p:spPr>
            <a:xfrm>
              <a:off x="9410995" y="4396722"/>
              <a:ext cx="2264172" cy="3515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ko-KR" altLang="en-US" sz="9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6C1D261D-8C04-A43F-6200-F96CECDB6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26259" y="2800243"/>
              <a:ext cx="625646" cy="62564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F4C5F7-67CB-56A8-CC4F-1FEE2FD6244B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2BC3FC-D23B-B045-7A19-D955247D9433}"/>
              </a:ext>
            </a:extLst>
          </p:cNvPr>
          <p:cNvCxnSpPr/>
          <p:nvPr/>
        </p:nvCxnSpPr>
        <p:spPr>
          <a:xfrm flipV="1">
            <a:off x="4727683" y="2445772"/>
            <a:ext cx="767751" cy="800363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FB8B568-88CF-5439-0B94-19819944858D}"/>
              </a:ext>
            </a:extLst>
          </p:cNvPr>
          <p:cNvCxnSpPr>
            <a:cxnSpLocks/>
          </p:cNvCxnSpPr>
          <p:nvPr/>
        </p:nvCxnSpPr>
        <p:spPr>
          <a:xfrm>
            <a:off x="4749126" y="4370232"/>
            <a:ext cx="746308" cy="875289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2EF11FE-A401-5EF2-4F21-9B64062D460C}"/>
              </a:ext>
            </a:extLst>
          </p:cNvPr>
          <p:cNvSpPr txBox="1"/>
          <p:nvPr/>
        </p:nvSpPr>
        <p:spPr>
          <a:xfrm>
            <a:off x="7161186" y="1832535"/>
            <a:ext cx="3245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Bidirectional Context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2CF87A-5E83-FC38-29C6-8742CDB59BB4}"/>
              </a:ext>
            </a:extLst>
          </p:cNvPr>
          <p:cNvSpPr txBox="1"/>
          <p:nvPr/>
        </p:nvSpPr>
        <p:spPr>
          <a:xfrm>
            <a:off x="6314499" y="2395657"/>
            <a:ext cx="4810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Utilize full attention which enables the model to see bidirectional context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C10828-75EA-0389-307F-9736DE30B402}"/>
              </a:ext>
            </a:extLst>
          </p:cNvPr>
          <p:cNvSpPr txBox="1"/>
          <p:nvPr/>
        </p:nvSpPr>
        <p:spPr>
          <a:xfrm>
            <a:off x="6314500" y="2984525"/>
            <a:ext cx="4810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Helps in modeling dependencies across the entire sequence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0EBD1-0AA3-65A3-D01D-3EB85BBAB07A}"/>
              </a:ext>
            </a:extLst>
          </p:cNvPr>
          <p:cNvSpPr txBox="1"/>
          <p:nvPr/>
        </p:nvSpPr>
        <p:spPr>
          <a:xfrm>
            <a:off x="6314500" y="3630194"/>
            <a:ext cx="4810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Useful in infilling, style transfer, rewriting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A9AF2598-7131-1BCD-0F1C-78F0C6384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218" y="4181909"/>
            <a:ext cx="4321886" cy="167298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648BD4ED-1F50-11C0-E546-84A7DE28FBB2}"/>
              </a:ext>
            </a:extLst>
          </p:cNvPr>
          <p:cNvSpPr txBox="1"/>
          <p:nvPr/>
        </p:nvSpPr>
        <p:spPr>
          <a:xfrm>
            <a:off x="8145492" y="5906065"/>
            <a:ext cx="16804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https://arxiv.org/pdf/2308.15459</a:t>
            </a:r>
          </a:p>
        </p:txBody>
      </p:sp>
    </p:spTree>
    <p:extLst>
      <p:ext uri="{BB962C8B-B14F-4D97-AF65-F5344CB8AC3E}">
        <p14:creationId xmlns:p14="http://schemas.microsoft.com/office/powerpoint/2010/main" val="1835873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73113-7E1E-03FC-BF3D-C9E76641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AC48EF-5BAE-5A71-19B0-685783C7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36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7CD1839-11B2-0CCF-14D6-F2C6D46E9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Why Diffusion Doesn’t Directly Work on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41557C-9A8D-AE24-EA60-BF2DCB25D53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B944FF-40DA-6E3B-0E3D-48F761CB2E14}"/>
              </a:ext>
            </a:extLst>
          </p:cNvPr>
          <p:cNvSpPr txBox="1"/>
          <p:nvPr/>
        </p:nvSpPr>
        <p:spPr>
          <a:xfrm>
            <a:off x="609600" y="1682234"/>
            <a:ext cx="5848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Unlike images, text is made of discrete tokens </a:t>
            </a:r>
          </a:p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-&gt; we can’t smoothly add noise like we do with pixels.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A4E4A98-3148-5D34-F895-7CD3198BFEA6}"/>
              </a:ext>
            </a:extLst>
          </p:cNvPr>
          <p:cNvGrpSpPr/>
          <p:nvPr/>
        </p:nvGrpSpPr>
        <p:grpSpPr>
          <a:xfrm>
            <a:off x="1085849" y="2696920"/>
            <a:ext cx="3359382" cy="1703572"/>
            <a:chOff x="971549" y="3192220"/>
            <a:chExt cx="3359382" cy="170357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0842FCB9-C6AD-EBE6-F853-BD144210D7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50" t="29992" r="78406" b="30476"/>
            <a:stretch>
              <a:fillRect/>
            </a:stretch>
          </p:blipFill>
          <p:spPr bwMode="auto">
            <a:xfrm>
              <a:off x="971549" y="3902370"/>
              <a:ext cx="981075" cy="993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CEBE8F4E-AD1F-E876-EFC0-40AE98F102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42" t="29992" r="66762" b="30476"/>
            <a:stretch>
              <a:fillRect/>
            </a:stretch>
          </p:blipFill>
          <p:spPr bwMode="auto">
            <a:xfrm>
              <a:off x="2105024" y="3902370"/>
              <a:ext cx="1019175" cy="993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D7005074-94E6-9ADB-F327-3CD8779CA6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04" t="30834" r="44152" b="32381"/>
            <a:stretch>
              <a:fillRect/>
            </a:stretch>
          </p:blipFill>
          <p:spPr bwMode="auto">
            <a:xfrm>
              <a:off x="3276599" y="3902370"/>
              <a:ext cx="1054332" cy="993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2B4DC-67EF-9058-12D7-7A1FB7DAC737}"/>
                </a:ext>
              </a:extLst>
            </p:cNvPr>
            <p:cNvSpPr txBox="1"/>
            <p:nvPr/>
          </p:nvSpPr>
          <p:spPr>
            <a:xfrm>
              <a:off x="1127080" y="3192220"/>
              <a:ext cx="297506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For image, when noised, still a valid image at each step</a:t>
              </a:r>
              <a:endParaRPr lang="ko-KR" altLang="en-US" sz="16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2750642-F304-E1A5-FEF3-57073E80FD84}"/>
              </a:ext>
            </a:extLst>
          </p:cNvPr>
          <p:cNvSpPr txBox="1"/>
          <p:nvPr/>
        </p:nvSpPr>
        <p:spPr>
          <a:xfrm>
            <a:off x="7543832" y="2713784"/>
            <a:ext cx="2447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 text tokens</a:t>
            </a:r>
            <a:endParaRPr lang="ko-KR" altLang="en-US" sz="1600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029F6B1-59E9-3FC8-1650-1FD12180E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441622"/>
              </p:ext>
            </p:extLst>
          </p:nvPr>
        </p:nvGraphicFramePr>
        <p:xfrm>
          <a:off x="6029325" y="3287972"/>
          <a:ext cx="533667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Text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Tokens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4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The cat sits on the mat 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0, 40, 43, 13, 2, 67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A764D94-9A4B-BDC6-7911-F02E25978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991306"/>
              </p:ext>
            </p:extLst>
          </p:nvPr>
        </p:nvGraphicFramePr>
        <p:xfrm>
          <a:off x="6029325" y="4604266"/>
          <a:ext cx="53366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 ? ? ? ? ?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0.5, 40.71, 42.1, 13.4, 1.8, 66.4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9EE271B-5EE1-1238-72B2-E64A0BCF008E}"/>
              </a:ext>
            </a:extLst>
          </p:cNvPr>
          <p:cNvCxnSpPr>
            <a:cxnSpLocks/>
          </p:cNvCxnSpPr>
          <p:nvPr/>
        </p:nvCxnSpPr>
        <p:spPr>
          <a:xfrm>
            <a:off x="8324850" y="4162367"/>
            <a:ext cx="0" cy="28569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59BED8D-01E9-7490-A83B-30DB622CD12A}"/>
              </a:ext>
            </a:extLst>
          </p:cNvPr>
          <p:cNvCxnSpPr>
            <a:cxnSpLocks/>
          </p:cNvCxnSpPr>
          <p:nvPr/>
        </p:nvCxnSpPr>
        <p:spPr>
          <a:xfrm>
            <a:off x="8324850" y="5124392"/>
            <a:ext cx="0" cy="285692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FDF54605-961B-B1D1-7ABE-DF16198EE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95216"/>
              </p:ext>
            </p:extLst>
          </p:nvPr>
        </p:nvGraphicFramePr>
        <p:xfrm>
          <a:off x="6029325" y="5490395"/>
          <a:ext cx="53366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870">
                  <a:extLst>
                    <a:ext uri="{9D8B030D-6E8A-4147-A177-3AD203B41FA5}">
                      <a16:colId xmlns:a16="http://schemas.microsoft.com/office/drawing/2014/main" val="1149931282"/>
                    </a:ext>
                  </a:extLst>
                </a:gridCol>
                <a:gridCol w="3061800">
                  <a:extLst>
                    <a:ext uri="{9D8B030D-6E8A-4147-A177-3AD203B41FA5}">
                      <a16:colId xmlns:a16="http://schemas.microsoft.com/office/drawing/2014/main" val="5053671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 image why on the love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1, 41, 42, 13, 2, 66</a:t>
                      </a:r>
                      <a:endParaRPr lang="ko-KR" altLang="en-US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00335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BE7F1F9-CF32-674B-9008-2072022595A2}"/>
              </a:ext>
            </a:extLst>
          </p:cNvPr>
          <p:cNvSpPr txBox="1"/>
          <p:nvPr/>
        </p:nvSpPr>
        <p:spPr>
          <a:xfrm>
            <a:off x="7620032" y="5089232"/>
            <a:ext cx="2447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Rounding?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3782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1CC5-A6C1-6E8A-F908-E79E67D6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EE13F5-F4D0-10DF-623B-DE8A13D71157}"/>
              </a:ext>
            </a:extLst>
          </p:cNvPr>
          <p:cNvSpPr/>
          <p:nvPr/>
        </p:nvSpPr>
        <p:spPr>
          <a:xfrm>
            <a:off x="609599" y="3428999"/>
            <a:ext cx="5619751" cy="30289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3C4977F-2277-AA80-16A8-86A9BC3B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37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3DD831C-C8AF-FFCF-9F2E-00D7C844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Dealing with Discreteness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43EF6-9E45-8D1A-16D5-620D460D485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AA2C1-7215-E9DD-09C9-30B9E8690CA2}"/>
              </a:ext>
            </a:extLst>
          </p:cNvPr>
          <p:cNvSpPr txBox="1"/>
          <p:nvPr/>
        </p:nvSpPr>
        <p:spPr>
          <a:xfrm>
            <a:off x="609599" y="1682234"/>
            <a:ext cx="8448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apply diffusion to language, we need to bridge the gap between discrete tokens and the continuous noise-based diffusion framework.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C66C1-15A0-9401-CA34-C65C8D242EBE}"/>
              </a:ext>
            </a:extLst>
          </p:cNvPr>
          <p:cNvSpPr txBox="1"/>
          <p:nvPr/>
        </p:nvSpPr>
        <p:spPr>
          <a:xfrm>
            <a:off x="4655934" y="2817064"/>
            <a:ext cx="324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Two main paradigms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CF4F3-68D4-B1DC-49CC-CCDB1C84ACBA}"/>
              </a:ext>
            </a:extLst>
          </p:cNvPr>
          <p:cNvSpPr txBox="1"/>
          <p:nvPr/>
        </p:nvSpPr>
        <p:spPr>
          <a:xfrm>
            <a:off x="2427426" y="3557870"/>
            <a:ext cx="2314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Continuous Diffusion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C9F2F-7C0C-5B20-5DC9-70F9B17C7EFE}"/>
              </a:ext>
            </a:extLst>
          </p:cNvPr>
          <p:cNvSpPr txBox="1"/>
          <p:nvPr/>
        </p:nvSpPr>
        <p:spPr>
          <a:xfrm>
            <a:off x="7900986" y="3571198"/>
            <a:ext cx="2314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Discrete Diffusion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8BE914-81E9-AACD-A83B-39E3FDC64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609" y="4075974"/>
            <a:ext cx="4218087" cy="20238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3A0009-7AE8-C86B-A17E-7F748B604FC6}"/>
              </a:ext>
            </a:extLst>
          </p:cNvPr>
          <p:cNvSpPr txBox="1"/>
          <p:nvPr/>
        </p:nvSpPr>
        <p:spPr>
          <a:xfrm>
            <a:off x="2302423" y="6158452"/>
            <a:ext cx="231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(</a:t>
            </a:r>
            <a:r>
              <a:rPr lang="ko-KR" altLang="en-US" sz="800" dirty="0"/>
              <a:t>https://www.ijcai.org/proceedings/2023/0750.pdf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D133A40-5B5B-D76F-F766-5A4A26522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23" y="4076122"/>
            <a:ext cx="5272577" cy="2010354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E869F9-C893-91C7-CAFB-F6AF3DAEB2F1}"/>
              </a:ext>
            </a:extLst>
          </p:cNvPr>
          <p:cNvSpPr/>
          <p:nvPr/>
        </p:nvSpPr>
        <p:spPr>
          <a:xfrm>
            <a:off x="6434825" y="3428998"/>
            <a:ext cx="4699900" cy="30289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63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4CBB1-B7F7-2642-24B0-2B82A73A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D9B7DEA-96B3-D44C-5976-47D50954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38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4EEE0D3-119A-E45C-EE16-C78BCF4E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Continuous Diffusion Language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F47CAD-BE4C-973A-D0E5-97504C87185A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F6767-BB33-6F27-683E-50535CFDB7E5}"/>
              </a:ext>
            </a:extLst>
          </p:cNvPr>
          <p:cNvSpPr txBox="1"/>
          <p:nvPr/>
        </p:nvSpPr>
        <p:spPr>
          <a:xfrm>
            <a:off x="609599" y="1682234"/>
            <a:ext cx="8448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Instead of adding noise directly to tokens, we embed tokens into a continuous space and apply diffusion there.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2818435-E798-8760-D35F-7E310AAE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4" y="3429000"/>
            <a:ext cx="5172075" cy="11493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ADDEAAE-28FA-B51C-4365-5889661CD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788" y="3429000"/>
            <a:ext cx="4753462" cy="18546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7D8389-2BD8-CD3F-F817-15ECF0AB44B9}"/>
              </a:ext>
            </a:extLst>
          </p:cNvPr>
          <p:cNvSpPr txBox="1"/>
          <p:nvPr/>
        </p:nvSpPr>
        <p:spPr>
          <a:xfrm>
            <a:off x="2276473" y="2727713"/>
            <a:ext cx="2314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Embedding space</a:t>
            </a:r>
            <a:b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(Diffusion-LM, 2022)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F5DEBE-EAFA-C494-F722-DCDD2513B5F4}"/>
              </a:ext>
            </a:extLst>
          </p:cNvPr>
          <p:cNvSpPr txBox="1"/>
          <p:nvPr/>
        </p:nvSpPr>
        <p:spPr>
          <a:xfrm>
            <a:off x="7810012" y="2727713"/>
            <a:ext cx="2314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Latent space</a:t>
            </a:r>
            <a:b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(LD4LG, 2022)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887658-34B9-8D86-6E63-895373F3AB32}"/>
              </a:ext>
            </a:extLst>
          </p:cNvPr>
          <p:cNvSpPr txBox="1"/>
          <p:nvPr/>
        </p:nvSpPr>
        <p:spPr>
          <a:xfrm>
            <a:off x="695324" y="5704725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Diffusion-LM (2022), LD4LG (2022), Genie (2023), AR-Diffusion (2024)…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293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72EF-FB4D-C773-D8C0-55CB81EB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59F449C-9CF1-28B8-EE72-9EE091B8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39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AB9B8E5-2AF1-11CC-9C13-48097F92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Discrete Diffusion Language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DCB545-6F9B-DCD3-DBDF-F0E10F38399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118B2-9DC0-4F78-BC25-F41F88A80D85}"/>
              </a:ext>
            </a:extLst>
          </p:cNvPr>
          <p:cNvSpPr txBox="1"/>
          <p:nvPr/>
        </p:nvSpPr>
        <p:spPr>
          <a:xfrm>
            <a:off x="609599" y="1682234"/>
            <a:ext cx="9753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Instead of embedding tokens into a continuous space, discrete diffusion models operate directly in token space by progressively corrupting the input sequence through symbolic operations.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B056C-573B-FFF5-A390-4A6C984421B3}"/>
              </a:ext>
            </a:extLst>
          </p:cNvPr>
          <p:cNvSpPr txBox="1"/>
          <p:nvPr/>
        </p:nvSpPr>
        <p:spPr>
          <a:xfrm>
            <a:off x="2427426" y="2844225"/>
            <a:ext cx="2314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Dream</a:t>
            </a:r>
            <a:b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(Ye et al., 2025)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96CFA-8631-E042-71A1-F007B3576F3A}"/>
              </a:ext>
            </a:extLst>
          </p:cNvPr>
          <p:cNvSpPr txBox="1"/>
          <p:nvPr/>
        </p:nvSpPr>
        <p:spPr>
          <a:xfrm>
            <a:off x="609599" y="2330034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Random replace, mask or shuffle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2CD953-E065-D7D3-ECB8-A80C7C2A7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378" y="3519463"/>
            <a:ext cx="3693921" cy="2424136"/>
          </a:xfrm>
          <a:prstGeom prst="rect">
            <a:avLst/>
          </a:prstGeom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D1D19D19-C23F-F375-89F8-D611F3C2ED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05" b="6899"/>
          <a:stretch>
            <a:fillRect/>
          </a:stretch>
        </p:blipFill>
        <p:spPr bwMode="auto">
          <a:xfrm>
            <a:off x="1190136" y="3563700"/>
            <a:ext cx="4505813" cy="154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74DFFC-DAD8-EFB8-5EF3-6632D0CFF0A7}"/>
              </a:ext>
            </a:extLst>
          </p:cNvPr>
          <p:cNvSpPr txBox="1"/>
          <p:nvPr/>
        </p:nvSpPr>
        <p:spPr>
          <a:xfrm>
            <a:off x="7130350" y="2825496"/>
            <a:ext cx="2314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MDLM</a:t>
            </a:r>
            <a:b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(Sahoo et al., 2024)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CFCD9-BB71-D8EF-D29F-9A42B781B815}"/>
              </a:ext>
            </a:extLst>
          </p:cNvPr>
          <p:cNvSpPr txBox="1"/>
          <p:nvPr/>
        </p:nvSpPr>
        <p:spPr>
          <a:xfrm>
            <a:off x="609599" y="6120223"/>
            <a:ext cx="8448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DiffusionBERT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(2022), MDLM (2024), SEDD (2024), LLADA (2025)…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178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0C96-EE78-0DB0-DE48-03B869C6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2981452-68A0-989A-67D8-E26E06F1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40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858471F-D2B6-EA45-1784-3F9D84D4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Continuous VS. Discrete Diffusion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221E1-47D9-3539-5665-098973D62EE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0E7D739-8F3D-5CA5-C2A6-C3BF10799FB5}"/>
              </a:ext>
            </a:extLst>
          </p:cNvPr>
          <p:cNvCxnSpPr>
            <a:cxnSpLocks/>
          </p:cNvCxnSpPr>
          <p:nvPr/>
        </p:nvCxnSpPr>
        <p:spPr>
          <a:xfrm>
            <a:off x="6634784" y="2083412"/>
            <a:ext cx="0" cy="3497111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A52E71D-1BF9-128E-AF1D-6E99F76B4E84}"/>
              </a:ext>
            </a:extLst>
          </p:cNvPr>
          <p:cNvCxnSpPr>
            <a:cxnSpLocks/>
          </p:cNvCxnSpPr>
          <p:nvPr/>
        </p:nvCxnSpPr>
        <p:spPr>
          <a:xfrm>
            <a:off x="3069950" y="2083412"/>
            <a:ext cx="0" cy="3497111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5BDD12E-D346-DB2C-D584-CA5108D588FC}"/>
              </a:ext>
            </a:extLst>
          </p:cNvPr>
          <p:cNvCxnSpPr>
            <a:cxnSpLocks/>
          </p:cNvCxnSpPr>
          <p:nvPr/>
        </p:nvCxnSpPr>
        <p:spPr>
          <a:xfrm>
            <a:off x="10040593" y="2083412"/>
            <a:ext cx="0" cy="3228975"/>
          </a:xfrm>
          <a:prstGeom prst="line">
            <a:avLst/>
          </a:prstGeom>
          <a:ln w="19050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4">
            <a:extLst>
              <a:ext uri="{FF2B5EF4-FFF2-40B4-BE49-F238E27FC236}">
                <a16:creationId xmlns:a16="http://schemas.microsoft.com/office/drawing/2014/main" id="{C08761C4-7CD0-F942-DB12-4025BAB9696C}"/>
              </a:ext>
            </a:extLst>
          </p:cNvPr>
          <p:cNvSpPr txBox="1">
            <a:spLocks/>
          </p:cNvSpPr>
          <p:nvPr/>
        </p:nvSpPr>
        <p:spPr>
          <a:xfrm>
            <a:off x="1434678" y="2735477"/>
            <a:ext cx="1587982" cy="27238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Space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9FBAC98D-7E10-1986-62F1-B187417ECEB8}"/>
              </a:ext>
            </a:extLst>
          </p:cNvPr>
          <p:cNvSpPr txBox="1">
            <a:spLocks/>
          </p:cNvSpPr>
          <p:nvPr/>
        </p:nvSpPr>
        <p:spPr>
          <a:xfrm>
            <a:off x="1434678" y="3420740"/>
            <a:ext cx="1587982" cy="27238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Noising process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C4195D5E-F54F-AE66-E4ED-6B1E31AA9EBC}"/>
              </a:ext>
            </a:extLst>
          </p:cNvPr>
          <p:cNvSpPr txBox="1">
            <a:spLocks/>
          </p:cNvSpPr>
          <p:nvPr/>
        </p:nvSpPr>
        <p:spPr>
          <a:xfrm>
            <a:off x="1434678" y="4118294"/>
            <a:ext cx="1587982" cy="27238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Pros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FCD319B3-EB03-FD86-FF42-840393E274F9}"/>
              </a:ext>
            </a:extLst>
          </p:cNvPr>
          <p:cNvSpPr txBox="1">
            <a:spLocks/>
          </p:cNvSpPr>
          <p:nvPr/>
        </p:nvSpPr>
        <p:spPr>
          <a:xfrm>
            <a:off x="1449143" y="5000574"/>
            <a:ext cx="1587982" cy="27238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3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Cons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14C55AF1-445F-9DE2-1F5F-E9646C7BFCCF}"/>
              </a:ext>
            </a:extLst>
          </p:cNvPr>
          <p:cNvSpPr txBox="1">
            <a:spLocks/>
          </p:cNvSpPr>
          <p:nvPr/>
        </p:nvSpPr>
        <p:spPr>
          <a:xfrm>
            <a:off x="3731625" y="2078911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Continuous Diffusion LM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8614CF41-663F-88A8-88AE-B0CD5D04FD42}"/>
              </a:ext>
            </a:extLst>
          </p:cNvPr>
          <p:cNvSpPr txBox="1">
            <a:spLocks/>
          </p:cNvSpPr>
          <p:nvPr/>
        </p:nvSpPr>
        <p:spPr>
          <a:xfrm>
            <a:off x="4011993" y="2740359"/>
            <a:ext cx="1587982" cy="27699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Embedding, Latent</a:t>
            </a:r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F3582945-6985-0B18-A15F-8436412C358D}"/>
              </a:ext>
            </a:extLst>
          </p:cNvPr>
          <p:cNvSpPr txBox="1">
            <a:spLocks/>
          </p:cNvSpPr>
          <p:nvPr/>
        </p:nvSpPr>
        <p:spPr>
          <a:xfrm>
            <a:off x="4043621" y="3396496"/>
            <a:ext cx="1587982" cy="27699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Continuous noising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0B51C672-1A7F-3C70-EB7D-9FC8E3C6B658}"/>
              </a:ext>
            </a:extLst>
          </p:cNvPr>
          <p:cNvSpPr txBox="1">
            <a:spLocks/>
          </p:cNvSpPr>
          <p:nvPr/>
        </p:nvSpPr>
        <p:spPr>
          <a:xfrm>
            <a:off x="3487267" y="3970312"/>
            <a:ext cx="2889227" cy="6463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Faster single-step operations (low-dim)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Classifier guidance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Image-based techniques are applicable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95148DB-FEB8-5325-8549-53638A08C57E}"/>
              </a:ext>
            </a:extLst>
          </p:cNvPr>
          <p:cNvCxnSpPr>
            <a:cxnSpLocks/>
          </p:cNvCxnSpPr>
          <p:nvPr/>
        </p:nvCxnSpPr>
        <p:spPr>
          <a:xfrm flipH="1">
            <a:off x="1453183" y="2520856"/>
            <a:ext cx="8587410" cy="39676"/>
          </a:xfrm>
          <a:prstGeom prst="line">
            <a:avLst/>
          </a:prstGeom>
          <a:ln w="1905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7C344C6-2E8C-2084-6AE4-52EAE7D6DCAF}"/>
              </a:ext>
            </a:extLst>
          </p:cNvPr>
          <p:cNvCxnSpPr>
            <a:cxnSpLocks/>
          </p:cNvCxnSpPr>
          <p:nvPr/>
        </p:nvCxnSpPr>
        <p:spPr>
          <a:xfrm flipH="1">
            <a:off x="1453183" y="3201040"/>
            <a:ext cx="8587410" cy="39676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04730B8-C8F7-80EA-6131-962473CAAC37}"/>
              </a:ext>
            </a:extLst>
          </p:cNvPr>
          <p:cNvCxnSpPr>
            <a:cxnSpLocks/>
          </p:cNvCxnSpPr>
          <p:nvPr/>
        </p:nvCxnSpPr>
        <p:spPr>
          <a:xfrm flipH="1">
            <a:off x="1449143" y="3881224"/>
            <a:ext cx="8587410" cy="39676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62C8DCE-ECE0-52BB-A7A2-DD545166D251}"/>
              </a:ext>
            </a:extLst>
          </p:cNvPr>
          <p:cNvCxnSpPr>
            <a:cxnSpLocks/>
          </p:cNvCxnSpPr>
          <p:nvPr/>
        </p:nvCxnSpPr>
        <p:spPr>
          <a:xfrm flipH="1">
            <a:off x="1434678" y="4675787"/>
            <a:ext cx="8587410" cy="39676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4">
            <a:extLst>
              <a:ext uri="{FF2B5EF4-FFF2-40B4-BE49-F238E27FC236}">
                <a16:creationId xmlns:a16="http://schemas.microsoft.com/office/drawing/2014/main" id="{8E3BD036-A262-F0F3-AE02-0DD2167F749E}"/>
              </a:ext>
            </a:extLst>
          </p:cNvPr>
          <p:cNvSpPr txBox="1">
            <a:spLocks/>
          </p:cNvSpPr>
          <p:nvPr/>
        </p:nvSpPr>
        <p:spPr>
          <a:xfrm>
            <a:off x="7248263" y="2054797"/>
            <a:ext cx="2152339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Discrete Diffusion LM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595213B4-F84C-8C5E-4DA0-F84B8AF555CB}"/>
              </a:ext>
            </a:extLst>
          </p:cNvPr>
          <p:cNvSpPr txBox="1">
            <a:spLocks/>
          </p:cNvSpPr>
          <p:nvPr/>
        </p:nvSpPr>
        <p:spPr>
          <a:xfrm>
            <a:off x="7430977" y="2730411"/>
            <a:ext cx="1809383" cy="27699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</a:t>
            </a:r>
          </a:p>
        </p:txBody>
      </p:sp>
      <p:sp>
        <p:nvSpPr>
          <p:cNvPr id="30" name="Title 4">
            <a:extLst>
              <a:ext uri="{FF2B5EF4-FFF2-40B4-BE49-F238E27FC236}">
                <a16:creationId xmlns:a16="http://schemas.microsoft.com/office/drawing/2014/main" id="{4705E802-B768-FFE7-BD15-D09393AAA755}"/>
              </a:ext>
            </a:extLst>
          </p:cNvPr>
          <p:cNvSpPr txBox="1">
            <a:spLocks/>
          </p:cNvSpPr>
          <p:nvPr/>
        </p:nvSpPr>
        <p:spPr>
          <a:xfrm>
            <a:off x="7325969" y="3394824"/>
            <a:ext cx="2059569" cy="276999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Masking, Replacing</a:t>
            </a: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4ABE9556-EE0E-6D69-36AE-5947D5E0B63F}"/>
              </a:ext>
            </a:extLst>
          </p:cNvPr>
          <p:cNvSpPr txBox="1">
            <a:spLocks/>
          </p:cNvSpPr>
          <p:nvPr/>
        </p:nvSpPr>
        <p:spPr>
          <a:xfrm>
            <a:off x="3487267" y="4749526"/>
            <a:ext cx="2889227" cy="830997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Training instability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Scaling to large corpora remains unproven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Requires encoder/decoder modules</a:t>
            </a:r>
          </a:p>
        </p:txBody>
      </p:sp>
      <p:sp>
        <p:nvSpPr>
          <p:cNvPr id="38" name="Title 4">
            <a:extLst>
              <a:ext uri="{FF2B5EF4-FFF2-40B4-BE49-F238E27FC236}">
                <a16:creationId xmlns:a16="http://schemas.microsoft.com/office/drawing/2014/main" id="{2C1365DB-543D-333D-D6BF-BD8DAB973734}"/>
              </a:ext>
            </a:extLst>
          </p:cNvPr>
          <p:cNvSpPr txBox="1">
            <a:spLocks/>
          </p:cNvSpPr>
          <p:nvPr/>
        </p:nvSpPr>
        <p:spPr>
          <a:xfrm>
            <a:off x="6893075" y="3966405"/>
            <a:ext cx="2889227" cy="6463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Works directly on tokens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Easier alignment with existing models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Simplified training objective</a:t>
            </a:r>
          </a:p>
        </p:txBody>
      </p:sp>
      <p:sp>
        <p:nvSpPr>
          <p:cNvPr id="39" name="Title 4">
            <a:extLst>
              <a:ext uri="{FF2B5EF4-FFF2-40B4-BE49-F238E27FC236}">
                <a16:creationId xmlns:a16="http://schemas.microsoft.com/office/drawing/2014/main" id="{DDE489C0-EA02-DF01-7BD3-E7154609EA05}"/>
              </a:ext>
            </a:extLst>
          </p:cNvPr>
          <p:cNvSpPr txBox="1">
            <a:spLocks/>
          </p:cNvSpPr>
          <p:nvPr/>
        </p:nvSpPr>
        <p:spPr>
          <a:xfrm>
            <a:off x="6879818" y="4776001"/>
            <a:ext cx="2889227" cy="461665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Classifier guidance is limited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Transition itself is not differentiable</a:t>
            </a:r>
          </a:p>
        </p:txBody>
      </p:sp>
    </p:spTree>
    <p:extLst>
      <p:ext uri="{BB962C8B-B14F-4D97-AF65-F5344CB8AC3E}">
        <p14:creationId xmlns:p14="http://schemas.microsoft.com/office/powerpoint/2010/main" val="108233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E19B-7458-BD5D-6DF0-122755E1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C6EEED-ED47-681D-6111-54AF6CB6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41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EA12D7FB-A66A-1E59-7EA6-00C02ABA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1F8F0F-DFE1-C02F-B25A-6F0DE1A722E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Diffusion in Language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BBA49-0FAD-6360-CAE8-6085D39C368D}"/>
              </a:ext>
            </a:extLst>
          </p:cNvPr>
          <p:cNvSpPr txBox="1"/>
          <p:nvPr/>
        </p:nvSpPr>
        <p:spPr>
          <a:xfrm>
            <a:off x="609600" y="1617762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Still uses transformer-based architecture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9DC78-EDB4-FE28-DB9C-767D95BA48A8}"/>
              </a:ext>
            </a:extLst>
          </p:cNvPr>
          <p:cNvSpPr txBox="1"/>
          <p:nvPr/>
        </p:nvSpPr>
        <p:spPr>
          <a:xfrm>
            <a:off x="609600" y="1956316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Attention masking is different: Causal attention -&gt; Full attention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A09178-509F-FE1A-4916-BF568F904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007325"/>
            <a:ext cx="9372600" cy="2455419"/>
          </a:xfrm>
          <a:prstGeom prst="rect">
            <a:avLst/>
          </a:prstGeom>
        </p:spPr>
      </p:pic>
      <p:sp>
        <p:nvSpPr>
          <p:cNvPr id="15" name="Title 4">
            <a:extLst>
              <a:ext uri="{FF2B5EF4-FFF2-40B4-BE49-F238E27FC236}">
                <a16:creationId xmlns:a16="http://schemas.microsoft.com/office/drawing/2014/main" id="{871E6732-DBB2-D7D1-C37C-4E2D4035483B}"/>
              </a:ext>
            </a:extLst>
          </p:cNvPr>
          <p:cNvSpPr txBox="1">
            <a:spLocks/>
          </p:cNvSpPr>
          <p:nvPr/>
        </p:nvSpPr>
        <p:spPr>
          <a:xfrm>
            <a:off x="5103225" y="2626763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DiffuLLaMA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225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EC962-39D3-E9C5-0D86-A48A2DEF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1E42FE-3C26-8747-3410-1EF87E6E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2267462"/>
            <a:ext cx="5824330" cy="1421928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Diffusion Language </a:t>
            </a:r>
            <a:b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</a:b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Models Today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026574-947B-5BA2-0607-031A694B11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>
                <a:solidFill>
                  <a:srgbClr val="7FDDFF"/>
                </a:solidFill>
              </a:rPr>
              <a:pPr/>
              <a:t>42</a:t>
            </a:fld>
            <a:endParaRPr lang="en-US" dirty="0">
              <a:solidFill>
                <a:srgbClr val="7FD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9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1007-2689-31F6-8E3B-5B5CE2E23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B20ADF3-1666-CAC8-A7C0-288B3838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43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7F830A3-6093-996B-4B7F-6E6F71FD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Fluency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EF34EC-9C1E-77E2-2AA9-1DC098F19C1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3319D-BD1E-8755-4166-419480E40BA2}"/>
              </a:ext>
            </a:extLst>
          </p:cNvPr>
          <p:cNvSpPr txBox="1"/>
          <p:nvPr/>
        </p:nvSpPr>
        <p:spPr>
          <a:xfrm>
            <a:off x="676275" y="1608237"/>
            <a:ext cx="9753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One of the major challenges in diffusion language models has been limited fluency, as parallel generation can disrupt token-level coherence.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CF37F-259A-0BB1-3BC2-50D27E0F2C54}"/>
              </a:ext>
            </a:extLst>
          </p:cNvPr>
          <p:cNvSpPr txBox="1"/>
          <p:nvPr/>
        </p:nvSpPr>
        <p:spPr>
          <a:xfrm>
            <a:off x="676274" y="2333150"/>
            <a:ext cx="9753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However, recent advances in discrete score matching theory have significantly mitigated this issue, leading to substantial improvements in generation quality.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CEBAF7-AC3D-270F-B604-365F91FC0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71" y="3536785"/>
            <a:ext cx="5128086" cy="240681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E57F8E-8CDD-4673-84A4-3E358E06F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693" y="3536785"/>
            <a:ext cx="3506589" cy="2971800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BD4541C5-7A21-BE4D-F6DE-34F6B5EF6592}"/>
              </a:ext>
            </a:extLst>
          </p:cNvPr>
          <p:cNvSpPr txBox="1">
            <a:spLocks/>
          </p:cNvSpPr>
          <p:nvPr/>
        </p:nvSpPr>
        <p:spPr>
          <a:xfrm>
            <a:off x="2452426" y="3211944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MDLM (2024)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775C19C7-EE51-3215-E546-15E45FB8D899}"/>
              </a:ext>
            </a:extLst>
          </p:cNvPr>
          <p:cNvSpPr txBox="1">
            <a:spLocks/>
          </p:cNvSpPr>
          <p:nvPr/>
        </p:nvSpPr>
        <p:spPr>
          <a:xfrm>
            <a:off x="7527601" y="3211944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SEDD (2024)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7857A7-47E3-7FCA-D379-FD5FB43E9C9F}"/>
              </a:ext>
            </a:extLst>
          </p:cNvPr>
          <p:cNvSpPr/>
          <p:nvPr/>
        </p:nvSpPr>
        <p:spPr>
          <a:xfrm>
            <a:off x="4942935" y="4080294"/>
            <a:ext cx="422694" cy="345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144F31-C56A-4A18-2A44-2DD8B6AEC08B}"/>
              </a:ext>
            </a:extLst>
          </p:cNvPr>
          <p:cNvSpPr/>
          <p:nvPr/>
        </p:nvSpPr>
        <p:spPr>
          <a:xfrm>
            <a:off x="4942935" y="5509404"/>
            <a:ext cx="422694" cy="345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0AFFEA-6F05-7BB3-4F2E-9CE6A7492F6F}"/>
              </a:ext>
            </a:extLst>
          </p:cNvPr>
          <p:cNvSpPr/>
          <p:nvPr/>
        </p:nvSpPr>
        <p:spPr>
          <a:xfrm>
            <a:off x="9382664" y="3700731"/>
            <a:ext cx="422694" cy="5019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85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41C3-E774-8C25-3BD4-5D317C84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5B28FB-E75D-6311-4EF3-9A3C1C43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44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66DFFB1-E5A4-FBAD-1514-AC04B8FE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Scalability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AAE42-DC7C-0F02-D5E3-E4BD81AC4F6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6B510-2AF9-F0E8-32AA-25019B684C09}"/>
              </a:ext>
            </a:extLst>
          </p:cNvPr>
          <p:cNvSpPr txBox="1"/>
          <p:nvPr/>
        </p:nvSpPr>
        <p:spPr>
          <a:xfrm>
            <a:off x="609600" y="1617762"/>
            <a:ext cx="9753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Due to the high training cost and instability, diffusion language models have not been scaled as effectively as autoregressive models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C3F05-B217-00F2-3E6D-270550782C10}"/>
              </a:ext>
            </a:extLst>
          </p:cNvPr>
          <p:cNvSpPr txBox="1"/>
          <p:nvPr/>
        </p:nvSpPr>
        <p:spPr>
          <a:xfrm>
            <a:off x="609600" y="2328388"/>
            <a:ext cx="9753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However, since the introduction of </a:t>
            </a:r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DiffuLLaMA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and </a:t>
            </a:r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LLaDA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several works have emerged to tackle these limitations.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CB0FF2-D157-14BF-7045-733BE699C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0"/>
            <a:ext cx="6572250" cy="24213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6F230A2-D19A-7727-185F-A641AE72B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64" y="3429000"/>
            <a:ext cx="4265436" cy="242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3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241AF-7EF9-E435-8E55-901FFAA7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9529A3B-97C0-3723-4D11-7F5BE890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45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6AF18140-C82F-2177-2DE9-83C06CD4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Scalability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1BDD10-D0C5-9666-4E14-7864F159C14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984F6-925C-8C2A-E8E5-A5C6FF7645B9}"/>
              </a:ext>
            </a:extLst>
          </p:cNvPr>
          <p:cNvSpPr txBox="1"/>
          <p:nvPr/>
        </p:nvSpPr>
        <p:spPr>
          <a:xfrm>
            <a:off x="609600" y="1617762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Still, models larger than 13B have yet to be developed, and further advancements are needed.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FDA28-40DF-5060-91FB-DAFE2499BDFD}"/>
              </a:ext>
            </a:extLst>
          </p:cNvPr>
          <p:cNvSpPr txBox="1"/>
          <p:nvPr/>
        </p:nvSpPr>
        <p:spPr>
          <a:xfrm>
            <a:off x="609600" y="207084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indent="0">
              <a:buNone/>
            </a:pPr>
            <a:r>
              <a:rPr lang="en-US" altLang="ko-KR" b="1" dirty="0"/>
              <a:t>Future directions </a:t>
            </a:r>
            <a:r>
              <a:rPr lang="en-US" altLang="ko-KR" dirty="0"/>
              <a:t>may include: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6DC85E-B2E3-4FE7-4DF3-30ACDD9FB889}"/>
              </a:ext>
            </a:extLst>
          </p:cNvPr>
          <p:cNvSpPr txBox="1"/>
          <p:nvPr/>
        </p:nvSpPr>
        <p:spPr>
          <a:xfrm>
            <a:off x="933450" y="2426937"/>
            <a:ext cx="9524999" cy="115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Adapting</a:t>
            </a:r>
            <a:r>
              <a:rPr lang="fr-FR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large autoregressive models for diffusion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Incorporating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Mixture-of-Experts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MoE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architectures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Exploring scalable training frameworks or memory-efficient sampling methods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7422A9E-80D6-CB52-C0BE-3B3E54136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49" y="3834081"/>
            <a:ext cx="9372600" cy="2455419"/>
          </a:xfrm>
          <a:prstGeom prst="rect">
            <a:avLst/>
          </a:prstGeom>
        </p:spPr>
      </p:pic>
      <p:sp>
        <p:nvSpPr>
          <p:cNvPr id="15" name="Title 4">
            <a:extLst>
              <a:ext uri="{FF2B5EF4-FFF2-40B4-BE49-F238E27FC236}">
                <a16:creationId xmlns:a16="http://schemas.microsoft.com/office/drawing/2014/main" id="{DD93DC57-0D59-BCA7-C52E-E1BCF92301A2}"/>
              </a:ext>
            </a:extLst>
          </p:cNvPr>
          <p:cNvSpPr txBox="1">
            <a:spLocks/>
          </p:cNvSpPr>
          <p:nvPr/>
        </p:nvSpPr>
        <p:spPr>
          <a:xfrm>
            <a:off x="4772025" y="6368393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DiffuLLaMA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638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3675-05EF-0CC8-CF75-9F5CB2DF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DBF0B37-F931-2140-3F9B-B04D203B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46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223CC904-A035-8E18-F3E6-F93880E7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Decoding Speed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32280B-80A8-2484-3E67-929734317B2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D4FBEF-65ED-F197-6D9A-7B3D6B466B31}"/>
              </a:ext>
            </a:extLst>
          </p:cNvPr>
          <p:cNvSpPr txBox="1"/>
          <p:nvPr/>
        </p:nvSpPr>
        <p:spPr>
          <a:xfrm>
            <a:off x="609600" y="1617762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Parallel generation gives diffusion models the potential to surpass autoregressive models in speed.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D3ED4-2E4E-E86F-5BDB-771FA67DDF71}"/>
              </a:ext>
            </a:extLst>
          </p:cNvPr>
          <p:cNvSpPr txBox="1"/>
          <p:nvPr/>
        </p:nvSpPr>
        <p:spPr>
          <a:xfrm>
            <a:off x="609600" y="2123491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However, they are not yet faster in practice, primarily due to: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27A0B-DCA6-9AAC-9004-21E58B4C97AE}"/>
              </a:ext>
            </a:extLst>
          </p:cNvPr>
          <p:cNvSpPr txBox="1"/>
          <p:nvPr/>
        </p:nvSpPr>
        <p:spPr>
          <a:xfrm>
            <a:off x="933450" y="2556988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 need for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multiple iterative steps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produce stable outputs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C9CD4-B4F2-F8B1-F169-6BBAE8A2EDA2}"/>
              </a:ext>
            </a:extLst>
          </p:cNvPr>
          <p:cNvSpPr txBox="1"/>
          <p:nvPr/>
        </p:nvSpPr>
        <p:spPr>
          <a:xfrm>
            <a:off x="933450" y="2990485"/>
            <a:ext cx="10306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absence of KV-caching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mechanisms, as diffusion models typically rely on full attention at every step.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20146E2-361F-8047-0501-9C02563A5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55" y="3738515"/>
            <a:ext cx="3133741" cy="27099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CF34A9-37AD-1917-9991-76B7D191DB88}"/>
              </a:ext>
            </a:extLst>
          </p:cNvPr>
          <p:cNvSpPr txBox="1"/>
          <p:nvPr/>
        </p:nvSpPr>
        <p:spPr>
          <a:xfrm>
            <a:off x="2543662" y="6472471"/>
            <a:ext cx="16097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https://arxiv.org/pdf/2410.17891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46126752-BCA0-709F-BB63-1A2E8A02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3738515"/>
            <a:ext cx="3488159" cy="27099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6710442-6559-EA50-DD30-E2D3EC8CF5BA}"/>
              </a:ext>
            </a:extLst>
          </p:cNvPr>
          <p:cNvSpPr txBox="1"/>
          <p:nvPr/>
        </p:nvSpPr>
        <p:spPr>
          <a:xfrm>
            <a:off x="6886575" y="6476777"/>
            <a:ext cx="17816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https://arxiv.org/pdf/2502.13917</a:t>
            </a:r>
          </a:p>
        </p:txBody>
      </p:sp>
      <p:sp>
        <p:nvSpPr>
          <p:cNvPr id="34" name="Title 4">
            <a:extLst>
              <a:ext uri="{FF2B5EF4-FFF2-40B4-BE49-F238E27FC236}">
                <a16:creationId xmlns:a16="http://schemas.microsoft.com/office/drawing/2014/main" id="{1A7AAD8C-E900-8CEE-CC86-5A81FEFEB125}"/>
              </a:ext>
            </a:extLst>
          </p:cNvPr>
          <p:cNvSpPr txBox="1">
            <a:spLocks/>
          </p:cNvSpPr>
          <p:nvPr/>
        </p:nvSpPr>
        <p:spPr>
          <a:xfrm>
            <a:off x="2447925" y="3438810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DiffuLLaMA</a:t>
            </a: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9AEDFAE3-C29A-BA80-DCD3-9C1D0F02E461}"/>
              </a:ext>
            </a:extLst>
          </p:cNvPr>
          <p:cNvSpPr txBox="1">
            <a:spLocks/>
          </p:cNvSpPr>
          <p:nvPr/>
        </p:nvSpPr>
        <p:spPr>
          <a:xfrm>
            <a:off x="6671422" y="3423982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TESS2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009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4D0FE-6F0E-5E26-DE7F-7C2D16B9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9D98994-73CA-6B0C-A829-13701EDF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47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581B66E8-34D9-42B0-4C10-4FFDF852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Decoding Speed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AD514-F8CA-64BB-A1EA-740A698631F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D7FEA-0182-EBD0-276A-6705F4F86F78}"/>
              </a:ext>
            </a:extLst>
          </p:cNvPr>
          <p:cNvSpPr txBox="1"/>
          <p:nvPr/>
        </p:nvSpPr>
        <p:spPr>
          <a:xfrm>
            <a:off x="609600" y="1617762"/>
            <a:ext cx="97536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While models like Gemini Diffusion and Mercury have demonstrated impressive speed, their exact approaches remain unclear.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86E35-D1A0-9E3F-13C7-26310E191D77}"/>
              </a:ext>
            </a:extLst>
          </p:cNvPr>
          <p:cNvSpPr txBox="1"/>
          <p:nvPr/>
        </p:nvSpPr>
        <p:spPr>
          <a:xfrm>
            <a:off x="609600" y="2328388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This leaves significant room for improvement in areas such as: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C49AB-3F2D-4C04-FCE7-1FA3D63A3909}"/>
              </a:ext>
            </a:extLst>
          </p:cNvPr>
          <p:cNvSpPr txBox="1"/>
          <p:nvPr/>
        </p:nvSpPr>
        <p:spPr>
          <a:xfrm>
            <a:off x="1219199" y="2753380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Distillation techniques for faster inference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F407A-FE66-7BC4-DC13-F2A77D6AFE64}"/>
              </a:ext>
            </a:extLst>
          </p:cNvPr>
          <p:cNvSpPr txBox="1"/>
          <p:nvPr/>
        </p:nvSpPr>
        <p:spPr>
          <a:xfrm>
            <a:off x="1219199" y="3167431"/>
            <a:ext cx="9753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Introducing KV-caching mechanisms for diffusion models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C8A9378-87FC-06C8-9268-A8D4A4862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4" y="3902324"/>
            <a:ext cx="3529292" cy="2632298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5FD5E4F9-55A9-3A0D-FC3D-C44E56A0F2FB}"/>
              </a:ext>
            </a:extLst>
          </p:cNvPr>
          <p:cNvSpPr txBox="1">
            <a:spLocks/>
          </p:cNvSpPr>
          <p:nvPr/>
        </p:nvSpPr>
        <p:spPr>
          <a:xfrm>
            <a:off x="2124075" y="3616092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SDTT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B2A0E20-26FD-5AEC-2AB9-35C0970BD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49" y="3930162"/>
            <a:ext cx="5091549" cy="2541900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15E46525-3713-B8D6-91E5-860F499386ED}"/>
              </a:ext>
            </a:extLst>
          </p:cNvPr>
          <p:cNvSpPr txBox="1">
            <a:spLocks/>
          </p:cNvSpPr>
          <p:nvPr/>
        </p:nvSpPr>
        <p:spPr>
          <a:xfrm>
            <a:off x="7097635" y="3574957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dKV</a:t>
            </a: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-cache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88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69A5-7F46-ECA2-2382-56B0F5A1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4DF3241-3AF9-F620-6F3B-91FD8F2D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48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E724AAD8-A867-2B55-D3DF-9AEB6160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Generation Length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F198AF-576E-42B4-A9AC-A351D4C1226C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8931A-E6FA-83F6-576D-B5206EAEB795}"/>
              </a:ext>
            </a:extLst>
          </p:cNvPr>
          <p:cNvSpPr txBox="1"/>
          <p:nvPr/>
        </p:nvSpPr>
        <p:spPr>
          <a:xfrm>
            <a:off x="510210" y="1617762"/>
            <a:ext cx="11172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Due to the constraints of parallel generation, diffusion language models are typically limited to fixed-length outputs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F09AE-B348-E6B4-CE62-D82E32C8E318}"/>
              </a:ext>
            </a:extLst>
          </p:cNvPr>
          <p:cNvSpPr txBox="1"/>
          <p:nvPr/>
        </p:nvSpPr>
        <p:spPr>
          <a:xfrm>
            <a:off x="509587" y="1973264"/>
            <a:ext cx="11172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This limits their efficiency, especially for short sequences or variable-length generation.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24969-A671-43C4-0C7F-20DD21F0C770}"/>
              </a:ext>
            </a:extLst>
          </p:cNvPr>
          <p:cNvSpPr txBox="1"/>
          <p:nvPr/>
        </p:nvSpPr>
        <p:spPr>
          <a:xfrm>
            <a:off x="499575" y="2574985"/>
            <a:ext cx="11172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Recent works have begun addressing this limitation through block-wise diffusion processes, which generate text one block at a time.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7A52EB-D956-DC4F-98AF-1E846976D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1" y="3707034"/>
            <a:ext cx="6646177" cy="2722347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D3D40973-9607-D201-D7F2-35C25F0D6771}"/>
              </a:ext>
            </a:extLst>
          </p:cNvPr>
          <p:cNvSpPr txBox="1">
            <a:spLocks/>
          </p:cNvSpPr>
          <p:nvPr/>
        </p:nvSpPr>
        <p:spPr>
          <a:xfrm>
            <a:off x="5095875" y="3338674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Block-diffusion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616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72A3-C6E3-3036-40AD-7277A786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515BB1D-3623-6F15-462E-B5339877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49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B1BF9BC4-6BDA-073A-BF51-E35E0EDA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Reasoning Capability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32498-C320-D5C4-4782-CE8F3AA4C8A0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BF1E6-39B1-7AA3-6C8B-8A59C939B013}"/>
              </a:ext>
            </a:extLst>
          </p:cNvPr>
          <p:cNvSpPr txBox="1"/>
          <p:nvPr/>
        </p:nvSpPr>
        <p:spPr>
          <a:xfrm>
            <a:off x="510210" y="1617762"/>
            <a:ext cx="11172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 models generate in parallel or by blocks, making it hard to </a:t>
            </a:r>
            <a:r>
              <a:rPr lang="en-US" altLang="ko-KR" sz="1600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revise their thinking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 mid-generation like autoregressive mode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3A599-B7BA-515F-6801-C86C819C7F39}"/>
              </a:ext>
            </a:extLst>
          </p:cNvPr>
          <p:cNvSpPr txBox="1"/>
          <p:nvPr/>
        </p:nvSpPr>
        <p:spPr>
          <a:xfrm>
            <a:off x="499575" y="2282221"/>
            <a:ext cx="11172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Reasoning requires token-level dependencies and iterative reinforcement, which diffusion models struggle to capture.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B0FC1-2E39-6C65-711F-C82C66D93719}"/>
              </a:ext>
            </a:extLst>
          </p:cNvPr>
          <p:cNvSpPr txBox="1"/>
          <p:nvPr/>
        </p:nvSpPr>
        <p:spPr>
          <a:xfrm>
            <a:off x="510210" y="2933564"/>
            <a:ext cx="11172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Recent works have begun to tackle this challenge.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96A5C7-AA6D-9D1F-7AB6-5D32D3F2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43" r="17258"/>
          <a:stretch>
            <a:fillRect/>
          </a:stretch>
        </p:blipFill>
        <p:spPr>
          <a:xfrm>
            <a:off x="733426" y="4001971"/>
            <a:ext cx="4762500" cy="22875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534E1CA-C550-D7BA-845E-E0C63AD50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475" y="4001971"/>
            <a:ext cx="5517099" cy="1904072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164FE063-4A7C-9455-6B39-BA4C0D890D69}"/>
              </a:ext>
            </a:extLst>
          </p:cNvPr>
          <p:cNvSpPr txBox="1">
            <a:spLocks/>
          </p:cNvSpPr>
          <p:nvPr/>
        </p:nvSpPr>
        <p:spPr>
          <a:xfrm>
            <a:off x="7823212" y="3618514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d1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E0698E82-7893-347C-A1DF-19AF04434854}"/>
              </a:ext>
            </a:extLst>
          </p:cNvPr>
          <p:cNvSpPr txBox="1">
            <a:spLocks/>
          </p:cNvSpPr>
          <p:nvPr/>
        </p:nvSpPr>
        <p:spPr>
          <a:xfrm>
            <a:off x="1908187" y="3618514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DoT (2024)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66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6E66-85B4-C410-CB22-5FF7F378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2C91C13-C89B-40E3-763C-4F8A13E4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50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88ED6AF-5445-A395-B7D5-ED2C186D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Multi-modal Input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4E332-18DB-431F-287C-110A26262C4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1145A-610C-53C3-AD3C-B5D8FCE233F8}"/>
              </a:ext>
            </a:extLst>
          </p:cNvPr>
          <p:cNvSpPr txBox="1"/>
          <p:nvPr/>
        </p:nvSpPr>
        <p:spPr>
          <a:xfrm>
            <a:off x="510210" y="1617762"/>
            <a:ext cx="11172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While current LLMs are widely used as backbones in vision-language models, the adoption of diffusion language models in this space is still in its early stages.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7DC8F-86BB-9E58-062D-E18D0196F51D}"/>
              </a:ext>
            </a:extLst>
          </p:cNvPr>
          <p:cNvSpPr txBox="1"/>
          <p:nvPr/>
        </p:nvSpPr>
        <p:spPr>
          <a:xfrm>
            <a:off x="509587" y="2328388"/>
            <a:ext cx="11172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Unlike autoregressive models, which generate outputs sequentially and often require modality-specific designs for audio or image generation, diffusion LMs offer parallel generation.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E1648-5241-BD3E-ADAE-C4965A133282}"/>
              </a:ext>
            </a:extLst>
          </p:cNvPr>
          <p:cNvSpPr txBox="1"/>
          <p:nvPr/>
        </p:nvSpPr>
        <p:spPr>
          <a:xfrm>
            <a:off x="509587" y="3013543"/>
            <a:ext cx="11172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This shared parallelism across modalities makes diffusion LMs a promising candidate for unified multimodal generation frameworks.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AC4E005-CA9C-D5B8-DA8D-208A66300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38064"/>
            <a:ext cx="5810250" cy="13877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A69DA9D-F2C8-3C03-32F0-27A8605FD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218" y="4138064"/>
            <a:ext cx="4177340" cy="2112982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8B74AD7E-4749-B147-6093-8112B2BB6D8A}"/>
              </a:ext>
            </a:extLst>
          </p:cNvPr>
          <p:cNvSpPr txBox="1">
            <a:spLocks/>
          </p:cNvSpPr>
          <p:nvPr/>
        </p:nvSpPr>
        <p:spPr>
          <a:xfrm>
            <a:off x="2338126" y="3810515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Transfusion (2024)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B960ACB5-B542-A946-C3AF-2BCF118E8C55}"/>
              </a:ext>
            </a:extLst>
          </p:cNvPr>
          <p:cNvSpPr txBox="1">
            <a:spLocks/>
          </p:cNvSpPr>
          <p:nvPr/>
        </p:nvSpPr>
        <p:spPr>
          <a:xfrm>
            <a:off x="7641900" y="3810515"/>
            <a:ext cx="2211975" cy="2862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tx2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defRPr>
            </a:lvl1pPr>
          </a:lstStyle>
          <a:p>
            <a:pPr algn="ctr"/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LLADA-V (2025)</a:t>
            </a:r>
            <a:endParaRPr lang="en-US" sz="14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402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3C7D-9C6C-66CD-0892-20CA2D40E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F2D6F04-4DAE-0B47-8345-2FCAED17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51</a:t>
            </a:fld>
            <a:r>
              <a:rPr lang="en-US" dirty="0"/>
              <a:t>/55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60A221AD-E878-53AB-0E5A-D14F88A9A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Some other directions might include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F7813-CFDE-A2DC-60F5-E10A19ACCC2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DLMs Today 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BAB94-E06E-6892-751E-8ED7D044D16D}"/>
              </a:ext>
            </a:extLst>
          </p:cNvPr>
          <p:cNvSpPr txBox="1"/>
          <p:nvPr/>
        </p:nvSpPr>
        <p:spPr>
          <a:xfrm>
            <a:off x="680550" y="1750457"/>
            <a:ext cx="8532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Alignment: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Adapting reward modeling and RLHF techniques to the diffusion setting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172A5-E0DE-46A8-3309-1A9E2DC45F7A}"/>
              </a:ext>
            </a:extLst>
          </p:cNvPr>
          <p:cNvSpPr txBox="1"/>
          <p:nvPr/>
        </p:nvSpPr>
        <p:spPr>
          <a:xfrm>
            <a:off x="680550" y="2089011"/>
            <a:ext cx="87050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Personalization: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Tailoring generation based on user-specific traits or preferences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9C03B-BDBD-DCB5-43EF-35CACCF6D2DB}"/>
              </a:ext>
            </a:extLst>
          </p:cNvPr>
          <p:cNvSpPr txBox="1"/>
          <p:nvPr/>
        </p:nvSpPr>
        <p:spPr>
          <a:xfrm>
            <a:off x="680548" y="2450023"/>
            <a:ext cx="11202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Domain adaptation: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Fine-tuning diffusion models to perform well in specialized domains (legal, medical)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E8179-ECE8-DFF5-F71B-6164D216A277}"/>
              </a:ext>
            </a:extLst>
          </p:cNvPr>
          <p:cNvSpPr txBox="1"/>
          <p:nvPr/>
        </p:nvSpPr>
        <p:spPr>
          <a:xfrm>
            <a:off x="680549" y="2788577"/>
            <a:ext cx="9679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Decoding method: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Integrate speculative decoding, logit-based merging to improve the quality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43F58-F40D-4AFD-B8D6-FFC6224B86DF}"/>
              </a:ext>
            </a:extLst>
          </p:cNvPr>
          <p:cNvSpPr txBox="1"/>
          <p:nvPr/>
        </p:nvSpPr>
        <p:spPr>
          <a:xfrm>
            <a:off x="680548" y="3123018"/>
            <a:ext cx="102581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Interpretability: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Investigating how diffusion updates correspond to semantic transformations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8B534-678C-AAC8-C9AF-246A49A74C6F}"/>
              </a:ext>
            </a:extLst>
          </p:cNvPr>
          <p:cNvSpPr txBox="1"/>
          <p:nvPr/>
        </p:nvSpPr>
        <p:spPr>
          <a:xfrm>
            <a:off x="680548" y="3531162"/>
            <a:ext cx="94968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Pretraining/finetuning objectives:  A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lternative training losses or learning strategies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B4B4F-58C8-7373-310D-B5B14378F197}"/>
              </a:ext>
            </a:extLst>
          </p:cNvPr>
          <p:cNvSpPr txBox="1"/>
          <p:nvPr/>
        </p:nvSpPr>
        <p:spPr>
          <a:xfrm>
            <a:off x="680548" y="3912735"/>
            <a:ext cx="88775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Pruning: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Reducing inference cost by removing redundant calculation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ECFDD-B916-118C-2B0A-72A1FFBABF66}"/>
              </a:ext>
            </a:extLst>
          </p:cNvPr>
          <p:cNvSpPr txBox="1"/>
          <p:nvPr/>
        </p:nvSpPr>
        <p:spPr>
          <a:xfrm>
            <a:off x="680547" y="4261159"/>
            <a:ext cx="11384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Integrating RAG system: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Combining diffusion models with retrieval-augmented generation (RAG) frameworks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135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483C-110C-7F08-FAC3-879DCE68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A5D0C8-7663-29E6-D59C-9990A69D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2599861"/>
            <a:ext cx="9634330" cy="757130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Seminar Schedule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CB0CEF-263C-832C-CF5B-155CBDB39D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>
                <a:solidFill>
                  <a:srgbClr val="7FDDFF"/>
                </a:solidFill>
              </a:rPr>
              <a:pPr/>
              <a:t>52</a:t>
            </a:fld>
            <a:endParaRPr lang="en-US" dirty="0">
              <a:solidFill>
                <a:srgbClr val="7FD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59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0679D-F133-CB68-98B0-4554B5D3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CF339E-E43C-D387-82DF-7696866E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53</a:t>
            </a:fld>
            <a:r>
              <a:rPr lang="en-US" dirty="0"/>
              <a:t>/55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D2E552-D2F1-84B0-CDCE-D213216A00B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 Schedule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38EBF126-16C2-7A76-0529-FB968412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14-Week Schedule</a:t>
            </a:r>
            <a:endParaRPr lang="ko-KR" altLang="en-US" b="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CA877B1-40A6-B8E7-27F0-8AA23B645A29}"/>
              </a:ext>
            </a:extLst>
          </p:cNvPr>
          <p:cNvGraphicFramePr>
            <a:graphicFrameLocks noGrp="1"/>
          </p:cNvGraphicFramePr>
          <p:nvPr/>
        </p:nvGraphicFramePr>
        <p:xfrm>
          <a:off x="2238554" y="1681500"/>
          <a:ext cx="7714891" cy="460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7533">
                  <a:extLst>
                    <a:ext uri="{9D8B030D-6E8A-4147-A177-3AD203B41FA5}">
                      <a16:colId xmlns:a16="http://schemas.microsoft.com/office/drawing/2014/main" val="3709677410"/>
                    </a:ext>
                  </a:extLst>
                </a:gridCol>
                <a:gridCol w="3193679">
                  <a:extLst>
                    <a:ext uri="{9D8B030D-6E8A-4147-A177-3AD203B41FA5}">
                      <a16:colId xmlns:a16="http://schemas.microsoft.com/office/drawing/2014/main" val="3535196223"/>
                    </a:ext>
                  </a:extLst>
                </a:gridCol>
                <a:gridCol w="3193679">
                  <a:extLst>
                    <a:ext uri="{9D8B030D-6E8A-4147-A177-3AD203B41FA5}">
                      <a16:colId xmlns:a16="http://schemas.microsoft.com/office/drawing/2014/main" val="3707524704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</a:t>
                      </a:r>
                      <a:endParaRPr lang="ko-KR" altLang="en-US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Topic</a:t>
                      </a:r>
                      <a:endParaRPr lang="ko-KR" altLang="en-US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Contents</a:t>
                      </a:r>
                      <a:endParaRPr lang="ko-KR" altLang="en-US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1291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1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(06/25)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Introduction to Diffusion Model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48055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2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(07/02)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Generative Modeling </a:t>
                      </a:r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Ⅰ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What is generative modeling?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AE, VAE, GAN, AR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26211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3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(07/09)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Generative Modeling </a:t>
                      </a:r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Ⅱ</a:t>
                      </a:r>
                      <a:endParaRPr lang="en-US" altLang="ko-KR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Mathematical Formulation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Probability, ELBO, NELBO, VQ-VAE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68903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4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(07/16)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Diffusion Sampling </a:t>
                      </a:r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Ⅰ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DDPM 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Training, Sampling, Noise schedule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71223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5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(07/23)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Diffusion Sampling </a:t>
                      </a:r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SDE, Score Matching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DDIM, DPM-Solver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73025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6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(07/30)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Diffusion in Vision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Evolution in Vision Diffusion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Latent Diffusion, </a:t>
                      </a:r>
                      <a:r>
                        <a:rPr lang="en-US" altLang="ko-KR" sz="1100" dirty="0" err="1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DiT</a:t>
                      </a: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ControlNet…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09846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7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(08/06)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Technical Components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Guidance (Classifier guidance, CFG)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Self-conditioning, Distillation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28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1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C21E3-D2F2-D2C4-EA4D-D10A87232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4950B02-BFB1-60ED-57E9-EC6C29253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54</a:t>
            </a:fld>
            <a:r>
              <a:rPr lang="en-US" dirty="0"/>
              <a:t>/55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58E403-9A6E-5525-5DAF-131A0624E35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 Schedule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6907D829-D8CA-4E3B-8411-87D78AC69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36958"/>
            <a:ext cx="10972800" cy="535531"/>
          </a:xfrm>
        </p:spPr>
        <p:txBody>
          <a:bodyPr/>
          <a:lstStyle/>
          <a:p>
            <a:r>
              <a:rPr lang="en-US" altLang="ko-KR" b="0" dirty="0"/>
              <a:t>14-Week Schedule</a:t>
            </a:r>
            <a:endParaRPr lang="ko-KR" altLang="en-US" b="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C87AA5C-8593-3482-9037-8EF711BE9C71}"/>
              </a:ext>
            </a:extLst>
          </p:cNvPr>
          <p:cNvGraphicFramePr>
            <a:graphicFrameLocks noGrp="1"/>
          </p:cNvGraphicFramePr>
          <p:nvPr/>
        </p:nvGraphicFramePr>
        <p:xfrm>
          <a:off x="2238554" y="1681500"/>
          <a:ext cx="7714891" cy="460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7533">
                  <a:extLst>
                    <a:ext uri="{9D8B030D-6E8A-4147-A177-3AD203B41FA5}">
                      <a16:colId xmlns:a16="http://schemas.microsoft.com/office/drawing/2014/main" val="3709677410"/>
                    </a:ext>
                  </a:extLst>
                </a:gridCol>
                <a:gridCol w="3193679">
                  <a:extLst>
                    <a:ext uri="{9D8B030D-6E8A-4147-A177-3AD203B41FA5}">
                      <a16:colId xmlns:a16="http://schemas.microsoft.com/office/drawing/2014/main" val="3535196223"/>
                    </a:ext>
                  </a:extLst>
                </a:gridCol>
                <a:gridCol w="3193679">
                  <a:extLst>
                    <a:ext uri="{9D8B030D-6E8A-4147-A177-3AD203B41FA5}">
                      <a16:colId xmlns:a16="http://schemas.microsoft.com/office/drawing/2014/main" val="3707524704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</a:t>
                      </a:r>
                      <a:endParaRPr lang="ko-KR" altLang="en-US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Topic</a:t>
                      </a:r>
                      <a:endParaRPr lang="ko-KR" altLang="en-US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Contents</a:t>
                      </a:r>
                      <a:endParaRPr lang="ko-KR" altLang="en-US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1291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8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(08/13)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Diffusion Language Model </a:t>
                      </a:r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Ⅰ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Continuous Diffusion Language Models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Embedding, Latent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48055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9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(08/20)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Diffusion Language Model </a:t>
                      </a:r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Ⅱ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Discrete Diffusion Language Models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Discrete, Masked Diffusion Models</a:t>
                      </a:r>
                      <a:endParaRPr lang="ko-KR" altLang="en-US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26211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10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(08/27)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Diffusion Language Model </a:t>
                      </a:r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Ⅲ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AR VS. NAR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Block-wise Diffusion, AR like formulation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68903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11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(09/03)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Diffusion Language Model </a:t>
                      </a:r>
                      <a:r>
                        <a:rPr lang="en-US" altLang="ko-KR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Ⅳ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Recent Advances in DLMs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Scaling, Reasoning, Caching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71223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12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(09/10)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Deeper: Score Matching &amp; EBM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Score Matching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Energy-based Diffusion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73025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13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(09/17)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Deeper: Flow Matching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Intro to Flow matching</a:t>
                      </a: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Flow matching VS. Diffusion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09846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Week 14</a:t>
                      </a:r>
                      <a:b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11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(09/24)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Research Trends (ICML Review)</a:t>
                      </a:r>
                      <a:endParaRPr lang="ko-KR" alt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1284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1292AA-ABA3-48E3-7718-20BAC38AC030}"/>
              </a:ext>
            </a:extLst>
          </p:cNvPr>
          <p:cNvSpPr txBox="1"/>
          <p:nvPr/>
        </p:nvSpPr>
        <p:spPr>
          <a:xfrm>
            <a:off x="3092914" y="6498511"/>
            <a:ext cx="7343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*See this for related papers: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https://github.com/KIM-JAKE/Awesome-Diffusion-LLM</a:t>
            </a:r>
          </a:p>
        </p:txBody>
      </p:sp>
    </p:spTree>
    <p:extLst>
      <p:ext uri="{BB962C8B-B14F-4D97-AF65-F5344CB8AC3E}">
        <p14:creationId xmlns:p14="http://schemas.microsoft.com/office/powerpoint/2010/main" val="287997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4698C10-516B-617E-0FDA-8E71CFACA7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600" y="-619677"/>
            <a:ext cx="10972800" cy="53553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0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B1E7-2B16-B401-7050-C2F8CA6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19309F4-95B9-A1D7-3D57-BED5576A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56</a:t>
            </a:fld>
            <a:r>
              <a:rPr lang="en-US" dirty="0"/>
              <a:t>/17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E62F4B6-D808-9821-F707-053C7BA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SDE &amp; Score Matching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E1B468-239D-F254-489D-B413023F1E2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Diffusion Process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A18F7-3CA8-6801-00E5-3E9C3A677835}"/>
              </a:ext>
            </a:extLst>
          </p:cNvPr>
          <p:cNvSpPr txBox="1"/>
          <p:nvPr/>
        </p:nvSpPr>
        <p:spPr>
          <a:xfrm>
            <a:off x="609600" y="1601680"/>
            <a:ext cx="7680385" cy="6090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Ideally, we’d like to model diffusion as a 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continuous-time process </a:t>
            </a: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rather than discrete steps.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 this view, the forward process becomes a </a:t>
            </a: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stochastic differential equation (SDE).</a:t>
            </a:r>
            <a:endParaRPr lang="ko-KR" altLang="en-US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CFBE2F-4967-4FE1-B23F-CEF14AF9F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638"/>
            <a:ext cx="4925682" cy="18397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DE21BCF-D320-092F-035F-499CAAE4A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616" y="2779353"/>
            <a:ext cx="6203958" cy="14623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0BB3C6-E801-2E84-F56C-8B9E2877CC68}"/>
              </a:ext>
            </a:extLst>
          </p:cNvPr>
          <p:cNvSpPr txBox="1"/>
          <p:nvPr/>
        </p:nvSpPr>
        <p:spPr>
          <a:xfrm>
            <a:off x="1511779" y="4524133"/>
            <a:ext cx="32672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From </a:t>
            </a:r>
            <a:r>
              <a:rPr lang="ko-KR" altLang="en-US" sz="1000" dirty="0"/>
              <a:t>https://cvpr2022-tutorial-diffusion-models.github.io/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619FF4-C383-E97F-01D1-A10BC1F72F92}"/>
              </a:ext>
            </a:extLst>
          </p:cNvPr>
          <p:cNvSpPr txBox="1"/>
          <p:nvPr/>
        </p:nvSpPr>
        <p:spPr>
          <a:xfrm>
            <a:off x="609600" y="5311366"/>
            <a:ext cx="7680385" cy="285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We’ll come back to this topic in a future session</a:t>
            </a:r>
            <a:endParaRPr lang="ko-KR" altLang="en-US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74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AWS (AED+맑은고딕)">
      <a:majorFont>
        <a:latin typeface="Amazon Ember Display"/>
        <a:ea typeface="맑은 고딕"/>
        <a:cs typeface=""/>
      </a:majorFont>
      <a:minorFont>
        <a:latin typeface="Amazon Ember Display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Confidential_Dark_2023" id="{72E2B4FE-C42D-464A-9B49-FB69F189B67A}" vid="{83355037-DD83-FB46-B5CB-DF9A297C7AF7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1B9F3A-A732-4BF1-8CA3-DA8DB77979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2b4a5-cb44-4291-9886-2edaa9e85bdf"/>
    <ds:schemaRef ds:uri="e88e242b-24fc-4e0f-9d1e-ff21a8f512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43260A-B934-4D8D-BBAA-0C9A0F678E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AWS_Powerpoint Template_Confidential_Dark_2023</Template>
  <TotalTime>1781</TotalTime>
  <Words>2814</Words>
  <Application>Microsoft Office PowerPoint</Application>
  <PresentationFormat>와이드스크린</PresentationFormat>
  <Paragraphs>536</Paragraphs>
  <Slides>56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8" baseType="lpstr">
      <vt:lpstr>Pretendard SemiBold</vt:lpstr>
      <vt:lpstr>Cambria Math</vt:lpstr>
      <vt:lpstr>Lucida Console</vt:lpstr>
      <vt:lpstr>Pretendard</vt:lpstr>
      <vt:lpstr>Amazon Ember</vt:lpstr>
      <vt:lpstr>STSong</vt:lpstr>
      <vt:lpstr>Pretendard Variable Black</vt:lpstr>
      <vt:lpstr>Pretendard Medium</vt:lpstr>
      <vt:lpstr>Arial</vt:lpstr>
      <vt:lpstr>Pretendard Variable Medium</vt:lpstr>
      <vt:lpstr>Wingdings</vt:lpstr>
      <vt:lpstr>AWS Confidential Light</vt:lpstr>
      <vt:lpstr>Introduction to  Diffusion Language Models</vt:lpstr>
      <vt:lpstr>Table of contents</vt:lpstr>
      <vt:lpstr>The Diffusion Breakthrough</vt:lpstr>
      <vt:lpstr>Rethinking Language Generation</vt:lpstr>
      <vt:lpstr>Rethinking Language Generation</vt:lpstr>
      <vt:lpstr>A New Paradigm: Diffusion-based generation</vt:lpstr>
      <vt:lpstr>Mercury Coder</vt:lpstr>
      <vt:lpstr>Mercury Coder</vt:lpstr>
      <vt:lpstr>Gemini Diffusion</vt:lpstr>
      <vt:lpstr>Gemini Diffusion</vt:lpstr>
      <vt:lpstr>Revolutionizing Vision  with Diffusion</vt:lpstr>
      <vt:lpstr>Deep Generative Models</vt:lpstr>
      <vt:lpstr>Deep Generative Models</vt:lpstr>
      <vt:lpstr>Deep Generative Models</vt:lpstr>
      <vt:lpstr>PowerPoint 프레젠테이션</vt:lpstr>
      <vt:lpstr>The Era of Diffusion Model </vt:lpstr>
      <vt:lpstr>Application: Text to Image Generation</vt:lpstr>
      <vt:lpstr>Application: Impainting, Reconstruction</vt:lpstr>
      <vt:lpstr>Application: Video generation</vt:lpstr>
      <vt:lpstr>Diffusion Process</vt:lpstr>
      <vt:lpstr>How does diffusion models work?</vt:lpstr>
      <vt:lpstr>How does diffusion models work?</vt:lpstr>
      <vt:lpstr>Diffusion Process</vt:lpstr>
      <vt:lpstr>Diffusion Forward Pass</vt:lpstr>
      <vt:lpstr>Diffusion Backward Pass</vt:lpstr>
      <vt:lpstr>Diffusion Backward Pass</vt:lpstr>
      <vt:lpstr>Model architecture</vt:lpstr>
      <vt:lpstr>Diffusion Sampling</vt:lpstr>
      <vt:lpstr>Guidance</vt:lpstr>
      <vt:lpstr>Bringing Diffusion  to Language</vt:lpstr>
      <vt:lpstr>Why Use Diffusion Language Models?</vt:lpstr>
      <vt:lpstr>Why Use Diffusion Language Models?</vt:lpstr>
      <vt:lpstr>Why Use Diffusion Language Models?</vt:lpstr>
      <vt:lpstr>Why Use Diffusion Language Models?</vt:lpstr>
      <vt:lpstr>Why Use Diffusion Language Models?</vt:lpstr>
      <vt:lpstr>Why Diffusion Doesn’t Directly Work on Text</vt:lpstr>
      <vt:lpstr>Dealing with Discreteness</vt:lpstr>
      <vt:lpstr>Continuous Diffusion Language Model</vt:lpstr>
      <vt:lpstr>Discrete Diffusion Language Model</vt:lpstr>
      <vt:lpstr>Continuous VS. Discrete Diffusion</vt:lpstr>
      <vt:lpstr>Model architecture</vt:lpstr>
      <vt:lpstr>Diffusion Language  Models Today</vt:lpstr>
      <vt:lpstr>Fluency</vt:lpstr>
      <vt:lpstr>Scalability</vt:lpstr>
      <vt:lpstr>Scalability</vt:lpstr>
      <vt:lpstr>Decoding Speed</vt:lpstr>
      <vt:lpstr>Decoding Speed</vt:lpstr>
      <vt:lpstr>Generation Length</vt:lpstr>
      <vt:lpstr>Reasoning Capability</vt:lpstr>
      <vt:lpstr>Multi-modal Input</vt:lpstr>
      <vt:lpstr>Some other directions might include</vt:lpstr>
      <vt:lpstr>Seminar Schedule</vt:lpstr>
      <vt:lpstr>14-Week Schedule</vt:lpstr>
      <vt:lpstr>14-Week Schedule</vt:lpstr>
      <vt:lpstr>PowerPoint 프레젠테이션</vt:lpstr>
      <vt:lpstr>SDE &amp; Score Matching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이나경</dc:creator>
  <cp:lastModifiedBy>우진 김</cp:lastModifiedBy>
  <cp:revision>41</cp:revision>
  <dcterms:created xsi:type="dcterms:W3CDTF">2024-05-08T02:10:43Z</dcterms:created>
  <dcterms:modified xsi:type="dcterms:W3CDTF">2025-06-25T03:52:28Z</dcterms:modified>
</cp:coreProperties>
</file>