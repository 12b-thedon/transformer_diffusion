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.xml" ContentType="application/vnd.openxmlformats-officedocument.presentationml.tags+xml"/>
  <Override PartName="/ppt/notesSlides/notesSlide10.xml" ContentType="application/vnd.openxmlformats-officedocument.presentationml.notesSlide+xml"/>
  <Override PartName="/ppt/tags/tag2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3.xml" ContentType="application/vnd.openxmlformats-officedocument.presentationml.tags+xml"/>
  <Override PartName="/ppt/notesSlides/notesSlide13.xml" ContentType="application/vnd.openxmlformats-officedocument.presentationml.notesSlide+xml"/>
  <Override PartName="/ppt/tags/tag4.xml" ContentType="application/vnd.openxmlformats-officedocument.presentationml.tags+xml"/>
  <Override PartName="/ppt/notesSlides/notesSlide14.xml" ContentType="application/vnd.openxmlformats-officedocument.presentationml.notesSlide+xml"/>
  <Override PartName="/ppt/tags/tag5.xml" ContentType="application/vnd.openxmlformats-officedocument.presentationml.tags+xml"/>
  <Override PartName="/ppt/notesSlides/notesSlide15.xml" ContentType="application/vnd.openxmlformats-officedocument.presentationml.notesSlide+xml"/>
  <Override PartName="/ppt/tags/tag6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tags/tag7.xml" ContentType="application/vnd.openxmlformats-officedocument.presentationml.tags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3"/>
  </p:sldMasterIdLst>
  <p:notesMasterIdLst>
    <p:notesMasterId r:id="rId40"/>
  </p:notesMasterIdLst>
  <p:handoutMasterIdLst>
    <p:handoutMasterId r:id="rId41"/>
  </p:handoutMasterIdLst>
  <p:sldIdLst>
    <p:sldId id="324" r:id="rId4"/>
    <p:sldId id="378" r:id="rId5"/>
    <p:sldId id="379" r:id="rId6"/>
    <p:sldId id="418" r:id="rId7"/>
    <p:sldId id="419" r:id="rId8"/>
    <p:sldId id="420" r:id="rId9"/>
    <p:sldId id="421" r:id="rId10"/>
    <p:sldId id="422" r:id="rId11"/>
    <p:sldId id="423" r:id="rId12"/>
    <p:sldId id="424" r:id="rId13"/>
    <p:sldId id="453" r:id="rId14"/>
    <p:sldId id="429" r:id="rId15"/>
    <p:sldId id="417" r:id="rId16"/>
    <p:sldId id="426" r:id="rId17"/>
    <p:sldId id="427" r:id="rId18"/>
    <p:sldId id="428" r:id="rId19"/>
    <p:sldId id="425" r:id="rId20"/>
    <p:sldId id="435" r:id="rId21"/>
    <p:sldId id="436" r:id="rId22"/>
    <p:sldId id="437" r:id="rId23"/>
    <p:sldId id="439" r:id="rId24"/>
    <p:sldId id="440" r:id="rId25"/>
    <p:sldId id="442" r:id="rId26"/>
    <p:sldId id="443" r:id="rId27"/>
    <p:sldId id="441" r:id="rId28"/>
    <p:sldId id="444" r:id="rId29"/>
    <p:sldId id="445" r:id="rId30"/>
    <p:sldId id="446" r:id="rId31"/>
    <p:sldId id="447" r:id="rId32"/>
    <p:sldId id="448" r:id="rId33"/>
    <p:sldId id="449" r:id="rId34"/>
    <p:sldId id="451" r:id="rId35"/>
    <p:sldId id="450" r:id="rId36"/>
    <p:sldId id="452" r:id="rId37"/>
    <p:sldId id="404" r:id="rId38"/>
    <p:sldId id="362" r:id="rId39"/>
  </p:sldIdLst>
  <p:sldSz cx="12192000" cy="6858000"/>
  <p:notesSz cx="6858000" cy="9144000"/>
  <p:embeddedFontLst>
    <p:embeddedFont>
      <p:font typeface="Amazon Ember" panose="020B0600000101010101" charset="0"/>
      <p:regular r:id="rId42"/>
      <p:bold r:id="rId43"/>
      <p:italic r:id="rId44"/>
      <p:boldItalic r:id="rId45"/>
    </p:embeddedFont>
    <p:embeddedFont>
      <p:font typeface="Cambria Math" panose="02040503050406030204" pitchFamily="18" charset="0"/>
      <p:regular r:id="rId46"/>
    </p:embeddedFont>
    <p:embeddedFont>
      <p:font typeface="Pretendard" panose="02000503000000020004" pitchFamily="50" charset="-127"/>
      <p:regular r:id="rId47"/>
      <p:bold r:id="rId48"/>
    </p:embeddedFont>
    <p:embeddedFont>
      <p:font typeface="Pretendard Medium" panose="02000603000000020004" pitchFamily="50" charset="-127"/>
      <p:regular r:id="rId49"/>
    </p:embeddedFont>
    <p:embeddedFont>
      <p:font typeface="Pretendard SemiBold" panose="02000703000000020004" pitchFamily="50" charset="-127"/>
      <p:regular r:id="rId50"/>
      <p:bold r:id="rId51"/>
    </p:embeddedFont>
    <p:embeddedFont>
      <p:font typeface="Pretendard Variable Black" panose="02000003000000020004" pitchFamily="2" charset="-127"/>
      <p:bold r:id="rId52"/>
    </p:embeddedFont>
    <p:embeddedFont>
      <p:font typeface="Pretendard Variable Medium" panose="02000003000000020004" pitchFamily="2" charset="-127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FA2F373-DADC-4C40-BF5E-7B5D25C153D3}">
          <p14:sldIdLst>
            <p14:sldId id="324"/>
          </p14:sldIdLst>
        </p14:section>
        <p14:section name="제목 없는 구역" id="{17FCF665-CD2B-44E4-996F-496B6D315D16}">
          <p14:sldIdLst>
            <p14:sldId id="378"/>
          </p14:sldIdLst>
        </p14:section>
        <p14:section name="Recap" id="{A40B485B-E797-4D29-9289-69C1575F4BA1}">
          <p14:sldIdLst>
            <p14:sldId id="379"/>
            <p14:sldId id="418"/>
            <p14:sldId id="419"/>
            <p14:sldId id="420"/>
            <p14:sldId id="421"/>
            <p14:sldId id="422"/>
            <p14:sldId id="423"/>
            <p14:sldId id="424"/>
            <p14:sldId id="453"/>
            <p14:sldId id="429"/>
            <p14:sldId id="417"/>
            <p14:sldId id="426"/>
            <p14:sldId id="427"/>
            <p14:sldId id="428"/>
            <p14:sldId id="425"/>
            <p14:sldId id="435"/>
            <p14:sldId id="436"/>
            <p14:sldId id="437"/>
            <p14:sldId id="439"/>
            <p14:sldId id="440"/>
            <p14:sldId id="442"/>
            <p14:sldId id="443"/>
            <p14:sldId id="441"/>
            <p14:sldId id="444"/>
            <p14:sldId id="445"/>
            <p14:sldId id="446"/>
            <p14:sldId id="447"/>
            <p14:sldId id="448"/>
            <p14:sldId id="449"/>
            <p14:sldId id="451"/>
            <p14:sldId id="450"/>
            <p14:sldId id="452"/>
            <p14:sldId id="404"/>
            <p14:sldId id="36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2F3E"/>
    <a:srgbClr val="FFAD97"/>
    <a:srgbClr val="9FFCEA"/>
    <a:srgbClr val="7CE8F4"/>
    <a:srgbClr val="FFD7BC"/>
    <a:srgbClr val="FFFFFF"/>
    <a:srgbClr val="191919"/>
    <a:srgbClr val="0000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E18906-EDC1-493C-A223-1245781D7ADD}" v="129" dt="2025-08-13T03:38:13.257"/>
    <p1510:client id="{AF309A99-F3F2-4757-9B2E-37E289642162}" v="594" dt="2025-08-12T20:59:18.404"/>
  </p1510:revLst>
</p1510:revInfo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03" autoAdjust="0"/>
    <p:restoredTop sz="94358" autoAdjust="0"/>
  </p:normalViewPr>
  <p:slideViewPr>
    <p:cSldViewPr snapToGrid="0">
      <p:cViewPr varScale="1">
        <p:scale>
          <a:sx n="71" d="100"/>
          <a:sy n="71" d="100"/>
        </p:scale>
        <p:origin x="64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7" d="100"/>
          <a:sy n="57" d="100"/>
        </p:scale>
        <p:origin x="3042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microsoft.com/office/2016/11/relationships/changesInfo" Target="changesInfos/changesInfo1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font" Target="fonts/font10.fntdata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font" Target="fonts/font5.fntdata"/><Relationship Id="rId59" Type="http://schemas.microsoft.com/office/2015/10/relationships/revisionInfo" Target="revisionInfo.xml"/><Relationship Id="rId20" Type="http://schemas.openxmlformats.org/officeDocument/2006/relationships/slide" Target="slides/slide17.xml"/><Relationship Id="rId41" Type="http://schemas.openxmlformats.org/officeDocument/2006/relationships/handoutMaster" Target="handoutMasters/handoutMaster1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8.fntdata"/><Relationship Id="rId57" Type="http://schemas.openxmlformats.org/officeDocument/2006/relationships/tableStyles" Target="tableStyle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font" Target="fonts/font3.fntdata"/><Relationship Id="rId52" Type="http://schemas.openxmlformats.org/officeDocument/2006/relationships/font" Target="fonts/font1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우진 김" userId="9d5916cb77183fd7" providerId="LiveId" clId="{F9202396-4282-4284-9302-FA9E27C2F0E1}"/>
    <pc:docChg chg="undo custSel addSld modSld sldOrd modMainMaster">
      <pc:chgData name="우진 김" userId="9d5916cb77183fd7" providerId="LiveId" clId="{F9202396-4282-4284-9302-FA9E27C2F0E1}" dt="2025-08-08T08:07:20.721" v="5855"/>
      <pc:docMkLst>
        <pc:docMk/>
      </pc:docMkLst>
      <pc:sldChg chg="addSp delSp modSp mod modTransition modAnim">
        <pc:chgData name="우진 김" userId="9d5916cb77183fd7" providerId="LiveId" clId="{F9202396-4282-4284-9302-FA9E27C2F0E1}" dt="2025-08-08T07:49:16.680" v="5813"/>
        <pc:sldMkLst>
          <pc:docMk/>
          <pc:sldMk cId="2712422305" sldId="324"/>
        </pc:sldMkLst>
        <pc:spChg chg="add del mod">
          <ac:chgData name="우진 김" userId="9d5916cb77183fd7" providerId="LiveId" clId="{F9202396-4282-4284-9302-FA9E27C2F0E1}" dt="2025-07-21T04:15:14.456" v="72" actId="20577"/>
          <ac:spMkLst>
            <pc:docMk/>
            <pc:sldMk cId="2712422305" sldId="324"/>
            <ac:spMk id="2" creationId="{451842AD-51B6-1C23-4E72-00565032CAFC}"/>
          </ac:spMkLst>
        </pc:spChg>
        <pc:spChg chg="add mod">
          <ac:chgData name="우진 김" userId="9d5916cb77183fd7" providerId="LiveId" clId="{F9202396-4282-4284-9302-FA9E27C2F0E1}" dt="2025-07-21T04:14:10.183" v="5" actId="20577"/>
          <ac:spMkLst>
            <pc:docMk/>
            <pc:sldMk cId="2712422305" sldId="324"/>
            <ac:spMk id="4" creationId="{DAF71B29-AAE2-F406-9C3C-7F4D981833D2}"/>
          </ac:spMkLst>
        </pc:spChg>
        <pc:spChg chg="mod">
          <ac:chgData name="우진 김" userId="9d5916cb77183fd7" providerId="LiveId" clId="{F9202396-4282-4284-9302-FA9E27C2F0E1}" dt="2025-07-21T04:15:21.946" v="82" actId="20577"/>
          <ac:spMkLst>
            <pc:docMk/>
            <pc:sldMk cId="2712422305" sldId="324"/>
            <ac:spMk id="5" creationId="{53C8FE73-30E8-5B94-794F-A35BB3E87C7A}"/>
          </ac:spMkLst>
        </pc:spChg>
        <pc:spChg chg="mod">
          <ac:chgData name="우진 김" userId="9d5916cb77183fd7" providerId="LiveId" clId="{F9202396-4282-4284-9302-FA9E27C2F0E1}" dt="2025-07-21T04:15:42.069" v="135" actId="20577"/>
          <ac:spMkLst>
            <pc:docMk/>
            <pc:sldMk cId="2712422305" sldId="324"/>
            <ac:spMk id="6" creationId="{65BDDAA9-2219-0266-AB20-FC2718CDB416}"/>
          </ac:spMkLst>
        </pc:spChg>
      </pc:sldChg>
      <pc:sldChg chg="addSp delSp modSp mod modTransition modNotesTx">
        <pc:chgData name="우진 김" userId="9d5916cb77183fd7" providerId="LiveId" clId="{F9202396-4282-4284-9302-FA9E27C2F0E1}" dt="2025-08-08T07:38:09.127" v="5801"/>
        <pc:sldMkLst>
          <pc:docMk/>
          <pc:sldMk cId="1661184582" sldId="362"/>
        </pc:sldMkLst>
        <pc:picChg chg="add mod">
          <ac:chgData name="우진 김" userId="9d5916cb77183fd7" providerId="LiveId" clId="{F9202396-4282-4284-9302-FA9E27C2F0E1}" dt="2025-08-08T05:03:47.011" v="5482"/>
          <ac:picMkLst>
            <pc:docMk/>
            <pc:sldMk cId="1661184582" sldId="362"/>
            <ac:picMk id="2" creationId="{D16E63F9-8302-7092-AF03-D57439901D95}"/>
          </ac:picMkLst>
        </pc:picChg>
        <pc:picChg chg="add mod">
          <ac:chgData name="우진 김" userId="9d5916cb77183fd7" providerId="LiveId" clId="{F9202396-4282-4284-9302-FA9E27C2F0E1}" dt="2025-08-08T07:38:09.127" v="5801"/>
          <ac:picMkLst>
            <pc:docMk/>
            <pc:sldMk cId="1661184582" sldId="362"/>
            <ac:picMk id="5" creationId="{CAB6615F-7987-1147-1054-DAF5C6ABBA88}"/>
          </ac:picMkLst>
        </pc:picChg>
      </pc:sldChg>
      <pc:sldChg chg="addSp delSp modSp mod modTransition modAnim">
        <pc:chgData name="우진 김" userId="9d5916cb77183fd7" providerId="LiveId" clId="{F9202396-4282-4284-9302-FA9E27C2F0E1}" dt="2025-08-08T05:32:42.156" v="5516"/>
        <pc:sldMkLst>
          <pc:docMk/>
          <pc:sldMk cId="2863175468" sldId="378"/>
        </pc:sldMkLst>
        <pc:spChg chg="add mod">
          <ac:chgData name="우진 김" userId="9d5916cb77183fd7" providerId="LiveId" clId="{F9202396-4282-4284-9302-FA9E27C2F0E1}" dt="2025-07-21T04:35:14.504" v="137"/>
          <ac:spMkLst>
            <pc:docMk/>
            <pc:sldMk cId="2863175468" sldId="378"/>
            <ac:spMk id="4" creationId="{02465187-F215-A8C0-FB47-8517C9008FCA}"/>
          </ac:spMkLst>
        </pc:spChg>
        <pc:spChg chg="add mod">
          <ac:chgData name="우진 김" userId="9d5916cb77183fd7" providerId="LiveId" clId="{F9202396-4282-4284-9302-FA9E27C2F0E1}" dt="2025-07-21T04:35:14.504" v="137"/>
          <ac:spMkLst>
            <pc:docMk/>
            <pc:sldMk cId="2863175468" sldId="378"/>
            <ac:spMk id="6" creationId="{E02FC87D-9616-EF6A-A837-A851191A3DAE}"/>
          </ac:spMkLst>
        </pc:spChg>
        <pc:spChg chg="add mod">
          <ac:chgData name="우진 김" userId="9d5916cb77183fd7" providerId="LiveId" clId="{F9202396-4282-4284-9302-FA9E27C2F0E1}" dt="2025-07-21T04:35:44.734" v="163" actId="20577"/>
          <ac:spMkLst>
            <pc:docMk/>
            <pc:sldMk cId="2863175468" sldId="378"/>
            <ac:spMk id="7" creationId="{2655A25F-32D3-F5D3-6DCB-DD7CCC3167C5}"/>
          </ac:spMkLst>
        </pc:spChg>
        <pc:spChg chg="add mod">
          <ac:chgData name="우진 김" userId="9d5916cb77183fd7" providerId="LiveId" clId="{F9202396-4282-4284-9302-FA9E27C2F0E1}" dt="2025-07-21T04:35:14.504" v="137"/>
          <ac:spMkLst>
            <pc:docMk/>
            <pc:sldMk cId="2863175468" sldId="378"/>
            <ac:spMk id="8" creationId="{A119BFB0-132C-EC31-3951-BA10AAC6A88B}"/>
          </ac:spMkLst>
        </pc:spChg>
        <pc:spChg chg="add mod">
          <ac:chgData name="우진 김" userId="9d5916cb77183fd7" providerId="LiveId" clId="{F9202396-4282-4284-9302-FA9E27C2F0E1}" dt="2025-07-21T04:35:14.504" v="137"/>
          <ac:spMkLst>
            <pc:docMk/>
            <pc:sldMk cId="2863175468" sldId="378"/>
            <ac:spMk id="9" creationId="{C93D8ABD-95E2-9C4C-B82D-CD7A4AEAE960}"/>
          </ac:spMkLst>
        </pc:spChg>
        <pc:spChg chg="add mod">
          <ac:chgData name="우진 김" userId="9d5916cb77183fd7" providerId="LiveId" clId="{F9202396-4282-4284-9302-FA9E27C2F0E1}" dt="2025-07-21T06:49:12.724" v="1131" actId="1076"/>
          <ac:spMkLst>
            <pc:docMk/>
            <pc:sldMk cId="2863175468" sldId="378"/>
            <ac:spMk id="10" creationId="{4F7C254B-29A7-DB4B-5ADB-F319162EC361}"/>
          </ac:spMkLst>
        </pc:spChg>
        <pc:spChg chg="mod">
          <ac:chgData name="우진 김" userId="9d5916cb77183fd7" providerId="LiveId" clId="{F9202396-4282-4284-9302-FA9E27C2F0E1}" dt="2025-07-21T06:49:28.788" v="1136" actId="1076"/>
          <ac:spMkLst>
            <pc:docMk/>
            <pc:sldMk cId="2863175468" sldId="378"/>
            <ac:spMk id="11" creationId="{37098ADA-7E7C-01A0-D824-16F9A71322D2}"/>
          </ac:spMkLst>
        </pc:spChg>
      </pc:sldChg>
      <pc:sldChg chg="addSp delSp modSp new mod modTransition modAnim">
        <pc:chgData name="우진 김" userId="9d5916cb77183fd7" providerId="LiveId" clId="{F9202396-4282-4284-9302-FA9E27C2F0E1}" dt="2025-08-08T05:33:39.306" v="5520"/>
        <pc:sldMkLst>
          <pc:docMk/>
          <pc:sldMk cId="1822041746" sldId="379"/>
        </pc:sldMkLst>
        <pc:spChg chg="mod">
          <ac:chgData name="우진 김" userId="9d5916cb77183fd7" providerId="LiveId" clId="{F9202396-4282-4284-9302-FA9E27C2F0E1}" dt="2025-07-21T05:13:42.428" v="661" actId="404"/>
          <ac:spMkLst>
            <pc:docMk/>
            <pc:sldMk cId="1822041746" sldId="379"/>
            <ac:spMk id="2" creationId="{A8080E15-B7E4-9F16-A37B-594089A520EB}"/>
          </ac:spMkLst>
        </pc:spChg>
        <pc:picChg chg="add mod">
          <ac:chgData name="우진 김" userId="9d5916cb77183fd7" providerId="LiveId" clId="{F9202396-4282-4284-9302-FA9E27C2F0E1}" dt="2025-08-08T05:33:39.306" v="5520"/>
          <ac:picMkLst>
            <pc:docMk/>
            <pc:sldMk cId="1822041746" sldId="379"/>
            <ac:picMk id="12" creationId="{379B0289-AE39-E031-1EA2-4B6D1A4F918F}"/>
          </ac:picMkLst>
        </pc:picChg>
      </pc:sldChg>
      <pc:sldChg chg="addSp delSp modSp add mod ord modTransition">
        <pc:chgData name="우진 김" userId="9d5916cb77183fd7" providerId="LiveId" clId="{F9202396-4282-4284-9302-FA9E27C2F0E1}" dt="2025-08-08T05:34:33.134" v="5521"/>
        <pc:sldMkLst>
          <pc:docMk/>
          <pc:sldMk cId="1280036450" sldId="380"/>
        </pc:sldMkLst>
      </pc:sldChg>
      <pc:sldChg chg="addSp delSp modSp add mod modTransition modAnim">
        <pc:chgData name="우진 김" userId="9d5916cb77183fd7" providerId="LiveId" clId="{F9202396-4282-4284-9302-FA9E27C2F0E1}" dt="2025-08-08T07:51:52.224" v="5819"/>
        <pc:sldMkLst>
          <pc:docMk/>
          <pc:sldMk cId="2969185520" sldId="381"/>
        </pc:sldMkLst>
      </pc:sldChg>
      <pc:sldChg chg="addSp delSp modSp add mod modTransition modAnim">
        <pc:chgData name="우진 김" userId="9d5916cb77183fd7" providerId="LiveId" clId="{F9202396-4282-4284-9302-FA9E27C2F0E1}" dt="2025-08-08T05:41:39.689" v="5541"/>
        <pc:sldMkLst>
          <pc:docMk/>
          <pc:sldMk cId="2972959314" sldId="382"/>
        </pc:sldMkLst>
      </pc:sldChg>
      <pc:sldChg chg="addSp delSp modSp add mod modTransition modAnim">
        <pc:chgData name="우진 김" userId="9d5916cb77183fd7" providerId="LiveId" clId="{F9202396-4282-4284-9302-FA9E27C2F0E1}" dt="2025-08-08T07:55:31.877" v="5828"/>
        <pc:sldMkLst>
          <pc:docMk/>
          <pc:sldMk cId="3125816518" sldId="383"/>
        </pc:sldMkLst>
      </pc:sldChg>
      <pc:sldChg chg="addSp delSp modSp add mod ord modTransition modAnim modNotesTx">
        <pc:chgData name="우진 김" userId="9d5916cb77183fd7" providerId="LiveId" clId="{F9202396-4282-4284-9302-FA9E27C2F0E1}" dt="2025-08-08T05:49:28.879" v="5570"/>
        <pc:sldMkLst>
          <pc:docMk/>
          <pc:sldMk cId="1163096262" sldId="384"/>
        </pc:sldMkLst>
      </pc:sldChg>
      <pc:sldChg chg="addSp delSp modSp add mod ord modTransition modAnim modNotesTx">
        <pc:chgData name="우진 김" userId="9d5916cb77183fd7" providerId="LiveId" clId="{F9202396-4282-4284-9302-FA9E27C2F0E1}" dt="2025-08-08T06:00:01.483" v="5599"/>
        <pc:sldMkLst>
          <pc:docMk/>
          <pc:sldMk cId="3014498565" sldId="385"/>
        </pc:sldMkLst>
      </pc:sldChg>
      <pc:sldChg chg="addSp delSp modSp add mod modTransition modAnim">
        <pc:chgData name="우진 김" userId="9d5916cb77183fd7" providerId="LiveId" clId="{F9202396-4282-4284-9302-FA9E27C2F0E1}" dt="2025-08-08T07:57:54.030" v="5834"/>
        <pc:sldMkLst>
          <pc:docMk/>
          <pc:sldMk cId="736076436" sldId="386"/>
        </pc:sldMkLst>
      </pc:sldChg>
      <pc:sldChg chg="addSp delSp modSp add mod modTransition modAnim modNotesTx">
        <pc:chgData name="우진 김" userId="9d5916cb77183fd7" providerId="LiveId" clId="{F9202396-4282-4284-9302-FA9E27C2F0E1}" dt="2025-08-08T06:21:16.580" v="5669"/>
        <pc:sldMkLst>
          <pc:docMk/>
          <pc:sldMk cId="954211891" sldId="387"/>
        </pc:sldMkLst>
      </pc:sldChg>
      <pc:sldChg chg="addSp delSp modSp add mod modTransition modAnim modNotes">
        <pc:chgData name="우진 김" userId="9d5916cb77183fd7" providerId="LiveId" clId="{F9202396-4282-4284-9302-FA9E27C2F0E1}" dt="2025-08-08T06:24:45.418" v="5676"/>
        <pc:sldMkLst>
          <pc:docMk/>
          <pc:sldMk cId="796638153" sldId="388"/>
        </pc:sldMkLst>
      </pc:sldChg>
      <pc:sldChg chg="addSp delSp modSp add mod modTransition modAnim modNotes">
        <pc:chgData name="우진 김" userId="9d5916cb77183fd7" providerId="LiveId" clId="{F9202396-4282-4284-9302-FA9E27C2F0E1}" dt="2025-08-08T06:59:04.594" v="5698"/>
        <pc:sldMkLst>
          <pc:docMk/>
          <pc:sldMk cId="967856410" sldId="389"/>
        </pc:sldMkLst>
      </pc:sldChg>
      <pc:sldChg chg="addSp modSp add mod">
        <pc:chgData name="우진 김" userId="9d5916cb77183fd7" providerId="LiveId" clId="{F9202396-4282-4284-9302-FA9E27C2F0E1}" dt="2025-07-22T11:23:45.288" v="4905" actId="20577"/>
        <pc:sldMkLst>
          <pc:docMk/>
          <pc:sldMk cId="2119384900" sldId="390"/>
        </pc:sldMkLst>
      </pc:sldChg>
      <pc:sldChg chg="addSp delSp modSp add mod ord modTransition modAnim modNotes">
        <pc:chgData name="우진 김" userId="9d5916cb77183fd7" providerId="LiveId" clId="{F9202396-4282-4284-9302-FA9E27C2F0E1}" dt="2025-08-08T07:05:06.729" v="5715"/>
        <pc:sldMkLst>
          <pc:docMk/>
          <pc:sldMk cId="1196701872" sldId="391"/>
        </pc:sldMkLst>
      </pc:sldChg>
      <pc:sldChg chg="addSp delSp modSp add mod ord modTransition modAnim modNotes">
        <pc:chgData name="우진 김" userId="9d5916cb77183fd7" providerId="LiveId" clId="{F9202396-4282-4284-9302-FA9E27C2F0E1}" dt="2025-08-08T07:08:10.132" v="5722"/>
        <pc:sldMkLst>
          <pc:docMk/>
          <pc:sldMk cId="2198328896" sldId="392"/>
        </pc:sldMkLst>
      </pc:sldChg>
      <pc:sldChg chg="addSp delSp modSp add mod modTransition modAnim modNotesTx">
        <pc:chgData name="우진 김" userId="9d5916cb77183fd7" providerId="LiveId" clId="{F9202396-4282-4284-9302-FA9E27C2F0E1}" dt="2025-08-08T07:11:39.511" v="5726"/>
        <pc:sldMkLst>
          <pc:docMk/>
          <pc:sldMk cId="2802374561" sldId="393"/>
        </pc:sldMkLst>
      </pc:sldChg>
      <pc:sldChg chg="addSp delSp modSp add mod modTransition modAnim modNotesTx">
        <pc:chgData name="우진 김" userId="9d5916cb77183fd7" providerId="LiveId" clId="{F9202396-4282-4284-9302-FA9E27C2F0E1}" dt="2025-08-08T07:14:05.563" v="5733"/>
        <pc:sldMkLst>
          <pc:docMk/>
          <pc:sldMk cId="2518397829" sldId="394"/>
        </pc:sldMkLst>
      </pc:sldChg>
      <pc:sldChg chg="addSp delSp modSp add mod modTransition modAnim modNotes">
        <pc:chgData name="우진 김" userId="9d5916cb77183fd7" providerId="LiveId" clId="{F9202396-4282-4284-9302-FA9E27C2F0E1}" dt="2025-08-08T08:04:46.370" v="5849"/>
        <pc:sldMkLst>
          <pc:docMk/>
          <pc:sldMk cId="148147053" sldId="395"/>
        </pc:sldMkLst>
      </pc:sldChg>
      <pc:sldChg chg="addSp delSp modSp add mod modTransition modAnim modNotesTx">
        <pc:chgData name="우진 김" userId="9d5916cb77183fd7" providerId="LiveId" clId="{F9202396-4282-4284-9302-FA9E27C2F0E1}" dt="2025-08-08T08:07:20.721" v="5855"/>
        <pc:sldMkLst>
          <pc:docMk/>
          <pc:sldMk cId="2594974166" sldId="396"/>
        </pc:sldMkLst>
      </pc:sldChg>
      <pc:sldChg chg="addSp delSp modSp add mod modTransition modAnim modNotes">
        <pc:chgData name="우진 김" userId="9d5916cb77183fd7" providerId="LiveId" clId="{F9202396-4282-4284-9302-FA9E27C2F0E1}" dt="2025-08-08T07:28:33.078" v="5774"/>
        <pc:sldMkLst>
          <pc:docMk/>
          <pc:sldMk cId="1886081644" sldId="397"/>
        </pc:sldMkLst>
      </pc:sldChg>
      <pc:sldChg chg="addSp delSp modSp add mod">
        <pc:chgData name="우진 김" userId="9d5916cb77183fd7" providerId="LiveId" clId="{F9202396-4282-4284-9302-FA9E27C2F0E1}" dt="2025-07-21T07:45:11.795" v="1343" actId="20577"/>
        <pc:sldMkLst>
          <pc:docMk/>
          <pc:sldMk cId="2271484296" sldId="398"/>
        </pc:sldMkLst>
      </pc:sldChg>
      <pc:sldChg chg="addSp modSp add mod modTransition modNotes">
        <pc:chgData name="우진 김" userId="9d5916cb77183fd7" providerId="LiveId" clId="{F9202396-4282-4284-9302-FA9E27C2F0E1}" dt="2025-08-08T07:31:21.080" v="5779"/>
        <pc:sldMkLst>
          <pc:docMk/>
          <pc:sldMk cId="1260540756" sldId="399"/>
        </pc:sldMkLst>
      </pc:sldChg>
      <pc:sldChg chg="modSp add mod ord">
        <pc:chgData name="우진 김" userId="9d5916cb77183fd7" providerId="LiveId" clId="{F9202396-4282-4284-9302-FA9E27C2F0E1}" dt="2025-07-21T07:47:35.176" v="1368" actId="20577"/>
        <pc:sldMkLst>
          <pc:docMk/>
          <pc:sldMk cId="2991457619" sldId="400"/>
        </pc:sldMkLst>
      </pc:sldChg>
      <pc:sldChg chg="addSp delSp modSp add mod ord modTransition modAnim modNotes">
        <pc:chgData name="우진 김" userId="9d5916cb77183fd7" providerId="LiveId" clId="{F9202396-4282-4284-9302-FA9E27C2F0E1}" dt="2025-08-08T07:35:51.355" v="5793"/>
        <pc:sldMkLst>
          <pc:docMk/>
          <pc:sldMk cId="1734530735" sldId="401"/>
        </pc:sldMkLst>
      </pc:sldChg>
      <pc:sldChg chg="modSp add mod">
        <pc:chgData name="우진 김" userId="9d5916cb77183fd7" providerId="LiveId" clId="{F9202396-4282-4284-9302-FA9E27C2F0E1}" dt="2025-07-21T07:53:19.688" v="1480" actId="20577"/>
        <pc:sldMkLst>
          <pc:docMk/>
          <pc:sldMk cId="1044491356" sldId="402"/>
        </pc:sldMkLst>
      </pc:sldChg>
      <pc:sldChg chg="modSp add mod">
        <pc:chgData name="우진 김" userId="9d5916cb77183fd7" providerId="LiveId" clId="{F9202396-4282-4284-9302-FA9E27C2F0E1}" dt="2025-07-21T07:53:25.783" v="1491" actId="20577"/>
        <pc:sldMkLst>
          <pc:docMk/>
          <pc:sldMk cId="57628316" sldId="403"/>
        </pc:sldMkLst>
      </pc:sldChg>
      <pc:sldChg chg="addSp delSp modSp add mod modTransition delAnim modAnim modNotes">
        <pc:chgData name="우진 김" userId="9d5916cb77183fd7" providerId="LiveId" clId="{F9202396-4282-4284-9302-FA9E27C2F0E1}" dt="2025-08-08T07:37:47.322" v="5800"/>
        <pc:sldMkLst>
          <pc:docMk/>
          <pc:sldMk cId="3089082808" sldId="404"/>
        </pc:sldMkLst>
        <pc:spChg chg="add mod">
          <ac:chgData name="우진 김" userId="9d5916cb77183fd7" providerId="LiveId" clId="{F9202396-4282-4284-9302-FA9E27C2F0E1}" dt="2025-07-21T07:55:23.071" v="1508" actId="207"/>
          <ac:spMkLst>
            <pc:docMk/>
            <pc:sldMk cId="3089082808" sldId="404"/>
            <ac:spMk id="2" creationId="{E8D12064-3423-169E-661C-0C7EB821C20A}"/>
          </ac:spMkLst>
        </pc:spChg>
        <pc:spChg chg="add mod">
          <ac:chgData name="우진 김" userId="9d5916cb77183fd7" providerId="LiveId" clId="{F9202396-4282-4284-9302-FA9E27C2F0E1}" dt="2025-07-21T07:55:29.484" v="1510" actId="2085"/>
          <ac:spMkLst>
            <pc:docMk/>
            <pc:sldMk cId="3089082808" sldId="404"/>
            <ac:spMk id="4" creationId="{D45B3019-B381-F46E-8EE4-06BE675588DA}"/>
          </ac:spMkLst>
        </pc:spChg>
        <pc:spChg chg="add mod">
          <ac:chgData name="우진 김" userId="9d5916cb77183fd7" providerId="LiveId" clId="{F9202396-4282-4284-9302-FA9E27C2F0E1}" dt="2025-07-21T07:56:59.486" v="1577" actId="1076"/>
          <ac:spMkLst>
            <pc:docMk/>
            <pc:sldMk cId="3089082808" sldId="404"/>
            <ac:spMk id="6" creationId="{2DB2D058-975E-4DEC-E1E6-5B7B0D955BC0}"/>
          </ac:spMkLst>
        </pc:spChg>
        <pc:spChg chg="add mod">
          <ac:chgData name="우진 김" userId="9d5916cb77183fd7" providerId="LiveId" clId="{F9202396-4282-4284-9302-FA9E27C2F0E1}" dt="2025-07-21T07:58:51.941" v="1708" actId="1076"/>
          <ac:spMkLst>
            <pc:docMk/>
            <pc:sldMk cId="3089082808" sldId="404"/>
            <ac:spMk id="8" creationId="{5C6E7626-9DE5-EF14-C0A7-C563B961B722}"/>
          </ac:spMkLst>
        </pc:spChg>
        <pc:spChg chg="mod">
          <ac:chgData name="우진 김" userId="9d5916cb77183fd7" providerId="LiveId" clId="{F9202396-4282-4284-9302-FA9E27C2F0E1}" dt="2025-07-21T07:59:00.468" v="1709" actId="1076"/>
          <ac:spMkLst>
            <pc:docMk/>
            <pc:sldMk cId="3089082808" sldId="404"/>
            <ac:spMk id="13" creationId="{1DA0808E-0400-92E1-E730-AC9B1A17D616}"/>
          </ac:spMkLst>
        </pc:spChg>
      </pc:sldChg>
      <pc:sldChg chg="addSp delSp modSp add mod ord modTransition delAnim modAnim modNotesTx">
        <pc:chgData name="우진 김" userId="9d5916cb77183fd7" providerId="LiveId" clId="{F9202396-4282-4284-9302-FA9E27C2F0E1}" dt="2025-08-08T05:52:41.350" v="5577"/>
        <pc:sldMkLst>
          <pc:docMk/>
          <pc:sldMk cId="1210876351" sldId="405"/>
        </pc:sldMkLst>
      </pc:sldChg>
      <pc:sldChg chg="addSp delSp modSp add mod modTransition modAnim modNotes">
        <pc:chgData name="우진 김" userId="9d5916cb77183fd7" providerId="LiveId" clId="{F9202396-4282-4284-9302-FA9E27C2F0E1}" dt="2025-08-08T07:01:18.158" v="5705"/>
        <pc:sldMkLst>
          <pc:docMk/>
          <pc:sldMk cId="1357024136" sldId="406"/>
        </pc:sldMkLst>
      </pc:sldChg>
      <pc:sldChg chg="addSp delSp modSp mod modTransition modAnim modNotes">
        <pc:chgData name="우진 김" userId="9d5916cb77183fd7" providerId="LiveId" clId="{F9202396-4282-4284-9302-FA9E27C2F0E1}" dt="2025-08-08T08:02:57.783" v="5846"/>
        <pc:sldMkLst>
          <pc:docMk/>
          <pc:sldMk cId="168993211" sldId="407"/>
        </pc:sldMkLst>
      </pc:sldChg>
      <pc:sldChg chg="addSp delSp modSp mod modTransition modAnim modNotes">
        <pc:chgData name="우진 김" userId="9d5916cb77183fd7" providerId="LiveId" clId="{F9202396-4282-4284-9302-FA9E27C2F0E1}" dt="2025-08-08T07:20:15.508" v="5751"/>
        <pc:sldMkLst>
          <pc:docMk/>
          <pc:sldMk cId="30979262" sldId="408"/>
        </pc:sldMkLst>
      </pc:sldChg>
      <pc:sldChg chg="addSp delSp modSp mod modTransition modAnim modNotes">
        <pc:chgData name="우진 김" userId="9d5916cb77183fd7" providerId="LiveId" clId="{F9202396-4282-4284-9302-FA9E27C2F0E1}" dt="2025-08-08T08:00:51.991" v="5840"/>
        <pc:sldMkLst>
          <pc:docMk/>
          <pc:sldMk cId="492626652" sldId="409"/>
        </pc:sldMkLst>
      </pc:sldChg>
      <pc:sldChg chg="addSp modSp modTransition modNotes">
        <pc:chgData name="우진 김" userId="9d5916cb77183fd7" providerId="LiveId" clId="{F9202396-4282-4284-9302-FA9E27C2F0E1}" dt="2025-08-08T07:24:12.637" v="5760"/>
        <pc:sldMkLst>
          <pc:docMk/>
          <pc:sldMk cId="2544759687" sldId="410"/>
        </pc:sldMkLst>
      </pc:sldChg>
      <pc:sldChg chg="addSp delSp modSp mod modTransition modAnim modNotes">
        <pc:chgData name="우진 김" userId="9d5916cb77183fd7" providerId="LiveId" clId="{F9202396-4282-4284-9302-FA9E27C2F0E1}" dt="2025-08-08T07:26:08.663" v="5764"/>
        <pc:sldMkLst>
          <pc:docMk/>
          <pc:sldMk cId="2925435494" sldId="411"/>
        </pc:sldMkLst>
      </pc:sldChg>
      <pc:sldChg chg="addSp delSp modSp mod modTransition modAnim modNotes">
        <pc:chgData name="우진 김" userId="9d5916cb77183fd7" providerId="LiveId" clId="{F9202396-4282-4284-9302-FA9E27C2F0E1}" dt="2025-08-08T07:29:37.435" v="5777"/>
        <pc:sldMkLst>
          <pc:docMk/>
          <pc:sldMk cId="964698161" sldId="413"/>
        </pc:sldMkLst>
      </pc:sldChg>
      <pc:sldChg chg="addSp modSp modTransition modNotes">
        <pc:chgData name="우진 김" userId="9d5916cb77183fd7" providerId="LiveId" clId="{F9202396-4282-4284-9302-FA9E27C2F0E1}" dt="2025-08-08T07:30:34.145" v="5778"/>
        <pc:sldMkLst>
          <pc:docMk/>
          <pc:sldMk cId="80486073" sldId="414"/>
        </pc:sldMkLst>
      </pc:sldChg>
      <pc:sldChg chg="addSp modSp modTransition modNotes">
        <pc:chgData name="우진 김" userId="9d5916cb77183fd7" providerId="LiveId" clId="{F9202396-4282-4284-9302-FA9E27C2F0E1}" dt="2025-08-08T07:32:00.943" v="5780"/>
        <pc:sldMkLst>
          <pc:docMk/>
          <pc:sldMk cId="2408156295" sldId="415"/>
        </pc:sldMkLst>
      </pc:sldChg>
      <pc:sldChg chg="addSp delSp modSp mod modTransition modAnim modNotes">
        <pc:chgData name="우진 김" userId="9d5916cb77183fd7" providerId="LiveId" clId="{F9202396-4282-4284-9302-FA9E27C2F0E1}" dt="2025-08-08T07:33:27.048" v="5784"/>
        <pc:sldMkLst>
          <pc:docMk/>
          <pc:sldMk cId="344128383" sldId="416"/>
        </pc:sldMkLst>
      </pc:sldChg>
      <pc:sldMasterChg chg="modSp mod modSldLayout">
        <pc:chgData name="우진 김" userId="9d5916cb77183fd7" providerId="LiveId" clId="{F9202396-4282-4284-9302-FA9E27C2F0E1}" dt="2025-07-30T03:44:14.909" v="5366" actId="478"/>
        <pc:sldMasterMkLst>
          <pc:docMk/>
          <pc:sldMasterMk cId="471148940" sldId="2147483648"/>
        </pc:sldMasterMkLst>
        <pc:spChg chg="mod">
          <ac:chgData name="우진 김" userId="9d5916cb77183fd7" providerId="LiveId" clId="{F9202396-4282-4284-9302-FA9E27C2F0E1}" dt="2025-07-30T03:38:56.145" v="5324" actId="20577"/>
          <ac:spMkLst>
            <pc:docMk/>
            <pc:sldMasterMk cId="471148940" sldId="2147483648"/>
            <ac:spMk id="6" creationId="{09925A29-F4EF-4A12-9095-1B88A1BDDE58}"/>
          </ac:spMkLst>
        </pc:spChg>
        <pc:sldLayoutChg chg="modSp mod">
          <pc:chgData name="우진 김" userId="9d5916cb77183fd7" providerId="LiveId" clId="{F9202396-4282-4284-9302-FA9E27C2F0E1}" dt="2025-07-30T03:41:14.709" v="5333" actId="20577"/>
          <pc:sldLayoutMkLst>
            <pc:docMk/>
            <pc:sldMasterMk cId="471148940" sldId="2147483648"/>
            <pc:sldLayoutMk cId="2597322292" sldId="2147483650"/>
          </pc:sldLayoutMkLst>
          <pc:spChg chg="mod">
            <ac:chgData name="우진 김" userId="9d5916cb77183fd7" providerId="LiveId" clId="{F9202396-4282-4284-9302-FA9E27C2F0E1}" dt="2025-07-30T03:41:14.709" v="5333" actId="20577"/>
            <ac:spMkLst>
              <pc:docMk/>
              <pc:sldMasterMk cId="471148940" sldId="2147483648"/>
              <pc:sldLayoutMk cId="2597322292" sldId="2147483650"/>
              <ac:spMk id="6" creationId="{02391B74-659E-4EB1-8DB0-B962093F0B4C}"/>
            </ac:spMkLst>
          </pc:spChg>
        </pc:sldLayoutChg>
        <pc:sldLayoutChg chg="modSp mod">
          <pc:chgData name="우진 김" userId="9d5916cb77183fd7" providerId="LiveId" clId="{F9202396-4282-4284-9302-FA9E27C2F0E1}" dt="2025-07-30T03:38:42.953" v="5321" actId="20577"/>
          <pc:sldLayoutMkLst>
            <pc:docMk/>
            <pc:sldMasterMk cId="471148940" sldId="2147483648"/>
            <pc:sldLayoutMk cId="1425795397" sldId="2147483654"/>
          </pc:sldLayoutMkLst>
          <pc:spChg chg="mod">
            <ac:chgData name="우진 김" userId="9d5916cb77183fd7" providerId="LiveId" clId="{F9202396-4282-4284-9302-FA9E27C2F0E1}" dt="2025-07-30T03:38:42.953" v="5321" actId="20577"/>
            <ac:spMkLst>
              <pc:docMk/>
              <pc:sldMasterMk cId="471148940" sldId="2147483648"/>
              <pc:sldLayoutMk cId="1425795397" sldId="2147483654"/>
              <ac:spMk id="5" creationId="{6D907AE9-2A8E-446F-AC5C-E522F1C0231C}"/>
            </ac:spMkLst>
          </pc:spChg>
        </pc:sldLayoutChg>
        <pc:sldLayoutChg chg="modSp mod">
          <pc:chgData name="우진 김" userId="9d5916cb77183fd7" providerId="LiveId" clId="{F9202396-4282-4284-9302-FA9E27C2F0E1}" dt="2025-07-30T03:41:34.484" v="5337" actId="20577"/>
          <pc:sldLayoutMkLst>
            <pc:docMk/>
            <pc:sldMasterMk cId="471148940" sldId="2147483648"/>
            <pc:sldLayoutMk cId="70614007" sldId="2147483661"/>
          </pc:sldLayoutMkLst>
          <pc:spChg chg="mod">
            <ac:chgData name="우진 김" userId="9d5916cb77183fd7" providerId="LiveId" clId="{F9202396-4282-4284-9302-FA9E27C2F0E1}" dt="2025-07-30T03:41:34.484" v="5337" actId="20577"/>
            <ac:spMkLst>
              <pc:docMk/>
              <pc:sldMasterMk cId="471148940" sldId="2147483648"/>
              <pc:sldLayoutMk cId="70614007" sldId="2147483661"/>
              <ac:spMk id="5" creationId="{784C0F27-F073-46C5-99AA-D6BC67A40F51}"/>
            </ac:spMkLst>
          </pc:spChg>
        </pc:sldLayoutChg>
        <pc:sldLayoutChg chg="addSp delSp modSp mod">
          <pc:chgData name="우진 김" userId="9d5916cb77183fd7" providerId="LiveId" clId="{F9202396-4282-4284-9302-FA9E27C2F0E1}" dt="2025-07-30T03:40:56.049" v="5329"/>
          <pc:sldLayoutMkLst>
            <pc:docMk/>
            <pc:sldMasterMk cId="471148940" sldId="2147483648"/>
            <pc:sldLayoutMk cId="1024204732" sldId="2147483663"/>
          </pc:sldLayoutMkLst>
          <pc:spChg chg="add mod">
            <ac:chgData name="우진 김" userId="9d5916cb77183fd7" providerId="LiveId" clId="{F9202396-4282-4284-9302-FA9E27C2F0E1}" dt="2025-07-30T03:40:56.049" v="5329"/>
            <ac:spMkLst>
              <pc:docMk/>
              <pc:sldMasterMk cId="471148940" sldId="2147483648"/>
              <pc:sldLayoutMk cId="1024204732" sldId="2147483663"/>
              <ac:spMk id="5" creationId="{2487156B-F916-99B6-8716-F1120F4F5135}"/>
            </ac:spMkLst>
          </pc:spChg>
        </pc:sldLayoutChg>
        <pc:sldLayoutChg chg="addSp delSp modSp mod">
          <pc:chgData name="우진 김" userId="9d5916cb77183fd7" providerId="LiveId" clId="{F9202396-4282-4284-9302-FA9E27C2F0E1}" dt="2025-07-30T03:44:14.909" v="5366" actId="478"/>
          <pc:sldLayoutMkLst>
            <pc:docMk/>
            <pc:sldMasterMk cId="471148940" sldId="2147483648"/>
            <pc:sldLayoutMk cId="3174197712" sldId="2147483664"/>
          </pc:sldLayoutMkLst>
          <pc:spChg chg="mod">
            <ac:chgData name="우진 김" userId="9d5916cb77183fd7" providerId="LiveId" clId="{F9202396-4282-4284-9302-FA9E27C2F0E1}" dt="2025-07-30T03:43:31.724" v="5353" actId="6549"/>
            <ac:spMkLst>
              <pc:docMk/>
              <pc:sldMasterMk cId="471148940" sldId="2147483648"/>
              <pc:sldLayoutMk cId="3174197712" sldId="2147483664"/>
              <ac:spMk id="6" creationId="{8827DE2B-5658-4ECD-9AB5-497E1D05E00C}"/>
            </ac:spMkLst>
          </pc:spChg>
        </pc:sldLayoutChg>
      </pc:sldMasterChg>
    </pc:docChg>
  </pc:docChgLst>
  <pc:docChgLst>
    <pc:chgData name="우진 김" userId="9d5916cb77183fd7" providerId="LiveId" clId="{FDF37458-B840-4E5E-B3AD-909E5C62266E}"/>
    <pc:docChg chg="undo custSel addSld delSld modSld sldOrd modMainMaster addSection modSection">
      <pc:chgData name="우진 김" userId="9d5916cb77183fd7" providerId="LiveId" clId="{FDF37458-B840-4E5E-B3AD-909E5C62266E}" dt="2025-07-24T14:41:26.121" v="6000" actId="20577"/>
      <pc:docMkLst>
        <pc:docMk/>
      </pc:docMkLst>
      <pc:sldChg chg="modNotesTx">
        <pc:chgData name="우진 김" userId="9d5916cb77183fd7" providerId="LiveId" clId="{FDF37458-B840-4E5E-B3AD-909E5C62266E}" dt="2025-07-24T14:13:59.288" v="5900" actId="20577"/>
        <pc:sldMkLst>
          <pc:docMk/>
          <pc:sldMk cId="2712422305" sldId="324"/>
        </pc:sldMkLst>
      </pc:sldChg>
      <pc:sldChg chg="addSp delSp modSp mod modNotesTx">
        <pc:chgData name="우진 김" userId="9d5916cb77183fd7" providerId="LiveId" clId="{FDF37458-B840-4E5E-B3AD-909E5C62266E}" dt="2025-07-24T14:15:51.524" v="5901" actId="20577"/>
        <pc:sldMkLst>
          <pc:docMk/>
          <pc:sldMk cId="2863175468" sldId="378"/>
        </pc:sldMkLst>
        <pc:spChg chg="add mod">
          <ac:chgData name="우진 김" userId="9d5916cb77183fd7" providerId="LiveId" clId="{FDF37458-B840-4E5E-B3AD-909E5C62266E}" dt="2025-07-21T17:05:17.647" v="15" actId="207"/>
          <ac:spMkLst>
            <pc:docMk/>
            <pc:sldMk cId="2863175468" sldId="378"/>
            <ac:spMk id="2" creationId="{546777D8-5616-DA3E-6B4E-8E7F8C42E990}"/>
          </ac:spMkLst>
        </pc:spChg>
      </pc:sldChg>
      <pc:sldChg chg="modNotesTx">
        <pc:chgData name="우진 김" userId="9d5916cb77183fd7" providerId="LiveId" clId="{FDF37458-B840-4E5E-B3AD-909E5C62266E}" dt="2025-07-24T14:17:42.783" v="5902" actId="20577"/>
        <pc:sldMkLst>
          <pc:docMk/>
          <pc:sldMk cId="1822041746" sldId="379"/>
        </pc:sldMkLst>
      </pc:sldChg>
      <pc:sldChg chg="addSp delSp modSp mod modNotesTx">
        <pc:chgData name="우진 김" userId="9d5916cb77183fd7" providerId="LiveId" clId="{FDF37458-B840-4E5E-B3AD-909E5C62266E}" dt="2025-07-24T14:22:19.223" v="5907" actId="20577"/>
        <pc:sldMkLst>
          <pc:docMk/>
          <pc:sldMk cId="1280036450" sldId="380"/>
        </pc:sldMkLst>
      </pc:sldChg>
      <pc:sldChg chg="addSp delSp modSp mod modAnim modNotes modNotesTx">
        <pc:chgData name="우진 김" userId="9d5916cb77183fd7" providerId="LiveId" clId="{FDF37458-B840-4E5E-B3AD-909E5C62266E}" dt="2025-07-24T14:29:40.621" v="5925" actId="20577"/>
        <pc:sldMkLst>
          <pc:docMk/>
          <pc:sldMk cId="2969185520" sldId="381"/>
        </pc:sldMkLst>
      </pc:sldChg>
      <pc:sldChg chg="addSp delSp modSp mod modAnim modNotes modNotesTx">
        <pc:chgData name="우진 김" userId="9d5916cb77183fd7" providerId="LiveId" clId="{FDF37458-B840-4E5E-B3AD-909E5C62266E}" dt="2025-07-24T14:36:12.120" v="5975" actId="20577"/>
        <pc:sldMkLst>
          <pc:docMk/>
          <pc:sldMk cId="2972959314" sldId="382"/>
        </pc:sldMkLst>
      </pc:sldChg>
      <pc:sldChg chg="addSp modSp mod modAnim modNotesTx">
        <pc:chgData name="우진 김" userId="9d5916cb77183fd7" providerId="LiveId" clId="{FDF37458-B840-4E5E-B3AD-909E5C62266E}" dt="2025-07-24T14:41:26.121" v="6000" actId="20577"/>
        <pc:sldMkLst>
          <pc:docMk/>
          <pc:sldMk cId="3125816518" sldId="383"/>
        </pc:sldMkLst>
      </pc:sldChg>
      <pc:sldChg chg="addSp delSp modSp mod modAnim">
        <pc:chgData name="우진 김" userId="9d5916cb77183fd7" providerId="LiveId" clId="{FDF37458-B840-4E5E-B3AD-909E5C62266E}" dt="2025-07-21T20:10:44.044" v="903"/>
        <pc:sldMkLst>
          <pc:docMk/>
          <pc:sldMk cId="3014498565" sldId="385"/>
        </pc:sldMkLst>
      </pc:sldChg>
      <pc:sldChg chg="addSp delSp modSp mod">
        <pc:chgData name="우진 김" userId="9d5916cb77183fd7" providerId="LiveId" clId="{FDF37458-B840-4E5E-B3AD-909E5C62266E}" dt="2025-07-21T20:36:28.760" v="1285" actId="164"/>
        <pc:sldMkLst>
          <pc:docMk/>
          <pc:sldMk cId="736076436" sldId="386"/>
        </pc:sldMkLst>
      </pc:sldChg>
      <pc:sldChg chg="addSp modSp modAnim">
        <pc:chgData name="우진 김" userId="9d5916cb77183fd7" providerId="LiveId" clId="{FDF37458-B840-4E5E-B3AD-909E5C62266E}" dt="2025-07-22T15:00:06.960" v="1293"/>
        <pc:sldMkLst>
          <pc:docMk/>
          <pc:sldMk cId="954211891" sldId="387"/>
        </pc:sldMkLst>
      </pc:sldChg>
      <pc:sldChg chg="addSp modSp mod modAnim">
        <pc:chgData name="우진 김" userId="9d5916cb77183fd7" providerId="LiveId" clId="{FDF37458-B840-4E5E-B3AD-909E5C62266E}" dt="2025-07-22T15:02:03.339" v="1311"/>
        <pc:sldMkLst>
          <pc:docMk/>
          <pc:sldMk cId="796638153" sldId="388"/>
        </pc:sldMkLst>
      </pc:sldChg>
      <pc:sldChg chg="addSp modSp modAnim">
        <pc:chgData name="우진 김" userId="9d5916cb77183fd7" providerId="LiveId" clId="{FDF37458-B840-4E5E-B3AD-909E5C62266E}" dt="2025-07-22T15:02:45.653" v="1318"/>
        <pc:sldMkLst>
          <pc:docMk/>
          <pc:sldMk cId="967856410" sldId="389"/>
        </pc:sldMkLst>
      </pc:sldChg>
      <pc:sldChg chg="del">
        <pc:chgData name="우진 김" userId="9d5916cb77183fd7" providerId="LiveId" clId="{FDF37458-B840-4E5E-B3AD-909E5C62266E}" dt="2025-07-22T22:59:01.555" v="5755" actId="2696"/>
        <pc:sldMkLst>
          <pc:docMk/>
          <pc:sldMk cId="2119384900" sldId="390"/>
        </pc:sldMkLst>
      </pc:sldChg>
      <pc:sldChg chg="addSp delSp modSp mod modAnim">
        <pc:chgData name="우진 김" userId="9d5916cb77183fd7" providerId="LiveId" clId="{FDF37458-B840-4E5E-B3AD-909E5C62266E}" dt="2025-07-22T15:14:36.394" v="1422"/>
        <pc:sldMkLst>
          <pc:docMk/>
          <pc:sldMk cId="2198328896" sldId="392"/>
        </pc:sldMkLst>
      </pc:sldChg>
      <pc:sldChg chg="addSp delSp modSp mod modAnim">
        <pc:chgData name="우진 김" userId="9d5916cb77183fd7" providerId="LiveId" clId="{FDF37458-B840-4E5E-B3AD-909E5C62266E}" dt="2025-07-22T20:25:58.142" v="3938" actId="1076"/>
        <pc:sldMkLst>
          <pc:docMk/>
          <pc:sldMk cId="2802374561" sldId="393"/>
        </pc:sldMkLst>
      </pc:sldChg>
      <pc:sldChg chg="addSp delSp modSp mod delAnim modAnim">
        <pc:chgData name="우진 김" userId="9d5916cb77183fd7" providerId="LiveId" clId="{FDF37458-B840-4E5E-B3AD-909E5C62266E}" dt="2025-07-22T22:45:09.495" v="5688"/>
        <pc:sldMkLst>
          <pc:docMk/>
          <pc:sldMk cId="2518397829" sldId="394"/>
        </pc:sldMkLst>
      </pc:sldChg>
      <pc:sldChg chg="addSp modSp mod modAnim">
        <pc:chgData name="우진 김" userId="9d5916cb77183fd7" providerId="LiveId" clId="{FDF37458-B840-4E5E-B3AD-909E5C62266E}" dt="2025-07-22T22:45:27.435" v="5691"/>
        <pc:sldMkLst>
          <pc:docMk/>
          <pc:sldMk cId="148147053" sldId="395"/>
        </pc:sldMkLst>
      </pc:sldChg>
      <pc:sldChg chg="addSp delSp modSp mod modAnim">
        <pc:chgData name="우진 김" userId="9d5916cb77183fd7" providerId="LiveId" clId="{FDF37458-B840-4E5E-B3AD-909E5C62266E}" dt="2025-07-23T02:34:35.759" v="5863" actId="20577"/>
        <pc:sldMkLst>
          <pc:docMk/>
          <pc:sldMk cId="2594974166" sldId="396"/>
        </pc:sldMkLst>
      </pc:sldChg>
      <pc:sldChg chg="addSp modSp mod">
        <pc:chgData name="우진 김" userId="9d5916cb77183fd7" providerId="LiveId" clId="{FDF37458-B840-4E5E-B3AD-909E5C62266E}" dt="2025-07-22T21:06:01.412" v="4292" actId="1076"/>
        <pc:sldMkLst>
          <pc:docMk/>
          <pc:sldMk cId="1886081644" sldId="397"/>
        </pc:sldMkLst>
      </pc:sldChg>
      <pc:sldChg chg="addSp delSp modSp del mod">
        <pc:chgData name="우진 김" userId="9d5916cb77183fd7" providerId="LiveId" clId="{FDF37458-B840-4E5E-B3AD-909E5C62266E}" dt="2025-07-22T22:15:03.610" v="5101" actId="2696"/>
        <pc:sldMkLst>
          <pc:docMk/>
          <pc:sldMk cId="2271484296" sldId="398"/>
        </pc:sldMkLst>
      </pc:sldChg>
      <pc:sldChg chg="addSp modSp mod">
        <pc:chgData name="우진 김" userId="9d5916cb77183fd7" providerId="LiveId" clId="{FDF37458-B840-4E5E-B3AD-909E5C62266E}" dt="2025-07-22T22:30:13.679" v="5537"/>
        <pc:sldMkLst>
          <pc:docMk/>
          <pc:sldMk cId="1260540756" sldId="399"/>
        </pc:sldMkLst>
      </pc:sldChg>
      <pc:sldChg chg="del">
        <pc:chgData name="우진 김" userId="9d5916cb77183fd7" providerId="LiveId" clId="{FDF37458-B840-4E5E-B3AD-909E5C62266E}" dt="2025-07-22T22:19:15.780" v="5224" actId="47"/>
        <pc:sldMkLst>
          <pc:docMk/>
          <pc:sldMk cId="2991457619" sldId="400"/>
        </pc:sldMkLst>
      </pc:sldChg>
      <pc:sldChg chg="addSp delSp modSp mod modAnim">
        <pc:chgData name="우진 김" userId="9d5916cb77183fd7" providerId="LiveId" clId="{FDF37458-B840-4E5E-B3AD-909E5C62266E}" dt="2025-07-22T22:25:26.372" v="5460" actId="2711"/>
        <pc:sldMkLst>
          <pc:docMk/>
          <pc:sldMk cId="1734530735" sldId="401"/>
        </pc:sldMkLst>
      </pc:sldChg>
      <pc:sldChg chg="del">
        <pc:chgData name="우진 김" userId="9d5916cb77183fd7" providerId="LiveId" clId="{FDF37458-B840-4E5E-B3AD-909E5C62266E}" dt="2025-07-22T22:22:29.462" v="5404" actId="2696"/>
        <pc:sldMkLst>
          <pc:docMk/>
          <pc:sldMk cId="1044491356" sldId="402"/>
        </pc:sldMkLst>
      </pc:sldChg>
      <pc:sldChg chg="del">
        <pc:chgData name="우진 김" userId="9d5916cb77183fd7" providerId="LiveId" clId="{FDF37458-B840-4E5E-B3AD-909E5C62266E}" dt="2025-07-22T22:22:32.038" v="5405" actId="2696"/>
        <pc:sldMkLst>
          <pc:docMk/>
          <pc:sldMk cId="57628316" sldId="403"/>
        </pc:sldMkLst>
      </pc:sldChg>
      <pc:sldChg chg="addSp delSp modSp mod modAnim">
        <pc:chgData name="우진 김" userId="9d5916cb77183fd7" providerId="LiveId" clId="{FDF37458-B840-4E5E-B3AD-909E5C62266E}" dt="2025-07-22T15:11:36.829" v="1402"/>
        <pc:sldMkLst>
          <pc:docMk/>
          <pc:sldMk cId="1357024136" sldId="406"/>
        </pc:sldMkLst>
      </pc:sldChg>
      <pc:sldChg chg="addSp delSp modSp add mod modAnim">
        <pc:chgData name="우진 김" userId="9d5916cb77183fd7" providerId="LiveId" clId="{FDF37458-B840-4E5E-B3AD-909E5C62266E}" dt="2025-07-22T22:45:40.960" v="5694"/>
        <pc:sldMkLst>
          <pc:docMk/>
          <pc:sldMk cId="168993211" sldId="407"/>
        </pc:sldMkLst>
      </pc:sldChg>
      <pc:sldChg chg="addSp delSp modSp add mod modAnim">
        <pc:chgData name="우진 김" userId="9d5916cb77183fd7" providerId="LiveId" clId="{FDF37458-B840-4E5E-B3AD-909E5C62266E}" dt="2025-07-22T22:45:53.233" v="5696"/>
        <pc:sldMkLst>
          <pc:docMk/>
          <pc:sldMk cId="30979262" sldId="408"/>
        </pc:sldMkLst>
      </pc:sldChg>
      <pc:sldChg chg="addSp delSp modSp add mod">
        <pc:chgData name="우진 김" userId="9d5916cb77183fd7" providerId="LiveId" clId="{FDF37458-B840-4E5E-B3AD-909E5C62266E}" dt="2025-07-22T18:22:25.966" v="3452" actId="1076"/>
        <pc:sldMkLst>
          <pc:docMk/>
          <pc:sldMk cId="492626652" sldId="409"/>
        </pc:sldMkLst>
      </pc:sldChg>
      <pc:sldChg chg="addSp delSp modSp add mod modAnim">
        <pc:chgData name="우진 김" userId="9d5916cb77183fd7" providerId="LiveId" clId="{FDF37458-B840-4E5E-B3AD-909E5C62266E}" dt="2025-07-22T22:46:46.183" v="5703"/>
        <pc:sldMkLst>
          <pc:docMk/>
          <pc:sldMk cId="2544759687" sldId="410"/>
        </pc:sldMkLst>
      </pc:sldChg>
      <pc:sldChg chg="addSp delSp modSp add mod modAnim">
        <pc:chgData name="우진 김" userId="9d5916cb77183fd7" providerId="LiveId" clId="{FDF37458-B840-4E5E-B3AD-909E5C62266E}" dt="2025-07-22T22:46:55.860" v="5704"/>
        <pc:sldMkLst>
          <pc:docMk/>
          <pc:sldMk cId="2925435494" sldId="411"/>
        </pc:sldMkLst>
      </pc:sldChg>
      <pc:sldChg chg="addSp modSp add del mod ord">
        <pc:chgData name="우진 김" userId="9d5916cb77183fd7" providerId="LiveId" clId="{FDF37458-B840-4E5E-B3AD-909E5C62266E}" dt="2025-07-22T22:15:03.610" v="5101" actId="2696"/>
        <pc:sldMkLst>
          <pc:docMk/>
          <pc:sldMk cId="4077780084" sldId="412"/>
        </pc:sldMkLst>
      </pc:sldChg>
      <pc:sldChg chg="addSp delSp modSp add mod ord modAnim">
        <pc:chgData name="우진 김" userId="9d5916cb77183fd7" providerId="LiveId" clId="{FDF37458-B840-4E5E-B3AD-909E5C62266E}" dt="2025-07-22T22:47:19.512" v="5707"/>
        <pc:sldMkLst>
          <pc:docMk/>
          <pc:sldMk cId="964698161" sldId="413"/>
        </pc:sldMkLst>
      </pc:sldChg>
      <pc:sldChg chg="addSp delSp modSp add mod modAnim">
        <pc:chgData name="우진 김" userId="9d5916cb77183fd7" providerId="LiveId" clId="{FDF37458-B840-4E5E-B3AD-909E5C62266E}" dt="2025-07-22T22:47:57.998" v="5727" actId="14100"/>
        <pc:sldMkLst>
          <pc:docMk/>
          <pc:sldMk cId="80486073" sldId="414"/>
        </pc:sldMkLst>
      </pc:sldChg>
      <pc:sldChg chg="addSp delSp modSp add mod modAnim">
        <pc:chgData name="우진 김" userId="9d5916cb77183fd7" providerId="LiveId" clId="{FDF37458-B840-4E5E-B3AD-909E5C62266E}" dt="2025-07-22T22:48:21.763" v="5730"/>
        <pc:sldMkLst>
          <pc:docMk/>
          <pc:sldMk cId="2408156295" sldId="415"/>
        </pc:sldMkLst>
      </pc:sldChg>
      <pc:sldChg chg="addSp delSp modSp add mod modAnim">
        <pc:chgData name="우진 김" userId="9d5916cb77183fd7" providerId="LiveId" clId="{FDF37458-B840-4E5E-B3AD-909E5C62266E}" dt="2025-07-23T02:44:50.227" v="5865" actId="20577"/>
        <pc:sldMkLst>
          <pc:docMk/>
          <pc:sldMk cId="344128383" sldId="416"/>
        </pc:sldMkLst>
      </pc:sldChg>
      <pc:sldMasterChg chg="modSldLayout">
        <pc:chgData name="우진 김" userId="9d5916cb77183fd7" providerId="LiveId" clId="{FDF37458-B840-4E5E-B3AD-909E5C62266E}" dt="2025-07-21T17:03:20.911" v="4" actId="1076"/>
        <pc:sldMasterMkLst>
          <pc:docMk/>
          <pc:sldMasterMk cId="471148940" sldId="2147483648"/>
        </pc:sldMasterMkLst>
        <pc:sldLayoutChg chg="addSp modSp mod">
          <pc:chgData name="우진 김" userId="9d5916cb77183fd7" providerId="LiveId" clId="{FDF37458-B840-4E5E-B3AD-909E5C62266E}" dt="2025-07-21T17:03:20.911" v="4" actId="1076"/>
          <pc:sldLayoutMkLst>
            <pc:docMk/>
            <pc:sldMasterMk cId="471148940" sldId="2147483648"/>
            <pc:sldLayoutMk cId="3174197712" sldId="2147483664"/>
          </pc:sldLayoutMkLst>
          <pc:cxnChg chg="add mod">
            <ac:chgData name="우진 김" userId="9d5916cb77183fd7" providerId="LiveId" clId="{FDF37458-B840-4E5E-B3AD-909E5C62266E}" dt="2025-07-21T17:03:20.911" v="4" actId="1076"/>
            <ac:cxnSpMkLst>
              <pc:docMk/>
              <pc:sldMasterMk cId="471148940" sldId="2147483648"/>
              <pc:sldLayoutMk cId="3174197712" sldId="2147483664"/>
              <ac:cxnSpMk id="5" creationId="{64003A2E-28FB-D115-661E-5A8EA480B280}"/>
            </ac:cxnSpMkLst>
          </pc:cxnChg>
        </pc:sldLayoutChg>
      </pc:sldMasterChg>
    </pc:docChg>
  </pc:docChgLst>
  <pc:docChgLst>
    <pc:chgData name="우진 김" userId="9d5916cb77183fd7" providerId="LiveId" clId="{73E18906-EDC1-493C-A223-1245781D7ADD}"/>
    <pc:docChg chg="undo custSel addSld delSld modSld sldOrd delSection modSection">
      <pc:chgData name="우진 김" userId="9d5916cb77183fd7" providerId="LiveId" clId="{73E18906-EDC1-493C-A223-1245781D7ADD}" dt="2025-08-13T03:42:07.853" v="446" actId="1076"/>
      <pc:docMkLst>
        <pc:docMk/>
      </pc:docMkLst>
      <pc:sldChg chg="delSp modSp mod delAnim modAnim">
        <pc:chgData name="우진 김" userId="9d5916cb77183fd7" providerId="LiveId" clId="{73E18906-EDC1-493C-A223-1245781D7ADD}" dt="2025-08-13T02:44:23.876" v="155"/>
        <pc:sldMkLst>
          <pc:docMk/>
          <pc:sldMk cId="3089082808" sldId="404"/>
        </pc:sldMkLst>
        <pc:spChg chg="mod">
          <ac:chgData name="우진 김" userId="9d5916cb77183fd7" providerId="LiveId" clId="{73E18906-EDC1-493C-A223-1245781D7ADD}" dt="2025-08-13T02:43:57.248" v="149" actId="1076"/>
          <ac:spMkLst>
            <pc:docMk/>
            <pc:sldMk cId="3089082808" sldId="404"/>
            <ac:spMk id="13" creationId="{1DA0808E-0400-92E1-E730-AC9B1A17D616}"/>
          </ac:spMkLst>
        </pc:spChg>
        <pc:picChg chg="del">
          <ac:chgData name="우진 김" userId="9d5916cb77183fd7" providerId="LiveId" clId="{73E18906-EDC1-493C-A223-1245781D7ADD}" dt="2025-08-13T02:44:02.390" v="150" actId="478"/>
          <ac:picMkLst>
            <pc:docMk/>
            <pc:sldMk cId="3089082808" sldId="404"/>
            <ac:picMk id="18" creationId="{9C44D9F5-3BCA-058E-5CB7-31CA2AE2DCFF}"/>
          </ac:picMkLst>
        </pc:picChg>
      </pc:sldChg>
      <pc:sldChg chg="addSp modSp modAnim">
        <pc:chgData name="우진 김" userId="9d5916cb77183fd7" providerId="LiveId" clId="{73E18906-EDC1-493C-A223-1245781D7ADD}" dt="2025-08-13T02:02:02.431" v="32"/>
        <pc:sldMkLst>
          <pc:docMk/>
          <pc:sldMk cId="2188655536" sldId="418"/>
        </pc:sldMkLst>
        <pc:spChg chg="mod">
          <ac:chgData name="우진 김" userId="9d5916cb77183fd7" providerId="LiveId" clId="{73E18906-EDC1-493C-A223-1245781D7ADD}" dt="2025-08-13T02:01:47.477" v="29" actId="164"/>
          <ac:spMkLst>
            <pc:docMk/>
            <pc:sldMk cId="2188655536" sldId="418"/>
            <ac:spMk id="9" creationId="{F038F8DB-EFCA-4981-464E-0E36A1682DD0}"/>
          </ac:spMkLst>
        </pc:spChg>
        <pc:spChg chg="mod">
          <ac:chgData name="우진 김" userId="9d5916cb77183fd7" providerId="LiveId" clId="{73E18906-EDC1-493C-A223-1245781D7ADD}" dt="2025-08-13T02:01:52.941" v="30" actId="164"/>
          <ac:spMkLst>
            <pc:docMk/>
            <pc:sldMk cId="2188655536" sldId="418"/>
            <ac:spMk id="18" creationId="{61A0C35C-38DE-6C6A-CB33-39643994283F}"/>
          </ac:spMkLst>
        </pc:spChg>
        <pc:grpChg chg="add mod">
          <ac:chgData name="우진 김" userId="9d5916cb77183fd7" providerId="LiveId" clId="{73E18906-EDC1-493C-A223-1245781D7ADD}" dt="2025-08-13T02:01:47.477" v="29" actId="164"/>
          <ac:grpSpMkLst>
            <pc:docMk/>
            <pc:sldMk cId="2188655536" sldId="418"/>
            <ac:grpSpMk id="3" creationId="{A42CB703-55F6-F94F-AFCC-AF3AD020415B}"/>
          </ac:grpSpMkLst>
        </pc:grpChg>
        <pc:grpChg chg="add mod">
          <ac:chgData name="우진 김" userId="9d5916cb77183fd7" providerId="LiveId" clId="{73E18906-EDC1-493C-A223-1245781D7ADD}" dt="2025-08-13T02:01:52.941" v="30" actId="164"/>
          <ac:grpSpMkLst>
            <pc:docMk/>
            <pc:sldMk cId="2188655536" sldId="418"/>
            <ac:grpSpMk id="4" creationId="{65E46478-BD14-DB29-1263-11F342935CB2}"/>
          </ac:grpSpMkLst>
        </pc:grpChg>
        <pc:picChg chg="mod">
          <ac:chgData name="우진 김" userId="9d5916cb77183fd7" providerId="LiveId" clId="{73E18906-EDC1-493C-A223-1245781D7ADD}" dt="2025-08-13T02:01:47.477" v="29" actId="164"/>
          <ac:picMkLst>
            <pc:docMk/>
            <pc:sldMk cId="2188655536" sldId="418"/>
            <ac:picMk id="20" creationId="{15F28057-C8D2-DF61-7E53-92B925596164}"/>
          </ac:picMkLst>
        </pc:picChg>
        <pc:picChg chg="mod">
          <ac:chgData name="우진 김" userId="9d5916cb77183fd7" providerId="LiveId" clId="{73E18906-EDC1-493C-A223-1245781D7ADD}" dt="2025-08-13T02:01:52.941" v="30" actId="164"/>
          <ac:picMkLst>
            <pc:docMk/>
            <pc:sldMk cId="2188655536" sldId="418"/>
            <ac:picMk id="24" creationId="{7FEBB396-9EA6-AE82-F271-C829CEACC7B9}"/>
          </ac:picMkLst>
        </pc:picChg>
      </pc:sldChg>
      <pc:sldChg chg="addSp modSp mod modAnim">
        <pc:chgData name="우진 김" userId="9d5916cb77183fd7" providerId="LiveId" clId="{73E18906-EDC1-493C-A223-1245781D7ADD}" dt="2025-08-13T02:05:03.939" v="36"/>
        <pc:sldMkLst>
          <pc:docMk/>
          <pc:sldMk cId="2912142347" sldId="419"/>
        </pc:sldMkLst>
        <pc:spChg chg="mod">
          <ac:chgData name="우진 김" userId="9d5916cb77183fd7" providerId="LiveId" clId="{73E18906-EDC1-493C-A223-1245781D7ADD}" dt="2025-08-13T02:02:21.905" v="34" actId="164"/>
          <ac:spMkLst>
            <pc:docMk/>
            <pc:sldMk cId="2912142347" sldId="419"/>
            <ac:spMk id="3" creationId="{FD5D6642-381C-DEBB-8BD1-8E64665098EB}"/>
          </ac:spMkLst>
        </pc:spChg>
        <pc:spChg chg="mod">
          <ac:chgData name="우진 김" userId="9d5916cb77183fd7" providerId="LiveId" clId="{73E18906-EDC1-493C-A223-1245781D7ADD}" dt="2025-08-13T02:02:14.723" v="33" actId="164"/>
          <ac:spMkLst>
            <pc:docMk/>
            <pc:sldMk cId="2912142347" sldId="419"/>
            <ac:spMk id="4" creationId="{846D85CF-8B64-47C3-25A1-44E4E6BE7DA2}"/>
          </ac:spMkLst>
        </pc:spChg>
        <pc:spChg chg="mod">
          <ac:chgData name="우진 김" userId="9d5916cb77183fd7" providerId="LiveId" clId="{73E18906-EDC1-493C-A223-1245781D7ADD}" dt="2025-08-13T01:56:52.093" v="12" actId="20577"/>
          <ac:spMkLst>
            <pc:docMk/>
            <pc:sldMk cId="2912142347" sldId="419"/>
            <ac:spMk id="9" creationId="{06E3844C-A5F8-0A94-F281-DDE46E4AF05E}"/>
          </ac:spMkLst>
        </pc:spChg>
        <pc:grpChg chg="add mod">
          <ac:chgData name="우진 김" userId="9d5916cb77183fd7" providerId="LiveId" clId="{73E18906-EDC1-493C-A223-1245781D7ADD}" dt="2025-08-13T02:02:14.723" v="33" actId="164"/>
          <ac:grpSpMkLst>
            <pc:docMk/>
            <pc:sldMk cId="2912142347" sldId="419"/>
            <ac:grpSpMk id="6" creationId="{6673E869-9EE6-6ADC-B6A1-22AA4C359F4A}"/>
          </ac:grpSpMkLst>
        </pc:grpChg>
        <pc:grpChg chg="add mod">
          <ac:chgData name="우진 김" userId="9d5916cb77183fd7" providerId="LiveId" clId="{73E18906-EDC1-493C-A223-1245781D7ADD}" dt="2025-08-13T02:02:21.905" v="34" actId="164"/>
          <ac:grpSpMkLst>
            <pc:docMk/>
            <pc:sldMk cId="2912142347" sldId="419"/>
            <ac:grpSpMk id="8" creationId="{8F8C2E15-8F9C-CE28-32AC-F4FD9BDCCA30}"/>
          </ac:grpSpMkLst>
        </pc:grpChg>
        <pc:picChg chg="mod">
          <ac:chgData name="우진 김" userId="9d5916cb77183fd7" providerId="LiveId" clId="{73E18906-EDC1-493C-A223-1245781D7ADD}" dt="2025-08-13T02:02:14.723" v="33" actId="164"/>
          <ac:picMkLst>
            <pc:docMk/>
            <pc:sldMk cId="2912142347" sldId="419"/>
            <ac:picMk id="7" creationId="{B37B7B7B-E8D8-8A76-AA76-2F1220BCEC30}"/>
          </ac:picMkLst>
        </pc:picChg>
        <pc:picChg chg="mod">
          <ac:chgData name="우진 김" userId="9d5916cb77183fd7" providerId="LiveId" clId="{73E18906-EDC1-493C-A223-1245781D7ADD}" dt="2025-08-13T02:02:21.905" v="34" actId="164"/>
          <ac:picMkLst>
            <pc:docMk/>
            <pc:sldMk cId="2912142347" sldId="419"/>
            <ac:picMk id="12" creationId="{D97A0824-B387-0C98-21DF-303ADF6A8E2C}"/>
          </ac:picMkLst>
        </pc:picChg>
      </pc:sldChg>
      <pc:sldChg chg="addSp modSp mod modAnim">
        <pc:chgData name="우진 김" userId="9d5916cb77183fd7" providerId="LiveId" clId="{73E18906-EDC1-493C-A223-1245781D7ADD}" dt="2025-08-13T02:05:16.048" v="41"/>
        <pc:sldMkLst>
          <pc:docMk/>
          <pc:sldMk cId="4107177209" sldId="420"/>
        </pc:sldMkLst>
        <pc:spChg chg="mod">
          <ac:chgData name="우진 김" userId="9d5916cb77183fd7" providerId="LiveId" clId="{73E18906-EDC1-493C-A223-1245781D7ADD}" dt="2025-08-13T02:05:13.075" v="39" actId="164"/>
          <ac:spMkLst>
            <pc:docMk/>
            <pc:sldMk cId="4107177209" sldId="420"/>
            <ac:spMk id="3" creationId="{BE534E11-527D-F1AF-A936-CB43F93D8BA5}"/>
          </ac:spMkLst>
        </pc:spChg>
        <pc:spChg chg="mod">
          <ac:chgData name="우진 김" userId="9d5916cb77183fd7" providerId="LiveId" clId="{73E18906-EDC1-493C-A223-1245781D7ADD}" dt="2025-08-13T02:05:09.570" v="38" actId="164"/>
          <ac:spMkLst>
            <pc:docMk/>
            <pc:sldMk cId="4107177209" sldId="420"/>
            <ac:spMk id="4" creationId="{ADD3E9D5-4414-7E57-D0FA-C4646B8DDBE9}"/>
          </ac:spMkLst>
        </pc:spChg>
        <pc:spChg chg="mod">
          <ac:chgData name="우진 김" userId="9d5916cb77183fd7" providerId="LiveId" clId="{73E18906-EDC1-493C-A223-1245781D7ADD}" dt="2025-08-13T01:56:56.771" v="17" actId="20577"/>
          <ac:spMkLst>
            <pc:docMk/>
            <pc:sldMk cId="4107177209" sldId="420"/>
            <ac:spMk id="9" creationId="{71A5382A-E589-12E9-B21E-ED4B965D03D0}"/>
          </ac:spMkLst>
        </pc:spChg>
        <pc:grpChg chg="add mod">
          <ac:chgData name="우진 김" userId="9d5916cb77183fd7" providerId="LiveId" clId="{73E18906-EDC1-493C-A223-1245781D7ADD}" dt="2025-08-13T02:05:09.570" v="38" actId="164"/>
          <ac:grpSpMkLst>
            <pc:docMk/>
            <pc:sldMk cId="4107177209" sldId="420"/>
            <ac:grpSpMk id="6" creationId="{E1BEDDD2-6B6F-1276-FD97-960A5FA8970B}"/>
          </ac:grpSpMkLst>
        </pc:grpChg>
        <pc:grpChg chg="add mod">
          <ac:chgData name="우진 김" userId="9d5916cb77183fd7" providerId="LiveId" clId="{73E18906-EDC1-493C-A223-1245781D7ADD}" dt="2025-08-13T02:05:13.075" v="39" actId="164"/>
          <ac:grpSpMkLst>
            <pc:docMk/>
            <pc:sldMk cId="4107177209" sldId="420"/>
            <ac:grpSpMk id="7" creationId="{CDEC4F1F-664E-EB7E-9AE7-DDAE2D889D7C}"/>
          </ac:grpSpMkLst>
        </pc:grpChg>
        <pc:picChg chg="mod">
          <ac:chgData name="우진 김" userId="9d5916cb77183fd7" providerId="LiveId" clId="{73E18906-EDC1-493C-A223-1245781D7ADD}" dt="2025-08-13T02:05:09.570" v="38" actId="164"/>
          <ac:picMkLst>
            <pc:docMk/>
            <pc:sldMk cId="4107177209" sldId="420"/>
            <ac:picMk id="15" creationId="{F5B84B7D-5011-D585-779E-D54098321C09}"/>
          </ac:picMkLst>
        </pc:picChg>
        <pc:picChg chg="mod">
          <ac:chgData name="우진 김" userId="9d5916cb77183fd7" providerId="LiveId" clId="{73E18906-EDC1-493C-A223-1245781D7ADD}" dt="2025-08-13T02:05:13.075" v="39" actId="164"/>
          <ac:picMkLst>
            <pc:docMk/>
            <pc:sldMk cId="4107177209" sldId="420"/>
            <ac:picMk id="18" creationId="{A2C8B18C-F0CD-3747-FAC2-E88BE78A2BC0}"/>
          </ac:picMkLst>
        </pc:picChg>
      </pc:sldChg>
      <pc:sldChg chg="modSp mod modAnim">
        <pc:chgData name="우진 김" userId="9d5916cb77183fd7" providerId="LiveId" clId="{73E18906-EDC1-493C-A223-1245781D7ADD}" dt="2025-08-13T02:19:04.463" v="44"/>
        <pc:sldMkLst>
          <pc:docMk/>
          <pc:sldMk cId="2206224731" sldId="421"/>
        </pc:sldMkLst>
        <pc:spChg chg="mod">
          <ac:chgData name="우진 김" userId="9d5916cb77183fd7" providerId="LiveId" clId="{73E18906-EDC1-493C-A223-1245781D7ADD}" dt="2025-08-13T01:57:06.117" v="21" actId="20577"/>
          <ac:spMkLst>
            <pc:docMk/>
            <pc:sldMk cId="2206224731" sldId="421"/>
            <ac:spMk id="9" creationId="{9E0D6072-83F6-809D-034B-33AC68860DDF}"/>
          </ac:spMkLst>
        </pc:spChg>
      </pc:sldChg>
      <pc:sldChg chg="modSp">
        <pc:chgData name="우진 김" userId="9d5916cb77183fd7" providerId="LiveId" clId="{73E18906-EDC1-493C-A223-1245781D7ADD}" dt="2025-08-13T02:19:19.576" v="45" actId="1076"/>
        <pc:sldMkLst>
          <pc:docMk/>
          <pc:sldMk cId="359152800" sldId="422"/>
        </pc:sldMkLst>
        <pc:picChg chg="mod">
          <ac:chgData name="우진 김" userId="9d5916cb77183fd7" providerId="LiveId" clId="{73E18906-EDC1-493C-A223-1245781D7ADD}" dt="2025-08-13T02:19:19.576" v="45" actId="1076"/>
          <ac:picMkLst>
            <pc:docMk/>
            <pc:sldMk cId="359152800" sldId="422"/>
            <ac:picMk id="1026" creationId="{E5833B8F-2D59-3278-67AB-83E8988AB816}"/>
          </ac:picMkLst>
        </pc:picChg>
      </pc:sldChg>
      <pc:sldChg chg="addSp modSp modAnim">
        <pc:chgData name="우진 김" userId="9d5916cb77183fd7" providerId="LiveId" clId="{73E18906-EDC1-493C-A223-1245781D7ADD}" dt="2025-08-13T02:20:02.176" v="51"/>
        <pc:sldMkLst>
          <pc:docMk/>
          <pc:sldMk cId="2934031354" sldId="423"/>
        </pc:sldMkLst>
        <pc:spChg chg="mod">
          <ac:chgData name="우진 김" userId="9d5916cb77183fd7" providerId="LiveId" clId="{73E18906-EDC1-493C-A223-1245781D7ADD}" dt="2025-08-13T02:19:53.763" v="48" actId="164"/>
          <ac:spMkLst>
            <pc:docMk/>
            <pc:sldMk cId="2934031354" sldId="423"/>
            <ac:spMk id="7" creationId="{1E6325A7-B16D-B23A-7C02-FF4BF5CFAD61}"/>
          </ac:spMkLst>
        </pc:spChg>
        <pc:spChg chg="mod">
          <ac:chgData name="우진 김" userId="9d5916cb77183fd7" providerId="LiveId" clId="{73E18906-EDC1-493C-A223-1245781D7ADD}" dt="2025-08-13T02:19:58.856" v="49" actId="164"/>
          <ac:spMkLst>
            <pc:docMk/>
            <pc:sldMk cId="2934031354" sldId="423"/>
            <ac:spMk id="11" creationId="{A25CB0B8-79E3-E20C-F3E1-E86B82DEB656}"/>
          </ac:spMkLst>
        </pc:spChg>
        <pc:grpChg chg="add mod">
          <ac:chgData name="우진 김" userId="9d5916cb77183fd7" providerId="LiveId" clId="{73E18906-EDC1-493C-A223-1245781D7ADD}" dt="2025-08-13T02:19:53.763" v="48" actId="164"/>
          <ac:grpSpMkLst>
            <pc:docMk/>
            <pc:sldMk cId="2934031354" sldId="423"/>
            <ac:grpSpMk id="4" creationId="{67287F89-1D82-CDBB-7D88-69F98782F88D}"/>
          </ac:grpSpMkLst>
        </pc:grpChg>
        <pc:grpChg chg="add mod">
          <ac:chgData name="우진 김" userId="9d5916cb77183fd7" providerId="LiveId" clId="{73E18906-EDC1-493C-A223-1245781D7ADD}" dt="2025-08-13T02:19:58.856" v="49" actId="164"/>
          <ac:grpSpMkLst>
            <pc:docMk/>
            <pc:sldMk cId="2934031354" sldId="423"/>
            <ac:grpSpMk id="8" creationId="{5B2822C3-3AA9-BC91-B0E9-289DAC0E4000}"/>
          </ac:grpSpMkLst>
        </pc:grpChg>
        <pc:picChg chg="mod">
          <ac:chgData name="우진 김" userId="9d5916cb77183fd7" providerId="LiveId" clId="{73E18906-EDC1-493C-A223-1245781D7ADD}" dt="2025-08-13T02:19:53.763" v="48" actId="164"/>
          <ac:picMkLst>
            <pc:docMk/>
            <pc:sldMk cId="2934031354" sldId="423"/>
            <ac:picMk id="6" creationId="{1DDB2061-DF5D-A167-B4CD-00C6C9D0151C}"/>
          </ac:picMkLst>
        </pc:picChg>
        <pc:picChg chg="mod">
          <ac:chgData name="우진 김" userId="9d5916cb77183fd7" providerId="LiveId" clId="{73E18906-EDC1-493C-A223-1245781D7ADD}" dt="2025-08-13T02:19:58.856" v="49" actId="164"/>
          <ac:picMkLst>
            <pc:docMk/>
            <pc:sldMk cId="2934031354" sldId="423"/>
            <ac:picMk id="14" creationId="{8B0E56E8-90C5-60DA-658E-ACDCFFD130DC}"/>
          </ac:picMkLst>
        </pc:picChg>
      </pc:sldChg>
      <pc:sldChg chg="ord">
        <pc:chgData name="우진 김" userId="9d5916cb77183fd7" providerId="LiveId" clId="{73E18906-EDC1-493C-A223-1245781D7ADD}" dt="2025-08-13T03:12:30.048" v="162"/>
        <pc:sldMkLst>
          <pc:docMk/>
          <pc:sldMk cId="2710845988" sldId="424"/>
        </pc:sldMkLst>
      </pc:sldChg>
      <pc:sldChg chg="delSp mod delAnim">
        <pc:chgData name="우진 김" userId="9d5916cb77183fd7" providerId="LiveId" clId="{73E18906-EDC1-493C-A223-1245781D7ADD}" dt="2025-08-13T01:57:16.086" v="22" actId="478"/>
        <pc:sldMkLst>
          <pc:docMk/>
          <pc:sldMk cId="2400302449" sldId="425"/>
        </pc:sldMkLst>
        <pc:picChg chg="del">
          <ac:chgData name="우진 김" userId="9d5916cb77183fd7" providerId="LiveId" clId="{73E18906-EDC1-493C-A223-1245781D7ADD}" dt="2025-08-13T01:57:16.086" v="22" actId="478"/>
          <ac:picMkLst>
            <pc:docMk/>
            <pc:sldMk cId="2400302449" sldId="425"/>
            <ac:picMk id="12" creationId="{FDC66F5B-82BB-02DC-4CA7-2970DDB3AB6B}"/>
          </ac:picMkLst>
        </pc:picChg>
      </pc:sldChg>
      <pc:sldChg chg="addSp modSp mod modAnim">
        <pc:chgData name="우진 김" userId="9d5916cb77183fd7" providerId="LiveId" clId="{73E18906-EDC1-493C-A223-1245781D7ADD}" dt="2025-08-13T02:27:27.956" v="63"/>
        <pc:sldMkLst>
          <pc:docMk/>
          <pc:sldMk cId="2536581800" sldId="427"/>
        </pc:sldMkLst>
        <pc:spChg chg="add mod">
          <ac:chgData name="우진 김" userId="9d5916cb77183fd7" providerId="LiveId" clId="{73E18906-EDC1-493C-A223-1245781D7ADD}" dt="2025-08-13T02:27:20.733" v="60" actId="14100"/>
          <ac:spMkLst>
            <pc:docMk/>
            <pc:sldMk cId="2536581800" sldId="427"/>
            <ac:spMk id="2" creationId="{2DC064E8-EBA5-74B9-D90D-9556D262591E}"/>
          </ac:spMkLst>
        </pc:spChg>
        <pc:spChg chg="mod">
          <ac:chgData name="우진 김" userId="9d5916cb77183fd7" providerId="LiveId" clId="{73E18906-EDC1-493C-A223-1245781D7ADD}" dt="2025-08-13T02:27:12.545" v="57" actId="14100"/>
          <ac:spMkLst>
            <pc:docMk/>
            <pc:sldMk cId="2536581800" sldId="427"/>
            <ac:spMk id="6" creationId="{D2D4A2D4-457F-0A2A-F18D-B2B1BE1A2437}"/>
          </ac:spMkLst>
        </pc:spChg>
      </pc:sldChg>
      <pc:sldChg chg="addSp modSp mod modAnim">
        <pc:chgData name="우진 김" userId="9d5916cb77183fd7" providerId="LiveId" clId="{73E18906-EDC1-493C-A223-1245781D7ADD}" dt="2025-08-13T02:27:45.737" v="70"/>
        <pc:sldMkLst>
          <pc:docMk/>
          <pc:sldMk cId="2343617760" sldId="428"/>
        </pc:sldMkLst>
        <pc:spChg chg="mod">
          <ac:chgData name="우진 김" userId="9d5916cb77183fd7" providerId="LiveId" clId="{73E18906-EDC1-493C-A223-1245781D7ADD}" dt="2025-08-13T02:27:38.286" v="66" actId="164"/>
          <ac:spMkLst>
            <pc:docMk/>
            <pc:sldMk cId="2343617760" sldId="428"/>
            <ac:spMk id="11" creationId="{DF70BBC7-4DDC-FA00-E90F-82BC2EBFB116}"/>
          </ac:spMkLst>
        </pc:spChg>
        <pc:spChg chg="mod">
          <ac:chgData name="우진 김" userId="9d5916cb77183fd7" providerId="LiveId" clId="{73E18906-EDC1-493C-A223-1245781D7ADD}" dt="2025-08-13T02:27:42.039" v="67" actId="164"/>
          <ac:spMkLst>
            <pc:docMk/>
            <pc:sldMk cId="2343617760" sldId="428"/>
            <ac:spMk id="12" creationId="{056B3532-0C54-E301-86E7-D7A9F0A7AC23}"/>
          </ac:spMkLst>
        </pc:spChg>
        <pc:grpChg chg="add mod">
          <ac:chgData name="우진 김" userId="9d5916cb77183fd7" providerId="LiveId" clId="{73E18906-EDC1-493C-A223-1245781D7ADD}" dt="2025-08-13T02:27:42.815" v="68" actId="1076"/>
          <ac:grpSpMkLst>
            <pc:docMk/>
            <pc:sldMk cId="2343617760" sldId="428"/>
            <ac:grpSpMk id="2" creationId="{CD4DEAAC-A5AB-D535-45E7-780ABF3DB4BA}"/>
          </ac:grpSpMkLst>
        </pc:grpChg>
        <pc:grpChg chg="add mod">
          <ac:chgData name="우진 김" userId="9d5916cb77183fd7" providerId="LiveId" clId="{73E18906-EDC1-493C-A223-1245781D7ADD}" dt="2025-08-13T02:27:42.039" v="67" actId="164"/>
          <ac:grpSpMkLst>
            <pc:docMk/>
            <pc:sldMk cId="2343617760" sldId="428"/>
            <ac:grpSpMk id="3" creationId="{2AD50A49-F89A-3B73-844F-FCF8E62EDBF0}"/>
          </ac:grpSpMkLst>
        </pc:grpChg>
        <pc:picChg chg="mod">
          <ac:chgData name="우진 김" userId="9d5916cb77183fd7" providerId="LiveId" clId="{73E18906-EDC1-493C-A223-1245781D7ADD}" dt="2025-08-13T02:27:38.286" v="66" actId="164"/>
          <ac:picMkLst>
            <pc:docMk/>
            <pc:sldMk cId="2343617760" sldId="428"/>
            <ac:picMk id="9" creationId="{9BF18A1D-6160-5B10-CFC6-6F6EEFB89241}"/>
          </ac:picMkLst>
        </pc:picChg>
        <pc:picChg chg="mod">
          <ac:chgData name="우진 김" userId="9d5916cb77183fd7" providerId="LiveId" clId="{73E18906-EDC1-493C-A223-1245781D7ADD}" dt="2025-08-13T02:27:42.039" v="67" actId="164"/>
          <ac:picMkLst>
            <pc:docMk/>
            <pc:sldMk cId="2343617760" sldId="428"/>
            <ac:picMk id="14" creationId="{14CC3F5D-7E66-BAED-6833-ABA722000A36}"/>
          </ac:picMkLst>
        </pc:picChg>
      </pc:sldChg>
      <pc:sldChg chg="addSp modSp">
        <pc:chgData name="우진 김" userId="9d5916cb77183fd7" providerId="LiveId" clId="{73E18906-EDC1-493C-A223-1245781D7ADD}" dt="2025-08-13T02:28:01.905" v="72" actId="164"/>
        <pc:sldMkLst>
          <pc:docMk/>
          <pc:sldMk cId="740634538" sldId="435"/>
        </pc:sldMkLst>
        <pc:spChg chg="mod">
          <ac:chgData name="우진 김" userId="9d5916cb77183fd7" providerId="LiveId" clId="{73E18906-EDC1-493C-A223-1245781D7ADD}" dt="2025-08-13T02:27:57.240" v="71" actId="164"/>
          <ac:spMkLst>
            <pc:docMk/>
            <pc:sldMk cId="740634538" sldId="435"/>
            <ac:spMk id="5" creationId="{882CF4F3-68D4-B1DC-49CC-CCDB1C84ACBA}"/>
          </ac:spMkLst>
        </pc:spChg>
        <pc:spChg chg="mod">
          <ac:chgData name="우진 김" userId="9d5916cb77183fd7" providerId="LiveId" clId="{73E18906-EDC1-493C-A223-1245781D7ADD}" dt="2025-08-13T02:28:01.905" v="72" actId="164"/>
          <ac:spMkLst>
            <pc:docMk/>
            <pc:sldMk cId="740634538" sldId="435"/>
            <ac:spMk id="6" creationId="{4C8C9F2F-7C0C-5B20-5DC9-70F9B17C7EFE}"/>
          </ac:spMkLst>
        </pc:spChg>
        <pc:grpChg chg="add mod">
          <ac:chgData name="우진 김" userId="9d5916cb77183fd7" providerId="LiveId" clId="{73E18906-EDC1-493C-A223-1245781D7ADD}" dt="2025-08-13T02:27:57.240" v="71" actId="164"/>
          <ac:grpSpMkLst>
            <pc:docMk/>
            <pc:sldMk cId="740634538" sldId="435"/>
            <ac:grpSpMk id="7" creationId="{DF4C726A-CE23-15D4-7C45-12CE5B451475}"/>
          </ac:grpSpMkLst>
        </pc:grpChg>
        <pc:grpChg chg="add mod">
          <ac:chgData name="우진 김" userId="9d5916cb77183fd7" providerId="LiveId" clId="{73E18906-EDC1-493C-A223-1245781D7ADD}" dt="2025-08-13T02:28:01.905" v="72" actId="164"/>
          <ac:grpSpMkLst>
            <pc:docMk/>
            <pc:sldMk cId="740634538" sldId="435"/>
            <ac:grpSpMk id="11" creationId="{628F9F1D-6F0E-7C16-6C04-A29481F87D40}"/>
          </ac:grpSpMkLst>
        </pc:grpChg>
        <pc:picChg chg="mod">
          <ac:chgData name="우진 김" userId="9d5916cb77183fd7" providerId="LiveId" clId="{73E18906-EDC1-493C-A223-1245781D7ADD}" dt="2025-08-13T02:28:01.905" v="72" actId="164"/>
          <ac:picMkLst>
            <pc:docMk/>
            <pc:sldMk cId="740634538" sldId="435"/>
            <ac:picMk id="9" creationId="{4D8BE914-81E9-AACD-A83B-39E3FDC64AD6}"/>
          </ac:picMkLst>
        </pc:picChg>
        <pc:picChg chg="mod">
          <ac:chgData name="우진 김" userId="9d5916cb77183fd7" providerId="LiveId" clId="{73E18906-EDC1-493C-A223-1245781D7ADD}" dt="2025-08-13T02:27:57.240" v="71" actId="164"/>
          <ac:picMkLst>
            <pc:docMk/>
            <pc:sldMk cId="740634538" sldId="435"/>
            <ac:picMk id="19" creationId="{3D133A40-5B5B-D76F-F766-5A4A265221F6}"/>
          </ac:picMkLst>
        </pc:picChg>
      </pc:sldChg>
      <pc:sldChg chg="addSp modSp modAnim">
        <pc:chgData name="우진 김" userId="9d5916cb77183fd7" providerId="LiveId" clId="{73E18906-EDC1-493C-A223-1245781D7ADD}" dt="2025-08-13T02:28:24.213" v="77"/>
        <pc:sldMkLst>
          <pc:docMk/>
          <pc:sldMk cId="2202930638" sldId="436"/>
        </pc:sldMkLst>
        <pc:spChg chg="mod">
          <ac:chgData name="우진 김" userId="9d5916cb77183fd7" providerId="LiveId" clId="{73E18906-EDC1-493C-A223-1245781D7ADD}" dt="2025-08-13T02:28:13.267" v="73" actId="164"/>
          <ac:spMkLst>
            <pc:docMk/>
            <pc:sldMk cId="2202930638" sldId="436"/>
            <ac:spMk id="14" creationId="{767D8389-2BD8-CD3F-F817-15ECF0AB44B9}"/>
          </ac:spMkLst>
        </pc:spChg>
        <pc:spChg chg="mod">
          <ac:chgData name="우진 김" userId="9d5916cb77183fd7" providerId="LiveId" clId="{73E18906-EDC1-493C-A223-1245781D7ADD}" dt="2025-08-13T02:28:17.947" v="74" actId="164"/>
          <ac:spMkLst>
            <pc:docMk/>
            <pc:sldMk cId="2202930638" sldId="436"/>
            <ac:spMk id="15" creationId="{44F5DEBE-EAFA-C494-F722-DCDD2513B5F4}"/>
          </ac:spMkLst>
        </pc:spChg>
        <pc:grpChg chg="add mod">
          <ac:chgData name="우진 김" userId="9d5916cb77183fd7" providerId="LiveId" clId="{73E18906-EDC1-493C-A223-1245781D7ADD}" dt="2025-08-13T02:28:13.267" v="73" actId="164"/>
          <ac:grpSpMkLst>
            <pc:docMk/>
            <pc:sldMk cId="2202930638" sldId="436"/>
            <ac:grpSpMk id="2" creationId="{8AAB734F-96B3-F4EA-26CB-8ABE64865036}"/>
          </ac:grpSpMkLst>
        </pc:grpChg>
        <pc:grpChg chg="add mod">
          <ac:chgData name="우진 김" userId="9d5916cb77183fd7" providerId="LiveId" clId="{73E18906-EDC1-493C-A223-1245781D7ADD}" dt="2025-08-13T02:28:17.947" v="74" actId="164"/>
          <ac:grpSpMkLst>
            <pc:docMk/>
            <pc:sldMk cId="2202930638" sldId="436"/>
            <ac:grpSpMk id="6" creationId="{E43EA94C-E864-43A3-AC6C-C2C434C8A1A1}"/>
          </ac:grpSpMkLst>
        </pc:grpChg>
        <pc:picChg chg="mod">
          <ac:chgData name="우진 김" userId="9d5916cb77183fd7" providerId="LiveId" clId="{73E18906-EDC1-493C-A223-1245781D7ADD}" dt="2025-08-13T02:28:13.267" v="73" actId="164"/>
          <ac:picMkLst>
            <pc:docMk/>
            <pc:sldMk cId="2202930638" sldId="436"/>
            <ac:picMk id="11" creationId="{C2818435-E798-8760-D35F-7E310AAE23BA}"/>
          </ac:picMkLst>
        </pc:picChg>
        <pc:picChg chg="mod">
          <ac:chgData name="우진 김" userId="9d5916cb77183fd7" providerId="LiveId" clId="{73E18906-EDC1-493C-A223-1245781D7ADD}" dt="2025-08-13T02:28:17.947" v="74" actId="164"/>
          <ac:picMkLst>
            <pc:docMk/>
            <pc:sldMk cId="2202930638" sldId="436"/>
            <ac:picMk id="13" creationId="{4ADDEAAE-28FA-B51C-4365-5889661CDDB2}"/>
          </ac:picMkLst>
        </pc:picChg>
      </pc:sldChg>
      <pc:sldChg chg="addSp modSp modAnim">
        <pc:chgData name="우진 김" userId="9d5916cb77183fd7" providerId="LiveId" clId="{73E18906-EDC1-493C-A223-1245781D7ADD}" dt="2025-08-13T02:28:45.701" v="82"/>
        <pc:sldMkLst>
          <pc:docMk/>
          <pc:sldMk cId="1101785127" sldId="437"/>
        </pc:sldMkLst>
        <pc:spChg chg="mod">
          <ac:chgData name="우진 김" userId="9d5916cb77183fd7" providerId="LiveId" clId="{73E18906-EDC1-493C-A223-1245781D7ADD}" dt="2025-08-13T02:28:34.532" v="79" actId="164"/>
          <ac:spMkLst>
            <pc:docMk/>
            <pc:sldMk cId="1101785127" sldId="437"/>
            <ac:spMk id="7" creationId="{0074DFFC-DAD8-EFB8-5EF3-6632D0CFF0A7}"/>
          </ac:spMkLst>
        </pc:spChg>
        <pc:spChg chg="mod">
          <ac:chgData name="우진 김" userId="9d5916cb77183fd7" providerId="LiveId" clId="{73E18906-EDC1-493C-A223-1245781D7ADD}" dt="2025-08-13T02:28:30.908" v="78" actId="164"/>
          <ac:spMkLst>
            <pc:docMk/>
            <pc:sldMk cId="1101785127" sldId="437"/>
            <ac:spMk id="15" creationId="{AB0B056C-573B-FFF5-A390-4A6C984421B3}"/>
          </ac:spMkLst>
        </pc:spChg>
        <pc:grpChg chg="add mod">
          <ac:chgData name="우진 김" userId="9d5916cb77183fd7" providerId="LiveId" clId="{73E18906-EDC1-493C-A223-1245781D7ADD}" dt="2025-08-13T02:28:30.908" v="78" actId="164"/>
          <ac:grpSpMkLst>
            <pc:docMk/>
            <pc:sldMk cId="1101785127" sldId="437"/>
            <ac:grpSpMk id="2" creationId="{E15EFF62-3FAC-C1E8-50F8-9B784741B60D}"/>
          </ac:grpSpMkLst>
        </pc:grpChg>
        <pc:grpChg chg="add mod">
          <ac:chgData name="우진 김" userId="9d5916cb77183fd7" providerId="LiveId" clId="{73E18906-EDC1-493C-A223-1245781D7ADD}" dt="2025-08-13T02:28:34.532" v="79" actId="164"/>
          <ac:grpSpMkLst>
            <pc:docMk/>
            <pc:sldMk cId="1101785127" sldId="437"/>
            <ac:grpSpMk id="12" creationId="{9DCBE8ED-28EB-64CB-CAD1-B854AA191A4B}"/>
          </ac:grpSpMkLst>
        </pc:grpChg>
        <pc:picChg chg="mod">
          <ac:chgData name="우진 김" userId="9d5916cb77183fd7" providerId="LiveId" clId="{73E18906-EDC1-493C-A223-1245781D7ADD}" dt="2025-08-13T02:28:34.532" v="79" actId="164"/>
          <ac:picMkLst>
            <pc:docMk/>
            <pc:sldMk cId="1101785127" sldId="437"/>
            <ac:picMk id="6" creationId="{A72CD953-E065-D7D3-ECB8-A80C7C2A7E3C}"/>
          </ac:picMkLst>
        </pc:picChg>
        <pc:picChg chg="mod">
          <ac:chgData name="우진 김" userId="9d5916cb77183fd7" providerId="LiveId" clId="{73E18906-EDC1-493C-A223-1245781D7ADD}" dt="2025-08-13T02:28:30.908" v="78" actId="164"/>
          <ac:picMkLst>
            <pc:docMk/>
            <pc:sldMk cId="1101785127" sldId="437"/>
            <ac:picMk id="16386" creationId="{D1D19D19-C23F-F375-89F8-D611F3C2ED4A}"/>
          </ac:picMkLst>
        </pc:picChg>
      </pc:sldChg>
      <pc:sldChg chg="addSp delSp modSp mod modAnim">
        <pc:chgData name="우진 김" userId="9d5916cb77183fd7" providerId="LiveId" clId="{73E18906-EDC1-493C-A223-1245781D7ADD}" dt="2025-08-13T02:34:37.436" v="112"/>
        <pc:sldMkLst>
          <pc:docMk/>
          <pc:sldMk cId="1005495404" sldId="439"/>
        </pc:sldMkLst>
        <pc:spChg chg="mod topLvl">
          <ac:chgData name="우진 김" userId="9d5916cb77183fd7" providerId="LiveId" clId="{73E18906-EDC1-493C-A223-1245781D7ADD}" dt="2025-08-13T02:32:07.954" v="93" actId="165"/>
          <ac:spMkLst>
            <pc:docMk/>
            <pc:sldMk cId="1005495404" sldId="439"/>
            <ac:spMk id="12" creationId="{C08761C4-7CD0-F942-DB12-4025BAB9696C}"/>
          </ac:spMkLst>
        </pc:spChg>
        <pc:spChg chg="mod">
          <ac:chgData name="우진 김" userId="9d5916cb77183fd7" providerId="LiveId" clId="{73E18906-EDC1-493C-A223-1245781D7ADD}" dt="2025-08-13T02:29:46.596" v="84" actId="164"/>
          <ac:spMkLst>
            <pc:docMk/>
            <pc:sldMk cId="1005495404" sldId="439"/>
            <ac:spMk id="13" creationId="{9FBAC98D-7E10-1986-62F1-B187417ECEB8}"/>
          </ac:spMkLst>
        </pc:spChg>
        <pc:spChg chg="mod">
          <ac:chgData name="우진 김" userId="9d5916cb77183fd7" providerId="LiveId" clId="{73E18906-EDC1-493C-A223-1245781D7ADD}" dt="2025-08-13T02:29:52.809" v="85" actId="164"/>
          <ac:spMkLst>
            <pc:docMk/>
            <pc:sldMk cId="1005495404" sldId="439"/>
            <ac:spMk id="14" creationId="{C4195D5E-F54F-AE66-E4ED-6B1E31AA9EBC}"/>
          </ac:spMkLst>
        </pc:spChg>
        <pc:spChg chg="add mod">
          <ac:chgData name="우진 김" userId="9d5916cb77183fd7" providerId="LiveId" clId="{73E18906-EDC1-493C-A223-1245781D7ADD}" dt="2025-08-13T02:33:19.016" v="99" actId="207"/>
          <ac:spMkLst>
            <pc:docMk/>
            <pc:sldMk cId="1005495404" sldId="439"/>
            <ac:spMk id="15" creationId="{F3FA60A8-3F9C-9C7E-D3A4-B791DDE1ACA6}"/>
          </ac:spMkLst>
        </pc:spChg>
        <pc:spChg chg="mod">
          <ac:chgData name="우진 김" userId="9d5916cb77183fd7" providerId="LiveId" clId="{73E18906-EDC1-493C-A223-1245781D7ADD}" dt="2025-08-13T02:29:56.582" v="86" actId="164"/>
          <ac:spMkLst>
            <pc:docMk/>
            <pc:sldMk cId="1005495404" sldId="439"/>
            <ac:spMk id="16" creationId="{FCD319B3-EB03-FD86-FF42-840393E274F9}"/>
          </ac:spMkLst>
        </pc:spChg>
        <pc:spChg chg="add mod">
          <ac:chgData name="우진 김" userId="9d5916cb77183fd7" providerId="LiveId" clId="{73E18906-EDC1-493C-A223-1245781D7ADD}" dt="2025-08-13T02:33:29.834" v="101" actId="1076"/>
          <ac:spMkLst>
            <pc:docMk/>
            <pc:sldMk cId="1005495404" sldId="439"/>
            <ac:spMk id="17" creationId="{7E0FB643-01C1-1802-F9D2-948A538315D1}"/>
          </ac:spMkLst>
        </pc:spChg>
        <pc:spChg chg="mod topLvl">
          <ac:chgData name="우진 김" userId="9d5916cb77183fd7" providerId="LiveId" clId="{73E18906-EDC1-493C-A223-1245781D7ADD}" dt="2025-08-13T02:32:07.954" v="93" actId="165"/>
          <ac:spMkLst>
            <pc:docMk/>
            <pc:sldMk cId="1005495404" sldId="439"/>
            <ac:spMk id="19" creationId="{8614CF41-663F-88A8-88AE-B0CD5D04FD42}"/>
          </ac:spMkLst>
        </pc:spChg>
        <pc:spChg chg="mod">
          <ac:chgData name="우진 김" userId="9d5916cb77183fd7" providerId="LiveId" clId="{73E18906-EDC1-493C-A223-1245781D7ADD}" dt="2025-08-13T02:29:46.596" v="84" actId="164"/>
          <ac:spMkLst>
            <pc:docMk/>
            <pc:sldMk cId="1005495404" sldId="439"/>
            <ac:spMk id="20" creationId="{F3582945-6985-0B18-A15F-8436412C358D}"/>
          </ac:spMkLst>
        </pc:spChg>
        <pc:spChg chg="mod">
          <ac:chgData name="우진 김" userId="9d5916cb77183fd7" providerId="LiveId" clId="{73E18906-EDC1-493C-A223-1245781D7ADD}" dt="2025-08-13T02:29:52.809" v="85" actId="164"/>
          <ac:spMkLst>
            <pc:docMk/>
            <pc:sldMk cId="1005495404" sldId="439"/>
            <ac:spMk id="21" creationId="{0B51C672-1A7F-3C70-EB7D-9FC8E3C6B658}"/>
          </ac:spMkLst>
        </pc:spChg>
        <pc:spChg chg="add mod">
          <ac:chgData name="우진 김" userId="9d5916cb77183fd7" providerId="LiveId" clId="{73E18906-EDC1-493C-A223-1245781D7ADD}" dt="2025-08-13T02:33:33.605" v="103" actId="1076"/>
          <ac:spMkLst>
            <pc:docMk/>
            <pc:sldMk cId="1005495404" sldId="439"/>
            <ac:spMk id="22" creationId="{1A700A32-CF00-EA1E-BB21-E888EB35B8AB}"/>
          </ac:spMkLst>
        </pc:spChg>
        <pc:spChg chg="add mod">
          <ac:chgData name="우진 김" userId="9d5916cb77183fd7" providerId="LiveId" clId="{73E18906-EDC1-493C-A223-1245781D7ADD}" dt="2025-08-13T02:33:38.040" v="106" actId="14100"/>
          <ac:spMkLst>
            <pc:docMk/>
            <pc:sldMk cId="1005495404" sldId="439"/>
            <ac:spMk id="27" creationId="{A2AB1925-5B0A-2382-7BA0-AD0FC20901CB}"/>
          </ac:spMkLst>
        </pc:spChg>
        <pc:spChg chg="mod topLvl">
          <ac:chgData name="우진 김" userId="9d5916cb77183fd7" providerId="LiveId" clId="{73E18906-EDC1-493C-A223-1245781D7ADD}" dt="2025-08-13T02:32:07.954" v="93" actId="165"/>
          <ac:spMkLst>
            <pc:docMk/>
            <pc:sldMk cId="1005495404" sldId="439"/>
            <ac:spMk id="29" creationId="{595213B4-F84C-8C5E-4DA0-F84B8AF555CB}"/>
          </ac:spMkLst>
        </pc:spChg>
        <pc:spChg chg="mod">
          <ac:chgData name="우진 김" userId="9d5916cb77183fd7" providerId="LiveId" clId="{73E18906-EDC1-493C-A223-1245781D7ADD}" dt="2025-08-13T02:29:46.596" v="84" actId="164"/>
          <ac:spMkLst>
            <pc:docMk/>
            <pc:sldMk cId="1005495404" sldId="439"/>
            <ac:spMk id="30" creationId="{4705E802-B768-FFE7-BD15-D09393AAA755}"/>
          </ac:spMkLst>
        </pc:spChg>
        <pc:spChg chg="mod">
          <ac:chgData name="우진 김" userId="9d5916cb77183fd7" providerId="LiveId" clId="{73E18906-EDC1-493C-A223-1245781D7ADD}" dt="2025-08-13T02:29:56.582" v="86" actId="164"/>
          <ac:spMkLst>
            <pc:docMk/>
            <pc:sldMk cId="1005495404" sldId="439"/>
            <ac:spMk id="35" creationId="{4ABE9556-EE0E-6D69-36AE-5947D5E0B63F}"/>
          </ac:spMkLst>
        </pc:spChg>
        <pc:spChg chg="mod">
          <ac:chgData name="우진 김" userId="9d5916cb77183fd7" providerId="LiveId" clId="{73E18906-EDC1-493C-A223-1245781D7ADD}" dt="2025-08-13T02:29:52.809" v="85" actId="164"/>
          <ac:spMkLst>
            <pc:docMk/>
            <pc:sldMk cId="1005495404" sldId="439"/>
            <ac:spMk id="38" creationId="{2C1365DB-543D-333D-D6BF-BD8DAB973734}"/>
          </ac:spMkLst>
        </pc:spChg>
        <pc:spChg chg="mod">
          <ac:chgData name="우진 김" userId="9d5916cb77183fd7" providerId="LiveId" clId="{73E18906-EDC1-493C-A223-1245781D7ADD}" dt="2025-08-13T02:30:01.637" v="87" actId="1076"/>
          <ac:spMkLst>
            <pc:docMk/>
            <pc:sldMk cId="1005495404" sldId="439"/>
            <ac:spMk id="39" creationId="{DDE489C0-EA02-DF01-7BD3-E7154609EA05}"/>
          </ac:spMkLst>
        </pc:spChg>
        <pc:grpChg chg="add del mod">
          <ac:chgData name="우진 김" userId="9d5916cb77183fd7" providerId="LiveId" clId="{73E18906-EDC1-493C-A223-1245781D7ADD}" dt="2025-08-13T02:32:07.954" v="93" actId="165"/>
          <ac:grpSpMkLst>
            <pc:docMk/>
            <pc:sldMk cId="1005495404" sldId="439"/>
            <ac:grpSpMk id="2" creationId="{FA4F65FE-57BA-F2F4-BD8A-DCA283E4DFF1}"/>
          </ac:grpSpMkLst>
        </pc:grpChg>
        <pc:grpChg chg="add mod">
          <ac:chgData name="우진 김" userId="9d5916cb77183fd7" providerId="LiveId" clId="{73E18906-EDC1-493C-A223-1245781D7ADD}" dt="2025-08-13T02:29:46.596" v="84" actId="164"/>
          <ac:grpSpMkLst>
            <pc:docMk/>
            <pc:sldMk cId="1005495404" sldId="439"/>
            <ac:grpSpMk id="6" creationId="{6421D8D6-BE36-44F6-C94C-CA870207A969}"/>
          </ac:grpSpMkLst>
        </pc:grpChg>
        <pc:grpChg chg="add mod">
          <ac:chgData name="우진 김" userId="9d5916cb77183fd7" providerId="LiveId" clId="{73E18906-EDC1-493C-A223-1245781D7ADD}" dt="2025-08-13T02:29:52.809" v="85" actId="164"/>
          <ac:grpSpMkLst>
            <pc:docMk/>
            <pc:sldMk cId="1005495404" sldId="439"/>
            <ac:grpSpMk id="7" creationId="{47C3FDC0-AE57-BFEB-9F7A-2B683D392A5C}"/>
          </ac:grpSpMkLst>
        </pc:grpChg>
        <pc:grpChg chg="add mod">
          <ac:chgData name="우진 김" userId="9d5916cb77183fd7" providerId="LiveId" clId="{73E18906-EDC1-493C-A223-1245781D7ADD}" dt="2025-08-13T02:29:56.582" v="86" actId="164"/>
          <ac:grpSpMkLst>
            <pc:docMk/>
            <pc:sldMk cId="1005495404" sldId="439"/>
            <ac:grpSpMk id="10" creationId="{428A6D6B-9159-A496-09C8-AA131C71CC12}"/>
          </ac:grpSpMkLst>
        </pc:grpChg>
        <pc:cxnChg chg="mod topLvl">
          <ac:chgData name="우진 김" userId="9d5916cb77183fd7" providerId="LiveId" clId="{73E18906-EDC1-493C-A223-1245781D7ADD}" dt="2025-08-13T02:32:07.954" v="93" actId="165"/>
          <ac:cxnSpMkLst>
            <pc:docMk/>
            <pc:sldMk cId="1005495404" sldId="439"/>
            <ac:cxnSpMk id="23" creationId="{795148DB-FEB8-5325-8549-53638A08C57E}"/>
          </ac:cxnSpMkLst>
        </pc:cxnChg>
        <pc:cxnChg chg="mod topLvl">
          <ac:chgData name="우진 김" userId="9d5916cb77183fd7" providerId="LiveId" clId="{73E18906-EDC1-493C-A223-1245781D7ADD}" dt="2025-08-13T02:32:07.954" v="93" actId="165"/>
          <ac:cxnSpMkLst>
            <pc:docMk/>
            <pc:sldMk cId="1005495404" sldId="439"/>
            <ac:cxnSpMk id="24" creationId="{37C344C6-2E8C-2084-6AE4-52EAE7D6DCAF}"/>
          </ac:cxnSpMkLst>
        </pc:cxnChg>
        <pc:cxnChg chg="mod">
          <ac:chgData name="우진 김" userId="9d5916cb77183fd7" providerId="LiveId" clId="{73E18906-EDC1-493C-A223-1245781D7ADD}" dt="2025-08-13T02:29:46.596" v="84" actId="164"/>
          <ac:cxnSpMkLst>
            <pc:docMk/>
            <pc:sldMk cId="1005495404" sldId="439"/>
            <ac:cxnSpMk id="25" creationId="{C04730B8-C8F7-80EA-6131-962473CAAC37}"/>
          </ac:cxnSpMkLst>
        </pc:cxnChg>
        <pc:cxnChg chg="mod">
          <ac:chgData name="우진 김" userId="9d5916cb77183fd7" providerId="LiveId" clId="{73E18906-EDC1-493C-A223-1245781D7ADD}" dt="2025-08-13T02:29:52.809" v="85" actId="164"/>
          <ac:cxnSpMkLst>
            <pc:docMk/>
            <pc:sldMk cId="1005495404" sldId="439"/>
            <ac:cxnSpMk id="26" creationId="{A62C8DCE-ECE0-52BB-A7A2-DD545166D251}"/>
          </ac:cxnSpMkLst>
        </pc:cxnChg>
      </pc:sldChg>
      <pc:sldChg chg="modAnim">
        <pc:chgData name="우진 김" userId="9d5916cb77183fd7" providerId="LiveId" clId="{73E18906-EDC1-493C-A223-1245781D7ADD}" dt="2025-08-13T02:35:44.890" v="119"/>
        <pc:sldMkLst>
          <pc:docMk/>
          <pc:sldMk cId="139442293" sldId="441"/>
        </pc:sldMkLst>
      </pc:sldChg>
      <pc:sldChg chg="modAnim">
        <pc:chgData name="우진 김" userId="9d5916cb77183fd7" providerId="LiveId" clId="{73E18906-EDC1-493C-A223-1245781D7ADD}" dt="2025-08-13T02:35:10.877" v="115"/>
        <pc:sldMkLst>
          <pc:docMk/>
          <pc:sldMk cId="4258911746" sldId="443"/>
        </pc:sldMkLst>
      </pc:sldChg>
      <pc:sldChg chg="modSp mod modAnim">
        <pc:chgData name="우진 김" userId="9d5916cb77183fd7" providerId="LiveId" clId="{73E18906-EDC1-493C-A223-1245781D7ADD}" dt="2025-08-13T02:36:05.974" v="122"/>
        <pc:sldMkLst>
          <pc:docMk/>
          <pc:sldMk cId="2414032160" sldId="444"/>
        </pc:sldMkLst>
        <pc:spChg chg="mod">
          <ac:chgData name="우진 김" userId="9d5916cb77183fd7" providerId="LiveId" clId="{73E18906-EDC1-493C-A223-1245781D7ADD}" dt="2025-08-13T01:57:40.378" v="28" actId="20577"/>
          <ac:spMkLst>
            <pc:docMk/>
            <pc:sldMk cId="2414032160" sldId="444"/>
            <ac:spMk id="5" creationId="{AE41532F-A5B1-2542-CB84-B1E208E9F0D4}"/>
          </ac:spMkLst>
        </pc:spChg>
        <pc:grpChg chg="mod">
          <ac:chgData name="우진 김" userId="9d5916cb77183fd7" providerId="LiveId" clId="{73E18906-EDC1-493C-A223-1245781D7ADD}" dt="2025-08-13T02:35:59.074" v="120" actId="1076"/>
          <ac:grpSpMkLst>
            <pc:docMk/>
            <pc:sldMk cId="2414032160" sldId="444"/>
            <ac:grpSpMk id="37" creationId="{865DA3CA-E05F-145E-6DE5-04445546BA36}"/>
          </ac:grpSpMkLst>
        </pc:grpChg>
      </pc:sldChg>
      <pc:sldChg chg="modAnim">
        <pc:chgData name="우진 김" userId="9d5916cb77183fd7" providerId="LiveId" clId="{73E18906-EDC1-493C-A223-1245781D7ADD}" dt="2025-08-13T02:36:17.396" v="124"/>
        <pc:sldMkLst>
          <pc:docMk/>
          <pc:sldMk cId="1815798053" sldId="445"/>
        </pc:sldMkLst>
      </pc:sldChg>
      <pc:sldChg chg="modSp modAnim">
        <pc:chgData name="우진 김" userId="9d5916cb77183fd7" providerId="LiveId" clId="{73E18906-EDC1-493C-A223-1245781D7ADD}" dt="2025-08-13T02:36:54.132" v="130"/>
        <pc:sldMkLst>
          <pc:docMk/>
          <pc:sldMk cId="397616189" sldId="446"/>
        </pc:sldMkLst>
        <pc:spChg chg="mod">
          <ac:chgData name="우진 김" userId="9d5916cb77183fd7" providerId="LiveId" clId="{73E18906-EDC1-493C-A223-1245781D7ADD}" dt="2025-08-13T02:36:39.585" v="128" actId="113"/>
          <ac:spMkLst>
            <pc:docMk/>
            <pc:sldMk cId="397616189" sldId="446"/>
            <ac:spMk id="5" creationId="{B3BBFBFC-9F77-2A3F-675A-91697A9BFD73}"/>
          </ac:spMkLst>
        </pc:spChg>
        <pc:spChg chg="mod">
          <ac:chgData name="우진 김" userId="9d5916cb77183fd7" providerId="LiveId" clId="{73E18906-EDC1-493C-A223-1245781D7ADD}" dt="2025-08-13T02:36:37.191" v="127" actId="113"/>
          <ac:spMkLst>
            <pc:docMk/>
            <pc:sldMk cId="397616189" sldId="446"/>
            <ac:spMk id="10" creationId="{08B33D0C-4B67-346F-4602-ABCB464516FF}"/>
          </ac:spMkLst>
        </pc:spChg>
      </pc:sldChg>
      <pc:sldChg chg="modAnim">
        <pc:chgData name="우진 김" userId="9d5916cb77183fd7" providerId="LiveId" clId="{73E18906-EDC1-493C-A223-1245781D7ADD}" dt="2025-08-13T02:37:59.621" v="132"/>
        <pc:sldMkLst>
          <pc:docMk/>
          <pc:sldMk cId="491416665" sldId="447"/>
        </pc:sldMkLst>
      </pc:sldChg>
      <pc:sldChg chg="modSp mod modAnim">
        <pc:chgData name="우진 김" userId="9d5916cb77183fd7" providerId="LiveId" clId="{73E18906-EDC1-493C-A223-1245781D7ADD}" dt="2025-08-13T02:46:29.239" v="159"/>
        <pc:sldMkLst>
          <pc:docMk/>
          <pc:sldMk cId="3025201000" sldId="448"/>
        </pc:sldMkLst>
        <pc:spChg chg="mod">
          <ac:chgData name="우진 김" userId="9d5916cb77183fd7" providerId="LiveId" clId="{73E18906-EDC1-493C-A223-1245781D7ADD}" dt="2025-08-13T02:38:20.124" v="136" actId="113"/>
          <ac:spMkLst>
            <pc:docMk/>
            <pc:sldMk cId="3025201000" sldId="448"/>
            <ac:spMk id="5" creationId="{5FCB8694-9D92-C445-6060-5F11C238E9CD}"/>
          </ac:spMkLst>
        </pc:spChg>
        <pc:spChg chg="mod">
          <ac:chgData name="우진 김" userId="9d5916cb77183fd7" providerId="LiveId" clId="{73E18906-EDC1-493C-A223-1245781D7ADD}" dt="2025-08-13T02:38:11.677" v="135" actId="113"/>
          <ac:spMkLst>
            <pc:docMk/>
            <pc:sldMk cId="3025201000" sldId="448"/>
            <ac:spMk id="10" creationId="{1FE2CC6B-149A-2FBE-A8C4-0D2F0D8C6237}"/>
          </ac:spMkLst>
        </pc:spChg>
        <pc:picChg chg="mod">
          <ac:chgData name="우진 김" userId="9d5916cb77183fd7" providerId="LiveId" clId="{73E18906-EDC1-493C-A223-1245781D7ADD}" dt="2025-08-13T02:46:16.818" v="156" actId="1076"/>
          <ac:picMkLst>
            <pc:docMk/>
            <pc:sldMk cId="3025201000" sldId="448"/>
            <ac:picMk id="11" creationId="{607CD613-56AC-2A24-DED7-1FEE31A11E0D}"/>
          </ac:picMkLst>
        </pc:picChg>
      </pc:sldChg>
      <pc:sldChg chg="modAnim">
        <pc:chgData name="우진 김" userId="9d5916cb77183fd7" providerId="LiveId" clId="{73E18906-EDC1-493C-A223-1245781D7ADD}" dt="2025-08-13T02:38:44.347" v="140"/>
        <pc:sldMkLst>
          <pc:docMk/>
          <pc:sldMk cId="191578725" sldId="449"/>
        </pc:sldMkLst>
      </pc:sldChg>
      <pc:sldChg chg="modAnim">
        <pc:chgData name="우진 김" userId="9d5916cb77183fd7" providerId="LiveId" clId="{73E18906-EDC1-493C-A223-1245781D7ADD}" dt="2025-08-13T02:39:10.025" v="146"/>
        <pc:sldMkLst>
          <pc:docMk/>
          <pc:sldMk cId="349146373" sldId="450"/>
        </pc:sldMkLst>
      </pc:sldChg>
      <pc:sldChg chg="modAnim">
        <pc:chgData name="우진 김" userId="9d5916cb77183fd7" providerId="LiveId" clId="{73E18906-EDC1-493C-A223-1245781D7ADD}" dt="2025-08-13T02:38:56.375" v="143"/>
        <pc:sldMkLst>
          <pc:docMk/>
          <pc:sldMk cId="918876948" sldId="451"/>
        </pc:sldMkLst>
      </pc:sldChg>
      <pc:sldChg chg="modSp mod modAnim">
        <pc:chgData name="우진 김" userId="9d5916cb77183fd7" providerId="LiveId" clId="{73E18906-EDC1-493C-A223-1245781D7ADD}" dt="2025-08-13T03:33:30.119" v="380" actId="1076"/>
        <pc:sldMkLst>
          <pc:docMk/>
          <pc:sldMk cId="3726051797" sldId="452"/>
        </pc:sldMkLst>
        <pc:spChg chg="mod">
          <ac:chgData name="우진 김" userId="9d5916cb77183fd7" providerId="LiveId" clId="{73E18906-EDC1-493C-A223-1245781D7ADD}" dt="2025-08-13T03:33:30.119" v="380" actId="1076"/>
          <ac:spMkLst>
            <pc:docMk/>
            <pc:sldMk cId="3726051797" sldId="452"/>
            <ac:spMk id="10" creationId="{6232034E-40FA-77B1-22D0-7ECE2A7A9DF6}"/>
          </ac:spMkLst>
        </pc:spChg>
      </pc:sldChg>
      <pc:sldChg chg="addSp delSp modSp add mod delAnim">
        <pc:chgData name="우진 김" userId="9d5916cb77183fd7" providerId="LiveId" clId="{73E18906-EDC1-493C-A223-1245781D7ADD}" dt="2025-08-13T03:42:07.853" v="446" actId="1076"/>
        <pc:sldMkLst>
          <pc:docMk/>
          <pc:sldMk cId="2157467786" sldId="453"/>
        </pc:sldMkLst>
        <pc:spChg chg="add mod">
          <ac:chgData name="우진 김" userId="9d5916cb77183fd7" providerId="LiveId" clId="{73E18906-EDC1-493C-A223-1245781D7ADD}" dt="2025-08-13T03:38:25.098" v="418" actId="20577"/>
          <ac:spMkLst>
            <pc:docMk/>
            <pc:sldMk cId="2157467786" sldId="453"/>
            <ac:spMk id="3" creationId="{BBE05B17-9018-2CFD-9FCF-3F4CC5BC517D}"/>
          </ac:spMkLst>
        </pc:spChg>
        <pc:spChg chg="mod">
          <ac:chgData name="우진 김" userId="9d5916cb77183fd7" providerId="LiveId" clId="{73E18906-EDC1-493C-A223-1245781D7ADD}" dt="2025-08-13T03:41:44.646" v="442" actId="113"/>
          <ac:spMkLst>
            <pc:docMk/>
            <pc:sldMk cId="2157467786" sldId="453"/>
            <ac:spMk id="5" creationId="{A84CCA3F-80F2-FA03-82FA-9DCC91B9A828}"/>
          </ac:spMkLst>
        </pc:spChg>
        <pc:spChg chg="del">
          <ac:chgData name="우진 김" userId="9d5916cb77183fd7" providerId="LiveId" clId="{73E18906-EDC1-493C-A223-1245781D7ADD}" dt="2025-08-13T03:35:02.314" v="385" actId="478"/>
          <ac:spMkLst>
            <pc:docMk/>
            <pc:sldMk cId="2157467786" sldId="453"/>
            <ac:spMk id="9" creationId="{40733A08-F41B-281E-72BC-DF3501E41301}"/>
          </ac:spMkLst>
        </pc:spChg>
        <pc:spChg chg="add mod ord">
          <ac:chgData name="우진 김" userId="9d5916cb77183fd7" providerId="LiveId" clId="{73E18906-EDC1-493C-A223-1245781D7ADD}" dt="2025-08-13T03:42:01.159" v="445" actId="167"/>
          <ac:spMkLst>
            <pc:docMk/>
            <pc:sldMk cId="2157467786" sldId="453"/>
            <ac:spMk id="34" creationId="{93B80B23-5EBD-F893-0C9B-1F7C633F611E}"/>
          </ac:spMkLst>
        </pc:spChg>
        <pc:grpChg chg="del">
          <ac:chgData name="우진 김" userId="9d5916cb77183fd7" providerId="LiveId" clId="{73E18906-EDC1-493C-A223-1245781D7ADD}" dt="2025-08-13T03:35:05.325" v="386" actId="478"/>
          <ac:grpSpMkLst>
            <pc:docMk/>
            <pc:sldMk cId="2157467786" sldId="453"/>
            <ac:grpSpMk id="6" creationId="{ED5E46D8-53FA-A0FF-54D2-B7BA95C7E6EB}"/>
          </ac:grpSpMkLst>
        </pc:grpChg>
        <pc:grpChg chg="del">
          <ac:chgData name="우진 김" userId="9d5916cb77183fd7" providerId="LiveId" clId="{73E18906-EDC1-493C-A223-1245781D7ADD}" dt="2025-08-13T03:35:05.325" v="386" actId="478"/>
          <ac:grpSpMkLst>
            <pc:docMk/>
            <pc:sldMk cId="2157467786" sldId="453"/>
            <ac:grpSpMk id="7" creationId="{2C803339-4C92-59F6-C1CC-64529524C81D}"/>
          </ac:grpSpMkLst>
        </pc:grpChg>
        <pc:grpChg chg="del">
          <ac:chgData name="우진 김" userId="9d5916cb77183fd7" providerId="LiveId" clId="{73E18906-EDC1-493C-A223-1245781D7ADD}" dt="2025-08-13T03:35:05.325" v="386" actId="478"/>
          <ac:grpSpMkLst>
            <pc:docMk/>
            <pc:sldMk cId="2157467786" sldId="453"/>
            <ac:grpSpMk id="10" creationId="{ADA5D0E9-A704-6DA9-F91A-69B2AC6BA2D0}"/>
          </ac:grpSpMkLst>
        </pc:grpChg>
        <pc:grpChg chg="del">
          <ac:chgData name="우진 김" userId="9d5916cb77183fd7" providerId="LiveId" clId="{73E18906-EDC1-493C-A223-1245781D7ADD}" dt="2025-08-13T03:35:05.325" v="386" actId="478"/>
          <ac:grpSpMkLst>
            <pc:docMk/>
            <pc:sldMk cId="2157467786" sldId="453"/>
            <ac:grpSpMk id="15" creationId="{CFD64032-B45B-4614-990D-A548646927D3}"/>
          </ac:grpSpMkLst>
        </pc:grpChg>
        <pc:grpChg chg="del">
          <ac:chgData name="우진 김" userId="9d5916cb77183fd7" providerId="LiveId" clId="{73E18906-EDC1-493C-A223-1245781D7ADD}" dt="2025-08-13T03:35:05.325" v="386" actId="478"/>
          <ac:grpSpMkLst>
            <pc:docMk/>
            <pc:sldMk cId="2157467786" sldId="453"/>
            <ac:grpSpMk id="16" creationId="{0583DB8D-D3CE-2F71-CC49-4AB58BA3F292}"/>
          </ac:grpSpMkLst>
        </pc:grpChg>
        <pc:picChg chg="add mod">
          <ac:chgData name="우진 김" userId="9d5916cb77183fd7" providerId="LiveId" clId="{73E18906-EDC1-493C-A223-1245781D7ADD}" dt="2025-08-13T03:41:32.267" v="436" actId="1076"/>
          <ac:picMkLst>
            <pc:docMk/>
            <pc:sldMk cId="2157467786" sldId="453"/>
            <ac:picMk id="18" creationId="{A8F82F58-9BC2-0DE7-7C78-9926ADBDCF1B}"/>
          </ac:picMkLst>
        </pc:picChg>
        <pc:picChg chg="add mod modCrop">
          <ac:chgData name="우진 김" userId="9d5916cb77183fd7" providerId="LiveId" clId="{73E18906-EDC1-493C-A223-1245781D7ADD}" dt="2025-08-13T03:42:07.853" v="446" actId="1076"/>
          <ac:picMkLst>
            <pc:docMk/>
            <pc:sldMk cId="2157467786" sldId="453"/>
            <ac:picMk id="28" creationId="{98AD5136-E23D-28C8-336E-A7EA745B0BCF}"/>
          </ac:picMkLst>
        </pc:picChg>
        <pc:picChg chg="add mod">
          <ac:chgData name="우진 김" userId="9d5916cb77183fd7" providerId="LiveId" clId="{73E18906-EDC1-493C-A223-1245781D7ADD}" dt="2025-08-13T03:41:34.023" v="437" actId="1076"/>
          <ac:picMkLst>
            <pc:docMk/>
            <pc:sldMk cId="2157467786" sldId="453"/>
            <ac:picMk id="32" creationId="{56CEF17B-0D32-7CD3-5E17-2E2498B8ABC5}"/>
          </ac:picMkLst>
        </pc:picChg>
      </pc:sldChg>
      <pc:sldChg chg="addSp delSp modSp add del mod delAnim">
        <pc:chgData name="우진 김" userId="9d5916cb77183fd7" providerId="LiveId" clId="{73E18906-EDC1-493C-A223-1245781D7ADD}" dt="2025-08-13T03:23:41.650" v="379" actId="2696"/>
        <pc:sldMkLst>
          <pc:docMk/>
          <pc:sldMk cId="2365381654" sldId="453"/>
        </pc:sldMkLst>
        <pc:spChg chg="add del mod">
          <ac:chgData name="우진 김" userId="9d5916cb77183fd7" providerId="LiveId" clId="{73E18906-EDC1-493C-A223-1245781D7ADD}" dt="2025-08-13T03:13:44.268" v="329" actId="478"/>
          <ac:spMkLst>
            <pc:docMk/>
            <pc:sldMk cId="2365381654" sldId="453"/>
            <ac:spMk id="3" creationId="{79BCC87A-2D28-241D-AB55-8EA082C78E3C}"/>
          </ac:spMkLst>
        </pc:spChg>
        <pc:spChg chg="mod">
          <ac:chgData name="우진 김" userId="9d5916cb77183fd7" providerId="LiveId" clId="{73E18906-EDC1-493C-A223-1245781D7ADD}" dt="2025-08-13T03:17:07.947" v="362" actId="1076"/>
          <ac:spMkLst>
            <pc:docMk/>
            <pc:sldMk cId="2365381654" sldId="453"/>
            <ac:spMk id="5" creationId="{23FDF802-7720-2A71-EEB2-C02C8331D37F}"/>
          </ac:spMkLst>
        </pc:spChg>
        <pc:spChg chg="del">
          <ac:chgData name="우진 김" userId="9d5916cb77183fd7" providerId="LiveId" clId="{73E18906-EDC1-493C-A223-1245781D7ADD}" dt="2025-08-13T03:12:45.028" v="165" actId="478"/>
          <ac:spMkLst>
            <pc:docMk/>
            <pc:sldMk cId="2365381654" sldId="453"/>
            <ac:spMk id="9" creationId="{BCBB6E5B-9FB5-C375-6988-8A6CDD5A4B7A}"/>
          </ac:spMkLst>
        </pc:spChg>
        <pc:spChg chg="add mod">
          <ac:chgData name="우진 김" userId="9d5916cb77183fd7" providerId="LiveId" clId="{73E18906-EDC1-493C-A223-1245781D7ADD}" dt="2025-08-13T03:17:03.926" v="361" actId="20577"/>
          <ac:spMkLst>
            <pc:docMk/>
            <pc:sldMk cId="2365381654" sldId="453"/>
            <ac:spMk id="17" creationId="{3455DE3C-3A37-3600-F286-B07CB11B50C8}"/>
          </ac:spMkLst>
        </pc:spChg>
        <pc:grpChg chg="del">
          <ac:chgData name="우진 김" userId="9d5916cb77183fd7" providerId="LiveId" clId="{73E18906-EDC1-493C-A223-1245781D7ADD}" dt="2025-08-13T03:12:45.028" v="165" actId="478"/>
          <ac:grpSpMkLst>
            <pc:docMk/>
            <pc:sldMk cId="2365381654" sldId="453"/>
            <ac:grpSpMk id="6" creationId="{DFD17256-A562-F7F5-4545-1EA530776605}"/>
          </ac:grpSpMkLst>
        </pc:grpChg>
        <pc:grpChg chg="del">
          <ac:chgData name="우진 김" userId="9d5916cb77183fd7" providerId="LiveId" clId="{73E18906-EDC1-493C-A223-1245781D7ADD}" dt="2025-08-13T03:12:45.028" v="165" actId="478"/>
          <ac:grpSpMkLst>
            <pc:docMk/>
            <pc:sldMk cId="2365381654" sldId="453"/>
            <ac:grpSpMk id="7" creationId="{38D76A81-7450-55E4-A6EF-B2FAF6A25F9A}"/>
          </ac:grpSpMkLst>
        </pc:grpChg>
        <pc:grpChg chg="del">
          <ac:chgData name="우진 김" userId="9d5916cb77183fd7" providerId="LiveId" clId="{73E18906-EDC1-493C-A223-1245781D7ADD}" dt="2025-08-13T03:12:45.028" v="165" actId="478"/>
          <ac:grpSpMkLst>
            <pc:docMk/>
            <pc:sldMk cId="2365381654" sldId="453"/>
            <ac:grpSpMk id="10" creationId="{19BF239E-6DF5-E1E9-669B-E202F2D33827}"/>
          </ac:grpSpMkLst>
        </pc:grpChg>
        <pc:grpChg chg="del">
          <ac:chgData name="우진 김" userId="9d5916cb77183fd7" providerId="LiveId" clId="{73E18906-EDC1-493C-A223-1245781D7ADD}" dt="2025-08-13T03:12:45.028" v="165" actId="478"/>
          <ac:grpSpMkLst>
            <pc:docMk/>
            <pc:sldMk cId="2365381654" sldId="453"/>
            <ac:grpSpMk id="15" creationId="{ED29E825-AA99-0C35-8B51-4C7DEBA68F7D}"/>
          </ac:grpSpMkLst>
        </pc:grpChg>
        <pc:grpChg chg="del">
          <ac:chgData name="우진 김" userId="9d5916cb77183fd7" providerId="LiveId" clId="{73E18906-EDC1-493C-A223-1245781D7ADD}" dt="2025-08-13T03:12:45.028" v="165" actId="478"/>
          <ac:grpSpMkLst>
            <pc:docMk/>
            <pc:sldMk cId="2365381654" sldId="453"/>
            <ac:grpSpMk id="16" creationId="{E747E788-7712-A031-DFC8-C4928382D068}"/>
          </ac:grpSpMkLst>
        </pc:grpChg>
        <pc:picChg chg="add del mod">
          <ac:chgData name="우진 김" userId="9d5916cb77183fd7" providerId="LiveId" clId="{73E18906-EDC1-493C-A223-1245781D7ADD}" dt="2025-08-13T03:21:35.153" v="377" actId="478"/>
          <ac:picMkLst>
            <pc:docMk/>
            <pc:sldMk cId="2365381654" sldId="453"/>
            <ac:picMk id="26" creationId="{0FA3988F-64AD-8FEC-2307-9DB9B7E5E82A}"/>
          </ac:picMkLst>
        </pc:picChg>
        <pc:picChg chg="add del mod">
          <ac:chgData name="우진 김" userId="9d5916cb77183fd7" providerId="LiveId" clId="{73E18906-EDC1-493C-A223-1245781D7ADD}" dt="2025-08-13T03:21:35.719" v="378" actId="478"/>
          <ac:picMkLst>
            <pc:docMk/>
            <pc:sldMk cId="2365381654" sldId="453"/>
            <ac:picMk id="30" creationId="{329636A9-932A-27CC-4D32-38D691D797B2}"/>
          </ac:picMkLst>
        </pc:picChg>
      </pc:sldChg>
      <pc:sldChg chg="add del">
        <pc:chgData name="우진 김" userId="9d5916cb77183fd7" providerId="LiveId" clId="{73E18906-EDC1-493C-A223-1245781D7ADD}" dt="2025-08-13T03:12:33.245" v="163" actId="2696"/>
        <pc:sldMkLst>
          <pc:docMk/>
          <pc:sldMk cId="3984371042" sldId="453"/>
        </pc:sldMkLst>
      </pc:sldChg>
    </pc:docChg>
  </pc:docChgLst>
  <pc:docChgLst>
    <pc:chgData name="우진 김" userId="9d5916cb77183fd7" providerId="LiveId" clId="{AF309A99-F3F2-4757-9B2E-37E289642162}"/>
    <pc:docChg chg="undo redo custSel addSld delSld modSld sldOrd modMainMaster modSection">
      <pc:chgData name="우진 김" userId="9d5916cb77183fd7" providerId="LiveId" clId="{AF309A99-F3F2-4757-9B2E-37E289642162}" dt="2025-08-12T20:59:40.599" v="4318" actId="20577"/>
      <pc:docMkLst>
        <pc:docMk/>
      </pc:docMkLst>
      <pc:sldChg chg="delSp modSp mod delAnim modNotesTx">
        <pc:chgData name="우진 김" userId="9d5916cb77183fd7" providerId="LiveId" clId="{AF309A99-F3F2-4757-9B2E-37E289642162}" dt="2025-08-12T16:06:45.864" v="512" actId="20577"/>
        <pc:sldMkLst>
          <pc:docMk/>
          <pc:sldMk cId="2712422305" sldId="324"/>
        </pc:sldMkLst>
        <pc:spChg chg="mod">
          <ac:chgData name="우진 김" userId="9d5916cb77183fd7" providerId="LiveId" clId="{AF309A99-F3F2-4757-9B2E-37E289642162}" dt="2025-08-12T15:12:18.270" v="35" actId="20577"/>
          <ac:spMkLst>
            <pc:docMk/>
            <pc:sldMk cId="2712422305" sldId="324"/>
            <ac:spMk id="2" creationId="{451842AD-51B6-1C23-4E72-00565032CAFC}"/>
          </ac:spMkLst>
        </pc:spChg>
        <pc:spChg chg="mod">
          <ac:chgData name="우진 김" userId="9d5916cb77183fd7" providerId="LiveId" clId="{AF309A99-F3F2-4757-9B2E-37E289642162}" dt="2025-08-12T16:06:45.864" v="512" actId="20577"/>
          <ac:spMkLst>
            <pc:docMk/>
            <pc:sldMk cId="2712422305" sldId="324"/>
            <ac:spMk id="4" creationId="{DAF71B29-AAE2-F406-9C3C-7F4D981833D2}"/>
          </ac:spMkLst>
        </pc:spChg>
        <pc:picChg chg="del">
          <ac:chgData name="우진 김" userId="9d5916cb77183fd7" providerId="LiveId" clId="{AF309A99-F3F2-4757-9B2E-37E289642162}" dt="2025-08-12T15:12:37.746" v="36" actId="478"/>
          <ac:picMkLst>
            <pc:docMk/>
            <pc:sldMk cId="2712422305" sldId="324"/>
            <ac:picMk id="70" creationId="{6951A372-B2DD-2201-02CC-559ADCC39141}"/>
          </ac:picMkLst>
        </pc:picChg>
      </pc:sldChg>
      <pc:sldChg chg="modNotesTx">
        <pc:chgData name="우진 김" userId="9d5916cb77183fd7" providerId="LiveId" clId="{AF309A99-F3F2-4757-9B2E-37E289642162}" dt="2025-08-12T20:59:40.599" v="4318" actId="20577"/>
        <pc:sldMkLst>
          <pc:docMk/>
          <pc:sldMk cId="1661184582" sldId="362"/>
        </pc:sldMkLst>
      </pc:sldChg>
      <pc:sldChg chg="addSp delSp modSp mod delAnim modNotesTx">
        <pc:chgData name="우진 김" userId="9d5916cb77183fd7" providerId="LiveId" clId="{AF309A99-F3F2-4757-9B2E-37E289642162}" dt="2025-08-12T20:32:39.326" v="3490" actId="1035"/>
        <pc:sldMkLst>
          <pc:docMk/>
          <pc:sldMk cId="2863175468" sldId="378"/>
        </pc:sldMkLst>
        <pc:spChg chg="add mod">
          <ac:chgData name="우진 김" userId="9d5916cb77183fd7" providerId="LiveId" clId="{AF309A99-F3F2-4757-9B2E-37E289642162}" dt="2025-08-12T15:46:57.284" v="259"/>
          <ac:spMkLst>
            <pc:docMk/>
            <pc:sldMk cId="2863175468" sldId="378"/>
            <ac:spMk id="3" creationId="{5B34B8B0-9B9B-3D3C-8418-1CBD99C174AC}"/>
          </ac:spMkLst>
        </pc:spChg>
        <pc:spChg chg="mod">
          <ac:chgData name="우진 김" userId="9d5916cb77183fd7" providerId="LiveId" clId="{AF309A99-F3F2-4757-9B2E-37E289642162}" dt="2025-08-12T15:46:31.419" v="256" actId="20577"/>
          <ac:spMkLst>
            <pc:docMk/>
            <pc:sldMk cId="2863175468" sldId="378"/>
            <ac:spMk id="7" creationId="{2655A25F-32D3-F5D3-6DCB-DD7CCC3167C5}"/>
          </ac:spMkLst>
        </pc:spChg>
        <pc:spChg chg="mod">
          <ac:chgData name="우진 김" userId="9d5916cb77183fd7" providerId="LiveId" clId="{AF309A99-F3F2-4757-9B2E-37E289642162}" dt="2025-08-12T15:46:52.393" v="258"/>
          <ac:spMkLst>
            <pc:docMk/>
            <pc:sldMk cId="2863175468" sldId="378"/>
            <ac:spMk id="10" creationId="{4F7C254B-29A7-DB4B-5ADB-F319162EC361}"/>
          </ac:spMkLst>
        </pc:spChg>
        <pc:spChg chg="mod">
          <ac:chgData name="우진 김" userId="9d5916cb77183fd7" providerId="LiveId" clId="{AF309A99-F3F2-4757-9B2E-37E289642162}" dt="2025-08-12T15:46:43.405" v="257"/>
          <ac:spMkLst>
            <pc:docMk/>
            <pc:sldMk cId="2863175468" sldId="378"/>
            <ac:spMk id="11" creationId="{37098ADA-7E7C-01A0-D824-16F9A71322D2}"/>
          </ac:spMkLst>
        </pc:spChg>
        <pc:spChg chg="add mod">
          <ac:chgData name="우진 김" userId="9d5916cb77183fd7" providerId="LiveId" clId="{AF309A99-F3F2-4757-9B2E-37E289642162}" dt="2025-08-12T15:47:05.209" v="263" actId="20577"/>
          <ac:spMkLst>
            <pc:docMk/>
            <pc:sldMk cId="2863175468" sldId="378"/>
            <ac:spMk id="12" creationId="{35BCFB14-AF05-D412-21B1-11CBD2BFABC4}"/>
          </ac:spMkLst>
        </pc:spChg>
        <pc:spChg chg="add mod">
          <ac:chgData name="우진 김" userId="9d5916cb77183fd7" providerId="LiveId" clId="{AF309A99-F3F2-4757-9B2E-37E289642162}" dt="2025-08-12T15:47:11.311" v="278" actId="20577"/>
          <ac:spMkLst>
            <pc:docMk/>
            <pc:sldMk cId="2863175468" sldId="378"/>
            <ac:spMk id="13" creationId="{6643DBB5-677B-0757-6EB7-528141897443}"/>
          </ac:spMkLst>
        </pc:spChg>
        <pc:spChg chg="add del mod">
          <ac:chgData name="우진 김" userId="9d5916cb77183fd7" providerId="LiveId" clId="{AF309A99-F3F2-4757-9B2E-37E289642162}" dt="2025-08-12T20:32:31.334" v="3481" actId="478"/>
          <ac:spMkLst>
            <pc:docMk/>
            <pc:sldMk cId="2863175468" sldId="378"/>
            <ac:spMk id="14" creationId="{DD9894F8-1083-0A28-CD63-DF39D3496DF5}"/>
          </ac:spMkLst>
        </pc:spChg>
        <pc:spChg chg="add del mod">
          <ac:chgData name="우진 김" userId="9d5916cb77183fd7" providerId="LiveId" clId="{AF309A99-F3F2-4757-9B2E-37E289642162}" dt="2025-08-12T20:32:31.334" v="3481" actId="478"/>
          <ac:spMkLst>
            <pc:docMk/>
            <pc:sldMk cId="2863175468" sldId="378"/>
            <ac:spMk id="15" creationId="{C8594BE3-1D0D-6C18-90F2-B775B12E7FE0}"/>
          </ac:spMkLst>
        </pc:spChg>
        <pc:spChg chg="add mod">
          <ac:chgData name="우진 김" userId="9d5916cb77183fd7" providerId="LiveId" clId="{AF309A99-F3F2-4757-9B2E-37E289642162}" dt="2025-08-12T20:32:39.326" v="3490" actId="1035"/>
          <ac:spMkLst>
            <pc:docMk/>
            <pc:sldMk cId="2863175468" sldId="378"/>
            <ac:spMk id="16" creationId="{F544F41E-C3FF-2493-5332-681DF6828475}"/>
          </ac:spMkLst>
        </pc:spChg>
        <pc:spChg chg="add mod">
          <ac:chgData name="우진 김" userId="9d5916cb77183fd7" providerId="LiveId" clId="{AF309A99-F3F2-4757-9B2E-37E289642162}" dt="2025-08-12T20:32:39.326" v="3490" actId="1035"/>
          <ac:spMkLst>
            <pc:docMk/>
            <pc:sldMk cId="2863175468" sldId="378"/>
            <ac:spMk id="17" creationId="{127FC307-63C8-069F-3B94-691EB7F5CD69}"/>
          </ac:spMkLst>
        </pc:spChg>
        <pc:picChg chg="del">
          <ac:chgData name="우진 김" userId="9d5916cb77183fd7" providerId="LiveId" clId="{AF309A99-F3F2-4757-9B2E-37E289642162}" dt="2025-08-12T15:12:45.673" v="37" actId="478"/>
          <ac:picMkLst>
            <pc:docMk/>
            <pc:sldMk cId="2863175468" sldId="378"/>
            <ac:picMk id="27" creationId="{8FB5577C-975D-0684-4340-29DB7BA34822}"/>
          </ac:picMkLst>
        </pc:picChg>
      </pc:sldChg>
      <pc:sldChg chg="modSp mod modNotesTx">
        <pc:chgData name="우진 김" userId="9d5916cb77183fd7" providerId="LiveId" clId="{AF309A99-F3F2-4757-9B2E-37E289642162}" dt="2025-08-12T15:50:00.316" v="347" actId="1076"/>
        <pc:sldMkLst>
          <pc:docMk/>
          <pc:sldMk cId="1822041746" sldId="379"/>
        </pc:sldMkLst>
        <pc:spChg chg="mod">
          <ac:chgData name="우진 김" userId="9d5916cb77183fd7" providerId="LiveId" clId="{AF309A99-F3F2-4757-9B2E-37E289642162}" dt="2025-08-12T15:50:00.316" v="347" actId="1076"/>
          <ac:spMkLst>
            <pc:docMk/>
            <pc:sldMk cId="1822041746" sldId="379"/>
            <ac:spMk id="2" creationId="{A8080E15-B7E4-9F16-A37B-594089A520EB}"/>
          </ac:spMkLst>
        </pc:spChg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1280036450" sldId="380"/>
        </pc:sldMkLst>
      </pc:sldChg>
      <pc:sldChg chg="del modNotesTx">
        <pc:chgData name="우진 김" userId="9d5916cb77183fd7" providerId="LiveId" clId="{AF309A99-F3F2-4757-9B2E-37E289642162}" dt="2025-08-12T19:36:03.194" v="2575" actId="2696"/>
        <pc:sldMkLst>
          <pc:docMk/>
          <pc:sldMk cId="2969185520" sldId="381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2972959314" sldId="382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3125816518" sldId="383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1163096262" sldId="384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3014498565" sldId="385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736076436" sldId="386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954211891" sldId="387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796638153" sldId="388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967856410" sldId="389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1196701872" sldId="391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2198328896" sldId="392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2802374561" sldId="393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2518397829" sldId="394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148147053" sldId="395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2594974166" sldId="396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1886081644" sldId="397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1260540756" sldId="399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1734530735" sldId="401"/>
        </pc:sldMkLst>
      </pc:sldChg>
      <pc:sldChg chg="addSp modSp mod modAnim modNotesTx">
        <pc:chgData name="우진 김" userId="9d5916cb77183fd7" providerId="LiveId" clId="{AF309A99-F3F2-4757-9B2E-37E289642162}" dt="2025-08-12T20:59:38.423" v="4317" actId="20577"/>
        <pc:sldMkLst>
          <pc:docMk/>
          <pc:sldMk cId="3089082808" sldId="404"/>
        </pc:sldMkLst>
        <pc:spChg chg="mod">
          <ac:chgData name="우진 김" userId="9d5916cb77183fd7" providerId="LiveId" clId="{AF309A99-F3F2-4757-9B2E-37E289642162}" dt="2025-08-12T20:57:12.333" v="4107" actId="20577"/>
          <ac:spMkLst>
            <pc:docMk/>
            <pc:sldMk cId="3089082808" sldId="404"/>
            <ac:spMk id="2" creationId="{E8D12064-3423-169E-661C-0C7EB821C20A}"/>
          </ac:spMkLst>
        </pc:spChg>
        <pc:spChg chg="add mod">
          <ac:chgData name="우진 김" userId="9d5916cb77183fd7" providerId="LiveId" clId="{AF309A99-F3F2-4757-9B2E-37E289642162}" dt="2025-08-12T20:58:23.016" v="4212" actId="20577"/>
          <ac:spMkLst>
            <pc:docMk/>
            <pc:sldMk cId="3089082808" sldId="404"/>
            <ac:spMk id="3" creationId="{71CCF3FA-F4AA-CE8B-80DF-5072DE3C6653}"/>
          </ac:spMkLst>
        </pc:spChg>
        <pc:spChg chg="mod">
          <ac:chgData name="우진 김" userId="9d5916cb77183fd7" providerId="LiveId" clId="{AF309A99-F3F2-4757-9B2E-37E289642162}" dt="2025-08-12T20:57:50.263" v="4113" actId="20577"/>
          <ac:spMkLst>
            <pc:docMk/>
            <pc:sldMk cId="3089082808" sldId="404"/>
            <ac:spMk id="4" creationId="{D45B3019-B381-F46E-8EE4-06BE675588DA}"/>
          </ac:spMkLst>
        </pc:spChg>
        <pc:spChg chg="mod">
          <ac:chgData name="우진 김" userId="9d5916cb77183fd7" providerId="LiveId" clId="{AF309A99-F3F2-4757-9B2E-37E289642162}" dt="2025-08-12T20:58:10.986" v="4177" actId="1076"/>
          <ac:spMkLst>
            <pc:docMk/>
            <pc:sldMk cId="3089082808" sldId="404"/>
            <ac:spMk id="6" creationId="{2DB2D058-975E-4DEC-E1E6-5B7B0D955BC0}"/>
          </ac:spMkLst>
        </pc:spChg>
        <pc:spChg chg="add mod">
          <ac:chgData name="우진 김" userId="9d5916cb77183fd7" providerId="LiveId" clId="{AF309A99-F3F2-4757-9B2E-37E289642162}" dt="2025-08-12T20:58:31.834" v="4230" actId="20577"/>
          <ac:spMkLst>
            <pc:docMk/>
            <pc:sldMk cId="3089082808" sldId="404"/>
            <ac:spMk id="7" creationId="{8F9ECEF6-C8E0-1235-99D1-BC58AC0A022A}"/>
          </ac:spMkLst>
        </pc:spChg>
        <pc:spChg chg="mod">
          <ac:chgData name="우진 김" userId="9d5916cb77183fd7" providerId="LiveId" clId="{AF309A99-F3F2-4757-9B2E-37E289642162}" dt="2025-08-12T20:59:07.604" v="4285" actId="20577"/>
          <ac:spMkLst>
            <pc:docMk/>
            <pc:sldMk cId="3089082808" sldId="404"/>
            <ac:spMk id="8" creationId="{5C6E7626-9DE5-EF14-C0A7-C563B961B722}"/>
          </ac:spMkLst>
        </pc:spChg>
        <pc:spChg chg="add mod">
          <ac:chgData name="우진 김" userId="9d5916cb77183fd7" providerId="LiveId" clId="{AF309A99-F3F2-4757-9B2E-37E289642162}" dt="2025-08-12T20:59:22.157" v="4296" actId="20577"/>
          <ac:spMkLst>
            <pc:docMk/>
            <pc:sldMk cId="3089082808" sldId="404"/>
            <ac:spMk id="10" creationId="{6D2EA5E0-6B59-C713-0A9D-20FE5E19A14C}"/>
          </ac:spMkLst>
        </pc:spChg>
        <pc:spChg chg="add mod">
          <ac:chgData name="우진 김" userId="9d5916cb77183fd7" providerId="LiveId" clId="{AF309A99-F3F2-4757-9B2E-37E289642162}" dt="2025-08-12T20:59:30.248" v="4316" actId="20577"/>
          <ac:spMkLst>
            <pc:docMk/>
            <pc:sldMk cId="3089082808" sldId="404"/>
            <ac:spMk id="11" creationId="{79693C90-2664-E0AE-14FC-8D4D841E1522}"/>
          </ac:spMkLst>
        </pc:spChg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1210876351" sldId="405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1357024136" sldId="406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168993211" sldId="407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30979262" sldId="408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492626652" sldId="409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2544759687" sldId="410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2925435494" sldId="411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964698161" sldId="413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80486073" sldId="414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2408156295" sldId="415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344128383" sldId="416"/>
        </pc:sldMkLst>
      </pc:sldChg>
      <pc:sldChg chg="addSp delSp modSp add mod ord delAnim modNotesTx">
        <pc:chgData name="우진 김" userId="9d5916cb77183fd7" providerId="LiveId" clId="{AF309A99-F3F2-4757-9B2E-37E289642162}" dt="2025-08-12T18:49:54.916" v="1440" actId="20577"/>
        <pc:sldMkLst>
          <pc:docMk/>
          <pc:sldMk cId="3537827683" sldId="417"/>
        </pc:sldMkLst>
        <pc:spChg chg="add del mod">
          <ac:chgData name="우진 김" userId="9d5916cb77183fd7" providerId="LiveId" clId="{AF309A99-F3F2-4757-9B2E-37E289642162}" dt="2025-08-12T15:35:59.017" v="195" actId="478"/>
          <ac:spMkLst>
            <pc:docMk/>
            <pc:sldMk cId="3537827683" sldId="417"/>
            <ac:spMk id="2" creationId="{2E41557C-9A8D-AE24-EA60-BF2DCB25D539}"/>
          </ac:spMkLst>
        </pc:spChg>
        <pc:spChg chg="add mod">
          <ac:chgData name="우진 김" userId="9d5916cb77183fd7" providerId="LiveId" clId="{AF309A99-F3F2-4757-9B2E-37E289642162}" dt="2025-08-12T18:00:59.063" v="1204"/>
          <ac:spMkLst>
            <pc:docMk/>
            <pc:sldMk cId="3537827683" sldId="417"/>
            <ac:spMk id="2" creationId="{33CD58AA-7B78-D135-DA5E-40CD56759216}"/>
          </ac:spMkLst>
        </pc:spChg>
        <pc:spChg chg="add mod">
          <ac:chgData name="우진 김" userId="9d5916cb77183fd7" providerId="LiveId" clId="{AF309A99-F3F2-4757-9B2E-37E289642162}" dt="2025-08-12T18:49:54.916" v="1440" actId="20577"/>
          <ac:spMkLst>
            <pc:docMk/>
            <pc:sldMk cId="3537827683" sldId="417"/>
            <ac:spMk id="3" creationId="{C27BFD25-F8AE-4CEB-B80D-664784E726C9}"/>
          </ac:spMkLst>
        </pc:spChg>
        <pc:spChg chg="del">
          <ac:chgData name="우진 김" userId="9d5916cb77183fd7" providerId="LiveId" clId="{AF309A99-F3F2-4757-9B2E-37E289642162}" dt="2025-08-12T18:00:42.368" v="1202" actId="478"/>
          <ac:spMkLst>
            <pc:docMk/>
            <pc:sldMk cId="3537827683" sldId="417"/>
            <ac:spMk id="10" creationId="{53B944FF-40DA-6E3B-0E3D-48F761CB2E14}"/>
          </ac:spMkLst>
        </pc:spChg>
        <pc:spChg chg="mod">
          <ac:chgData name="우진 김" userId="9d5916cb77183fd7" providerId="LiveId" clId="{AF309A99-F3F2-4757-9B2E-37E289642162}" dt="2025-08-12T18:00:46.121" v="1203" actId="1076"/>
          <ac:spMkLst>
            <pc:docMk/>
            <pc:sldMk cId="3537827683" sldId="417"/>
            <ac:spMk id="14" creationId="{7D72B4DC-67EF-9058-12D7-7A1FB7DAC737}"/>
          </ac:spMkLst>
        </pc:spChg>
        <pc:spChg chg="del">
          <ac:chgData name="우진 김" userId="9d5916cb77183fd7" providerId="LiveId" clId="{AF309A99-F3F2-4757-9B2E-37E289642162}" dt="2025-08-12T18:00:20.868" v="1195" actId="478"/>
          <ac:spMkLst>
            <pc:docMk/>
            <pc:sldMk cId="3537827683" sldId="417"/>
            <ac:spMk id="20" creationId="{62750642-F304-E1A5-FEF3-57073E80FD84}"/>
          </ac:spMkLst>
        </pc:spChg>
        <pc:spChg chg="del">
          <ac:chgData name="우진 김" userId="9d5916cb77183fd7" providerId="LiveId" clId="{AF309A99-F3F2-4757-9B2E-37E289642162}" dt="2025-08-12T18:00:20.868" v="1195" actId="478"/>
          <ac:spMkLst>
            <pc:docMk/>
            <pc:sldMk cId="3537827683" sldId="417"/>
            <ac:spMk id="33" creationId="{9BE7F1F9-CF32-674B-9008-2072022595A2}"/>
          </ac:spMkLst>
        </pc:spChg>
        <pc:grpChg chg="mod">
          <ac:chgData name="우진 김" userId="9d5916cb77183fd7" providerId="LiveId" clId="{AF309A99-F3F2-4757-9B2E-37E289642162}" dt="2025-08-12T18:00:46.121" v="1203" actId="1076"/>
          <ac:grpSpMkLst>
            <pc:docMk/>
            <pc:sldMk cId="3537827683" sldId="417"/>
            <ac:grpSpMk id="15" creationId="{7A4E4A98-3148-5D34-F895-7CD3198BFEA6}"/>
          </ac:grpSpMkLst>
        </pc:grpChg>
        <pc:graphicFrameChg chg="del">
          <ac:chgData name="우진 김" userId="9d5916cb77183fd7" providerId="LiveId" clId="{AF309A99-F3F2-4757-9B2E-37E289642162}" dt="2025-08-12T18:00:20.868" v="1195" actId="478"/>
          <ac:graphicFrameMkLst>
            <pc:docMk/>
            <pc:sldMk cId="3537827683" sldId="417"/>
            <ac:graphicFrameMk id="26" creationId="{1029F6B1-59E9-3FC8-1650-1FD12180E01D}"/>
          </ac:graphicFrameMkLst>
        </pc:graphicFrameChg>
        <pc:graphicFrameChg chg="del">
          <ac:chgData name="우진 김" userId="9d5916cb77183fd7" providerId="LiveId" clId="{AF309A99-F3F2-4757-9B2E-37E289642162}" dt="2025-08-12T18:00:20.868" v="1195" actId="478"/>
          <ac:graphicFrameMkLst>
            <pc:docMk/>
            <pc:sldMk cId="3537827683" sldId="417"/>
            <ac:graphicFrameMk id="27" creationId="{AA764D94-9A4B-BDC6-7911-F02E2597859C}"/>
          </ac:graphicFrameMkLst>
        </pc:graphicFrameChg>
        <pc:graphicFrameChg chg="del">
          <ac:chgData name="우진 김" userId="9d5916cb77183fd7" providerId="LiveId" clId="{AF309A99-F3F2-4757-9B2E-37E289642162}" dt="2025-08-12T18:00:20.868" v="1195" actId="478"/>
          <ac:graphicFrameMkLst>
            <pc:docMk/>
            <pc:sldMk cId="3537827683" sldId="417"/>
            <ac:graphicFrameMk id="32" creationId="{FDF54605-961B-B1D1-7ABE-DF16198EEF94}"/>
          </ac:graphicFrameMkLst>
        </pc:graphicFrameChg>
        <pc:picChg chg="mod">
          <ac:chgData name="우진 김" userId="9d5916cb77183fd7" providerId="LiveId" clId="{AF309A99-F3F2-4757-9B2E-37E289642162}" dt="2025-08-12T18:00:46.121" v="1203" actId="1076"/>
          <ac:picMkLst>
            <pc:docMk/>
            <pc:sldMk cId="3537827683" sldId="417"/>
            <ac:picMk id="11" creationId="{0842FCB9-C6AD-EBE6-F853-BD144210D736}"/>
          </ac:picMkLst>
        </pc:picChg>
        <pc:picChg chg="mod">
          <ac:chgData name="우진 김" userId="9d5916cb77183fd7" providerId="LiveId" clId="{AF309A99-F3F2-4757-9B2E-37E289642162}" dt="2025-08-12T18:00:46.121" v="1203" actId="1076"/>
          <ac:picMkLst>
            <pc:docMk/>
            <pc:sldMk cId="3537827683" sldId="417"/>
            <ac:picMk id="12" creationId="{CEBE8F4E-AD1F-E876-EFC0-40AE98F1028E}"/>
          </ac:picMkLst>
        </pc:picChg>
        <pc:picChg chg="mod">
          <ac:chgData name="우진 김" userId="9d5916cb77183fd7" providerId="LiveId" clId="{AF309A99-F3F2-4757-9B2E-37E289642162}" dt="2025-08-12T18:00:46.121" v="1203" actId="1076"/>
          <ac:picMkLst>
            <pc:docMk/>
            <pc:sldMk cId="3537827683" sldId="417"/>
            <ac:picMk id="13" creationId="{D7005074-94E6-9ADB-F327-3CD8779CA6A1}"/>
          </ac:picMkLst>
        </pc:picChg>
        <pc:picChg chg="del">
          <ac:chgData name="우진 김" userId="9d5916cb77183fd7" providerId="LiveId" clId="{AF309A99-F3F2-4757-9B2E-37E289642162}" dt="2025-08-12T15:34:34.790" v="189" actId="478"/>
          <ac:picMkLst>
            <pc:docMk/>
            <pc:sldMk cId="3537827683" sldId="417"/>
            <ac:picMk id="38" creationId="{22B51874-2A08-030A-DDEC-3681F5671BF9}"/>
          </ac:picMkLst>
        </pc:picChg>
        <pc:cxnChg chg="del">
          <ac:chgData name="우진 김" userId="9d5916cb77183fd7" providerId="LiveId" clId="{AF309A99-F3F2-4757-9B2E-37E289642162}" dt="2025-08-12T18:00:20.868" v="1195" actId="478"/>
          <ac:cxnSpMkLst>
            <pc:docMk/>
            <pc:sldMk cId="3537827683" sldId="417"/>
            <ac:cxnSpMk id="29" creationId="{79EE271B-5EE1-1238-72B2-E64A0BCF008E}"/>
          </ac:cxnSpMkLst>
        </pc:cxnChg>
        <pc:cxnChg chg="del">
          <ac:chgData name="우진 김" userId="9d5916cb77183fd7" providerId="LiveId" clId="{AF309A99-F3F2-4757-9B2E-37E289642162}" dt="2025-08-12T18:00:20.868" v="1195" actId="478"/>
          <ac:cxnSpMkLst>
            <pc:docMk/>
            <pc:sldMk cId="3537827683" sldId="417"/>
            <ac:cxnSpMk id="31" creationId="{A59BED8D-01E9-7490-A83B-30DB622CD12A}"/>
          </ac:cxnSpMkLst>
        </pc:cxnChg>
      </pc:sldChg>
      <pc:sldChg chg="addSp delSp modSp add mod ord delAnim modNotesTx">
        <pc:chgData name="우진 김" userId="9d5916cb77183fd7" providerId="LiveId" clId="{AF309A99-F3F2-4757-9B2E-37E289642162}" dt="2025-08-12T16:10:29.017" v="558" actId="313"/>
        <pc:sldMkLst>
          <pc:docMk/>
          <pc:sldMk cId="2188655536" sldId="418"/>
        </pc:sldMkLst>
        <pc:spChg chg="mod">
          <ac:chgData name="우진 김" userId="9d5916cb77183fd7" providerId="LiveId" clId="{AF309A99-F3F2-4757-9B2E-37E289642162}" dt="2025-08-12T15:50:08.839" v="350"/>
          <ac:spMkLst>
            <pc:docMk/>
            <pc:sldMk cId="2188655536" sldId="418"/>
            <ac:spMk id="2" creationId="{5B6CB311-EC12-9475-876E-4AB12017170D}"/>
          </ac:spMkLst>
        </pc:spChg>
        <pc:spChg chg="add del">
          <ac:chgData name="우진 김" userId="9d5916cb77183fd7" providerId="LiveId" clId="{AF309A99-F3F2-4757-9B2E-37E289642162}" dt="2025-08-12T15:53:18.521" v="359" actId="22"/>
          <ac:spMkLst>
            <pc:docMk/>
            <pc:sldMk cId="2188655536" sldId="418"/>
            <ac:spMk id="4" creationId="{F4DE94C1-F788-2853-9E9A-15CDCED49C94}"/>
          </ac:spMkLst>
        </pc:spChg>
        <pc:spChg chg="del">
          <ac:chgData name="우진 김" userId="9d5916cb77183fd7" providerId="LiveId" clId="{AF309A99-F3F2-4757-9B2E-37E289642162}" dt="2025-08-12T15:52:49.046" v="354" actId="478"/>
          <ac:spMkLst>
            <pc:docMk/>
            <pc:sldMk cId="2188655536" sldId="418"/>
            <ac:spMk id="7" creationId="{2BBE7ECE-3A1F-E393-A38C-3458B78449C5}"/>
          </ac:spMkLst>
        </pc:spChg>
        <pc:spChg chg="add del mod">
          <ac:chgData name="우진 김" userId="9d5916cb77183fd7" providerId="LiveId" clId="{AF309A99-F3F2-4757-9B2E-37E289642162}" dt="2025-08-12T15:53:54.699" v="373" actId="113"/>
          <ac:spMkLst>
            <pc:docMk/>
            <pc:sldMk cId="2188655536" sldId="418"/>
            <ac:spMk id="9" creationId="{F038F8DB-EFCA-4981-464E-0E36A1682DD0}"/>
          </ac:spMkLst>
        </pc:spChg>
        <pc:spChg chg="mod">
          <ac:chgData name="우진 김" userId="9d5916cb77183fd7" providerId="LiveId" clId="{AF309A99-F3F2-4757-9B2E-37E289642162}" dt="2025-08-12T15:52:43.240" v="352"/>
          <ac:spMkLst>
            <pc:docMk/>
            <pc:sldMk cId="2188655536" sldId="418"/>
            <ac:spMk id="13" creationId="{71083C61-276E-E70C-95E4-11604E7794B9}"/>
          </ac:spMkLst>
        </pc:spChg>
        <pc:spChg chg="del">
          <ac:chgData name="우진 김" userId="9d5916cb77183fd7" providerId="LiveId" clId="{AF309A99-F3F2-4757-9B2E-37E289642162}" dt="2025-08-12T15:52:47.270" v="353" actId="478"/>
          <ac:spMkLst>
            <pc:docMk/>
            <pc:sldMk cId="2188655536" sldId="418"/>
            <ac:spMk id="15" creationId="{EEF06FA9-994C-6FCA-9509-365F8FE5938D}"/>
          </ac:spMkLst>
        </pc:spChg>
        <pc:spChg chg="add mod">
          <ac:chgData name="우진 김" userId="9d5916cb77183fd7" providerId="LiveId" clId="{AF309A99-F3F2-4757-9B2E-37E289642162}" dt="2025-08-12T16:02:35.279" v="392" actId="1076"/>
          <ac:spMkLst>
            <pc:docMk/>
            <pc:sldMk cId="2188655536" sldId="418"/>
            <ac:spMk id="18" creationId="{61A0C35C-38DE-6C6A-CB33-39643994283F}"/>
          </ac:spMkLst>
        </pc:spChg>
        <pc:spChg chg="add mod">
          <ac:chgData name="우진 김" userId="9d5916cb77183fd7" providerId="LiveId" clId="{AF309A99-F3F2-4757-9B2E-37E289642162}" dt="2025-08-12T16:04:24.611" v="467" actId="14100"/>
          <ac:spMkLst>
            <pc:docMk/>
            <pc:sldMk cId="2188655536" sldId="418"/>
            <ac:spMk id="21" creationId="{0C3C40C2-FE0D-33F4-0B86-303BB8BDAE01}"/>
          </ac:spMkLst>
        </pc:spChg>
        <pc:spChg chg="del">
          <ac:chgData name="우진 김" userId="9d5916cb77183fd7" providerId="LiveId" clId="{AF309A99-F3F2-4757-9B2E-37E289642162}" dt="2025-08-12T15:52:52.487" v="356" actId="478"/>
          <ac:spMkLst>
            <pc:docMk/>
            <pc:sldMk cId="2188655536" sldId="418"/>
            <ac:spMk id="36" creationId="{4457E983-B6E9-21B1-164D-7F029EC11CAD}"/>
          </ac:spMkLst>
        </pc:spChg>
        <pc:spChg chg="del">
          <ac:chgData name="우진 김" userId="9d5916cb77183fd7" providerId="LiveId" clId="{AF309A99-F3F2-4757-9B2E-37E289642162}" dt="2025-08-12T15:52:52.487" v="356" actId="478"/>
          <ac:spMkLst>
            <pc:docMk/>
            <pc:sldMk cId="2188655536" sldId="418"/>
            <ac:spMk id="37" creationId="{0740A095-C847-FB51-32B9-2A4DDE11E07A}"/>
          </ac:spMkLst>
        </pc:spChg>
        <pc:spChg chg="del">
          <ac:chgData name="우진 김" userId="9d5916cb77183fd7" providerId="LiveId" clId="{AF309A99-F3F2-4757-9B2E-37E289642162}" dt="2025-08-12T15:52:52.487" v="356" actId="478"/>
          <ac:spMkLst>
            <pc:docMk/>
            <pc:sldMk cId="2188655536" sldId="418"/>
            <ac:spMk id="38" creationId="{FB8DAB44-FA41-9969-AFAB-706A810DDCDC}"/>
          </ac:spMkLst>
        </pc:spChg>
        <pc:spChg chg="del">
          <ac:chgData name="우진 김" userId="9d5916cb77183fd7" providerId="LiveId" clId="{AF309A99-F3F2-4757-9B2E-37E289642162}" dt="2025-08-12T15:52:52.487" v="356" actId="478"/>
          <ac:spMkLst>
            <pc:docMk/>
            <pc:sldMk cId="2188655536" sldId="418"/>
            <ac:spMk id="39" creationId="{F42FA2AA-979E-A992-3653-27CB99485453}"/>
          </ac:spMkLst>
        </pc:spChg>
        <pc:spChg chg="del">
          <ac:chgData name="우진 김" userId="9d5916cb77183fd7" providerId="LiveId" clId="{AF309A99-F3F2-4757-9B2E-37E289642162}" dt="2025-08-12T15:52:52.487" v="356" actId="478"/>
          <ac:spMkLst>
            <pc:docMk/>
            <pc:sldMk cId="2188655536" sldId="418"/>
            <ac:spMk id="40" creationId="{4ABC505F-F59D-8C1A-139E-1A6DBDFA40AC}"/>
          </ac:spMkLst>
        </pc:spChg>
        <pc:spChg chg="del">
          <ac:chgData name="우진 김" userId="9d5916cb77183fd7" providerId="LiveId" clId="{AF309A99-F3F2-4757-9B2E-37E289642162}" dt="2025-08-12T15:52:52.487" v="356" actId="478"/>
          <ac:spMkLst>
            <pc:docMk/>
            <pc:sldMk cId="2188655536" sldId="418"/>
            <ac:spMk id="41" creationId="{E68347FC-483F-8745-195E-008EB8517A5D}"/>
          </ac:spMkLst>
        </pc:spChg>
        <pc:spChg chg="add mod">
          <ac:chgData name="우진 김" userId="9d5916cb77183fd7" providerId="LiveId" clId="{AF309A99-F3F2-4757-9B2E-37E289642162}" dt="2025-08-12T16:10:29.017" v="558" actId="313"/>
          <ac:spMkLst>
            <pc:docMk/>
            <pc:sldMk cId="2188655536" sldId="418"/>
            <ac:spMk id="42" creationId="{15BEDC94-C7C5-7691-7E50-41DACF575E10}"/>
          </ac:spMkLst>
        </pc:spChg>
        <pc:grpChg chg="del">
          <ac:chgData name="우진 김" userId="9d5916cb77183fd7" providerId="LiveId" clId="{AF309A99-F3F2-4757-9B2E-37E289642162}" dt="2025-08-12T15:52:49.966" v="355" actId="478"/>
          <ac:grpSpMkLst>
            <pc:docMk/>
            <pc:sldMk cId="2188655536" sldId="418"/>
            <ac:grpSpMk id="32" creationId="{B6CD37DA-7E5E-9CC1-66D5-00B744091C8B}"/>
          </ac:grpSpMkLst>
        </pc:grpChg>
        <pc:grpChg chg="del">
          <ac:chgData name="우진 김" userId="9d5916cb77183fd7" providerId="LiveId" clId="{AF309A99-F3F2-4757-9B2E-37E289642162}" dt="2025-08-12T15:52:52.487" v="356" actId="478"/>
          <ac:grpSpMkLst>
            <pc:docMk/>
            <pc:sldMk cId="2188655536" sldId="418"/>
            <ac:grpSpMk id="33" creationId="{4CC2F15C-F27F-D17C-1A63-630165A491E1}"/>
          </ac:grpSpMkLst>
        </pc:grpChg>
        <pc:grpChg chg="del">
          <ac:chgData name="우진 김" userId="9d5916cb77183fd7" providerId="LiveId" clId="{AF309A99-F3F2-4757-9B2E-37E289642162}" dt="2025-08-12T15:52:52.487" v="356" actId="478"/>
          <ac:grpSpMkLst>
            <pc:docMk/>
            <pc:sldMk cId="2188655536" sldId="418"/>
            <ac:grpSpMk id="34" creationId="{42ADC199-E590-EEAD-D07B-AD9EEED52625}"/>
          </ac:grpSpMkLst>
        </pc:grpChg>
        <pc:picChg chg="del">
          <ac:chgData name="우진 김" userId="9d5916cb77183fd7" providerId="LiveId" clId="{AF309A99-F3F2-4757-9B2E-37E289642162}" dt="2025-08-12T15:52:54.095" v="357" actId="478"/>
          <ac:picMkLst>
            <pc:docMk/>
            <pc:sldMk cId="2188655536" sldId="418"/>
            <ac:picMk id="6" creationId="{211F6F28-6597-1172-C14B-E6F053BFE5B8}"/>
          </ac:picMkLst>
        </pc:picChg>
        <pc:picChg chg="add mod">
          <ac:chgData name="우진 김" userId="9d5916cb77183fd7" providerId="LiveId" clId="{AF309A99-F3F2-4757-9B2E-37E289642162}" dt="2025-08-12T16:02:40.919" v="395" actId="1036"/>
          <ac:picMkLst>
            <pc:docMk/>
            <pc:sldMk cId="2188655536" sldId="418"/>
            <ac:picMk id="20" creationId="{15F28057-C8D2-DF61-7E53-92B925596164}"/>
          </ac:picMkLst>
        </pc:picChg>
        <pc:picChg chg="add mod">
          <ac:chgData name="우진 김" userId="9d5916cb77183fd7" providerId="LiveId" clId="{AF309A99-F3F2-4757-9B2E-37E289642162}" dt="2025-08-12T16:03:21.691" v="400" actId="1076"/>
          <ac:picMkLst>
            <pc:docMk/>
            <pc:sldMk cId="2188655536" sldId="418"/>
            <ac:picMk id="24" creationId="{7FEBB396-9EA6-AE82-F271-C829CEACC7B9}"/>
          </ac:picMkLst>
        </pc:picChg>
        <pc:picChg chg="del">
          <ac:chgData name="우진 김" userId="9d5916cb77183fd7" providerId="LiveId" clId="{AF309A99-F3F2-4757-9B2E-37E289642162}" dt="2025-08-12T15:52:52.487" v="356" actId="478"/>
          <ac:picMkLst>
            <pc:docMk/>
            <pc:sldMk cId="2188655536" sldId="418"/>
            <ac:picMk id="43" creationId="{914ED310-A619-B0B2-5233-A4A628739F71}"/>
          </ac:picMkLst>
        </pc:picChg>
        <pc:picChg chg="del">
          <ac:chgData name="우진 김" userId="9d5916cb77183fd7" providerId="LiveId" clId="{AF309A99-F3F2-4757-9B2E-37E289642162}" dt="2025-08-12T15:52:52.487" v="356" actId="478"/>
          <ac:picMkLst>
            <pc:docMk/>
            <pc:sldMk cId="2188655536" sldId="418"/>
            <ac:picMk id="1028" creationId="{5D28317C-B849-FECB-E718-DB33248FDF1B}"/>
          </ac:picMkLst>
        </pc:picChg>
      </pc:sldChg>
      <pc:sldChg chg="addSp delSp modSp add mod">
        <pc:chgData name="우진 김" userId="9d5916cb77183fd7" providerId="LiveId" clId="{AF309A99-F3F2-4757-9B2E-37E289642162}" dt="2025-08-12T16:12:45.727" v="599" actId="1076"/>
        <pc:sldMkLst>
          <pc:docMk/>
          <pc:sldMk cId="2912142347" sldId="419"/>
        </pc:sldMkLst>
        <pc:spChg chg="add mod">
          <ac:chgData name="우진 김" userId="9d5916cb77183fd7" providerId="LiveId" clId="{AF309A99-F3F2-4757-9B2E-37E289642162}" dt="2025-08-12T16:10:06.628" v="552" actId="1076"/>
          <ac:spMkLst>
            <pc:docMk/>
            <pc:sldMk cId="2912142347" sldId="419"/>
            <ac:spMk id="3" creationId="{FD5D6642-381C-DEBB-8BD1-8E64665098EB}"/>
          </ac:spMkLst>
        </pc:spChg>
        <pc:spChg chg="add mod">
          <ac:chgData name="우진 김" userId="9d5916cb77183fd7" providerId="LiveId" clId="{AF309A99-F3F2-4757-9B2E-37E289642162}" dt="2025-08-12T16:10:04.806" v="551" actId="1076"/>
          <ac:spMkLst>
            <pc:docMk/>
            <pc:sldMk cId="2912142347" sldId="419"/>
            <ac:spMk id="4" creationId="{846D85CF-8B64-47C3-25A1-44E4E6BE7DA2}"/>
          </ac:spMkLst>
        </pc:spChg>
        <pc:spChg chg="mod">
          <ac:chgData name="우진 김" userId="9d5916cb77183fd7" providerId="LiveId" clId="{AF309A99-F3F2-4757-9B2E-37E289642162}" dt="2025-08-12T16:05:15.042" v="508" actId="20577"/>
          <ac:spMkLst>
            <pc:docMk/>
            <pc:sldMk cId="2912142347" sldId="419"/>
            <ac:spMk id="9" creationId="{06E3844C-A5F8-0A94-F281-DDE46E4AF05E}"/>
          </ac:spMkLst>
        </pc:spChg>
        <pc:spChg chg="add mod">
          <ac:chgData name="우진 김" userId="9d5916cb77183fd7" providerId="LiveId" clId="{AF309A99-F3F2-4757-9B2E-37E289642162}" dt="2025-08-12T16:11:04.315" v="574" actId="1076"/>
          <ac:spMkLst>
            <pc:docMk/>
            <pc:sldMk cId="2912142347" sldId="419"/>
            <ac:spMk id="10" creationId="{70CAA0E5-BB09-9656-7286-7BCB34EE1267}"/>
          </ac:spMkLst>
        </pc:spChg>
        <pc:spChg chg="mod">
          <ac:chgData name="우진 김" userId="9d5916cb77183fd7" providerId="LiveId" clId="{AF309A99-F3F2-4757-9B2E-37E289642162}" dt="2025-08-12T16:04:41.186" v="488" actId="20577"/>
          <ac:spMkLst>
            <pc:docMk/>
            <pc:sldMk cId="2912142347" sldId="419"/>
            <ac:spMk id="13" creationId="{1D7E91AD-1B99-3C7C-5C41-C0F53F263E9F}"/>
          </ac:spMkLst>
        </pc:spChg>
        <pc:spChg chg="add mod">
          <ac:chgData name="우진 김" userId="9d5916cb77183fd7" providerId="LiveId" clId="{AF309A99-F3F2-4757-9B2E-37E289642162}" dt="2025-08-12T16:12:45.727" v="599" actId="1076"/>
          <ac:spMkLst>
            <pc:docMk/>
            <pc:sldMk cId="2912142347" sldId="419"/>
            <ac:spMk id="14" creationId="{063C897F-5E6C-6ED9-CA54-A109C5FF6252}"/>
          </ac:spMkLst>
        </pc:spChg>
        <pc:spChg chg="del">
          <ac:chgData name="우진 김" userId="9d5916cb77183fd7" providerId="LiveId" clId="{AF309A99-F3F2-4757-9B2E-37E289642162}" dt="2025-08-12T16:05:08.832" v="494" actId="478"/>
          <ac:spMkLst>
            <pc:docMk/>
            <pc:sldMk cId="2912142347" sldId="419"/>
            <ac:spMk id="18" creationId="{829ADF8C-06EC-3F21-5204-1375E0E512BA}"/>
          </ac:spMkLst>
        </pc:spChg>
        <pc:spChg chg="del">
          <ac:chgData name="우진 김" userId="9d5916cb77183fd7" providerId="LiveId" clId="{AF309A99-F3F2-4757-9B2E-37E289642162}" dt="2025-08-12T16:05:37.410" v="509" actId="478"/>
          <ac:spMkLst>
            <pc:docMk/>
            <pc:sldMk cId="2912142347" sldId="419"/>
            <ac:spMk id="21" creationId="{B262B958-2429-FF43-0809-0C07014A407E}"/>
          </ac:spMkLst>
        </pc:spChg>
        <pc:spChg chg="del">
          <ac:chgData name="우진 김" userId="9d5916cb77183fd7" providerId="LiveId" clId="{AF309A99-F3F2-4757-9B2E-37E289642162}" dt="2025-08-12T16:05:37.898" v="510" actId="478"/>
          <ac:spMkLst>
            <pc:docMk/>
            <pc:sldMk cId="2912142347" sldId="419"/>
            <ac:spMk id="42" creationId="{B98F98A3-3FCD-C35B-F9E4-3E040E33D937}"/>
          </ac:spMkLst>
        </pc:spChg>
        <pc:picChg chg="add mod">
          <ac:chgData name="우진 김" userId="9d5916cb77183fd7" providerId="LiveId" clId="{AF309A99-F3F2-4757-9B2E-37E289642162}" dt="2025-08-12T16:10:04.806" v="551" actId="1076"/>
          <ac:picMkLst>
            <pc:docMk/>
            <pc:sldMk cId="2912142347" sldId="419"/>
            <ac:picMk id="7" creationId="{B37B7B7B-E8D8-8A76-AA76-2F1220BCEC30}"/>
          </ac:picMkLst>
        </pc:picChg>
        <pc:picChg chg="add mod">
          <ac:chgData name="우진 김" userId="9d5916cb77183fd7" providerId="LiveId" clId="{AF309A99-F3F2-4757-9B2E-37E289642162}" dt="2025-08-12T16:11:36.137" v="577" actId="1076"/>
          <ac:picMkLst>
            <pc:docMk/>
            <pc:sldMk cId="2912142347" sldId="419"/>
            <ac:picMk id="12" creationId="{D97A0824-B387-0C98-21DF-303ADF6A8E2C}"/>
          </ac:picMkLst>
        </pc:picChg>
        <pc:picChg chg="del">
          <ac:chgData name="우진 김" userId="9d5916cb77183fd7" providerId="LiveId" clId="{AF309A99-F3F2-4757-9B2E-37E289642162}" dt="2025-08-12T16:05:07.800" v="493" actId="478"/>
          <ac:picMkLst>
            <pc:docMk/>
            <pc:sldMk cId="2912142347" sldId="419"/>
            <ac:picMk id="20" creationId="{37A4B97D-B735-D8B9-8AA8-F3A613FFFF20}"/>
          </ac:picMkLst>
        </pc:picChg>
        <pc:picChg chg="del">
          <ac:chgData name="우진 김" userId="9d5916cb77183fd7" providerId="LiveId" clId="{AF309A99-F3F2-4757-9B2E-37E289642162}" dt="2025-08-12T16:05:09.297" v="495" actId="478"/>
          <ac:picMkLst>
            <pc:docMk/>
            <pc:sldMk cId="2912142347" sldId="419"/>
            <ac:picMk id="24" creationId="{EE7C7D23-D139-AC49-EABA-06EA93AED19F}"/>
          </ac:picMkLst>
        </pc:picChg>
      </pc:sldChg>
      <pc:sldChg chg="addSp delSp modSp add mod">
        <pc:chgData name="우진 김" userId="9d5916cb77183fd7" providerId="LiveId" clId="{AF309A99-F3F2-4757-9B2E-37E289642162}" dt="2025-08-12T16:17:57.197" v="733" actId="1076"/>
        <pc:sldMkLst>
          <pc:docMk/>
          <pc:sldMk cId="4107177209" sldId="420"/>
        </pc:sldMkLst>
        <pc:spChg chg="mod">
          <ac:chgData name="우진 김" userId="9d5916cb77183fd7" providerId="LiveId" clId="{AF309A99-F3F2-4757-9B2E-37E289642162}" dt="2025-08-12T16:15:34.951" v="700" actId="1076"/>
          <ac:spMkLst>
            <pc:docMk/>
            <pc:sldMk cId="4107177209" sldId="420"/>
            <ac:spMk id="3" creationId="{BE534E11-527D-F1AF-A936-CB43F93D8BA5}"/>
          </ac:spMkLst>
        </pc:spChg>
        <pc:spChg chg="mod">
          <ac:chgData name="우진 김" userId="9d5916cb77183fd7" providerId="LiveId" clId="{AF309A99-F3F2-4757-9B2E-37E289642162}" dt="2025-08-12T16:15:22.096" v="673" actId="1076"/>
          <ac:spMkLst>
            <pc:docMk/>
            <pc:sldMk cId="4107177209" sldId="420"/>
            <ac:spMk id="4" creationId="{ADD3E9D5-4414-7E57-D0FA-C4646B8DDBE9}"/>
          </ac:spMkLst>
        </pc:spChg>
        <pc:spChg chg="add mod">
          <ac:chgData name="우진 김" userId="9d5916cb77183fd7" providerId="LiveId" clId="{AF309A99-F3F2-4757-9B2E-37E289642162}" dt="2025-08-12T16:15:06.888" v="651"/>
          <ac:spMkLst>
            <pc:docMk/>
            <pc:sldMk cId="4107177209" sldId="420"/>
            <ac:spMk id="8" creationId="{8E78198B-2F6C-2CDA-8C44-9D251DBF203C}"/>
          </ac:spMkLst>
        </pc:spChg>
        <pc:spChg chg="del">
          <ac:chgData name="우진 김" userId="9d5916cb77183fd7" providerId="LiveId" clId="{AF309A99-F3F2-4757-9B2E-37E289642162}" dt="2025-08-12T16:13:45.110" v="601" actId="478"/>
          <ac:spMkLst>
            <pc:docMk/>
            <pc:sldMk cId="4107177209" sldId="420"/>
            <ac:spMk id="10" creationId="{BEE6CF50-F3C7-97FB-9A07-687EF9A9B21E}"/>
          </ac:spMkLst>
        </pc:spChg>
        <pc:spChg chg="del mod">
          <ac:chgData name="우진 김" userId="9d5916cb77183fd7" providerId="LiveId" clId="{AF309A99-F3F2-4757-9B2E-37E289642162}" dt="2025-08-12T16:15:09.371" v="652" actId="478"/>
          <ac:spMkLst>
            <pc:docMk/>
            <pc:sldMk cId="4107177209" sldId="420"/>
            <ac:spMk id="14" creationId="{AEBC1EEE-5314-569D-3E92-6DE27E6468A6}"/>
          </ac:spMkLst>
        </pc:spChg>
        <pc:spChg chg="add mod">
          <ac:chgData name="우진 김" userId="9d5916cb77183fd7" providerId="LiveId" clId="{AF309A99-F3F2-4757-9B2E-37E289642162}" dt="2025-08-12T16:17:27.044" v="726" actId="20577"/>
          <ac:spMkLst>
            <pc:docMk/>
            <pc:sldMk cId="4107177209" sldId="420"/>
            <ac:spMk id="16" creationId="{59E79112-0E90-AC7A-4775-FA056EE56CB6}"/>
          </ac:spMkLst>
        </pc:spChg>
        <pc:picChg chg="del">
          <ac:chgData name="우진 김" userId="9d5916cb77183fd7" providerId="LiveId" clId="{AF309A99-F3F2-4757-9B2E-37E289642162}" dt="2025-08-12T16:15:22.987" v="674" actId="478"/>
          <ac:picMkLst>
            <pc:docMk/>
            <pc:sldMk cId="4107177209" sldId="420"/>
            <ac:picMk id="7" creationId="{49F3DC5B-46D2-93FD-30A4-1DA4C3E5FA8A}"/>
          </ac:picMkLst>
        </pc:picChg>
        <pc:picChg chg="del">
          <ac:chgData name="우진 김" userId="9d5916cb77183fd7" providerId="LiveId" clId="{AF309A99-F3F2-4757-9B2E-37E289642162}" dt="2025-08-12T16:15:36.060" v="701" actId="478"/>
          <ac:picMkLst>
            <pc:docMk/>
            <pc:sldMk cId="4107177209" sldId="420"/>
            <ac:picMk id="12" creationId="{95E9AAE2-3723-42E1-96B1-0CF4FE8B46FB}"/>
          </ac:picMkLst>
        </pc:picChg>
        <pc:picChg chg="add mod">
          <ac:chgData name="우진 김" userId="9d5916cb77183fd7" providerId="LiveId" clId="{AF309A99-F3F2-4757-9B2E-37E289642162}" dt="2025-08-12T16:17:52.435" v="730" actId="1076"/>
          <ac:picMkLst>
            <pc:docMk/>
            <pc:sldMk cId="4107177209" sldId="420"/>
            <ac:picMk id="15" creationId="{F5B84B7D-5011-D585-779E-D54098321C09}"/>
          </ac:picMkLst>
        </pc:picChg>
        <pc:picChg chg="add mod">
          <ac:chgData name="우진 김" userId="9d5916cb77183fd7" providerId="LiveId" clId="{AF309A99-F3F2-4757-9B2E-37E289642162}" dt="2025-08-12T16:17:57.197" v="733" actId="1076"/>
          <ac:picMkLst>
            <pc:docMk/>
            <pc:sldMk cId="4107177209" sldId="420"/>
            <ac:picMk id="18" creationId="{A2C8B18C-F0CD-3747-FAC2-E88BE78A2BC0}"/>
          </ac:picMkLst>
        </pc:picChg>
      </pc:sldChg>
      <pc:sldChg chg="addSp delSp modSp add mod">
        <pc:chgData name="우진 김" userId="9d5916cb77183fd7" providerId="LiveId" clId="{AF309A99-F3F2-4757-9B2E-37E289642162}" dt="2025-08-12T17:40:38.391" v="880" actId="1076"/>
        <pc:sldMkLst>
          <pc:docMk/>
          <pc:sldMk cId="2206224731" sldId="421"/>
        </pc:sldMkLst>
        <pc:spChg chg="del">
          <ac:chgData name="우진 김" userId="9d5916cb77183fd7" providerId="LiveId" clId="{AF309A99-F3F2-4757-9B2E-37E289642162}" dt="2025-08-12T16:19:18.332" v="742" actId="478"/>
          <ac:spMkLst>
            <pc:docMk/>
            <pc:sldMk cId="2206224731" sldId="421"/>
            <ac:spMk id="3" creationId="{8736011A-FA91-7B70-7A7D-04CFB8E1F145}"/>
          </ac:spMkLst>
        </pc:spChg>
        <pc:spChg chg="del">
          <ac:chgData name="우진 김" userId="9d5916cb77183fd7" providerId="LiveId" clId="{AF309A99-F3F2-4757-9B2E-37E289642162}" dt="2025-08-12T16:19:17.717" v="741" actId="478"/>
          <ac:spMkLst>
            <pc:docMk/>
            <pc:sldMk cId="2206224731" sldId="421"/>
            <ac:spMk id="4" creationId="{78A1AB38-9C10-2836-376C-339B4ABB661D}"/>
          </ac:spMkLst>
        </pc:spChg>
        <pc:spChg chg="del">
          <ac:chgData name="우진 김" userId="9d5916cb77183fd7" providerId="LiveId" clId="{AF309A99-F3F2-4757-9B2E-37E289642162}" dt="2025-08-12T16:19:19.765" v="743" actId="478"/>
          <ac:spMkLst>
            <pc:docMk/>
            <pc:sldMk cId="2206224731" sldId="421"/>
            <ac:spMk id="8" creationId="{29563970-6021-D4E7-5F97-4BD3D7E51AAC}"/>
          </ac:spMkLst>
        </pc:spChg>
        <pc:spChg chg="mod">
          <ac:chgData name="우진 김" userId="9d5916cb77183fd7" providerId="LiveId" clId="{AF309A99-F3F2-4757-9B2E-37E289642162}" dt="2025-08-12T16:26:45.265" v="824" actId="114"/>
          <ac:spMkLst>
            <pc:docMk/>
            <pc:sldMk cId="2206224731" sldId="421"/>
            <ac:spMk id="9" creationId="{9E0D6072-83F6-809D-034B-33AC68860DDF}"/>
          </ac:spMkLst>
        </pc:spChg>
        <pc:spChg chg="add mod">
          <ac:chgData name="우진 김" userId="9d5916cb77183fd7" providerId="LiveId" clId="{AF309A99-F3F2-4757-9B2E-37E289642162}" dt="2025-08-12T16:48:46.589" v="843" actId="20577"/>
          <ac:spMkLst>
            <pc:docMk/>
            <pc:sldMk cId="2206224731" sldId="421"/>
            <ac:spMk id="10" creationId="{8A523FB1-9766-147C-F244-09C6F8E537F9}"/>
          </ac:spMkLst>
        </pc:spChg>
        <pc:spChg chg="add mod">
          <ac:chgData name="우진 김" userId="9d5916cb77183fd7" providerId="LiveId" clId="{AF309A99-F3F2-4757-9B2E-37E289642162}" dt="2025-08-12T17:40:38.391" v="880" actId="1076"/>
          <ac:spMkLst>
            <pc:docMk/>
            <pc:sldMk cId="2206224731" sldId="421"/>
            <ac:spMk id="11" creationId="{6E066FE9-DC27-0172-1434-4E53C44CEA8F}"/>
          </ac:spMkLst>
        </pc:spChg>
        <pc:spChg chg="mod">
          <ac:chgData name="우진 김" userId="9d5916cb77183fd7" providerId="LiveId" clId="{AF309A99-F3F2-4757-9B2E-37E289642162}" dt="2025-08-12T16:19:06.963" v="738" actId="20577"/>
          <ac:spMkLst>
            <pc:docMk/>
            <pc:sldMk cId="2206224731" sldId="421"/>
            <ac:spMk id="13" creationId="{FE6B68F4-B37C-F8D7-1169-544582095DD1}"/>
          </ac:spMkLst>
        </pc:spChg>
        <pc:spChg chg="add mod">
          <ac:chgData name="우진 김" userId="9d5916cb77183fd7" providerId="LiveId" clId="{AF309A99-F3F2-4757-9B2E-37E289642162}" dt="2025-08-12T17:40:33.009" v="878" actId="14100"/>
          <ac:spMkLst>
            <pc:docMk/>
            <pc:sldMk cId="2206224731" sldId="421"/>
            <ac:spMk id="14" creationId="{C2B33494-805A-79D3-5ADF-578A02F51B68}"/>
          </ac:spMkLst>
        </pc:spChg>
        <pc:spChg chg="del">
          <ac:chgData name="우진 김" userId="9d5916cb77183fd7" providerId="LiveId" clId="{AF309A99-F3F2-4757-9B2E-37E289642162}" dt="2025-08-12T16:19:20.276" v="744" actId="478"/>
          <ac:spMkLst>
            <pc:docMk/>
            <pc:sldMk cId="2206224731" sldId="421"/>
            <ac:spMk id="16" creationId="{A9AFC8BC-EDF7-3501-C733-1883733693D4}"/>
          </ac:spMkLst>
        </pc:spChg>
        <pc:picChg chg="add mod">
          <ac:chgData name="우진 김" userId="9d5916cb77183fd7" providerId="LiveId" clId="{AF309A99-F3F2-4757-9B2E-37E289642162}" dt="2025-08-12T17:12:50.268" v="844" actId="1076"/>
          <ac:picMkLst>
            <pc:docMk/>
            <pc:sldMk cId="2206224731" sldId="421"/>
            <ac:picMk id="7" creationId="{D35AF802-2088-8E78-39A7-CB9655FE62D4}"/>
          </ac:picMkLst>
        </pc:picChg>
        <pc:picChg chg="del">
          <ac:chgData name="우진 김" userId="9d5916cb77183fd7" providerId="LiveId" clId="{AF309A99-F3F2-4757-9B2E-37E289642162}" dt="2025-08-12T16:19:16.491" v="739" actId="478"/>
          <ac:picMkLst>
            <pc:docMk/>
            <pc:sldMk cId="2206224731" sldId="421"/>
            <ac:picMk id="15" creationId="{8C5174C0-3BA2-EC8F-5B63-2961D63E2692}"/>
          </ac:picMkLst>
        </pc:picChg>
        <pc:picChg chg="del">
          <ac:chgData name="우진 김" userId="9d5916cb77183fd7" providerId="LiveId" clId="{AF309A99-F3F2-4757-9B2E-37E289642162}" dt="2025-08-12T16:19:17.044" v="740" actId="478"/>
          <ac:picMkLst>
            <pc:docMk/>
            <pc:sldMk cId="2206224731" sldId="421"/>
            <ac:picMk id="18" creationId="{FCD2407C-BE87-6114-0C9E-645F193C847C}"/>
          </ac:picMkLst>
        </pc:picChg>
      </pc:sldChg>
      <pc:sldChg chg="addSp delSp modSp add mod">
        <pc:chgData name="우진 김" userId="9d5916cb77183fd7" providerId="LiveId" clId="{AF309A99-F3F2-4757-9B2E-37E289642162}" dt="2025-08-12T17:48:35.529" v="956" actId="1076"/>
        <pc:sldMkLst>
          <pc:docMk/>
          <pc:sldMk cId="359152800" sldId="422"/>
        </pc:sldMkLst>
        <pc:spChg chg="add mod">
          <ac:chgData name="우진 김" userId="9d5916cb77183fd7" providerId="LiveId" clId="{AF309A99-F3F2-4757-9B2E-37E289642162}" dt="2025-08-12T17:46:55.359" v="948" actId="1076"/>
          <ac:spMkLst>
            <pc:docMk/>
            <pc:sldMk cId="359152800" sldId="422"/>
            <ac:spMk id="3" creationId="{FE1F005E-1312-1630-F06A-07CBA3554419}"/>
          </ac:spMkLst>
        </pc:spChg>
        <pc:spChg chg="mod">
          <ac:chgData name="우진 김" userId="9d5916cb77183fd7" providerId="LiveId" clId="{AF309A99-F3F2-4757-9B2E-37E289642162}" dt="2025-08-12T17:46:55.359" v="948" actId="1076"/>
          <ac:spMkLst>
            <pc:docMk/>
            <pc:sldMk cId="359152800" sldId="422"/>
            <ac:spMk id="9" creationId="{A2364003-580F-3DE8-A6C2-4AE14C79B287}"/>
          </ac:spMkLst>
        </pc:spChg>
        <pc:spChg chg="del">
          <ac:chgData name="우진 김" userId="9d5916cb77183fd7" providerId="LiveId" clId="{AF309A99-F3F2-4757-9B2E-37E289642162}" dt="2025-08-12T17:48:20.973" v="953" actId="478"/>
          <ac:spMkLst>
            <pc:docMk/>
            <pc:sldMk cId="359152800" sldId="422"/>
            <ac:spMk id="10" creationId="{C141C5C9-ADBE-EA9F-1FEA-4E4FE1C50D9A}"/>
          </ac:spMkLst>
        </pc:spChg>
        <pc:spChg chg="del">
          <ac:chgData name="우진 김" userId="9d5916cb77183fd7" providerId="LiveId" clId="{AF309A99-F3F2-4757-9B2E-37E289642162}" dt="2025-08-12T17:42:12.604" v="883" actId="478"/>
          <ac:spMkLst>
            <pc:docMk/>
            <pc:sldMk cId="359152800" sldId="422"/>
            <ac:spMk id="11" creationId="{E38C72AB-ACDD-2FD4-5BB8-39FE2A532013}"/>
          </ac:spMkLst>
        </pc:spChg>
        <pc:spChg chg="mod">
          <ac:chgData name="우진 김" userId="9d5916cb77183fd7" providerId="LiveId" clId="{AF309A99-F3F2-4757-9B2E-37E289642162}" dt="2025-08-12T17:45:47.513" v="937" actId="20577"/>
          <ac:spMkLst>
            <pc:docMk/>
            <pc:sldMk cId="359152800" sldId="422"/>
            <ac:spMk id="13" creationId="{ECB29095-560B-9562-B8A1-9D0B21D13274}"/>
          </ac:spMkLst>
        </pc:spChg>
        <pc:spChg chg="del">
          <ac:chgData name="우진 김" userId="9d5916cb77183fd7" providerId="LiveId" clId="{AF309A99-F3F2-4757-9B2E-37E289642162}" dt="2025-08-12T17:42:13.419" v="884" actId="478"/>
          <ac:spMkLst>
            <pc:docMk/>
            <pc:sldMk cId="359152800" sldId="422"/>
            <ac:spMk id="14" creationId="{7F88DF4F-7BB2-00FF-6C87-BA7A5247AE4E}"/>
          </ac:spMkLst>
        </pc:spChg>
        <pc:picChg chg="del">
          <ac:chgData name="우진 김" userId="9d5916cb77183fd7" providerId="LiveId" clId="{AF309A99-F3F2-4757-9B2E-37E289642162}" dt="2025-08-12T17:42:11.571" v="882" actId="478"/>
          <ac:picMkLst>
            <pc:docMk/>
            <pc:sldMk cId="359152800" sldId="422"/>
            <ac:picMk id="7" creationId="{9D5ABB29-F1B4-09BC-E2D8-1A18AE43534E}"/>
          </ac:picMkLst>
        </pc:picChg>
        <pc:picChg chg="add mod">
          <ac:chgData name="우진 김" userId="9d5916cb77183fd7" providerId="LiveId" clId="{AF309A99-F3F2-4757-9B2E-37E289642162}" dt="2025-08-12T17:48:35.529" v="956" actId="1076"/>
          <ac:picMkLst>
            <pc:docMk/>
            <pc:sldMk cId="359152800" sldId="422"/>
            <ac:picMk id="1026" creationId="{E5833B8F-2D59-3278-67AB-83E8988AB816}"/>
          </ac:picMkLst>
        </pc:picChg>
      </pc:sldChg>
      <pc:sldChg chg="addSp delSp modSp add mod">
        <pc:chgData name="우진 김" userId="9d5916cb77183fd7" providerId="LiveId" clId="{AF309A99-F3F2-4757-9B2E-37E289642162}" dt="2025-08-12T17:57:08.617" v="1184" actId="1035"/>
        <pc:sldMkLst>
          <pc:docMk/>
          <pc:sldMk cId="2934031354" sldId="423"/>
        </pc:sldMkLst>
        <pc:spChg chg="mod">
          <ac:chgData name="우진 김" userId="9d5916cb77183fd7" providerId="LiveId" clId="{AF309A99-F3F2-4757-9B2E-37E289642162}" dt="2025-08-12T17:57:08.617" v="1184" actId="1035"/>
          <ac:spMkLst>
            <pc:docMk/>
            <pc:sldMk cId="2934031354" sldId="423"/>
            <ac:spMk id="3" creationId="{8A177ADC-CF86-D849-B0F6-FD1E5E38BDFD}"/>
          </ac:spMkLst>
        </pc:spChg>
        <pc:spChg chg="mod">
          <ac:chgData name="우진 김" userId="9d5916cb77183fd7" providerId="LiveId" clId="{AF309A99-F3F2-4757-9B2E-37E289642162}" dt="2025-08-12T17:56:24.184" v="1171" actId="14100"/>
          <ac:spMkLst>
            <pc:docMk/>
            <pc:sldMk cId="2934031354" sldId="423"/>
            <ac:spMk id="5" creationId="{0B1AE63B-44EA-2DC6-BC84-175C002BB310}"/>
          </ac:spMkLst>
        </pc:spChg>
        <pc:spChg chg="add mod">
          <ac:chgData name="우진 김" userId="9d5916cb77183fd7" providerId="LiveId" clId="{AF309A99-F3F2-4757-9B2E-37E289642162}" dt="2025-08-12T17:52:29.617" v="1080" actId="404"/>
          <ac:spMkLst>
            <pc:docMk/>
            <pc:sldMk cId="2934031354" sldId="423"/>
            <ac:spMk id="7" creationId="{1E6325A7-B16D-B23A-7C02-FF4BF5CFAD61}"/>
          </ac:spMkLst>
        </pc:spChg>
        <pc:spChg chg="del mod">
          <ac:chgData name="우진 김" userId="9d5916cb77183fd7" providerId="LiveId" clId="{AF309A99-F3F2-4757-9B2E-37E289642162}" dt="2025-08-12T17:56:54.929" v="1176" actId="478"/>
          <ac:spMkLst>
            <pc:docMk/>
            <pc:sldMk cId="2934031354" sldId="423"/>
            <ac:spMk id="9" creationId="{444D9F19-3D8A-17B3-F62C-75B7C112E134}"/>
          </ac:spMkLst>
        </pc:spChg>
        <pc:spChg chg="add del mod">
          <ac:chgData name="우진 김" userId="9d5916cb77183fd7" providerId="LiveId" clId="{AF309A99-F3F2-4757-9B2E-37E289642162}" dt="2025-08-12T17:55:36.299" v="1148" actId="20577"/>
          <ac:spMkLst>
            <pc:docMk/>
            <pc:sldMk cId="2934031354" sldId="423"/>
            <ac:spMk id="10" creationId="{B6F2C78F-7CCC-7311-1670-4992DCE98731}"/>
          </ac:spMkLst>
        </pc:spChg>
        <pc:spChg chg="add mod">
          <ac:chgData name="우진 김" userId="9d5916cb77183fd7" providerId="LiveId" clId="{AF309A99-F3F2-4757-9B2E-37E289642162}" dt="2025-08-12T17:54:27.811" v="1117" actId="1076"/>
          <ac:spMkLst>
            <pc:docMk/>
            <pc:sldMk cId="2934031354" sldId="423"/>
            <ac:spMk id="11" creationId="{A25CB0B8-79E3-E20C-F3E1-E86B82DEB656}"/>
          </ac:spMkLst>
        </pc:spChg>
        <pc:spChg chg="mod">
          <ac:chgData name="우진 김" userId="9d5916cb77183fd7" providerId="LiveId" clId="{AF309A99-F3F2-4757-9B2E-37E289642162}" dt="2025-08-12T17:48:51.447" v="1008" actId="20577"/>
          <ac:spMkLst>
            <pc:docMk/>
            <pc:sldMk cId="2934031354" sldId="423"/>
            <ac:spMk id="13" creationId="{509C5064-08C3-1997-86D8-6DFBDFB13345}"/>
          </ac:spMkLst>
        </pc:spChg>
        <pc:spChg chg="add mod">
          <ac:chgData name="우진 김" userId="9d5916cb77183fd7" providerId="LiveId" clId="{AF309A99-F3F2-4757-9B2E-37E289642162}" dt="2025-08-12T17:56:19.884" v="1169" actId="1076"/>
          <ac:spMkLst>
            <pc:docMk/>
            <pc:sldMk cId="2934031354" sldId="423"/>
            <ac:spMk id="15" creationId="{515C998B-DF08-ABB1-9F84-08357B25AD32}"/>
          </ac:spMkLst>
        </pc:spChg>
        <pc:spChg chg="add mod">
          <ac:chgData name="우진 김" userId="9d5916cb77183fd7" providerId="LiveId" clId="{AF309A99-F3F2-4757-9B2E-37E289642162}" dt="2025-08-12T17:57:02.136" v="1179" actId="14100"/>
          <ac:spMkLst>
            <pc:docMk/>
            <pc:sldMk cId="2934031354" sldId="423"/>
            <ac:spMk id="17" creationId="{02DFDD09-5527-7424-A83B-B2ADA88FDA23}"/>
          </ac:spMkLst>
        </pc:spChg>
        <pc:picChg chg="add mod">
          <ac:chgData name="우진 김" userId="9d5916cb77183fd7" providerId="LiveId" clId="{AF309A99-F3F2-4757-9B2E-37E289642162}" dt="2025-08-12T17:52:20.766" v="1076" actId="1076"/>
          <ac:picMkLst>
            <pc:docMk/>
            <pc:sldMk cId="2934031354" sldId="423"/>
            <ac:picMk id="6" creationId="{1DDB2061-DF5D-A167-B4CD-00C6C9D0151C}"/>
          </ac:picMkLst>
        </pc:picChg>
        <pc:picChg chg="add mod">
          <ac:chgData name="우진 김" userId="9d5916cb77183fd7" providerId="LiveId" clId="{AF309A99-F3F2-4757-9B2E-37E289642162}" dt="2025-08-12T17:54:25.717" v="1116" actId="1076"/>
          <ac:picMkLst>
            <pc:docMk/>
            <pc:sldMk cId="2934031354" sldId="423"/>
            <ac:picMk id="14" creationId="{8B0E56E8-90C5-60DA-658E-ACDCFFD130DC}"/>
          </ac:picMkLst>
        </pc:picChg>
      </pc:sldChg>
      <pc:sldChg chg="addSp delSp modSp add mod delAnim modNotesTx">
        <pc:chgData name="우진 김" userId="9d5916cb77183fd7" providerId="LiveId" clId="{AF309A99-F3F2-4757-9B2E-37E289642162}" dt="2025-08-12T17:59:24.778" v="1189" actId="20577"/>
        <pc:sldMkLst>
          <pc:docMk/>
          <pc:sldMk cId="2710845988" sldId="424"/>
        </pc:sldMkLst>
        <pc:spChg chg="add mod">
          <ac:chgData name="우진 김" userId="9d5916cb77183fd7" providerId="LiveId" clId="{AF309A99-F3F2-4757-9B2E-37E289642162}" dt="2025-08-12T17:59:15.344" v="1187"/>
          <ac:spMkLst>
            <pc:docMk/>
            <pc:sldMk cId="2710845988" sldId="424"/>
            <ac:spMk id="2" creationId="{7339E243-B137-33D8-E6DD-543855B985B7}"/>
          </ac:spMkLst>
        </pc:spChg>
        <pc:spChg chg="del">
          <ac:chgData name="우진 김" userId="9d5916cb77183fd7" providerId="LiveId" clId="{AF309A99-F3F2-4757-9B2E-37E289642162}" dt="2025-08-12T17:59:15.179" v="1186" actId="478"/>
          <ac:spMkLst>
            <pc:docMk/>
            <pc:sldMk cId="2710845988" sldId="424"/>
            <ac:spMk id="3" creationId="{733AA8E7-0258-D725-22E2-1CAD095E60A5}"/>
          </ac:spMkLst>
        </pc:spChg>
        <pc:picChg chg="del">
          <ac:chgData name="우진 김" userId="9d5916cb77183fd7" providerId="LiveId" clId="{AF309A99-F3F2-4757-9B2E-37E289642162}" dt="2025-08-12T17:59:23.251" v="1188" actId="478"/>
          <ac:picMkLst>
            <pc:docMk/>
            <pc:sldMk cId="2710845988" sldId="424"/>
            <ac:picMk id="53" creationId="{812CDA2B-EDD3-9987-A994-0DD0CE1ED77B}"/>
          </ac:picMkLst>
        </pc:picChg>
      </pc:sldChg>
      <pc:sldChg chg="modSp add ord">
        <pc:chgData name="우진 김" userId="9d5916cb77183fd7" providerId="LiveId" clId="{AF309A99-F3F2-4757-9B2E-37E289642162}" dt="2025-08-12T18:49:46.999" v="1438"/>
        <pc:sldMkLst>
          <pc:docMk/>
          <pc:sldMk cId="2400302449" sldId="425"/>
        </pc:sldMkLst>
        <pc:spChg chg="mod">
          <ac:chgData name="우진 김" userId="9d5916cb77183fd7" providerId="LiveId" clId="{AF309A99-F3F2-4757-9B2E-37E289642162}" dt="2025-08-12T18:49:25.798" v="1432"/>
          <ac:spMkLst>
            <pc:docMk/>
            <pc:sldMk cId="2400302449" sldId="425"/>
            <ac:spMk id="2" creationId="{DB3DD6B4-ACA1-BB01-7B14-1A1FC1330288}"/>
          </ac:spMkLst>
        </pc:spChg>
      </pc:sldChg>
      <pc:sldChg chg="addSp delSp modSp add mod modAnim">
        <pc:chgData name="우진 김" userId="9d5916cb77183fd7" providerId="LiveId" clId="{AF309A99-F3F2-4757-9B2E-37E289642162}" dt="2025-08-12T18:50:00.809" v="1442"/>
        <pc:sldMkLst>
          <pc:docMk/>
          <pc:sldMk cId="3531411043" sldId="426"/>
        </pc:sldMkLst>
        <pc:spChg chg="add mod">
          <ac:chgData name="우진 김" userId="9d5916cb77183fd7" providerId="LiveId" clId="{AF309A99-F3F2-4757-9B2E-37E289642162}" dt="2025-08-12T18:50:00.809" v="1442"/>
          <ac:spMkLst>
            <pc:docMk/>
            <pc:sldMk cId="3531411043" sldId="426"/>
            <ac:spMk id="2" creationId="{FE8F7421-9B52-F382-C306-9E50B9740D75}"/>
          </ac:spMkLst>
        </pc:spChg>
        <pc:spChg chg="del">
          <ac:chgData name="우진 김" userId="9d5916cb77183fd7" providerId="LiveId" clId="{AF309A99-F3F2-4757-9B2E-37E289642162}" dt="2025-08-12T18:50:00.636" v="1441" actId="478"/>
          <ac:spMkLst>
            <pc:docMk/>
            <pc:sldMk cId="3531411043" sldId="426"/>
            <ac:spMk id="3" creationId="{65096F3F-9764-313D-0ED2-C64BE2CF1592}"/>
          </ac:spMkLst>
        </pc:spChg>
        <pc:spChg chg="mod">
          <ac:chgData name="우진 김" userId="9d5916cb77183fd7" providerId="LiveId" clId="{AF309A99-F3F2-4757-9B2E-37E289642162}" dt="2025-08-12T18:02:00.706" v="1207" actId="1076"/>
          <ac:spMkLst>
            <pc:docMk/>
            <pc:sldMk cId="3531411043" sldId="426"/>
            <ac:spMk id="20" creationId="{0C65981D-3DA2-CF8A-DC77-6F80A68BCDC3}"/>
          </ac:spMkLst>
        </pc:spChg>
        <pc:spChg chg="mod">
          <ac:chgData name="우진 김" userId="9d5916cb77183fd7" providerId="LiveId" clId="{AF309A99-F3F2-4757-9B2E-37E289642162}" dt="2025-08-12T18:02:00.706" v="1207" actId="1076"/>
          <ac:spMkLst>
            <pc:docMk/>
            <pc:sldMk cId="3531411043" sldId="426"/>
            <ac:spMk id="33" creationId="{92194694-4AE2-A937-1D8F-D031FF247358}"/>
          </ac:spMkLst>
        </pc:spChg>
        <pc:grpChg chg="del">
          <ac:chgData name="우진 김" userId="9d5916cb77183fd7" providerId="LiveId" clId="{AF309A99-F3F2-4757-9B2E-37E289642162}" dt="2025-08-12T18:01:53.669" v="1206" actId="478"/>
          <ac:grpSpMkLst>
            <pc:docMk/>
            <pc:sldMk cId="3531411043" sldId="426"/>
            <ac:grpSpMk id="15" creationId="{C7CB6EA2-F40A-8482-48AE-54BBB99A534C}"/>
          </ac:grpSpMkLst>
        </pc:grpChg>
        <pc:graphicFrameChg chg="mod">
          <ac:chgData name="우진 김" userId="9d5916cb77183fd7" providerId="LiveId" clId="{AF309A99-F3F2-4757-9B2E-37E289642162}" dt="2025-08-12T18:02:00.706" v="1207" actId="1076"/>
          <ac:graphicFrameMkLst>
            <pc:docMk/>
            <pc:sldMk cId="3531411043" sldId="426"/>
            <ac:graphicFrameMk id="26" creationId="{1D27D894-8F72-AD1A-4466-C253BBAF64AC}"/>
          </ac:graphicFrameMkLst>
        </pc:graphicFrameChg>
        <pc:graphicFrameChg chg="mod">
          <ac:chgData name="우진 김" userId="9d5916cb77183fd7" providerId="LiveId" clId="{AF309A99-F3F2-4757-9B2E-37E289642162}" dt="2025-08-12T18:02:00.706" v="1207" actId="1076"/>
          <ac:graphicFrameMkLst>
            <pc:docMk/>
            <pc:sldMk cId="3531411043" sldId="426"/>
            <ac:graphicFrameMk id="27" creationId="{EBEFFA60-5876-AF8C-48D3-6703C2D42B7E}"/>
          </ac:graphicFrameMkLst>
        </pc:graphicFrameChg>
        <pc:graphicFrameChg chg="mod">
          <ac:chgData name="우진 김" userId="9d5916cb77183fd7" providerId="LiveId" clId="{AF309A99-F3F2-4757-9B2E-37E289642162}" dt="2025-08-12T18:02:00.706" v="1207" actId="1076"/>
          <ac:graphicFrameMkLst>
            <pc:docMk/>
            <pc:sldMk cId="3531411043" sldId="426"/>
            <ac:graphicFrameMk id="32" creationId="{BDBF3872-D36B-A20D-4CB4-217D58A3112A}"/>
          </ac:graphicFrameMkLst>
        </pc:graphicFrameChg>
        <pc:cxnChg chg="mod">
          <ac:chgData name="우진 김" userId="9d5916cb77183fd7" providerId="LiveId" clId="{AF309A99-F3F2-4757-9B2E-37E289642162}" dt="2025-08-12T18:02:00.706" v="1207" actId="1076"/>
          <ac:cxnSpMkLst>
            <pc:docMk/>
            <pc:sldMk cId="3531411043" sldId="426"/>
            <ac:cxnSpMk id="29" creationId="{5034A274-20E2-A412-C82F-A87429C483ED}"/>
          </ac:cxnSpMkLst>
        </pc:cxnChg>
        <pc:cxnChg chg="mod">
          <ac:chgData name="우진 김" userId="9d5916cb77183fd7" providerId="LiveId" clId="{AF309A99-F3F2-4757-9B2E-37E289642162}" dt="2025-08-12T18:02:00.706" v="1207" actId="1076"/>
          <ac:cxnSpMkLst>
            <pc:docMk/>
            <pc:sldMk cId="3531411043" sldId="426"/>
            <ac:cxnSpMk id="31" creationId="{A15DAF56-3610-AA9A-BAC3-E16E50E636F3}"/>
          </ac:cxnSpMkLst>
        </pc:cxnChg>
      </pc:sldChg>
      <pc:sldChg chg="addSp delSp modSp add mod delAnim">
        <pc:chgData name="우진 김" userId="9d5916cb77183fd7" providerId="LiveId" clId="{AF309A99-F3F2-4757-9B2E-37E289642162}" dt="2025-08-12T18:50:04.754" v="1444"/>
        <pc:sldMkLst>
          <pc:docMk/>
          <pc:sldMk cId="2536581800" sldId="427"/>
        </pc:sldMkLst>
        <pc:spChg chg="del">
          <ac:chgData name="우진 김" userId="9d5916cb77183fd7" providerId="LiveId" clId="{AF309A99-F3F2-4757-9B2E-37E289642162}" dt="2025-08-12T18:50:04.036" v="1443" actId="478"/>
          <ac:spMkLst>
            <pc:docMk/>
            <pc:sldMk cId="2536581800" sldId="427"/>
            <ac:spMk id="3" creationId="{46B9FC91-033C-499B-295B-1780BFF5F5CE}"/>
          </ac:spMkLst>
        </pc:spChg>
        <pc:spChg chg="mod">
          <ac:chgData name="우진 김" userId="9d5916cb77183fd7" providerId="LiveId" clId="{AF309A99-F3F2-4757-9B2E-37E289642162}" dt="2025-08-12T18:06:19.972" v="1209"/>
          <ac:spMkLst>
            <pc:docMk/>
            <pc:sldMk cId="2536581800" sldId="427"/>
            <ac:spMk id="4" creationId="{D3DAAC55-68A1-BC02-A88D-27B151FAE121}"/>
          </ac:spMkLst>
        </pc:spChg>
        <pc:spChg chg="add mod">
          <ac:chgData name="우진 김" userId="9d5916cb77183fd7" providerId="LiveId" clId="{AF309A99-F3F2-4757-9B2E-37E289642162}" dt="2025-08-12T18:09:28.754" v="1222"/>
          <ac:spMkLst>
            <pc:docMk/>
            <pc:sldMk cId="2536581800" sldId="427"/>
            <ac:spMk id="5" creationId="{16362A4B-18EA-8EA3-52A3-0F9B783CDCDD}"/>
          </ac:spMkLst>
        </pc:spChg>
        <pc:spChg chg="add mod">
          <ac:chgData name="우진 김" userId="9d5916cb77183fd7" providerId="LiveId" clId="{AF309A99-F3F2-4757-9B2E-37E289642162}" dt="2025-08-12T18:11:39.746" v="1328" actId="1076"/>
          <ac:spMkLst>
            <pc:docMk/>
            <pc:sldMk cId="2536581800" sldId="427"/>
            <ac:spMk id="6" creationId="{D2D4A2D4-457F-0A2A-F18D-B2B1BE1A2437}"/>
          </ac:spMkLst>
        </pc:spChg>
        <pc:spChg chg="add mod">
          <ac:chgData name="우진 김" userId="9d5916cb77183fd7" providerId="LiveId" clId="{AF309A99-F3F2-4757-9B2E-37E289642162}" dt="2025-08-12T18:12:01.208" v="1333"/>
          <ac:spMkLst>
            <pc:docMk/>
            <pc:sldMk cId="2536581800" sldId="427"/>
            <ac:spMk id="7" creationId="{6D92D4D2-4754-1566-1821-21E4BED5D6B1}"/>
          </ac:spMkLst>
        </pc:spChg>
        <pc:spChg chg="add mod">
          <ac:chgData name="우진 김" userId="9d5916cb77183fd7" providerId="LiveId" clId="{AF309A99-F3F2-4757-9B2E-37E289642162}" dt="2025-08-12T18:50:04.754" v="1444"/>
          <ac:spMkLst>
            <pc:docMk/>
            <pc:sldMk cId="2536581800" sldId="427"/>
            <ac:spMk id="9" creationId="{4513FCD6-FD0F-4E0C-4D1F-167E26851C0C}"/>
          </ac:spMkLst>
        </pc:spChg>
        <pc:spChg chg="mod">
          <ac:chgData name="우진 김" userId="9d5916cb77183fd7" providerId="LiveId" clId="{AF309A99-F3F2-4757-9B2E-37E289642162}" dt="2025-08-12T18:08:54.456" v="1214" actId="14100"/>
          <ac:spMkLst>
            <pc:docMk/>
            <pc:sldMk cId="2536581800" sldId="427"/>
            <ac:spMk id="10" creationId="{8EB7D1AB-FBE8-A9C7-E3E0-6012A4FF74C1}"/>
          </ac:spMkLst>
        </pc:spChg>
        <pc:spChg chg="del">
          <ac:chgData name="우진 김" userId="9d5916cb77183fd7" providerId="LiveId" clId="{AF309A99-F3F2-4757-9B2E-37E289642162}" dt="2025-08-12T18:08:41.045" v="1210" actId="478"/>
          <ac:spMkLst>
            <pc:docMk/>
            <pc:sldMk cId="2536581800" sldId="427"/>
            <ac:spMk id="20" creationId="{3CAE9D9E-732C-B8DC-82D5-C98C026C9D1C}"/>
          </ac:spMkLst>
        </pc:spChg>
        <pc:spChg chg="del">
          <ac:chgData name="우진 김" userId="9d5916cb77183fd7" providerId="LiveId" clId="{AF309A99-F3F2-4757-9B2E-37E289642162}" dt="2025-08-12T18:08:41.045" v="1210" actId="478"/>
          <ac:spMkLst>
            <pc:docMk/>
            <pc:sldMk cId="2536581800" sldId="427"/>
            <ac:spMk id="33" creationId="{4DD28377-0AEE-C219-28D2-5F69757AB3FC}"/>
          </ac:spMkLst>
        </pc:spChg>
        <pc:graphicFrameChg chg="del">
          <ac:chgData name="우진 김" userId="9d5916cb77183fd7" providerId="LiveId" clId="{AF309A99-F3F2-4757-9B2E-37E289642162}" dt="2025-08-12T18:08:41.045" v="1210" actId="478"/>
          <ac:graphicFrameMkLst>
            <pc:docMk/>
            <pc:sldMk cId="2536581800" sldId="427"/>
            <ac:graphicFrameMk id="26" creationId="{5A4BB54A-988B-25CB-B923-FFD497EEAD5B}"/>
          </ac:graphicFrameMkLst>
        </pc:graphicFrameChg>
        <pc:graphicFrameChg chg="del">
          <ac:chgData name="우진 김" userId="9d5916cb77183fd7" providerId="LiveId" clId="{AF309A99-F3F2-4757-9B2E-37E289642162}" dt="2025-08-12T18:08:41.045" v="1210" actId="478"/>
          <ac:graphicFrameMkLst>
            <pc:docMk/>
            <pc:sldMk cId="2536581800" sldId="427"/>
            <ac:graphicFrameMk id="27" creationId="{E835AEC1-73D4-EF4C-58E9-165E4C8169A5}"/>
          </ac:graphicFrameMkLst>
        </pc:graphicFrameChg>
        <pc:graphicFrameChg chg="del">
          <ac:chgData name="우진 김" userId="9d5916cb77183fd7" providerId="LiveId" clId="{AF309A99-F3F2-4757-9B2E-37E289642162}" dt="2025-08-12T18:08:41.045" v="1210" actId="478"/>
          <ac:graphicFrameMkLst>
            <pc:docMk/>
            <pc:sldMk cId="2536581800" sldId="427"/>
            <ac:graphicFrameMk id="32" creationId="{755B8C67-8F9C-BFBA-7AB0-239693AA9E79}"/>
          </ac:graphicFrameMkLst>
        </pc:graphicFrameChg>
        <pc:picChg chg="add del mod">
          <ac:chgData name="우진 김" userId="9d5916cb77183fd7" providerId="LiveId" clId="{AF309A99-F3F2-4757-9B2E-37E289642162}" dt="2025-08-12T18:09:14.018" v="1217" actId="478"/>
          <ac:picMkLst>
            <pc:docMk/>
            <pc:sldMk cId="2536581800" sldId="427"/>
            <ac:picMk id="2" creationId="{019885B9-FA0C-7EED-6BCD-C937EAF67BB2}"/>
          </ac:picMkLst>
        </pc:picChg>
        <pc:cxnChg chg="del">
          <ac:chgData name="우진 김" userId="9d5916cb77183fd7" providerId="LiveId" clId="{AF309A99-F3F2-4757-9B2E-37E289642162}" dt="2025-08-12T18:08:41.045" v="1210" actId="478"/>
          <ac:cxnSpMkLst>
            <pc:docMk/>
            <pc:sldMk cId="2536581800" sldId="427"/>
            <ac:cxnSpMk id="29" creationId="{BCE569E0-462F-A57D-C2B6-DF2EACDCA9D0}"/>
          </ac:cxnSpMkLst>
        </pc:cxnChg>
        <pc:cxnChg chg="del">
          <ac:chgData name="우진 김" userId="9d5916cb77183fd7" providerId="LiveId" clId="{AF309A99-F3F2-4757-9B2E-37E289642162}" dt="2025-08-12T18:08:41.045" v="1210" actId="478"/>
          <ac:cxnSpMkLst>
            <pc:docMk/>
            <pc:sldMk cId="2536581800" sldId="427"/>
            <ac:cxnSpMk id="31" creationId="{1D766676-74DE-B686-96F0-50FF0B685F71}"/>
          </ac:cxnSpMkLst>
        </pc:cxnChg>
      </pc:sldChg>
      <pc:sldChg chg="addSp delSp modSp add mod">
        <pc:chgData name="우진 김" userId="9d5916cb77183fd7" providerId="LiveId" clId="{AF309A99-F3F2-4757-9B2E-37E289642162}" dt="2025-08-12T18:50:07.155" v="1446"/>
        <pc:sldMkLst>
          <pc:docMk/>
          <pc:sldMk cId="2343617760" sldId="428"/>
        </pc:sldMkLst>
        <pc:spChg chg="del">
          <ac:chgData name="우진 김" userId="9d5916cb77183fd7" providerId="LiveId" clId="{AF309A99-F3F2-4757-9B2E-37E289642162}" dt="2025-08-12T18:50:06.956" v="1445" actId="478"/>
          <ac:spMkLst>
            <pc:docMk/>
            <pc:sldMk cId="2343617760" sldId="428"/>
            <ac:spMk id="3" creationId="{F335A171-7815-1A05-B4E9-DDE93EC12758}"/>
          </ac:spMkLst>
        </pc:spChg>
        <pc:spChg chg="mod">
          <ac:chgData name="우진 김" userId="9d5916cb77183fd7" providerId="LiveId" clId="{AF309A99-F3F2-4757-9B2E-37E289642162}" dt="2025-08-12T18:22:10.037" v="1356"/>
          <ac:spMkLst>
            <pc:docMk/>
            <pc:sldMk cId="2343617760" sldId="428"/>
            <ac:spMk id="4" creationId="{4A17D58A-1371-E6EC-077C-4279C020CD67}"/>
          </ac:spMkLst>
        </pc:spChg>
        <pc:spChg chg="mod">
          <ac:chgData name="우진 김" userId="9d5916cb77183fd7" providerId="LiveId" clId="{AF309A99-F3F2-4757-9B2E-37E289642162}" dt="2025-08-12T18:22:38.939" v="1363" actId="1076"/>
          <ac:spMkLst>
            <pc:docMk/>
            <pc:sldMk cId="2343617760" sldId="428"/>
            <ac:spMk id="5" creationId="{02B888FE-FBF7-04C9-EC1B-FAB1F0A5A73F}"/>
          </ac:spMkLst>
        </pc:spChg>
        <pc:spChg chg="del">
          <ac:chgData name="우진 김" userId="9d5916cb77183fd7" providerId="LiveId" clId="{AF309A99-F3F2-4757-9B2E-37E289642162}" dt="2025-08-12T18:23:21.365" v="1364" actId="478"/>
          <ac:spMkLst>
            <pc:docMk/>
            <pc:sldMk cId="2343617760" sldId="428"/>
            <ac:spMk id="6" creationId="{6B89A488-9BB1-9985-ACAC-B78B38569A6A}"/>
          </ac:spMkLst>
        </pc:spChg>
        <pc:spChg chg="del">
          <ac:chgData name="우진 김" userId="9d5916cb77183fd7" providerId="LiveId" clId="{AF309A99-F3F2-4757-9B2E-37E289642162}" dt="2025-08-12T18:23:22.894" v="1365" actId="478"/>
          <ac:spMkLst>
            <pc:docMk/>
            <pc:sldMk cId="2343617760" sldId="428"/>
            <ac:spMk id="7" creationId="{84C29018-9EB7-0CA3-6FD5-ADF7FDE8DA0E}"/>
          </ac:spMkLst>
        </pc:spChg>
        <pc:spChg chg="mod">
          <ac:chgData name="우진 김" userId="9d5916cb77183fd7" providerId="LiveId" clId="{AF309A99-F3F2-4757-9B2E-37E289642162}" dt="2025-08-12T18:22:26.284" v="1359"/>
          <ac:spMkLst>
            <pc:docMk/>
            <pc:sldMk cId="2343617760" sldId="428"/>
            <ac:spMk id="10" creationId="{A7D1A38C-89D7-F886-E663-F2CB020682EC}"/>
          </ac:spMkLst>
        </pc:spChg>
        <pc:spChg chg="add mod">
          <ac:chgData name="우진 김" userId="9d5916cb77183fd7" providerId="LiveId" clId="{AF309A99-F3F2-4757-9B2E-37E289642162}" dt="2025-08-12T18:25:46.824" v="1382" actId="20577"/>
          <ac:spMkLst>
            <pc:docMk/>
            <pc:sldMk cId="2343617760" sldId="428"/>
            <ac:spMk id="11" creationId="{DF70BBC7-4DDC-FA00-E90F-82BC2EBFB116}"/>
          </ac:spMkLst>
        </pc:spChg>
        <pc:spChg chg="add mod">
          <ac:chgData name="우진 김" userId="9d5916cb77183fd7" providerId="LiveId" clId="{AF309A99-F3F2-4757-9B2E-37E289642162}" dt="2025-08-12T18:26:11.470" v="1394" actId="1076"/>
          <ac:spMkLst>
            <pc:docMk/>
            <pc:sldMk cId="2343617760" sldId="428"/>
            <ac:spMk id="12" creationId="{056B3532-0C54-E301-86E7-D7A9F0A7AC23}"/>
          </ac:spMkLst>
        </pc:spChg>
        <pc:spChg chg="add mod">
          <ac:chgData name="우진 김" userId="9d5916cb77183fd7" providerId="LiveId" clId="{AF309A99-F3F2-4757-9B2E-37E289642162}" dt="2025-08-12T18:27:24.439" v="1409" actId="20577"/>
          <ac:spMkLst>
            <pc:docMk/>
            <pc:sldMk cId="2343617760" sldId="428"/>
            <ac:spMk id="15" creationId="{A161DBD3-6F30-4878-B47B-41CF7CEC7827}"/>
          </ac:spMkLst>
        </pc:spChg>
        <pc:spChg chg="add mod">
          <ac:chgData name="우진 김" userId="9d5916cb77183fd7" providerId="LiveId" clId="{AF309A99-F3F2-4757-9B2E-37E289642162}" dt="2025-08-12T18:28:04.170" v="1428" actId="14100"/>
          <ac:spMkLst>
            <pc:docMk/>
            <pc:sldMk cId="2343617760" sldId="428"/>
            <ac:spMk id="16" creationId="{1F043096-1146-6F81-8B00-143B0EE47B1B}"/>
          </ac:spMkLst>
        </pc:spChg>
        <pc:spChg chg="add mod">
          <ac:chgData name="우진 김" userId="9d5916cb77183fd7" providerId="LiveId" clId="{AF309A99-F3F2-4757-9B2E-37E289642162}" dt="2025-08-12T18:50:07.155" v="1446"/>
          <ac:spMkLst>
            <pc:docMk/>
            <pc:sldMk cId="2343617760" sldId="428"/>
            <ac:spMk id="17" creationId="{FBC8D88A-B10E-C06B-415A-10C71FC0D671}"/>
          </ac:spMkLst>
        </pc:spChg>
        <pc:picChg chg="add mod">
          <ac:chgData name="우진 김" userId="9d5916cb77183fd7" providerId="LiveId" clId="{AF309A99-F3F2-4757-9B2E-37E289642162}" dt="2025-08-12T18:25:35.413" v="1376" actId="1076"/>
          <ac:picMkLst>
            <pc:docMk/>
            <pc:sldMk cId="2343617760" sldId="428"/>
            <ac:picMk id="9" creationId="{9BF18A1D-6160-5B10-CFC6-6F6EEFB89241}"/>
          </ac:picMkLst>
        </pc:picChg>
        <pc:picChg chg="add mod">
          <ac:chgData name="우진 김" userId="9d5916cb77183fd7" providerId="LiveId" clId="{AF309A99-F3F2-4757-9B2E-37E289642162}" dt="2025-08-12T18:26:34.934" v="1397" actId="1076"/>
          <ac:picMkLst>
            <pc:docMk/>
            <pc:sldMk cId="2343617760" sldId="428"/>
            <ac:picMk id="14" creationId="{14CC3F5D-7E66-BAED-6833-ABA722000A36}"/>
          </ac:picMkLst>
        </pc:picChg>
      </pc:sldChg>
      <pc:sldChg chg="add ord">
        <pc:chgData name="우진 김" userId="9d5916cb77183fd7" providerId="LiveId" clId="{AF309A99-F3F2-4757-9B2E-37E289642162}" dt="2025-08-12T18:49:45.120" v="1436"/>
        <pc:sldMkLst>
          <pc:docMk/>
          <pc:sldMk cId="4135360270" sldId="429"/>
        </pc:sldMkLst>
      </pc:sldChg>
      <pc:sldChg chg="delSp modSp add mod delAnim modNotesTx">
        <pc:chgData name="우진 김" userId="9d5916cb77183fd7" providerId="LiveId" clId="{AF309A99-F3F2-4757-9B2E-37E289642162}" dt="2025-08-12T18:56:06.669" v="1589" actId="6549"/>
        <pc:sldMkLst>
          <pc:docMk/>
          <pc:sldMk cId="740634538" sldId="435"/>
        </pc:sldMkLst>
        <pc:spChg chg="mod">
          <ac:chgData name="우진 김" userId="9d5916cb77183fd7" providerId="LiveId" clId="{AF309A99-F3F2-4757-9B2E-37E289642162}" dt="2025-08-12T18:50:38.558" v="1452"/>
          <ac:spMkLst>
            <pc:docMk/>
            <pc:sldMk cId="740634538" sldId="435"/>
            <ac:spMk id="2" creationId="{2F743EF6-9E45-8D1A-16D5-620D460D485E}"/>
          </ac:spMkLst>
        </pc:spChg>
        <pc:spChg chg="mod">
          <ac:chgData name="우진 김" userId="9d5916cb77183fd7" providerId="LiveId" clId="{AF309A99-F3F2-4757-9B2E-37E289642162}" dt="2025-08-12T18:51:51.734" v="1462" actId="1076"/>
          <ac:spMkLst>
            <pc:docMk/>
            <pc:sldMk cId="740634538" sldId="435"/>
            <ac:spMk id="3" creationId="{BF7C66C1-15A0-9401-CA34-C65C8D242EBE}"/>
          </ac:spMkLst>
        </pc:spChg>
        <pc:spChg chg="mod">
          <ac:chgData name="우진 김" userId="9d5916cb77183fd7" providerId="LiveId" clId="{AF309A99-F3F2-4757-9B2E-37E289642162}" dt="2025-08-12T18:51:33.230" v="1457" actId="1076"/>
          <ac:spMkLst>
            <pc:docMk/>
            <pc:sldMk cId="740634538" sldId="435"/>
            <ac:spMk id="5" creationId="{882CF4F3-68D4-B1DC-49CC-CCDB1C84ACBA}"/>
          </ac:spMkLst>
        </pc:spChg>
        <pc:spChg chg="mod">
          <ac:chgData name="우진 김" userId="9d5916cb77183fd7" providerId="LiveId" clId="{AF309A99-F3F2-4757-9B2E-37E289642162}" dt="2025-08-12T18:51:33.230" v="1457" actId="1076"/>
          <ac:spMkLst>
            <pc:docMk/>
            <pc:sldMk cId="740634538" sldId="435"/>
            <ac:spMk id="6" creationId="{4C8C9F2F-7C0C-5B20-5DC9-70F9B17C7EFE}"/>
          </ac:spMkLst>
        </pc:spChg>
        <pc:spChg chg="mod">
          <ac:chgData name="우진 김" userId="9d5916cb77183fd7" providerId="LiveId" clId="{AF309A99-F3F2-4757-9B2E-37E289642162}" dt="2025-08-12T18:51:38.815" v="1459" actId="1076"/>
          <ac:spMkLst>
            <pc:docMk/>
            <pc:sldMk cId="740634538" sldId="435"/>
            <ac:spMk id="17" creationId="{363A0009-7AE8-C86B-A17E-7F748B604FC6}"/>
          </ac:spMkLst>
        </pc:spChg>
        <pc:spChg chg="del mod">
          <ac:chgData name="우진 김" userId="9d5916cb77183fd7" providerId="LiveId" clId="{AF309A99-F3F2-4757-9B2E-37E289642162}" dt="2025-08-12T18:51:47.491" v="1460" actId="478"/>
          <ac:spMkLst>
            <pc:docMk/>
            <pc:sldMk cId="740634538" sldId="435"/>
            <ac:spMk id="21" creationId="{1AEE13F5-F4D0-10DF-623B-DE8A13D71157}"/>
          </ac:spMkLst>
        </pc:spChg>
        <pc:spChg chg="del mod">
          <ac:chgData name="우진 김" userId="9d5916cb77183fd7" providerId="LiveId" clId="{AF309A99-F3F2-4757-9B2E-37E289642162}" dt="2025-08-12T18:51:48.082" v="1461" actId="478"/>
          <ac:spMkLst>
            <pc:docMk/>
            <pc:sldMk cId="740634538" sldId="435"/>
            <ac:spMk id="22" creationId="{90E869F9-C893-91C7-CAFB-F6AF3DAEB2F1}"/>
          </ac:spMkLst>
        </pc:spChg>
        <pc:picChg chg="mod">
          <ac:chgData name="우진 김" userId="9d5916cb77183fd7" providerId="LiveId" clId="{AF309A99-F3F2-4757-9B2E-37E289642162}" dt="2025-08-12T18:51:33.230" v="1457" actId="1076"/>
          <ac:picMkLst>
            <pc:docMk/>
            <pc:sldMk cId="740634538" sldId="435"/>
            <ac:picMk id="9" creationId="{4D8BE914-81E9-AACD-A83B-39E3FDC64AD6}"/>
          </ac:picMkLst>
        </pc:picChg>
        <pc:picChg chg="del">
          <ac:chgData name="우진 김" userId="9d5916cb77183fd7" providerId="LiveId" clId="{AF309A99-F3F2-4757-9B2E-37E289642162}" dt="2025-08-12T18:50:59.953" v="1454" actId="478"/>
          <ac:picMkLst>
            <pc:docMk/>
            <pc:sldMk cId="740634538" sldId="435"/>
            <ac:picMk id="12" creationId="{56647996-4EF9-BB1B-8BA6-5A773008ACF0}"/>
          </ac:picMkLst>
        </pc:picChg>
        <pc:picChg chg="mod">
          <ac:chgData name="우진 김" userId="9d5916cb77183fd7" providerId="LiveId" clId="{AF309A99-F3F2-4757-9B2E-37E289642162}" dt="2025-08-12T18:51:33.230" v="1457" actId="1076"/>
          <ac:picMkLst>
            <pc:docMk/>
            <pc:sldMk cId="740634538" sldId="435"/>
            <ac:picMk id="19" creationId="{3D133A40-5B5B-D76F-F766-5A4A265221F6}"/>
          </ac:picMkLst>
        </pc:picChg>
      </pc:sldChg>
      <pc:sldChg chg="addSp delSp modSp add mod delAnim modNotesTx">
        <pc:chgData name="우진 김" userId="9d5916cb77183fd7" providerId="LiveId" clId="{AF309A99-F3F2-4757-9B2E-37E289642162}" dt="2025-08-12T18:56:03.206" v="1588" actId="6549"/>
        <pc:sldMkLst>
          <pc:docMk/>
          <pc:sldMk cId="2202930638" sldId="436"/>
        </pc:sldMkLst>
        <pc:spChg chg="del">
          <ac:chgData name="우진 김" userId="9d5916cb77183fd7" providerId="LiveId" clId="{AF309A99-F3F2-4757-9B2E-37E289642162}" dt="2025-08-12T18:53:01.736" v="1468" actId="478"/>
          <ac:spMkLst>
            <pc:docMk/>
            <pc:sldMk cId="2202930638" sldId="436"/>
            <ac:spMk id="2" creationId="{7DF47CAD-BE4C-973A-D0E5-97504C87185A}"/>
          </ac:spMkLst>
        </pc:spChg>
        <pc:spChg chg="add mod">
          <ac:chgData name="우진 김" userId="9d5916cb77183fd7" providerId="LiveId" clId="{AF309A99-F3F2-4757-9B2E-37E289642162}" dt="2025-08-12T18:53:01.917" v="1469"/>
          <ac:spMkLst>
            <pc:docMk/>
            <pc:sldMk cId="2202930638" sldId="436"/>
            <ac:spMk id="3" creationId="{AE999071-D5BF-C3A2-73CF-C351C533F43B}"/>
          </ac:spMkLst>
        </pc:spChg>
        <pc:spChg chg="mod">
          <ac:chgData name="우진 김" userId="9d5916cb77183fd7" providerId="LiveId" clId="{AF309A99-F3F2-4757-9B2E-37E289642162}" dt="2025-08-12T18:53:25.309" v="1477" actId="1076"/>
          <ac:spMkLst>
            <pc:docMk/>
            <pc:sldMk cId="2202930638" sldId="436"/>
            <ac:spMk id="5" creationId="{E303A8C1-5C79-5A40-CE67-B752DF714669}"/>
          </ac:spMkLst>
        </pc:spChg>
        <pc:spChg chg="mod">
          <ac:chgData name="우진 김" userId="9d5916cb77183fd7" providerId="LiveId" clId="{AF309A99-F3F2-4757-9B2E-37E289642162}" dt="2025-08-12T18:53:30.863" v="1480" actId="1076"/>
          <ac:spMkLst>
            <pc:docMk/>
            <pc:sldMk cId="2202930638" sldId="436"/>
            <ac:spMk id="7" creationId="{9D08A09B-22D2-B6B7-52EF-94D18BAE809F}"/>
          </ac:spMkLst>
        </pc:spChg>
        <pc:spChg chg="mod">
          <ac:chgData name="우진 김" userId="9d5916cb77183fd7" providerId="LiveId" clId="{AF309A99-F3F2-4757-9B2E-37E289642162}" dt="2025-08-12T18:53:27.545" v="1478" actId="1076"/>
          <ac:spMkLst>
            <pc:docMk/>
            <pc:sldMk cId="2202930638" sldId="436"/>
            <ac:spMk id="18" creationId="{DE887658-34B9-8D86-6E63-895373F3AB32}"/>
          </ac:spMkLst>
        </pc:spChg>
        <pc:picChg chg="del">
          <ac:chgData name="우진 김" userId="9d5916cb77183fd7" providerId="LiveId" clId="{AF309A99-F3F2-4757-9B2E-37E289642162}" dt="2025-08-12T18:53:15.498" v="1476" actId="478"/>
          <ac:picMkLst>
            <pc:docMk/>
            <pc:sldMk cId="2202930638" sldId="436"/>
            <ac:picMk id="9" creationId="{EE7B85BB-042A-B336-A6D9-75B07A9C5800}"/>
          </ac:picMkLst>
        </pc:picChg>
      </pc:sldChg>
      <pc:sldChg chg="addSp delSp modSp add mod delAnim modNotesTx">
        <pc:chgData name="우진 김" userId="9d5916cb77183fd7" providerId="LiveId" clId="{AF309A99-F3F2-4757-9B2E-37E289642162}" dt="2025-08-12T18:55:57.373" v="1586" actId="6549"/>
        <pc:sldMkLst>
          <pc:docMk/>
          <pc:sldMk cId="1101785127" sldId="437"/>
        </pc:sldMkLst>
        <pc:spChg chg="del">
          <ac:chgData name="우진 김" userId="9d5916cb77183fd7" providerId="LiveId" clId="{AF309A99-F3F2-4757-9B2E-37E289642162}" dt="2025-08-12T18:53:04.056" v="1470" actId="478"/>
          <ac:spMkLst>
            <pc:docMk/>
            <pc:sldMk cId="1101785127" sldId="437"/>
            <ac:spMk id="2" creationId="{10DCB545-6F9B-DCD3-DBDF-F0E10F383992}"/>
          </ac:spMkLst>
        </pc:spChg>
        <pc:spChg chg="add mod">
          <ac:chgData name="우진 김" userId="9d5916cb77183fd7" providerId="LiveId" clId="{AF309A99-F3F2-4757-9B2E-37E289642162}" dt="2025-08-12T18:53:04.238" v="1471"/>
          <ac:spMkLst>
            <pc:docMk/>
            <pc:sldMk cId="1101785127" sldId="437"/>
            <ac:spMk id="5" creationId="{A480C161-F0C3-66E7-74DE-BF00F13D8C1E}"/>
          </ac:spMkLst>
        </pc:spChg>
        <pc:spChg chg="mod">
          <ac:chgData name="우진 김" userId="9d5916cb77183fd7" providerId="LiveId" clId="{AF309A99-F3F2-4757-9B2E-37E289642162}" dt="2025-08-12T18:53:49.177" v="1485" actId="1076"/>
          <ac:spMkLst>
            <pc:docMk/>
            <pc:sldMk cId="1101785127" sldId="437"/>
            <ac:spMk id="9" creationId="{956CFCD9-BB71-D8EF-D29F-9A42B781B815}"/>
          </ac:spMkLst>
        </pc:spChg>
        <pc:spChg chg="mod">
          <ac:chgData name="우진 김" userId="9d5916cb77183fd7" providerId="LiveId" clId="{AF309A99-F3F2-4757-9B2E-37E289642162}" dt="2025-08-12T18:53:45.794" v="1484" actId="1076"/>
          <ac:spMkLst>
            <pc:docMk/>
            <pc:sldMk cId="1101785127" sldId="437"/>
            <ac:spMk id="11" creationId="{D856E946-E473-8E12-72BE-7E667421831C}"/>
          </ac:spMkLst>
        </pc:spChg>
        <pc:spChg chg="mod">
          <ac:chgData name="우진 김" userId="9d5916cb77183fd7" providerId="LiveId" clId="{AF309A99-F3F2-4757-9B2E-37E289642162}" dt="2025-08-12T18:53:52.985" v="1486" actId="1076"/>
          <ac:spMkLst>
            <pc:docMk/>
            <pc:sldMk cId="1101785127" sldId="437"/>
            <ac:spMk id="13" creationId="{A370DF11-DB24-F959-E3D8-36F2DB5FAF61}"/>
          </ac:spMkLst>
        </pc:spChg>
        <pc:picChg chg="mod">
          <ac:chgData name="우진 김" userId="9d5916cb77183fd7" providerId="LiveId" clId="{AF309A99-F3F2-4757-9B2E-37E289642162}" dt="2025-08-12T18:53:43.160" v="1483" actId="1076"/>
          <ac:picMkLst>
            <pc:docMk/>
            <pc:sldMk cId="1101785127" sldId="437"/>
            <ac:picMk id="6" creationId="{A72CD953-E065-D7D3-ECB8-A80C7C2A7E3C}"/>
          </ac:picMkLst>
        </pc:picChg>
        <pc:picChg chg="del">
          <ac:chgData name="우진 김" userId="9d5916cb77183fd7" providerId="LiveId" clId="{AF309A99-F3F2-4757-9B2E-37E289642162}" dt="2025-08-12T18:53:12.962" v="1475" actId="478"/>
          <ac:picMkLst>
            <pc:docMk/>
            <pc:sldMk cId="1101785127" sldId="437"/>
            <ac:picMk id="14" creationId="{AA694617-BEAC-ACD3-D49A-394D1377135D}"/>
          </ac:picMkLst>
        </pc:picChg>
      </pc:sldChg>
      <pc:sldChg chg="addSp delSp modSp add del mod">
        <pc:chgData name="우진 김" userId="9d5916cb77183fd7" providerId="LiveId" clId="{AF309A99-F3F2-4757-9B2E-37E289642162}" dt="2025-08-12T18:52:55.257" v="1467" actId="2696"/>
        <pc:sldMkLst>
          <pc:docMk/>
          <pc:sldMk cId="1082338921" sldId="438"/>
        </pc:sldMkLst>
        <pc:spChg chg="del">
          <ac:chgData name="우진 김" userId="9d5916cb77183fd7" providerId="LiveId" clId="{AF309A99-F3F2-4757-9B2E-37E289642162}" dt="2025-08-12T18:52:42.135" v="1464" actId="478"/>
          <ac:spMkLst>
            <pc:docMk/>
            <pc:sldMk cId="1082338921" sldId="438"/>
            <ac:spMk id="2" creationId="{A17221E1-47D9-3539-5665-098973D62EEF}"/>
          </ac:spMkLst>
        </pc:spChg>
        <pc:spChg chg="add mod">
          <ac:chgData name="우진 김" userId="9d5916cb77183fd7" providerId="LiveId" clId="{AF309A99-F3F2-4757-9B2E-37E289642162}" dt="2025-08-12T18:52:42.333" v="1465"/>
          <ac:spMkLst>
            <pc:docMk/>
            <pc:sldMk cId="1082338921" sldId="438"/>
            <ac:spMk id="3" creationId="{B1675448-0F90-CAE1-9473-1297754AC2AE}"/>
          </ac:spMkLst>
        </pc:spChg>
      </pc:sldChg>
      <pc:sldChg chg="addSp delSp modSp add mod delAnim modNotesTx">
        <pc:chgData name="우진 김" userId="9d5916cb77183fd7" providerId="LiveId" clId="{AF309A99-F3F2-4757-9B2E-37E289642162}" dt="2025-08-12T18:55:59.989" v="1587" actId="6549"/>
        <pc:sldMkLst>
          <pc:docMk/>
          <pc:sldMk cId="1005495404" sldId="439"/>
        </pc:sldMkLst>
        <pc:spChg chg="del">
          <ac:chgData name="우진 김" userId="9d5916cb77183fd7" providerId="LiveId" clId="{AF309A99-F3F2-4757-9B2E-37E289642162}" dt="2025-08-12T18:53:06.936" v="1472" actId="478"/>
          <ac:spMkLst>
            <pc:docMk/>
            <pc:sldMk cId="1005495404" sldId="439"/>
            <ac:spMk id="2" creationId="{A17221E1-47D9-3539-5665-098973D62EEF}"/>
          </ac:spMkLst>
        </pc:spChg>
        <pc:spChg chg="add mod">
          <ac:chgData name="우진 김" userId="9d5916cb77183fd7" providerId="LiveId" clId="{AF309A99-F3F2-4757-9B2E-37E289642162}" dt="2025-08-12T18:53:07.127" v="1473"/>
          <ac:spMkLst>
            <pc:docMk/>
            <pc:sldMk cId="1005495404" sldId="439"/>
            <ac:spMk id="3" creationId="{A330D56E-F142-98B8-8D69-80E1F586E408}"/>
          </ac:spMkLst>
        </pc:spChg>
        <pc:spChg chg="mod">
          <ac:chgData name="우진 김" userId="9d5916cb77183fd7" providerId="LiveId" clId="{AF309A99-F3F2-4757-9B2E-37E289642162}" dt="2025-08-12T18:54:11.454" v="1488" actId="1076"/>
          <ac:spMkLst>
            <pc:docMk/>
            <pc:sldMk cId="1005495404" sldId="439"/>
            <ac:spMk id="35" creationId="{4ABE9556-EE0E-6D69-36AE-5947D5E0B63F}"/>
          </ac:spMkLst>
        </pc:spChg>
        <pc:picChg chg="del">
          <ac:chgData name="우진 김" userId="9d5916cb77183fd7" providerId="LiveId" clId="{AF309A99-F3F2-4757-9B2E-37E289642162}" dt="2025-08-12T18:53:10.914" v="1474" actId="478"/>
          <ac:picMkLst>
            <pc:docMk/>
            <pc:sldMk cId="1005495404" sldId="439"/>
            <ac:picMk id="44" creationId="{ACF66235-8AEF-E46D-5B94-DAF9E15FFF53}"/>
          </ac:picMkLst>
        </pc:picChg>
      </pc:sldChg>
      <pc:sldChg chg="delSp modSp add mod ord delAnim">
        <pc:chgData name="우진 김" userId="9d5916cb77183fd7" providerId="LiveId" clId="{AF309A99-F3F2-4757-9B2E-37E289642162}" dt="2025-08-12T18:55:12.490" v="1529" actId="478"/>
        <pc:sldMkLst>
          <pc:docMk/>
          <pc:sldMk cId="1147131642" sldId="440"/>
        </pc:sldMkLst>
        <pc:spChg chg="mod">
          <ac:chgData name="우진 김" userId="9d5916cb77183fd7" providerId="LiveId" clId="{AF309A99-F3F2-4757-9B2E-37E289642162}" dt="2025-08-12T18:55:03.153" v="1528" actId="20577"/>
          <ac:spMkLst>
            <pc:docMk/>
            <pc:sldMk cId="1147131642" sldId="440"/>
            <ac:spMk id="2" creationId="{669F6EF2-0CDF-CBDB-D485-DE3E07EC4B56}"/>
          </ac:spMkLst>
        </pc:spChg>
        <pc:picChg chg="del">
          <ac:chgData name="우진 김" userId="9d5916cb77183fd7" providerId="LiveId" clId="{AF309A99-F3F2-4757-9B2E-37E289642162}" dt="2025-08-12T18:55:12.490" v="1529" actId="478"/>
          <ac:picMkLst>
            <pc:docMk/>
            <pc:sldMk cId="1147131642" sldId="440"/>
            <ac:picMk id="12" creationId="{709B58FC-AC0E-6A8A-75CE-933D3AE4A916}"/>
          </ac:picMkLst>
        </pc:picChg>
      </pc:sldChg>
      <pc:sldChg chg="addSp delSp modSp add mod ord modNotesTx">
        <pc:chgData name="우진 김" userId="9d5916cb77183fd7" providerId="LiveId" clId="{AF309A99-F3F2-4757-9B2E-37E289642162}" dt="2025-08-12T19:25:52.856" v="2183" actId="1076"/>
        <pc:sldMkLst>
          <pc:docMk/>
          <pc:sldMk cId="139442293" sldId="441"/>
        </pc:sldMkLst>
        <pc:spChg chg="add mod">
          <ac:chgData name="우진 김" userId="9d5916cb77183fd7" providerId="LiveId" clId="{AF309A99-F3F2-4757-9B2E-37E289642162}" dt="2025-08-12T18:56:53.296" v="1610" actId="20577"/>
          <ac:spMkLst>
            <pc:docMk/>
            <pc:sldMk cId="139442293" sldId="441"/>
            <ac:spMk id="2" creationId="{85BB6F35-89B5-8B7D-B0EE-1B5501C699F9}"/>
          </ac:spMkLst>
        </pc:spChg>
        <pc:spChg chg="mod">
          <ac:chgData name="우진 김" userId="9d5916cb77183fd7" providerId="LiveId" clId="{AF309A99-F3F2-4757-9B2E-37E289642162}" dt="2025-08-12T18:55:43.948" v="1572" actId="20577"/>
          <ac:spMkLst>
            <pc:docMk/>
            <pc:sldMk cId="139442293" sldId="441"/>
            <ac:spMk id="3" creationId="{4D10B6A1-9675-EE72-5D04-F05D22ADDF22}"/>
          </ac:spMkLst>
        </pc:spChg>
        <pc:spChg chg="mod">
          <ac:chgData name="우진 김" userId="9d5916cb77183fd7" providerId="LiveId" clId="{AF309A99-F3F2-4757-9B2E-37E289642162}" dt="2025-08-12T18:55:48.604" v="1584" actId="20577"/>
          <ac:spMkLst>
            <pc:docMk/>
            <pc:sldMk cId="139442293" sldId="441"/>
            <ac:spMk id="4" creationId="{BB43810A-2128-DE07-9C9F-417ED1C95ABD}"/>
          </ac:spMkLst>
        </pc:spChg>
        <pc:spChg chg="del">
          <ac:chgData name="우진 김" userId="9d5916cb77183fd7" providerId="LiveId" clId="{AF309A99-F3F2-4757-9B2E-37E289642162}" dt="2025-08-12T18:56:23.126" v="1591" actId="478"/>
          <ac:spMkLst>
            <pc:docMk/>
            <pc:sldMk cId="139442293" sldId="441"/>
            <ac:spMk id="5" creationId="{D7764DC6-A204-3CDE-83B5-CB1932B92E6D}"/>
          </ac:spMkLst>
        </pc:spChg>
        <pc:spChg chg="del">
          <ac:chgData name="우진 김" userId="9d5916cb77183fd7" providerId="LiveId" clId="{AF309A99-F3F2-4757-9B2E-37E289642162}" dt="2025-08-12T18:56:24.278" v="1592" actId="478"/>
          <ac:spMkLst>
            <pc:docMk/>
            <pc:sldMk cId="139442293" sldId="441"/>
            <ac:spMk id="7" creationId="{210A7528-6650-90FE-980E-1E74C6EE20DC}"/>
          </ac:spMkLst>
        </pc:spChg>
        <pc:spChg chg="mod">
          <ac:chgData name="우진 김" userId="9d5916cb77183fd7" providerId="LiveId" clId="{AF309A99-F3F2-4757-9B2E-37E289642162}" dt="2025-08-12T19:14:20.276" v="1954" actId="20577"/>
          <ac:spMkLst>
            <pc:docMk/>
            <pc:sldMk cId="139442293" sldId="441"/>
            <ac:spMk id="10" creationId="{75DDEBE9-5A0C-A7E1-BE63-190DF4105CDC}"/>
          </ac:spMkLst>
        </pc:spChg>
        <pc:spChg chg="add mod">
          <ac:chgData name="우진 김" userId="9d5916cb77183fd7" providerId="LiveId" clId="{AF309A99-F3F2-4757-9B2E-37E289642162}" dt="2025-08-12T19:23:51.563" v="2143" actId="1076"/>
          <ac:spMkLst>
            <pc:docMk/>
            <pc:sldMk cId="139442293" sldId="441"/>
            <ac:spMk id="12" creationId="{0B914590-DBFC-AF66-9B25-E0C8B9831C8A}"/>
          </ac:spMkLst>
        </pc:spChg>
        <pc:spChg chg="del">
          <ac:chgData name="우진 김" userId="9d5916cb77183fd7" providerId="LiveId" clId="{AF309A99-F3F2-4757-9B2E-37E289642162}" dt="2025-08-12T18:56:21.814" v="1590" actId="478"/>
          <ac:spMkLst>
            <pc:docMk/>
            <pc:sldMk cId="139442293" sldId="441"/>
            <ac:spMk id="14" creationId="{F0BC4F02-E2C9-47F0-9840-CAAC968E9EB3}"/>
          </ac:spMkLst>
        </pc:spChg>
        <pc:spChg chg="del">
          <ac:chgData name="우진 김" userId="9d5916cb77183fd7" providerId="LiveId" clId="{AF309A99-F3F2-4757-9B2E-37E289642162}" dt="2025-08-12T18:56:21.814" v="1590" actId="478"/>
          <ac:spMkLst>
            <pc:docMk/>
            <pc:sldMk cId="139442293" sldId="441"/>
            <ac:spMk id="15" creationId="{622B1326-3EB4-4B78-44C3-A51E5D44BFA0}"/>
          </ac:spMkLst>
        </pc:spChg>
        <pc:spChg chg="add mod">
          <ac:chgData name="우진 김" userId="9d5916cb77183fd7" providerId="LiveId" clId="{AF309A99-F3F2-4757-9B2E-37E289642162}" dt="2025-08-12T19:24:06.111" v="2147" actId="1076"/>
          <ac:spMkLst>
            <pc:docMk/>
            <pc:sldMk cId="139442293" sldId="441"/>
            <ac:spMk id="16" creationId="{BE8951EF-0973-0286-B63D-6BFBE48413DC}"/>
          </ac:spMkLst>
        </pc:spChg>
        <pc:spChg chg="add mod">
          <ac:chgData name="우진 김" userId="9d5916cb77183fd7" providerId="LiveId" clId="{AF309A99-F3F2-4757-9B2E-37E289642162}" dt="2025-08-12T19:24:04.728" v="2146" actId="1076"/>
          <ac:spMkLst>
            <pc:docMk/>
            <pc:sldMk cId="139442293" sldId="441"/>
            <ac:spMk id="17" creationId="{F6B11F85-B3B7-4634-46D1-F8351C646024}"/>
          </ac:spMkLst>
        </pc:spChg>
        <pc:spChg chg="del">
          <ac:chgData name="우진 김" userId="9d5916cb77183fd7" providerId="LiveId" clId="{AF309A99-F3F2-4757-9B2E-37E289642162}" dt="2025-08-12T18:56:21.814" v="1590" actId="478"/>
          <ac:spMkLst>
            <pc:docMk/>
            <pc:sldMk cId="139442293" sldId="441"/>
            <ac:spMk id="18" creationId="{695FA6C3-CE75-842C-BF5E-F38950C8AAA3}"/>
          </ac:spMkLst>
        </pc:spChg>
        <pc:spChg chg="add mod">
          <ac:chgData name="우진 김" userId="9d5916cb77183fd7" providerId="LiveId" clId="{AF309A99-F3F2-4757-9B2E-37E289642162}" dt="2025-08-12T19:25:35.013" v="2178" actId="20577"/>
          <ac:spMkLst>
            <pc:docMk/>
            <pc:sldMk cId="139442293" sldId="441"/>
            <ac:spMk id="19" creationId="{C613488F-5FB4-981B-451F-7788289BD58B}"/>
          </ac:spMkLst>
        </pc:spChg>
        <pc:spChg chg="add mod">
          <ac:chgData name="우진 김" userId="9d5916cb77183fd7" providerId="LiveId" clId="{AF309A99-F3F2-4757-9B2E-37E289642162}" dt="2025-08-12T19:24:08.525" v="2148" actId="1076"/>
          <ac:spMkLst>
            <pc:docMk/>
            <pc:sldMk cId="139442293" sldId="441"/>
            <ac:spMk id="20" creationId="{6961B83C-43F1-2749-A8B2-76242C6F81F6}"/>
          </ac:spMkLst>
        </pc:spChg>
        <pc:spChg chg="add mod">
          <ac:chgData name="우진 김" userId="9d5916cb77183fd7" providerId="LiveId" clId="{AF309A99-F3F2-4757-9B2E-37E289642162}" dt="2025-08-12T19:25:52.856" v="2183" actId="1076"/>
          <ac:spMkLst>
            <pc:docMk/>
            <pc:sldMk cId="139442293" sldId="441"/>
            <ac:spMk id="23" creationId="{560E632D-1E08-0484-2F85-5790C8E7205C}"/>
          </ac:spMkLst>
        </pc:spChg>
        <pc:picChg chg="add mod">
          <ac:chgData name="우진 김" userId="9d5916cb77183fd7" providerId="LiveId" clId="{AF309A99-F3F2-4757-9B2E-37E289642162}" dt="2025-08-12T19:23:59.662" v="2145" actId="1076"/>
          <ac:picMkLst>
            <pc:docMk/>
            <pc:sldMk cId="139442293" sldId="441"/>
            <ac:picMk id="9" creationId="{25AB0EB2-20F5-8487-B398-28587C384548}"/>
          </ac:picMkLst>
        </pc:picChg>
        <pc:picChg chg="del">
          <ac:chgData name="우진 김" userId="9d5916cb77183fd7" providerId="LiveId" clId="{AF309A99-F3F2-4757-9B2E-37E289642162}" dt="2025-08-12T18:56:21.814" v="1590" actId="478"/>
          <ac:picMkLst>
            <pc:docMk/>
            <pc:sldMk cId="139442293" sldId="441"/>
            <ac:picMk id="11" creationId="{BD1A7F05-F541-F878-20E6-7C36394CA97E}"/>
          </ac:picMkLst>
        </pc:picChg>
        <pc:picChg chg="del">
          <ac:chgData name="우진 김" userId="9d5916cb77183fd7" providerId="LiveId" clId="{AF309A99-F3F2-4757-9B2E-37E289642162}" dt="2025-08-12T18:56:21.814" v="1590" actId="478"/>
          <ac:picMkLst>
            <pc:docMk/>
            <pc:sldMk cId="139442293" sldId="441"/>
            <ac:picMk id="13" creationId="{4885AC14-510C-EACA-3B22-BD8D84E98CA2}"/>
          </ac:picMkLst>
        </pc:picChg>
        <pc:cxnChg chg="add">
          <ac:chgData name="우진 김" userId="9d5916cb77183fd7" providerId="LiveId" clId="{AF309A99-F3F2-4757-9B2E-37E289642162}" dt="2025-08-12T19:24:17.806" v="2150" actId="11529"/>
          <ac:cxnSpMkLst>
            <pc:docMk/>
            <pc:sldMk cId="139442293" sldId="441"/>
            <ac:cxnSpMk id="22" creationId="{0182F820-AB99-9943-7A94-EBB910B65AC3}"/>
          </ac:cxnSpMkLst>
        </pc:cxnChg>
      </pc:sldChg>
      <pc:sldChg chg="addSp delSp modSp add mod ord">
        <pc:chgData name="우진 김" userId="9d5916cb77183fd7" providerId="LiveId" clId="{AF309A99-F3F2-4757-9B2E-37E289642162}" dt="2025-08-12T19:05:26.870" v="1697" actId="1076"/>
        <pc:sldMkLst>
          <pc:docMk/>
          <pc:sldMk cId="2587390173" sldId="442"/>
        </pc:sldMkLst>
        <pc:spChg chg="add mod">
          <ac:chgData name="우진 김" userId="9d5916cb77183fd7" providerId="LiveId" clId="{AF309A99-F3F2-4757-9B2E-37E289642162}" dt="2025-08-12T19:04:14.547" v="1666" actId="20577"/>
          <ac:spMkLst>
            <pc:docMk/>
            <pc:sldMk cId="2587390173" sldId="442"/>
            <ac:spMk id="7" creationId="{0A6C0E47-1D7A-E0EC-28B7-0CBDACCB967B}"/>
          </ac:spMkLst>
        </pc:spChg>
        <pc:spChg chg="mod">
          <ac:chgData name="우진 김" userId="9d5916cb77183fd7" providerId="LiveId" clId="{AF309A99-F3F2-4757-9B2E-37E289642162}" dt="2025-08-12T19:01:11.624" v="1617"/>
          <ac:spMkLst>
            <pc:docMk/>
            <pc:sldMk cId="2587390173" sldId="442"/>
            <ac:spMk id="10" creationId="{C2D8BF82-7F80-4381-64FF-59C867343805}"/>
          </ac:spMkLst>
        </pc:spChg>
        <pc:spChg chg="add del mod">
          <ac:chgData name="우진 김" userId="9d5916cb77183fd7" providerId="LiveId" clId="{AF309A99-F3F2-4757-9B2E-37E289642162}" dt="2025-08-12T19:03:44.364" v="1647" actId="478"/>
          <ac:spMkLst>
            <pc:docMk/>
            <pc:sldMk cId="2587390173" sldId="442"/>
            <ac:spMk id="11" creationId="{7AAC14E4-13D6-8B4B-7AF7-B0BBC2333FFB}"/>
          </ac:spMkLst>
        </pc:spChg>
        <pc:spChg chg="add mod">
          <ac:chgData name="우진 김" userId="9d5916cb77183fd7" providerId="LiveId" clId="{AF309A99-F3F2-4757-9B2E-37E289642162}" dt="2025-08-12T19:04:20.999" v="1672" actId="1038"/>
          <ac:spMkLst>
            <pc:docMk/>
            <pc:sldMk cId="2587390173" sldId="442"/>
            <ac:spMk id="12" creationId="{2BC6FBBE-386F-81CF-DFC3-9FA473066E46}"/>
          </ac:spMkLst>
        </pc:spChg>
        <pc:spChg chg="add mod">
          <ac:chgData name="우진 김" userId="9d5916cb77183fd7" providerId="LiveId" clId="{AF309A99-F3F2-4757-9B2E-37E289642162}" dt="2025-08-12T19:04:10.406" v="1663" actId="20577"/>
          <ac:spMkLst>
            <pc:docMk/>
            <pc:sldMk cId="2587390173" sldId="442"/>
            <ac:spMk id="13" creationId="{21BCB651-7ACA-AAC4-42B7-CDD231FA8C41}"/>
          </ac:spMkLst>
        </pc:spChg>
        <pc:spChg chg="add">
          <ac:chgData name="우진 김" userId="9d5916cb77183fd7" providerId="LiveId" clId="{AF309A99-F3F2-4757-9B2E-37E289642162}" dt="2025-08-12T19:05:10.410" v="1676" actId="11529"/>
          <ac:spMkLst>
            <pc:docMk/>
            <pc:sldMk cId="2587390173" sldId="442"/>
            <ac:spMk id="14" creationId="{F4C275FC-1D7F-7F5B-0B8A-A7F40D0AAC3F}"/>
          </ac:spMkLst>
        </pc:spChg>
        <pc:spChg chg="add mod">
          <ac:chgData name="우진 김" userId="9d5916cb77183fd7" providerId="LiveId" clId="{AF309A99-F3F2-4757-9B2E-37E289642162}" dt="2025-08-12T19:05:26.870" v="1697" actId="1076"/>
          <ac:spMkLst>
            <pc:docMk/>
            <pc:sldMk cId="2587390173" sldId="442"/>
            <ac:spMk id="15" creationId="{D1DE526A-9A15-BC48-47E8-194706D4785F}"/>
          </ac:spMkLst>
        </pc:spChg>
        <pc:picChg chg="add mod">
          <ac:chgData name="우진 김" userId="9d5916cb77183fd7" providerId="LiveId" clId="{AF309A99-F3F2-4757-9B2E-37E289642162}" dt="2025-08-12T19:04:30.033" v="1673" actId="1076"/>
          <ac:picMkLst>
            <pc:docMk/>
            <pc:sldMk cId="2587390173" sldId="442"/>
            <ac:picMk id="6" creationId="{D575D1EE-30ED-2555-1EE4-B65F229B9A9D}"/>
          </ac:picMkLst>
        </pc:picChg>
        <pc:picChg chg="del">
          <ac:chgData name="우진 김" userId="9d5916cb77183fd7" providerId="LiveId" clId="{AF309A99-F3F2-4757-9B2E-37E289642162}" dt="2025-08-12T19:01:15.027" v="1618" actId="478"/>
          <ac:picMkLst>
            <pc:docMk/>
            <pc:sldMk cId="2587390173" sldId="442"/>
            <ac:picMk id="9" creationId="{7041D904-F889-DEF8-7657-90FB17981790}"/>
          </ac:picMkLst>
        </pc:picChg>
      </pc:sldChg>
      <pc:sldChg chg="addSp delSp modSp add mod">
        <pc:chgData name="우진 김" userId="9d5916cb77183fd7" providerId="LiveId" clId="{AF309A99-F3F2-4757-9B2E-37E289642162}" dt="2025-08-12T19:14:06.046" v="1935" actId="1076"/>
        <pc:sldMkLst>
          <pc:docMk/>
          <pc:sldMk cId="4258911746" sldId="443"/>
        </pc:sldMkLst>
        <pc:spChg chg="add mod">
          <ac:chgData name="우진 김" userId="9d5916cb77183fd7" providerId="LiveId" clId="{AF309A99-F3F2-4757-9B2E-37E289642162}" dt="2025-08-12T19:11:32.943" v="1878" actId="14100"/>
          <ac:spMkLst>
            <pc:docMk/>
            <pc:sldMk cId="4258911746" sldId="443"/>
            <ac:spMk id="5" creationId="{0CCD044E-7B6B-0048-4FF9-5ABF9BD2EBDF}"/>
          </ac:spMkLst>
        </pc:spChg>
        <pc:spChg chg="del">
          <ac:chgData name="우진 김" userId="9d5916cb77183fd7" providerId="LiveId" clId="{AF309A99-F3F2-4757-9B2E-37E289642162}" dt="2025-08-12T19:06:03.678" v="1749" actId="478"/>
          <ac:spMkLst>
            <pc:docMk/>
            <pc:sldMk cId="4258911746" sldId="443"/>
            <ac:spMk id="7" creationId="{D91C14A5-0FDB-7B55-1723-3ED32DF51FC4}"/>
          </ac:spMkLst>
        </pc:spChg>
        <pc:spChg chg="mod">
          <ac:chgData name="우진 김" userId="9d5916cb77183fd7" providerId="LiveId" clId="{AF309A99-F3F2-4757-9B2E-37E289642162}" dt="2025-08-12T19:05:51.198" v="1746" actId="20577"/>
          <ac:spMkLst>
            <pc:docMk/>
            <pc:sldMk cId="4258911746" sldId="443"/>
            <ac:spMk id="10" creationId="{FC5B5DC3-3941-FAE1-30A0-2E79DF2BFDD3}"/>
          </ac:spMkLst>
        </pc:spChg>
        <pc:spChg chg="del">
          <ac:chgData name="우진 김" userId="9d5916cb77183fd7" providerId="LiveId" clId="{AF309A99-F3F2-4757-9B2E-37E289642162}" dt="2025-08-12T19:06:04.630" v="1750" actId="478"/>
          <ac:spMkLst>
            <pc:docMk/>
            <pc:sldMk cId="4258911746" sldId="443"/>
            <ac:spMk id="12" creationId="{60E04F47-D80F-9875-E1E3-795FF9457D69}"/>
          </ac:spMkLst>
        </pc:spChg>
        <pc:spChg chg="del">
          <ac:chgData name="우진 김" userId="9d5916cb77183fd7" providerId="LiveId" clId="{AF309A99-F3F2-4757-9B2E-37E289642162}" dt="2025-08-12T19:07:43.414" v="1761" actId="478"/>
          <ac:spMkLst>
            <pc:docMk/>
            <pc:sldMk cId="4258911746" sldId="443"/>
            <ac:spMk id="13" creationId="{961EEF7F-00AE-7032-F98A-C8B574DBF77D}"/>
          </ac:spMkLst>
        </pc:spChg>
        <pc:spChg chg="del">
          <ac:chgData name="우진 김" userId="9d5916cb77183fd7" providerId="LiveId" clId="{AF309A99-F3F2-4757-9B2E-37E289642162}" dt="2025-08-12T19:06:06.319" v="1752" actId="478"/>
          <ac:spMkLst>
            <pc:docMk/>
            <pc:sldMk cId="4258911746" sldId="443"/>
            <ac:spMk id="14" creationId="{9C228264-DB20-FE4D-033D-DE406A9A7ED5}"/>
          </ac:spMkLst>
        </pc:spChg>
        <pc:spChg chg="del">
          <ac:chgData name="우진 김" userId="9d5916cb77183fd7" providerId="LiveId" clId="{AF309A99-F3F2-4757-9B2E-37E289642162}" dt="2025-08-12T19:06:05.646" v="1751" actId="478"/>
          <ac:spMkLst>
            <pc:docMk/>
            <pc:sldMk cId="4258911746" sldId="443"/>
            <ac:spMk id="15" creationId="{AD914148-3B9C-5AF3-7898-3FAE12B8934A}"/>
          </ac:spMkLst>
        </pc:spChg>
        <pc:spChg chg="add mod">
          <ac:chgData name="우진 김" userId="9d5916cb77183fd7" providerId="LiveId" clId="{AF309A99-F3F2-4757-9B2E-37E289642162}" dt="2025-08-12T19:13:45.599" v="1928" actId="1076"/>
          <ac:spMkLst>
            <pc:docMk/>
            <pc:sldMk cId="4258911746" sldId="443"/>
            <ac:spMk id="18" creationId="{01BBCFB7-3497-EEC2-937D-EE00FDDBE3D0}"/>
          </ac:spMkLst>
        </pc:spChg>
        <pc:spChg chg="add mod">
          <ac:chgData name="우진 김" userId="9d5916cb77183fd7" providerId="LiveId" clId="{AF309A99-F3F2-4757-9B2E-37E289642162}" dt="2025-08-12T19:11:44.076" v="1882" actId="1076"/>
          <ac:spMkLst>
            <pc:docMk/>
            <pc:sldMk cId="4258911746" sldId="443"/>
            <ac:spMk id="19" creationId="{E72F77DE-A5EB-F707-4A28-1F9468DC8840}"/>
          </ac:spMkLst>
        </pc:spChg>
        <pc:spChg chg="add mod">
          <ac:chgData name="우진 김" userId="9d5916cb77183fd7" providerId="LiveId" clId="{AF309A99-F3F2-4757-9B2E-37E289642162}" dt="2025-08-12T19:14:04.547" v="1934" actId="1076"/>
          <ac:spMkLst>
            <pc:docMk/>
            <pc:sldMk cId="4258911746" sldId="443"/>
            <ac:spMk id="21" creationId="{C0ABA0F6-30B8-0433-C93C-FE1770228C69}"/>
          </ac:spMkLst>
        </pc:spChg>
        <pc:spChg chg="add mod">
          <ac:chgData name="우진 김" userId="9d5916cb77183fd7" providerId="LiveId" clId="{AF309A99-F3F2-4757-9B2E-37E289642162}" dt="2025-08-12T19:12:33.440" v="1914" actId="14100"/>
          <ac:spMkLst>
            <pc:docMk/>
            <pc:sldMk cId="4258911746" sldId="443"/>
            <ac:spMk id="25" creationId="{5A492780-693B-E6D7-CAF9-B38C0FAC7AEC}"/>
          </ac:spMkLst>
        </pc:spChg>
        <pc:spChg chg="add mod">
          <ac:chgData name="우진 김" userId="9d5916cb77183fd7" providerId="LiveId" clId="{AF309A99-F3F2-4757-9B2E-37E289642162}" dt="2025-08-12T19:13:41.201" v="1927" actId="1076"/>
          <ac:spMkLst>
            <pc:docMk/>
            <pc:sldMk cId="4258911746" sldId="443"/>
            <ac:spMk id="27" creationId="{7A6E08CE-4700-EC21-7B7A-7FB38CAC6EA0}"/>
          </ac:spMkLst>
        </pc:spChg>
        <pc:picChg chg="mod">
          <ac:chgData name="우진 김" userId="9d5916cb77183fd7" providerId="LiveId" clId="{AF309A99-F3F2-4757-9B2E-37E289642162}" dt="2025-08-12T19:11:24.727" v="1875" actId="1076"/>
          <ac:picMkLst>
            <pc:docMk/>
            <pc:sldMk cId="4258911746" sldId="443"/>
            <ac:picMk id="6" creationId="{6E2DDA29-AEBE-D375-211A-E28A6BBBB5D5}"/>
          </ac:picMkLst>
        </pc:picChg>
        <pc:picChg chg="add mod">
          <ac:chgData name="우진 김" userId="9d5916cb77183fd7" providerId="LiveId" clId="{AF309A99-F3F2-4757-9B2E-37E289642162}" dt="2025-08-12T19:13:48.615" v="1929" actId="1076"/>
          <ac:picMkLst>
            <pc:docMk/>
            <pc:sldMk cId="4258911746" sldId="443"/>
            <ac:picMk id="11" creationId="{099483FE-972A-D747-EF62-FFAEFB12F695}"/>
          </ac:picMkLst>
        </pc:picChg>
        <pc:picChg chg="add del mod">
          <ac:chgData name="우진 김" userId="9d5916cb77183fd7" providerId="LiveId" clId="{AF309A99-F3F2-4757-9B2E-37E289642162}" dt="2025-08-12T19:08:59.882" v="1814" actId="478"/>
          <ac:picMkLst>
            <pc:docMk/>
            <pc:sldMk cId="4258911746" sldId="443"/>
            <ac:picMk id="20" creationId="{8D027B36-E04E-5B9B-E674-0624F8137F89}"/>
          </ac:picMkLst>
        </pc:picChg>
        <pc:picChg chg="add mod">
          <ac:chgData name="우진 김" userId="9d5916cb77183fd7" providerId="LiveId" clId="{AF309A99-F3F2-4757-9B2E-37E289642162}" dt="2025-08-12T19:14:06.046" v="1935" actId="1076"/>
          <ac:picMkLst>
            <pc:docMk/>
            <pc:sldMk cId="4258911746" sldId="443"/>
            <ac:picMk id="23" creationId="{747B15E7-654C-293F-B52C-1BA82D6DCC0B}"/>
          </ac:picMkLst>
        </pc:picChg>
        <pc:picChg chg="add del mod">
          <ac:chgData name="우진 김" userId="9d5916cb77183fd7" providerId="LiveId" clId="{AF309A99-F3F2-4757-9B2E-37E289642162}" dt="2025-08-12T19:12:34.849" v="1915" actId="478"/>
          <ac:picMkLst>
            <pc:docMk/>
            <pc:sldMk cId="4258911746" sldId="443"/>
            <ac:picMk id="26" creationId="{A7D44C07-2D95-AD7C-3134-965AC3B9ED58}"/>
          </ac:picMkLst>
        </pc:picChg>
        <pc:picChg chg="add del mod modCrop">
          <ac:chgData name="우진 김" userId="9d5916cb77183fd7" providerId="LiveId" clId="{AF309A99-F3F2-4757-9B2E-37E289642162}" dt="2025-08-12T19:13:08.908" v="1920" actId="478"/>
          <ac:picMkLst>
            <pc:docMk/>
            <pc:sldMk cId="4258911746" sldId="443"/>
            <ac:picMk id="29" creationId="{C84F1531-8720-3CD9-A02A-90F49D899206}"/>
          </ac:picMkLst>
        </pc:picChg>
        <pc:picChg chg="add mod">
          <ac:chgData name="우진 김" userId="9d5916cb77183fd7" providerId="LiveId" clId="{AF309A99-F3F2-4757-9B2E-37E289642162}" dt="2025-08-12T19:13:58.047" v="1933" actId="1076"/>
          <ac:picMkLst>
            <pc:docMk/>
            <pc:sldMk cId="4258911746" sldId="443"/>
            <ac:picMk id="31" creationId="{72AC6074-8F44-557A-2BD5-E9A480CB91DF}"/>
          </ac:picMkLst>
        </pc:picChg>
        <pc:cxnChg chg="add mod">
          <ac:chgData name="우진 김" userId="9d5916cb77183fd7" providerId="LiveId" clId="{AF309A99-F3F2-4757-9B2E-37E289642162}" dt="2025-08-12T19:11:39.564" v="1880" actId="1076"/>
          <ac:cxnSpMkLst>
            <pc:docMk/>
            <pc:sldMk cId="4258911746" sldId="443"/>
            <ac:cxnSpMk id="17" creationId="{4B7568CD-87C3-6559-2131-EA5FACBF5B11}"/>
          </ac:cxnSpMkLst>
        </pc:cxnChg>
        <pc:cxnChg chg="add mod">
          <ac:chgData name="우진 김" userId="9d5916cb77183fd7" providerId="LiveId" clId="{AF309A99-F3F2-4757-9B2E-37E289642162}" dt="2025-08-12T19:12:00.708" v="1888" actId="1076"/>
          <ac:cxnSpMkLst>
            <pc:docMk/>
            <pc:sldMk cId="4258911746" sldId="443"/>
            <ac:cxnSpMk id="24" creationId="{CF1623E4-A5FC-FB97-86F5-E6F234D4ACE8}"/>
          </ac:cxnSpMkLst>
        </pc:cxnChg>
      </pc:sldChg>
      <pc:sldChg chg="addSp delSp modSp add mod">
        <pc:chgData name="우진 김" userId="9d5916cb77183fd7" providerId="LiveId" clId="{AF309A99-F3F2-4757-9B2E-37E289642162}" dt="2025-08-12T19:35:29.296" v="2574" actId="14100"/>
        <pc:sldMkLst>
          <pc:docMk/>
          <pc:sldMk cId="2414032160" sldId="444"/>
        </pc:sldMkLst>
        <pc:spChg chg="add mod">
          <ac:chgData name="우진 김" userId="9d5916cb77183fd7" providerId="LiveId" clId="{AF309A99-F3F2-4757-9B2E-37E289642162}" dt="2025-08-12T19:27:32.416" v="2340" actId="20577"/>
          <ac:spMkLst>
            <pc:docMk/>
            <pc:sldMk cId="2414032160" sldId="444"/>
            <ac:spMk id="5" creationId="{AE41532F-A5B1-2542-CB84-B1E208E9F0D4}"/>
          </ac:spMkLst>
        </pc:spChg>
        <pc:spChg chg="add mod">
          <ac:chgData name="우진 김" userId="9d5916cb77183fd7" providerId="LiveId" clId="{AF309A99-F3F2-4757-9B2E-37E289642162}" dt="2025-08-12T19:27:57.250" v="2395" actId="20577"/>
          <ac:spMkLst>
            <pc:docMk/>
            <pc:sldMk cId="2414032160" sldId="444"/>
            <ac:spMk id="6" creationId="{E80CD5A5-96B9-2AC5-8BEA-175C7A665078}"/>
          </ac:spMkLst>
        </pc:spChg>
        <pc:spChg chg="add del mod">
          <ac:chgData name="우진 김" userId="9d5916cb77183fd7" providerId="LiveId" clId="{AF309A99-F3F2-4757-9B2E-37E289642162}" dt="2025-08-12T19:32:34.500" v="2402" actId="478"/>
          <ac:spMkLst>
            <pc:docMk/>
            <pc:sldMk cId="2414032160" sldId="444"/>
            <ac:spMk id="7" creationId="{A99E4C98-6C17-B889-348E-BDC9C2DBDE53}"/>
          </ac:spMkLst>
        </pc:spChg>
        <pc:spChg chg="mod">
          <ac:chgData name="우진 김" userId="9d5916cb77183fd7" providerId="LiveId" clId="{AF309A99-F3F2-4757-9B2E-37E289642162}" dt="2025-08-12T19:26:22.243" v="2202" actId="20577"/>
          <ac:spMkLst>
            <pc:docMk/>
            <pc:sldMk cId="2414032160" sldId="444"/>
            <ac:spMk id="10" creationId="{541275E4-AA52-133B-BBEC-0D62B1F6237F}"/>
          </ac:spMkLst>
        </pc:spChg>
        <pc:spChg chg="add mod">
          <ac:chgData name="우진 김" userId="9d5916cb77183fd7" providerId="LiveId" clId="{AF309A99-F3F2-4757-9B2E-37E289642162}" dt="2025-08-12T19:34:53.709" v="2470" actId="164"/>
          <ac:spMkLst>
            <pc:docMk/>
            <pc:sldMk cId="2414032160" sldId="444"/>
            <ac:spMk id="11" creationId="{E7FFC527-F2C1-1D4E-84BC-3EFEA2321A21}"/>
          </ac:spMkLst>
        </pc:spChg>
        <pc:spChg chg="del">
          <ac:chgData name="우진 김" userId="9d5916cb77183fd7" providerId="LiveId" clId="{AF309A99-F3F2-4757-9B2E-37E289642162}" dt="2025-08-12T19:26:26.947" v="2205" actId="478"/>
          <ac:spMkLst>
            <pc:docMk/>
            <pc:sldMk cId="2414032160" sldId="444"/>
            <ac:spMk id="12" creationId="{7B4510BD-2F0A-9126-64FE-6D4607B50429}"/>
          </ac:spMkLst>
        </pc:spChg>
        <pc:spChg chg="del">
          <ac:chgData name="우진 김" userId="9d5916cb77183fd7" providerId="LiveId" clId="{AF309A99-F3F2-4757-9B2E-37E289642162}" dt="2025-08-12T19:26:25.747" v="2204" actId="478"/>
          <ac:spMkLst>
            <pc:docMk/>
            <pc:sldMk cId="2414032160" sldId="444"/>
            <ac:spMk id="16" creationId="{FFA14F5E-B397-839F-68F1-17F86A917A76}"/>
          </ac:spMkLst>
        </pc:spChg>
        <pc:spChg chg="del">
          <ac:chgData name="우진 김" userId="9d5916cb77183fd7" providerId="LiveId" clId="{AF309A99-F3F2-4757-9B2E-37E289642162}" dt="2025-08-12T19:26:25.747" v="2204" actId="478"/>
          <ac:spMkLst>
            <pc:docMk/>
            <pc:sldMk cId="2414032160" sldId="444"/>
            <ac:spMk id="17" creationId="{A6EB1971-2EEA-2452-51BF-6CBA23E8ED70}"/>
          </ac:spMkLst>
        </pc:spChg>
        <pc:spChg chg="del">
          <ac:chgData name="우진 김" userId="9d5916cb77183fd7" providerId="LiveId" clId="{AF309A99-F3F2-4757-9B2E-37E289642162}" dt="2025-08-12T19:26:25.747" v="2204" actId="478"/>
          <ac:spMkLst>
            <pc:docMk/>
            <pc:sldMk cId="2414032160" sldId="444"/>
            <ac:spMk id="19" creationId="{0499686F-1384-0A82-482A-4ABCD15C8114}"/>
          </ac:spMkLst>
        </pc:spChg>
        <pc:spChg chg="del">
          <ac:chgData name="우진 김" userId="9d5916cb77183fd7" providerId="LiveId" clId="{AF309A99-F3F2-4757-9B2E-37E289642162}" dt="2025-08-12T19:26:25.747" v="2204" actId="478"/>
          <ac:spMkLst>
            <pc:docMk/>
            <pc:sldMk cId="2414032160" sldId="444"/>
            <ac:spMk id="20" creationId="{36AF093A-756E-DBB1-15B4-31EA1023DCAF}"/>
          </ac:spMkLst>
        </pc:spChg>
        <pc:spChg chg="del">
          <ac:chgData name="우진 김" userId="9d5916cb77183fd7" providerId="LiveId" clId="{AF309A99-F3F2-4757-9B2E-37E289642162}" dt="2025-08-12T19:26:25.747" v="2204" actId="478"/>
          <ac:spMkLst>
            <pc:docMk/>
            <pc:sldMk cId="2414032160" sldId="444"/>
            <ac:spMk id="23" creationId="{47CD5E3A-A0F2-7B28-A889-D042AD508A53}"/>
          </ac:spMkLst>
        </pc:spChg>
        <pc:spChg chg="add mod">
          <ac:chgData name="우진 김" userId="9d5916cb77183fd7" providerId="LiveId" clId="{AF309A99-F3F2-4757-9B2E-37E289642162}" dt="2025-08-12T19:34:53.709" v="2470" actId="164"/>
          <ac:spMkLst>
            <pc:docMk/>
            <pc:sldMk cId="2414032160" sldId="444"/>
            <ac:spMk id="28" creationId="{A4956EB9-9064-1F04-4BCE-128B41945293}"/>
          </ac:spMkLst>
        </pc:spChg>
        <pc:spChg chg="add mod">
          <ac:chgData name="우진 김" userId="9d5916cb77183fd7" providerId="LiveId" clId="{AF309A99-F3F2-4757-9B2E-37E289642162}" dt="2025-08-12T19:34:53.709" v="2470" actId="164"/>
          <ac:spMkLst>
            <pc:docMk/>
            <pc:sldMk cId="2414032160" sldId="444"/>
            <ac:spMk id="29" creationId="{C0FB2B77-F4B1-F36D-BCEB-E79A88C72EBF}"/>
          </ac:spMkLst>
        </pc:spChg>
        <pc:spChg chg="add mod">
          <ac:chgData name="우진 김" userId="9d5916cb77183fd7" providerId="LiveId" clId="{AF309A99-F3F2-4757-9B2E-37E289642162}" dt="2025-08-12T19:34:53.709" v="2470" actId="164"/>
          <ac:spMkLst>
            <pc:docMk/>
            <pc:sldMk cId="2414032160" sldId="444"/>
            <ac:spMk id="30" creationId="{EA22CC39-C5D1-0FA7-596D-FF1C2B53701F}"/>
          </ac:spMkLst>
        </pc:spChg>
        <pc:spChg chg="add mod">
          <ac:chgData name="우진 김" userId="9d5916cb77183fd7" providerId="LiveId" clId="{AF309A99-F3F2-4757-9B2E-37E289642162}" dt="2025-08-12T19:34:53.709" v="2470" actId="164"/>
          <ac:spMkLst>
            <pc:docMk/>
            <pc:sldMk cId="2414032160" sldId="444"/>
            <ac:spMk id="31" creationId="{78BA1F4A-9AEC-6424-709B-3583B9EB6FC4}"/>
          </ac:spMkLst>
        </pc:spChg>
        <pc:spChg chg="add mod">
          <ac:chgData name="우진 김" userId="9d5916cb77183fd7" providerId="LiveId" clId="{AF309A99-F3F2-4757-9B2E-37E289642162}" dt="2025-08-12T19:34:53.709" v="2470" actId="164"/>
          <ac:spMkLst>
            <pc:docMk/>
            <pc:sldMk cId="2414032160" sldId="444"/>
            <ac:spMk id="32" creationId="{865B0C28-A609-2AEF-B378-75CDB76B9A4E}"/>
          </ac:spMkLst>
        </pc:spChg>
        <pc:spChg chg="add mod">
          <ac:chgData name="우진 김" userId="9d5916cb77183fd7" providerId="LiveId" clId="{AF309A99-F3F2-4757-9B2E-37E289642162}" dt="2025-08-12T19:34:53.709" v="2470" actId="164"/>
          <ac:spMkLst>
            <pc:docMk/>
            <pc:sldMk cId="2414032160" sldId="444"/>
            <ac:spMk id="33" creationId="{0A1BB07E-8A95-1D11-89FD-CAB02A3FCF19}"/>
          </ac:spMkLst>
        </pc:spChg>
        <pc:spChg chg="add del mod">
          <ac:chgData name="우진 김" userId="9d5916cb77183fd7" providerId="LiveId" clId="{AF309A99-F3F2-4757-9B2E-37E289642162}" dt="2025-08-12T19:34:32.364" v="2467" actId="478"/>
          <ac:spMkLst>
            <pc:docMk/>
            <pc:sldMk cId="2414032160" sldId="444"/>
            <ac:spMk id="34" creationId="{CF19B7FD-C71A-2C4B-8A6C-94582C4B3689}"/>
          </ac:spMkLst>
        </pc:spChg>
        <pc:spChg chg="add mod">
          <ac:chgData name="우진 김" userId="9d5916cb77183fd7" providerId="LiveId" clId="{AF309A99-F3F2-4757-9B2E-37E289642162}" dt="2025-08-12T19:34:53.709" v="2470" actId="164"/>
          <ac:spMkLst>
            <pc:docMk/>
            <pc:sldMk cId="2414032160" sldId="444"/>
            <ac:spMk id="36" creationId="{3C7E1EED-CA1F-FCD6-6534-FAED2BA638CE}"/>
          </ac:spMkLst>
        </pc:spChg>
        <pc:spChg chg="add mod">
          <ac:chgData name="우진 김" userId="9d5916cb77183fd7" providerId="LiveId" clId="{AF309A99-F3F2-4757-9B2E-37E289642162}" dt="2025-08-12T19:35:29.296" v="2574" actId="14100"/>
          <ac:spMkLst>
            <pc:docMk/>
            <pc:sldMk cId="2414032160" sldId="444"/>
            <ac:spMk id="38" creationId="{2CE25932-9CA1-6489-E2B2-E5CB66C76D0D}"/>
          </ac:spMkLst>
        </pc:spChg>
        <pc:grpChg chg="add mod">
          <ac:chgData name="우진 김" userId="9d5916cb77183fd7" providerId="LiveId" clId="{AF309A99-F3F2-4757-9B2E-37E289642162}" dt="2025-08-12T19:34:56.214" v="2471" actId="1076"/>
          <ac:grpSpMkLst>
            <pc:docMk/>
            <pc:sldMk cId="2414032160" sldId="444"/>
            <ac:grpSpMk id="37" creationId="{865DA3CA-E05F-145E-6DE5-04445546BA36}"/>
          </ac:grpSpMkLst>
        </pc:grpChg>
        <pc:picChg chg="del">
          <ac:chgData name="우진 김" userId="9d5916cb77183fd7" providerId="LiveId" clId="{AF309A99-F3F2-4757-9B2E-37E289642162}" dt="2025-08-12T19:26:23.947" v="2203" actId="478"/>
          <ac:picMkLst>
            <pc:docMk/>
            <pc:sldMk cId="2414032160" sldId="444"/>
            <ac:picMk id="9" creationId="{C78ABDF8-AAFA-0334-4A4D-8127DD44E2C0}"/>
          </ac:picMkLst>
        </pc:picChg>
        <pc:cxnChg chg="add">
          <ac:chgData name="우진 김" userId="9d5916cb77183fd7" providerId="LiveId" clId="{AF309A99-F3F2-4757-9B2E-37E289642162}" dt="2025-08-12T19:32:47.463" v="2410" actId="11529"/>
          <ac:cxnSpMkLst>
            <pc:docMk/>
            <pc:sldMk cId="2414032160" sldId="444"/>
            <ac:cxnSpMk id="14" creationId="{189D1BAC-7CD7-0F9A-6C1C-7A803912469C}"/>
          </ac:cxnSpMkLst>
        </pc:cxnChg>
        <pc:cxnChg chg="add mod">
          <ac:chgData name="우진 김" userId="9d5916cb77183fd7" providerId="LiveId" clId="{AF309A99-F3F2-4757-9B2E-37E289642162}" dt="2025-08-12T19:32:54.505" v="2415" actId="14100"/>
          <ac:cxnSpMkLst>
            <pc:docMk/>
            <pc:sldMk cId="2414032160" sldId="444"/>
            <ac:cxnSpMk id="15" creationId="{7531172E-C25A-0770-43B6-5FD0CE579709}"/>
          </ac:cxnSpMkLst>
        </pc:cxnChg>
        <pc:cxnChg chg="del">
          <ac:chgData name="우진 김" userId="9d5916cb77183fd7" providerId="LiveId" clId="{AF309A99-F3F2-4757-9B2E-37E289642162}" dt="2025-08-12T19:26:25.747" v="2204" actId="478"/>
          <ac:cxnSpMkLst>
            <pc:docMk/>
            <pc:sldMk cId="2414032160" sldId="444"/>
            <ac:cxnSpMk id="22" creationId="{28DFA932-290C-93E4-90AD-17A2DE5155BE}"/>
          </ac:cxnSpMkLst>
        </pc:cxnChg>
        <pc:cxnChg chg="add mod">
          <ac:chgData name="우진 김" userId="9d5916cb77183fd7" providerId="LiveId" clId="{AF309A99-F3F2-4757-9B2E-37E289642162}" dt="2025-08-12T19:34:53.709" v="2470" actId="164"/>
          <ac:cxnSpMkLst>
            <pc:docMk/>
            <pc:sldMk cId="2414032160" sldId="444"/>
            <ac:cxnSpMk id="24" creationId="{A78C732D-6126-87D7-1D67-8C20C6FF1EEC}"/>
          </ac:cxnSpMkLst>
        </pc:cxnChg>
        <pc:cxnChg chg="add mod">
          <ac:chgData name="우진 김" userId="9d5916cb77183fd7" providerId="LiveId" clId="{AF309A99-F3F2-4757-9B2E-37E289642162}" dt="2025-08-12T19:33:01.390" v="2421" actId="14100"/>
          <ac:cxnSpMkLst>
            <pc:docMk/>
            <pc:sldMk cId="2414032160" sldId="444"/>
            <ac:cxnSpMk id="26" creationId="{2AEE3E7D-5CF4-DD33-9F46-B39405068F64}"/>
          </ac:cxnSpMkLst>
        </pc:cxnChg>
        <pc:cxnChg chg="add mod">
          <ac:chgData name="우진 김" userId="9d5916cb77183fd7" providerId="LiveId" clId="{AF309A99-F3F2-4757-9B2E-37E289642162}" dt="2025-08-12T19:34:28.495" v="2465" actId="1076"/>
          <ac:cxnSpMkLst>
            <pc:docMk/>
            <pc:sldMk cId="2414032160" sldId="444"/>
            <ac:cxnSpMk id="35" creationId="{95DA6EBA-8F85-95D3-78A8-977AF95BC61A}"/>
          </ac:cxnSpMkLst>
        </pc:cxnChg>
      </pc:sldChg>
      <pc:sldChg chg="addSp delSp modSp add mod">
        <pc:chgData name="우진 김" userId="9d5916cb77183fd7" providerId="LiveId" clId="{AF309A99-F3F2-4757-9B2E-37E289642162}" dt="2025-08-12T19:43:33.067" v="2727" actId="20577"/>
        <pc:sldMkLst>
          <pc:docMk/>
          <pc:sldMk cId="1815798053" sldId="445"/>
        </pc:sldMkLst>
        <pc:spChg chg="mod">
          <ac:chgData name="우진 김" userId="9d5916cb77183fd7" providerId="LiveId" clId="{AF309A99-F3F2-4757-9B2E-37E289642162}" dt="2025-08-12T19:37:59.139" v="2640" actId="20577"/>
          <ac:spMkLst>
            <pc:docMk/>
            <pc:sldMk cId="1815798053" sldId="445"/>
            <ac:spMk id="2" creationId="{7AADA1BA-C5D8-9AE5-4D1B-B24D3EE36FAC}"/>
          </ac:spMkLst>
        </pc:spChg>
        <pc:spChg chg="mod">
          <ac:chgData name="우진 김" userId="9d5916cb77183fd7" providerId="LiveId" clId="{AF309A99-F3F2-4757-9B2E-37E289642162}" dt="2025-08-12T19:36:43.550" v="2594" actId="20577"/>
          <ac:spMkLst>
            <pc:docMk/>
            <pc:sldMk cId="1815798053" sldId="445"/>
            <ac:spMk id="4" creationId="{78FC3A35-D643-1B25-BED4-AB16F16A79CB}"/>
          </ac:spMkLst>
        </pc:spChg>
        <pc:spChg chg="del">
          <ac:chgData name="우진 김" userId="9d5916cb77183fd7" providerId="LiveId" clId="{AF309A99-F3F2-4757-9B2E-37E289642162}" dt="2025-08-12T19:38:05.420" v="2641" actId="478"/>
          <ac:spMkLst>
            <pc:docMk/>
            <pc:sldMk cId="1815798053" sldId="445"/>
            <ac:spMk id="5" creationId="{2E31FE22-5D46-ED0A-54CE-4C513615CEF6}"/>
          </ac:spMkLst>
        </pc:spChg>
        <pc:spChg chg="del">
          <ac:chgData name="우진 김" userId="9d5916cb77183fd7" providerId="LiveId" clId="{AF309A99-F3F2-4757-9B2E-37E289642162}" dt="2025-08-12T19:38:05.420" v="2641" actId="478"/>
          <ac:spMkLst>
            <pc:docMk/>
            <pc:sldMk cId="1815798053" sldId="445"/>
            <ac:spMk id="6" creationId="{915E15A7-AE04-ABE6-2AB5-ED9F8565F750}"/>
          </ac:spMkLst>
        </pc:spChg>
        <pc:spChg chg="mod">
          <ac:chgData name="우진 김" userId="9d5916cb77183fd7" providerId="LiveId" clId="{AF309A99-F3F2-4757-9B2E-37E289642162}" dt="2025-08-12T19:40:03.845" v="2651" actId="1076"/>
          <ac:spMkLst>
            <pc:docMk/>
            <pc:sldMk cId="1815798053" sldId="445"/>
            <ac:spMk id="10" creationId="{1039AFA4-0306-8411-4776-E6D7A810E487}"/>
          </ac:spMkLst>
        </pc:spChg>
        <pc:spChg chg="add mod">
          <ac:chgData name="우진 김" userId="9d5916cb77183fd7" providerId="LiveId" clId="{AF309A99-F3F2-4757-9B2E-37E289642162}" dt="2025-08-12T19:42:22.757" v="2677"/>
          <ac:spMkLst>
            <pc:docMk/>
            <pc:sldMk cId="1815798053" sldId="445"/>
            <ac:spMk id="12" creationId="{E959700E-821A-D121-D43C-E2B25A57FF58}"/>
          </ac:spMkLst>
        </pc:spChg>
        <pc:spChg chg="add del mod">
          <ac:chgData name="우진 김" userId="9d5916cb77183fd7" providerId="LiveId" clId="{AF309A99-F3F2-4757-9B2E-37E289642162}" dt="2025-08-12T19:42:32.774" v="2680" actId="478"/>
          <ac:spMkLst>
            <pc:docMk/>
            <pc:sldMk cId="1815798053" sldId="445"/>
            <ac:spMk id="13" creationId="{4824EAAE-6266-74E4-B8DC-251A517D84E7}"/>
          </ac:spMkLst>
        </pc:spChg>
        <pc:spChg chg="add mod">
          <ac:chgData name="우진 김" userId="9d5916cb77183fd7" providerId="LiveId" clId="{AF309A99-F3F2-4757-9B2E-37E289642162}" dt="2025-08-12T19:43:33.067" v="2727" actId="20577"/>
          <ac:spMkLst>
            <pc:docMk/>
            <pc:sldMk cId="1815798053" sldId="445"/>
            <ac:spMk id="16" creationId="{9A41E840-0BF3-2C7F-01EB-404FE53065D6}"/>
          </ac:spMkLst>
        </pc:spChg>
        <pc:spChg chg="del">
          <ac:chgData name="우진 김" userId="9d5916cb77183fd7" providerId="LiveId" clId="{AF309A99-F3F2-4757-9B2E-37E289642162}" dt="2025-08-12T19:38:05.420" v="2641" actId="478"/>
          <ac:spMkLst>
            <pc:docMk/>
            <pc:sldMk cId="1815798053" sldId="445"/>
            <ac:spMk id="38" creationId="{ED6C4DF5-1678-65EC-5243-80CDFC0E1694}"/>
          </ac:spMkLst>
        </pc:spChg>
        <pc:grpChg chg="del">
          <ac:chgData name="우진 김" userId="9d5916cb77183fd7" providerId="LiveId" clId="{AF309A99-F3F2-4757-9B2E-37E289642162}" dt="2025-08-12T19:38:05.420" v="2641" actId="478"/>
          <ac:grpSpMkLst>
            <pc:docMk/>
            <pc:sldMk cId="1815798053" sldId="445"/>
            <ac:grpSpMk id="37" creationId="{F0E3D698-38FA-CE41-7C54-48A1FBC4D9B2}"/>
          </ac:grpSpMkLst>
        </pc:grpChg>
        <pc:picChg chg="add mod">
          <ac:chgData name="우진 김" userId="9d5916cb77183fd7" providerId="LiveId" clId="{AF309A99-F3F2-4757-9B2E-37E289642162}" dt="2025-08-12T19:40:45.510" v="2654" actId="1076"/>
          <ac:picMkLst>
            <pc:docMk/>
            <pc:sldMk cId="1815798053" sldId="445"/>
            <ac:picMk id="9" creationId="{A8C1C9E0-16FB-26C1-F53F-D4CAFB34DB79}"/>
          </ac:picMkLst>
        </pc:picChg>
      </pc:sldChg>
      <pc:sldChg chg="addSp delSp modSp add mod">
        <pc:chgData name="우진 김" userId="9d5916cb77183fd7" providerId="LiveId" clId="{AF309A99-F3F2-4757-9B2E-37E289642162}" dt="2025-08-12T20:18:45.803" v="2842" actId="113"/>
        <pc:sldMkLst>
          <pc:docMk/>
          <pc:sldMk cId="397616189" sldId="446"/>
        </pc:sldMkLst>
        <pc:spChg chg="mod">
          <ac:chgData name="우진 김" userId="9d5916cb77183fd7" providerId="LiveId" clId="{AF309A99-F3F2-4757-9B2E-37E289642162}" dt="2025-08-12T20:05:53.311" v="2752" actId="20577"/>
          <ac:spMkLst>
            <pc:docMk/>
            <pc:sldMk cId="397616189" sldId="446"/>
            <ac:spMk id="2" creationId="{0D45D137-65F3-301E-F43A-DB52064ADEAA}"/>
          </ac:spMkLst>
        </pc:spChg>
        <pc:spChg chg="mod">
          <ac:chgData name="우진 김" userId="9d5916cb77183fd7" providerId="LiveId" clId="{AF309A99-F3F2-4757-9B2E-37E289642162}" dt="2025-08-12T20:05:11.109" v="2737" actId="20577"/>
          <ac:spMkLst>
            <pc:docMk/>
            <pc:sldMk cId="397616189" sldId="446"/>
            <ac:spMk id="4" creationId="{7C7E7A7D-606F-7F9F-BBB5-47A66CFC62D8}"/>
          </ac:spMkLst>
        </pc:spChg>
        <pc:spChg chg="add mod">
          <ac:chgData name="우진 김" userId="9d5916cb77183fd7" providerId="LiveId" clId="{AF309A99-F3F2-4757-9B2E-37E289642162}" dt="2025-08-12T20:18:39.294" v="2841" actId="14100"/>
          <ac:spMkLst>
            <pc:docMk/>
            <pc:sldMk cId="397616189" sldId="446"/>
            <ac:spMk id="5" creationId="{B3BBFBFC-9F77-2A3F-675A-91697A9BFD73}"/>
          </ac:spMkLst>
        </pc:spChg>
        <pc:spChg chg="mod">
          <ac:chgData name="우진 김" userId="9d5916cb77183fd7" providerId="LiveId" clId="{AF309A99-F3F2-4757-9B2E-37E289642162}" dt="2025-08-12T20:18:45.803" v="2842" actId="113"/>
          <ac:spMkLst>
            <pc:docMk/>
            <pc:sldMk cId="397616189" sldId="446"/>
            <ac:spMk id="10" creationId="{08B33D0C-4B67-346F-4602-ABCB464516FF}"/>
          </ac:spMkLst>
        </pc:spChg>
        <pc:spChg chg="del">
          <ac:chgData name="우진 김" userId="9d5916cb77183fd7" providerId="LiveId" clId="{AF309A99-F3F2-4757-9B2E-37E289642162}" dt="2025-08-12T20:08:35.834" v="2754" actId="478"/>
          <ac:spMkLst>
            <pc:docMk/>
            <pc:sldMk cId="397616189" sldId="446"/>
            <ac:spMk id="12" creationId="{BA41946C-0D73-1982-514D-D95EC7381C42}"/>
          </ac:spMkLst>
        </pc:spChg>
        <pc:spChg chg="del">
          <ac:chgData name="우진 김" userId="9d5916cb77183fd7" providerId="LiveId" clId="{AF309A99-F3F2-4757-9B2E-37E289642162}" dt="2025-08-12T20:08:35.834" v="2754" actId="478"/>
          <ac:spMkLst>
            <pc:docMk/>
            <pc:sldMk cId="397616189" sldId="446"/>
            <ac:spMk id="16" creationId="{29EEE270-BED4-21D6-4DBB-3F6E46C52B78}"/>
          </ac:spMkLst>
        </pc:spChg>
        <pc:picChg chg="add mod">
          <ac:chgData name="우진 김" userId="9d5916cb77183fd7" providerId="LiveId" clId="{AF309A99-F3F2-4757-9B2E-37E289642162}" dt="2025-08-12T20:10:34.693" v="2782" actId="1076"/>
          <ac:picMkLst>
            <pc:docMk/>
            <pc:sldMk cId="397616189" sldId="446"/>
            <ac:picMk id="7" creationId="{921A2B05-0798-4DD8-EBD9-A2DA7ADB9C4A}"/>
          </ac:picMkLst>
        </pc:picChg>
        <pc:picChg chg="del">
          <ac:chgData name="우진 김" userId="9d5916cb77183fd7" providerId="LiveId" clId="{AF309A99-F3F2-4757-9B2E-37E289642162}" dt="2025-08-12T20:08:32.818" v="2753" actId="478"/>
          <ac:picMkLst>
            <pc:docMk/>
            <pc:sldMk cId="397616189" sldId="446"/>
            <ac:picMk id="9" creationId="{9A6EE526-FFA8-2775-9B6B-5E7F879A68DF}"/>
          </ac:picMkLst>
        </pc:picChg>
      </pc:sldChg>
      <pc:sldChg chg="addSp delSp modSp add mod">
        <pc:chgData name="우진 김" userId="9d5916cb77183fd7" providerId="LiveId" clId="{AF309A99-F3F2-4757-9B2E-37E289642162}" dt="2025-08-12T20:21:20.652" v="2983" actId="1076"/>
        <pc:sldMkLst>
          <pc:docMk/>
          <pc:sldMk cId="491416665" sldId="447"/>
        </pc:sldMkLst>
        <pc:spChg chg="mod">
          <ac:chgData name="우진 김" userId="9d5916cb77183fd7" providerId="LiveId" clId="{AF309A99-F3F2-4757-9B2E-37E289642162}" dt="2025-08-12T20:17:13.142" v="2837" actId="20577"/>
          <ac:spMkLst>
            <pc:docMk/>
            <pc:sldMk cId="491416665" sldId="447"/>
            <ac:spMk id="2" creationId="{7E3E36B2-2E01-5F58-6CB1-BB45886E0F9E}"/>
          </ac:spMkLst>
        </pc:spChg>
        <pc:spChg chg="mod">
          <ac:chgData name="우진 김" userId="9d5916cb77183fd7" providerId="LiveId" clId="{AF309A99-F3F2-4757-9B2E-37E289642162}" dt="2025-08-12T20:16:29.124" v="2788" actId="20577"/>
          <ac:spMkLst>
            <pc:docMk/>
            <pc:sldMk cId="491416665" sldId="447"/>
            <ac:spMk id="4" creationId="{C174D229-B26F-09F3-588B-635D8F0D08BF}"/>
          </ac:spMkLst>
        </pc:spChg>
        <pc:spChg chg="del">
          <ac:chgData name="우진 김" userId="9d5916cb77183fd7" providerId="LiveId" clId="{AF309A99-F3F2-4757-9B2E-37E289642162}" dt="2025-08-12T20:17:16.798" v="2839" actId="478"/>
          <ac:spMkLst>
            <pc:docMk/>
            <pc:sldMk cId="491416665" sldId="447"/>
            <ac:spMk id="5" creationId="{3BED7C38-3ACA-4656-4ECB-C706DD444D97}"/>
          </ac:spMkLst>
        </pc:spChg>
        <pc:spChg chg="add mod">
          <ac:chgData name="우진 김" userId="9d5916cb77183fd7" providerId="LiveId" clId="{AF309A99-F3F2-4757-9B2E-37E289642162}" dt="2025-08-12T20:20:48.574" v="2980" actId="1076"/>
          <ac:spMkLst>
            <pc:docMk/>
            <pc:sldMk cId="491416665" sldId="447"/>
            <ac:spMk id="6" creationId="{3EB668C5-E29F-62E4-07ED-B45F432C6AAD}"/>
          </ac:spMkLst>
        </pc:spChg>
        <pc:spChg chg="add mod">
          <ac:chgData name="우진 김" userId="9d5916cb77183fd7" providerId="LiveId" clId="{AF309A99-F3F2-4757-9B2E-37E289642162}" dt="2025-08-12T20:20:48.574" v="2980" actId="1076"/>
          <ac:spMkLst>
            <pc:docMk/>
            <pc:sldMk cId="491416665" sldId="447"/>
            <ac:spMk id="9" creationId="{F4B5016D-6011-B93B-C3E2-BE618F439D59}"/>
          </ac:spMkLst>
        </pc:spChg>
        <pc:spChg chg="mod">
          <ac:chgData name="우진 김" userId="9d5916cb77183fd7" providerId="LiveId" clId="{AF309A99-F3F2-4757-9B2E-37E289642162}" dt="2025-08-12T20:20:19.006" v="2968"/>
          <ac:spMkLst>
            <pc:docMk/>
            <pc:sldMk cId="491416665" sldId="447"/>
            <ac:spMk id="10" creationId="{170DF654-0BD4-D77A-5D96-B26A062C8ADA}"/>
          </ac:spMkLst>
        </pc:spChg>
        <pc:picChg chg="del">
          <ac:chgData name="우진 김" userId="9d5916cb77183fd7" providerId="LiveId" clId="{AF309A99-F3F2-4757-9B2E-37E289642162}" dt="2025-08-12T20:17:14.982" v="2838" actId="478"/>
          <ac:picMkLst>
            <pc:docMk/>
            <pc:sldMk cId="491416665" sldId="447"/>
            <ac:picMk id="7" creationId="{50C24DBA-ED97-957E-4D30-2CFA02588446}"/>
          </ac:picMkLst>
        </pc:picChg>
        <pc:picChg chg="add mod">
          <ac:chgData name="우진 김" userId="9d5916cb77183fd7" providerId="LiveId" clId="{AF309A99-F3F2-4757-9B2E-37E289642162}" dt="2025-08-12T20:21:20.652" v="2983" actId="1076"/>
          <ac:picMkLst>
            <pc:docMk/>
            <pc:sldMk cId="491416665" sldId="447"/>
            <ac:picMk id="12" creationId="{0D05B73A-1BFA-C528-3282-F07937A665FC}"/>
          </ac:picMkLst>
        </pc:picChg>
      </pc:sldChg>
      <pc:sldChg chg="addSp delSp modSp add mod">
        <pc:chgData name="우진 김" userId="9d5916cb77183fd7" providerId="LiveId" clId="{AF309A99-F3F2-4757-9B2E-37E289642162}" dt="2025-08-12T20:30:06.449" v="3480" actId="1076"/>
        <pc:sldMkLst>
          <pc:docMk/>
          <pc:sldMk cId="3025201000" sldId="448"/>
        </pc:sldMkLst>
        <pc:spChg chg="mod">
          <ac:chgData name="우진 김" userId="9d5916cb77183fd7" providerId="LiveId" clId="{AF309A99-F3F2-4757-9B2E-37E289642162}" dt="2025-08-12T20:25:00.583" v="3146" actId="20577"/>
          <ac:spMkLst>
            <pc:docMk/>
            <pc:sldMk cId="3025201000" sldId="448"/>
            <ac:spMk id="2" creationId="{998BBACD-5177-DAD7-C2A6-33C23956A971}"/>
          </ac:spMkLst>
        </pc:spChg>
        <pc:spChg chg="mod">
          <ac:chgData name="우진 김" userId="9d5916cb77183fd7" providerId="LiveId" clId="{AF309A99-F3F2-4757-9B2E-37E289642162}" dt="2025-08-12T20:21:52.218" v="2990" actId="20577"/>
          <ac:spMkLst>
            <pc:docMk/>
            <pc:sldMk cId="3025201000" sldId="448"/>
            <ac:spMk id="4" creationId="{75B20B45-09E7-BEED-AD1C-F6884B9C61B7}"/>
          </ac:spMkLst>
        </pc:spChg>
        <pc:spChg chg="add mod">
          <ac:chgData name="우진 김" userId="9d5916cb77183fd7" providerId="LiveId" clId="{AF309A99-F3F2-4757-9B2E-37E289642162}" dt="2025-08-12T20:25:46.346" v="3225" actId="20577"/>
          <ac:spMkLst>
            <pc:docMk/>
            <pc:sldMk cId="3025201000" sldId="448"/>
            <ac:spMk id="5" creationId="{5FCB8694-9D92-C445-6060-5F11C238E9CD}"/>
          </ac:spMkLst>
        </pc:spChg>
        <pc:spChg chg="del">
          <ac:chgData name="우진 김" userId="9d5916cb77183fd7" providerId="LiveId" clId="{AF309A99-F3F2-4757-9B2E-37E289642162}" dt="2025-08-12T20:24:32.293" v="3120" actId="478"/>
          <ac:spMkLst>
            <pc:docMk/>
            <pc:sldMk cId="3025201000" sldId="448"/>
            <ac:spMk id="6" creationId="{AA900878-DBBC-091E-774D-810ED52C0D7F}"/>
          </ac:spMkLst>
        </pc:spChg>
        <pc:spChg chg="del">
          <ac:chgData name="우진 김" userId="9d5916cb77183fd7" providerId="LiveId" clId="{AF309A99-F3F2-4757-9B2E-37E289642162}" dt="2025-08-12T20:24:33.445" v="3121" actId="478"/>
          <ac:spMkLst>
            <pc:docMk/>
            <pc:sldMk cId="3025201000" sldId="448"/>
            <ac:spMk id="9" creationId="{9463D674-A48C-977D-E780-6001F7157128}"/>
          </ac:spMkLst>
        </pc:spChg>
        <pc:spChg chg="mod">
          <ac:chgData name="우진 김" userId="9d5916cb77183fd7" providerId="LiveId" clId="{AF309A99-F3F2-4757-9B2E-37E289642162}" dt="2025-08-12T20:24:30.284" v="3119" actId="20577"/>
          <ac:spMkLst>
            <pc:docMk/>
            <pc:sldMk cId="3025201000" sldId="448"/>
            <ac:spMk id="10" creationId="{1FE2CC6B-149A-2FBE-A8C4-0D2F0D8C6237}"/>
          </ac:spMkLst>
        </pc:spChg>
        <pc:spChg chg="add mod">
          <ac:chgData name="우진 김" userId="9d5916cb77183fd7" providerId="LiveId" clId="{AF309A99-F3F2-4757-9B2E-37E289642162}" dt="2025-08-12T20:29:12.485" v="3472" actId="403"/>
          <ac:spMkLst>
            <pc:docMk/>
            <pc:sldMk cId="3025201000" sldId="448"/>
            <ac:spMk id="13" creationId="{C8C53C1E-3AB3-FECE-BAAE-DE6ECA336C02}"/>
          </ac:spMkLst>
        </pc:spChg>
        <pc:spChg chg="add mod">
          <ac:chgData name="우진 김" userId="9d5916cb77183fd7" providerId="LiveId" clId="{AF309A99-F3F2-4757-9B2E-37E289642162}" dt="2025-08-12T20:29:09.541" v="3471" actId="404"/>
          <ac:spMkLst>
            <pc:docMk/>
            <pc:sldMk cId="3025201000" sldId="448"/>
            <ac:spMk id="14" creationId="{C33AF339-31B2-D497-600E-0EE540B124B1}"/>
          </ac:spMkLst>
        </pc:spChg>
        <pc:spChg chg="add mod">
          <ac:chgData name="우진 김" userId="9d5916cb77183fd7" providerId="LiveId" clId="{AF309A99-F3F2-4757-9B2E-37E289642162}" dt="2025-08-12T20:28:25.386" v="3458" actId="1076"/>
          <ac:spMkLst>
            <pc:docMk/>
            <pc:sldMk cId="3025201000" sldId="448"/>
            <ac:spMk id="15" creationId="{3F9FAB21-5F56-49B8-228F-2AEBFCACD4F5}"/>
          </ac:spMkLst>
        </pc:spChg>
        <pc:picChg chg="add mod">
          <ac:chgData name="우진 김" userId="9d5916cb77183fd7" providerId="LiveId" clId="{AF309A99-F3F2-4757-9B2E-37E289642162}" dt="2025-08-12T20:26:28.102" v="3228" actId="1076"/>
          <ac:picMkLst>
            <pc:docMk/>
            <pc:sldMk cId="3025201000" sldId="448"/>
            <ac:picMk id="11" creationId="{607CD613-56AC-2A24-DED7-1FEE31A11E0D}"/>
          </ac:picMkLst>
        </pc:picChg>
        <pc:picChg chg="del">
          <ac:chgData name="우진 김" userId="9d5916cb77183fd7" providerId="LiveId" clId="{AF309A99-F3F2-4757-9B2E-37E289642162}" dt="2025-08-12T20:24:34.109" v="3122" actId="478"/>
          <ac:picMkLst>
            <pc:docMk/>
            <pc:sldMk cId="3025201000" sldId="448"/>
            <ac:picMk id="12" creationId="{1B210F6D-84DB-8BF4-9E7E-A0E2ABFFBA6E}"/>
          </ac:picMkLst>
        </pc:picChg>
        <pc:picChg chg="add mod">
          <ac:chgData name="우진 김" userId="9d5916cb77183fd7" providerId="LiveId" clId="{AF309A99-F3F2-4757-9B2E-37E289642162}" dt="2025-08-12T20:29:47.533" v="3475" actId="1076"/>
          <ac:picMkLst>
            <pc:docMk/>
            <pc:sldMk cId="3025201000" sldId="448"/>
            <ac:picMk id="17" creationId="{5D5218AB-837A-C5E9-B0F4-EA17784701EE}"/>
          </ac:picMkLst>
        </pc:picChg>
        <pc:picChg chg="add mod">
          <ac:chgData name="우진 김" userId="9d5916cb77183fd7" providerId="LiveId" clId="{AF309A99-F3F2-4757-9B2E-37E289642162}" dt="2025-08-12T20:30:06.449" v="3480" actId="1076"/>
          <ac:picMkLst>
            <pc:docMk/>
            <pc:sldMk cId="3025201000" sldId="448"/>
            <ac:picMk id="19" creationId="{412E9C8C-3C84-DCC5-7D0B-3C02E41C81A6}"/>
          </ac:picMkLst>
        </pc:picChg>
      </pc:sldChg>
      <pc:sldChg chg="addSp delSp modSp add mod">
        <pc:chgData name="우진 김" userId="9d5916cb77183fd7" providerId="LiveId" clId="{AF309A99-F3F2-4757-9B2E-37E289642162}" dt="2025-08-12T20:40:36.111" v="3667" actId="20577"/>
        <pc:sldMkLst>
          <pc:docMk/>
          <pc:sldMk cId="191578725" sldId="449"/>
        </pc:sldMkLst>
        <pc:spChg chg="mod">
          <ac:chgData name="우진 김" userId="9d5916cb77183fd7" providerId="LiveId" clId="{AF309A99-F3F2-4757-9B2E-37E289642162}" dt="2025-08-12T20:40:36.111" v="3667" actId="20577"/>
          <ac:spMkLst>
            <pc:docMk/>
            <pc:sldMk cId="191578725" sldId="449"/>
            <ac:spMk id="2" creationId="{B8E20D8B-84A3-8A6F-7D14-401B43F19481}"/>
          </ac:spMkLst>
        </pc:spChg>
        <pc:spChg chg="mod">
          <ac:chgData name="우진 김" userId="9d5916cb77183fd7" providerId="LiveId" clId="{AF309A99-F3F2-4757-9B2E-37E289642162}" dt="2025-08-12T20:33:06.623" v="3516" actId="20577"/>
          <ac:spMkLst>
            <pc:docMk/>
            <pc:sldMk cId="191578725" sldId="449"/>
            <ac:spMk id="4" creationId="{7570D0E5-9781-A78B-BEAB-981967201E03}"/>
          </ac:spMkLst>
        </pc:spChg>
        <pc:spChg chg="mod">
          <ac:chgData name="우진 김" userId="9d5916cb77183fd7" providerId="LiveId" clId="{AF309A99-F3F2-4757-9B2E-37E289642162}" dt="2025-08-12T20:37:45.900" v="3526"/>
          <ac:spMkLst>
            <pc:docMk/>
            <pc:sldMk cId="191578725" sldId="449"/>
            <ac:spMk id="5" creationId="{16E945D6-CD69-F4A8-8D14-FD5D9E0C0B51}"/>
          </ac:spMkLst>
        </pc:spChg>
        <pc:spChg chg="mod">
          <ac:chgData name="우진 김" userId="9d5916cb77183fd7" providerId="LiveId" clId="{AF309A99-F3F2-4757-9B2E-37E289642162}" dt="2025-08-12T20:37:30.142" v="3522" actId="14100"/>
          <ac:spMkLst>
            <pc:docMk/>
            <pc:sldMk cId="191578725" sldId="449"/>
            <ac:spMk id="10" creationId="{CBFA3100-BCB7-37AE-D849-E69D89F7CAB1}"/>
          </ac:spMkLst>
        </pc:spChg>
        <pc:spChg chg="add mod">
          <ac:chgData name="우진 김" userId="9d5916cb77183fd7" providerId="LiveId" clId="{AF309A99-F3F2-4757-9B2E-37E289642162}" dt="2025-08-12T20:39:20.347" v="3639" actId="1076"/>
          <ac:spMkLst>
            <pc:docMk/>
            <pc:sldMk cId="191578725" sldId="449"/>
            <ac:spMk id="12" creationId="{4268088E-3B1B-6F8F-8608-F6C4FE7B089F}"/>
          </ac:spMkLst>
        </pc:spChg>
        <pc:spChg chg="del">
          <ac:chgData name="우진 김" userId="9d5916cb77183fd7" providerId="LiveId" clId="{AF309A99-F3F2-4757-9B2E-37E289642162}" dt="2025-08-12T20:33:11.760" v="3518" actId="478"/>
          <ac:spMkLst>
            <pc:docMk/>
            <pc:sldMk cId="191578725" sldId="449"/>
            <ac:spMk id="13" creationId="{CB9DC979-86C9-E526-A06C-0F362231D85C}"/>
          </ac:spMkLst>
        </pc:spChg>
        <pc:spChg chg="del">
          <ac:chgData name="우진 김" userId="9d5916cb77183fd7" providerId="LiveId" clId="{AF309A99-F3F2-4757-9B2E-37E289642162}" dt="2025-08-12T20:33:11.760" v="3518" actId="478"/>
          <ac:spMkLst>
            <pc:docMk/>
            <pc:sldMk cId="191578725" sldId="449"/>
            <ac:spMk id="14" creationId="{8ECB56EE-176B-5842-A707-08767CB352E0}"/>
          </ac:spMkLst>
        </pc:spChg>
        <pc:spChg chg="del">
          <ac:chgData name="우진 김" userId="9d5916cb77183fd7" providerId="LiveId" clId="{AF309A99-F3F2-4757-9B2E-37E289642162}" dt="2025-08-12T20:33:11.760" v="3518" actId="478"/>
          <ac:spMkLst>
            <pc:docMk/>
            <pc:sldMk cId="191578725" sldId="449"/>
            <ac:spMk id="15" creationId="{B08BAD71-50AC-223C-8322-242209E433E5}"/>
          </ac:spMkLst>
        </pc:spChg>
        <pc:picChg chg="del">
          <ac:chgData name="우진 김" userId="9d5916cb77183fd7" providerId="LiveId" clId="{AF309A99-F3F2-4757-9B2E-37E289642162}" dt="2025-08-12T20:33:09.408" v="3517" actId="478"/>
          <ac:picMkLst>
            <pc:docMk/>
            <pc:sldMk cId="191578725" sldId="449"/>
            <ac:picMk id="11" creationId="{973C59DD-0EBC-6290-1D21-967052B41EFC}"/>
          </ac:picMkLst>
        </pc:picChg>
        <pc:picChg chg="del">
          <ac:chgData name="우진 김" userId="9d5916cb77183fd7" providerId="LiveId" clId="{AF309A99-F3F2-4757-9B2E-37E289642162}" dt="2025-08-12T20:33:11.760" v="3518" actId="478"/>
          <ac:picMkLst>
            <pc:docMk/>
            <pc:sldMk cId="191578725" sldId="449"/>
            <ac:picMk id="17" creationId="{3B4827C8-045B-6526-F387-7967F4B4194F}"/>
          </ac:picMkLst>
        </pc:picChg>
        <pc:picChg chg="add mod">
          <ac:chgData name="우진 김" userId="9d5916cb77183fd7" providerId="LiveId" clId="{AF309A99-F3F2-4757-9B2E-37E289642162}" dt="2025-08-12T20:40:00.914" v="3642" actId="1076"/>
          <ac:picMkLst>
            <pc:docMk/>
            <pc:sldMk cId="191578725" sldId="449"/>
            <ac:picMk id="18" creationId="{54B6A339-E687-B8A5-619B-64025F3D2D5A}"/>
          </ac:picMkLst>
        </pc:picChg>
        <pc:picChg chg="del">
          <ac:chgData name="우진 김" userId="9d5916cb77183fd7" providerId="LiveId" clId="{AF309A99-F3F2-4757-9B2E-37E289642162}" dt="2025-08-12T20:33:11.760" v="3518" actId="478"/>
          <ac:picMkLst>
            <pc:docMk/>
            <pc:sldMk cId="191578725" sldId="449"/>
            <ac:picMk id="19" creationId="{AD46831C-9983-E9FB-FD11-2281DCAB47EC}"/>
          </ac:picMkLst>
        </pc:picChg>
        <pc:cxnChg chg="add mod">
          <ac:chgData name="우진 김" userId="9d5916cb77183fd7" providerId="LiveId" clId="{AF309A99-F3F2-4757-9B2E-37E289642162}" dt="2025-08-12T20:38:10.533" v="3529" actId="1076"/>
          <ac:cxnSpMkLst>
            <pc:docMk/>
            <pc:sldMk cId="191578725" sldId="449"/>
            <ac:cxnSpMk id="7" creationId="{4870FFF3-9E40-D6C1-5BC4-460DAD5951EC}"/>
          </ac:cxnSpMkLst>
        </pc:cxnChg>
      </pc:sldChg>
      <pc:sldChg chg="addSp delSp modSp add mod">
        <pc:chgData name="우진 김" userId="9d5916cb77183fd7" providerId="LiveId" clId="{AF309A99-F3F2-4757-9B2E-37E289642162}" dt="2025-08-12T20:53:39.126" v="3969" actId="20577"/>
        <pc:sldMkLst>
          <pc:docMk/>
          <pc:sldMk cId="349146373" sldId="450"/>
        </pc:sldMkLst>
        <pc:spChg chg="del">
          <ac:chgData name="우진 김" userId="9d5916cb77183fd7" providerId="LiveId" clId="{AF309A99-F3F2-4757-9B2E-37E289642162}" dt="2025-08-12T20:48:21.983" v="3803" actId="478"/>
          <ac:spMkLst>
            <pc:docMk/>
            <pc:sldMk cId="349146373" sldId="450"/>
            <ac:spMk id="2" creationId="{ECAD9A86-649F-A125-BD84-1725D47798A6}"/>
          </ac:spMkLst>
        </pc:spChg>
        <pc:spChg chg="del">
          <ac:chgData name="우진 김" userId="9d5916cb77183fd7" providerId="LiveId" clId="{AF309A99-F3F2-4757-9B2E-37E289642162}" dt="2025-08-12T20:40:58.705" v="3669" actId="478"/>
          <ac:spMkLst>
            <pc:docMk/>
            <pc:sldMk cId="349146373" sldId="450"/>
            <ac:spMk id="5" creationId="{F6ADF4A0-F671-8CEF-8B91-3403E19CF314}"/>
          </ac:spMkLst>
        </pc:spChg>
        <pc:spChg chg="mod">
          <ac:chgData name="우진 김" userId="9d5916cb77183fd7" providerId="LiveId" clId="{AF309A99-F3F2-4757-9B2E-37E289642162}" dt="2025-08-12T20:51:27.407" v="3900" actId="1076"/>
          <ac:spMkLst>
            <pc:docMk/>
            <pc:sldMk cId="349146373" sldId="450"/>
            <ac:spMk id="10" creationId="{67A0D48A-5965-0AF7-3BFF-DCB80DAD4AEB}"/>
          </ac:spMkLst>
        </pc:spChg>
        <pc:spChg chg="del">
          <ac:chgData name="우진 김" userId="9d5916cb77183fd7" providerId="LiveId" clId="{AF309A99-F3F2-4757-9B2E-37E289642162}" dt="2025-08-12T20:41:00.601" v="3671" actId="478"/>
          <ac:spMkLst>
            <pc:docMk/>
            <pc:sldMk cId="349146373" sldId="450"/>
            <ac:spMk id="12" creationId="{B1703921-22C8-B514-0E03-5F34563E7415}"/>
          </ac:spMkLst>
        </pc:spChg>
        <pc:spChg chg="add mod">
          <ac:chgData name="우진 김" userId="9d5916cb77183fd7" providerId="LiveId" clId="{AF309A99-F3F2-4757-9B2E-37E289642162}" dt="2025-08-12T20:52:22.599" v="3934" actId="1076"/>
          <ac:spMkLst>
            <pc:docMk/>
            <pc:sldMk cId="349146373" sldId="450"/>
            <ac:spMk id="21" creationId="{6091F543-EACE-556F-55D1-03FEEBFD3E17}"/>
          </ac:spMkLst>
        </pc:spChg>
        <pc:spChg chg="add del mod">
          <ac:chgData name="우진 김" userId="9d5916cb77183fd7" providerId="LiveId" clId="{AF309A99-F3F2-4757-9B2E-37E289642162}" dt="2025-08-12T20:47:45.222" v="3786"/>
          <ac:spMkLst>
            <pc:docMk/>
            <pc:sldMk cId="349146373" sldId="450"/>
            <ac:spMk id="22" creationId="{A98CE68E-5EED-CE04-9C0C-A915F7317C4A}"/>
          </ac:spMkLst>
        </pc:spChg>
        <pc:spChg chg="add mod">
          <ac:chgData name="우진 김" userId="9d5916cb77183fd7" providerId="LiveId" clId="{AF309A99-F3F2-4757-9B2E-37E289642162}" dt="2025-08-12T20:52:20.943" v="3933" actId="1076"/>
          <ac:spMkLst>
            <pc:docMk/>
            <pc:sldMk cId="349146373" sldId="450"/>
            <ac:spMk id="25" creationId="{B9797B6D-BD90-D535-723E-E7D70DB83B3D}"/>
          </ac:spMkLst>
        </pc:spChg>
        <pc:spChg chg="add mod">
          <ac:chgData name="우진 김" userId="9d5916cb77183fd7" providerId="LiveId" clId="{AF309A99-F3F2-4757-9B2E-37E289642162}" dt="2025-08-12T20:53:02.363" v="3947" actId="20577"/>
          <ac:spMkLst>
            <pc:docMk/>
            <pc:sldMk cId="349146373" sldId="450"/>
            <ac:spMk id="26" creationId="{FB27CDF1-4118-4EA4-B81F-26A5E1CE08B8}"/>
          </ac:spMkLst>
        </pc:spChg>
        <pc:spChg chg="add mod">
          <ac:chgData name="우진 김" userId="9d5916cb77183fd7" providerId="LiveId" clId="{AF309A99-F3F2-4757-9B2E-37E289642162}" dt="2025-08-12T20:53:39.126" v="3969" actId="20577"/>
          <ac:spMkLst>
            <pc:docMk/>
            <pc:sldMk cId="349146373" sldId="450"/>
            <ac:spMk id="27" creationId="{FDE974D0-AA50-0E17-AA62-38A2D06ABFCF}"/>
          </ac:spMkLst>
        </pc:spChg>
        <pc:picChg chg="add del mod">
          <ac:chgData name="우진 김" userId="9d5916cb77183fd7" providerId="LiveId" clId="{AF309A99-F3F2-4757-9B2E-37E289642162}" dt="2025-08-12T20:49:23.163" v="3849" actId="478"/>
          <ac:picMkLst>
            <pc:docMk/>
            <pc:sldMk cId="349146373" sldId="450"/>
            <ac:picMk id="9" creationId="{96E09606-BA82-C717-EEE3-B4249A46A754}"/>
          </ac:picMkLst>
        </pc:picChg>
        <pc:picChg chg="add del mod modCrop">
          <ac:chgData name="우진 김" userId="9d5916cb77183fd7" providerId="LiveId" clId="{AF309A99-F3F2-4757-9B2E-37E289642162}" dt="2025-08-12T20:44:41.360" v="3722" actId="478"/>
          <ac:picMkLst>
            <pc:docMk/>
            <pc:sldMk cId="349146373" sldId="450"/>
            <ac:picMk id="13" creationId="{9659F751-74DC-A166-D513-390AD6D560D0}"/>
          </ac:picMkLst>
        </pc:picChg>
        <pc:picChg chg="add del mod">
          <ac:chgData name="우진 김" userId="9d5916cb77183fd7" providerId="LiveId" clId="{AF309A99-F3F2-4757-9B2E-37E289642162}" dt="2025-08-12T20:45:57.509" v="3737" actId="478"/>
          <ac:picMkLst>
            <pc:docMk/>
            <pc:sldMk cId="349146373" sldId="450"/>
            <ac:picMk id="15" creationId="{25ABFE88-40F4-581A-D601-92E0CF84047A}"/>
          </ac:picMkLst>
        </pc:picChg>
        <pc:picChg chg="add del mod">
          <ac:chgData name="우진 김" userId="9d5916cb77183fd7" providerId="LiveId" clId="{AF309A99-F3F2-4757-9B2E-37E289642162}" dt="2025-08-12T20:46:04.558" v="3742" actId="478"/>
          <ac:picMkLst>
            <pc:docMk/>
            <pc:sldMk cId="349146373" sldId="450"/>
            <ac:picMk id="17" creationId="{8D5D8834-E554-286F-F1D6-EA9ABE3B09AA}"/>
          </ac:picMkLst>
        </pc:picChg>
        <pc:picChg chg="del mod">
          <ac:chgData name="우진 김" userId="9d5916cb77183fd7" providerId="LiveId" clId="{AF309A99-F3F2-4757-9B2E-37E289642162}" dt="2025-08-12T20:41:16.586" v="3704" actId="478"/>
          <ac:picMkLst>
            <pc:docMk/>
            <pc:sldMk cId="349146373" sldId="450"/>
            <ac:picMk id="18" creationId="{1D98F277-88A0-512C-66A0-D7EC511491D1}"/>
          </ac:picMkLst>
        </pc:picChg>
        <pc:picChg chg="add del mod">
          <ac:chgData name="우진 김" userId="9d5916cb77183fd7" providerId="LiveId" clId="{AF309A99-F3F2-4757-9B2E-37E289642162}" dt="2025-08-12T20:47:45.221" v="3784" actId="478"/>
          <ac:picMkLst>
            <pc:docMk/>
            <pc:sldMk cId="349146373" sldId="450"/>
            <ac:picMk id="20" creationId="{94CFF516-030D-979C-366C-40D7C50133A6}"/>
          </ac:picMkLst>
        </pc:picChg>
        <pc:picChg chg="add del mod">
          <ac:chgData name="우진 김" userId="9d5916cb77183fd7" providerId="LiveId" clId="{AF309A99-F3F2-4757-9B2E-37E289642162}" dt="2025-08-12T20:49:23.595" v="3850" actId="478"/>
          <ac:picMkLst>
            <pc:docMk/>
            <pc:sldMk cId="349146373" sldId="450"/>
            <ac:picMk id="24" creationId="{C6968C25-39F4-00D6-C639-8D58F5991644}"/>
          </ac:picMkLst>
        </pc:picChg>
        <pc:picChg chg="add mod">
          <ac:chgData name="우진 김" userId="9d5916cb77183fd7" providerId="LiveId" clId="{AF309A99-F3F2-4757-9B2E-37E289642162}" dt="2025-08-12T20:50:35.487" v="3853" actId="1076"/>
          <ac:picMkLst>
            <pc:docMk/>
            <pc:sldMk cId="349146373" sldId="450"/>
            <ac:picMk id="29" creationId="{613F1D65-86F0-1B89-A3A5-B5808FF243F2}"/>
          </ac:picMkLst>
        </pc:picChg>
        <pc:picChg chg="add mod">
          <ac:chgData name="우진 김" userId="9d5916cb77183fd7" providerId="LiveId" clId="{AF309A99-F3F2-4757-9B2E-37E289642162}" dt="2025-08-12T20:52:24.821" v="3935" actId="1076"/>
          <ac:picMkLst>
            <pc:docMk/>
            <pc:sldMk cId="349146373" sldId="450"/>
            <ac:picMk id="31" creationId="{D850E473-E937-7762-24F1-2626F0A3A30A}"/>
          </ac:picMkLst>
        </pc:picChg>
        <pc:cxnChg chg="del">
          <ac:chgData name="우진 김" userId="9d5916cb77183fd7" providerId="LiveId" clId="{AF309A99-F3F2-4757-9B2E-37E289642162}" dt="2025-08-12T20:40:59.977" v="3670" actId="478"/>
          <ac:cxnSpMkLst>
            <pc:docMk/>
            <pc:sldMk cId="349146373" sldId="450"/>
            <ac:cxnSpMk id="7" creationId="{A52112DA-B1D1-AF5B-D569-1129FCA4E29F}"/>
          </ac:cxnSpMkLst>
        </pc:cxnChg>
      </pc:sldChg>
      <pc:sldChg chg="modSp add mod ord">
        <pc:chgData name="우진 김" userId="9d5916cb77183fd7" providerId="LiveId" clId="{AF309A99-F3F2-4757-9B2E-37E289642162}" dt="2025-08-12T20:48:56.402" v="3814" actId="1076"/>
        <pc:sldMkLst>
          <pc:docMk/>
          <pc:sldMk cId="918876948" sldId="451"/>
        </pc:sldMkLst>
        <pc:spChg chg="mod">
          <ac:chgData name="우진 김" userId="9d5916cb77183fd7" providerId="LiveId" clId="{AF309A99-F3F2-4757-9B2E-37E289642162}" dt="2025-08-12T20:48:56.402" v="3814" actId="1076"/>
          <ac:spMkLst>
            <pc:docMk/>
            <pc:sldMk cId="918876948" sldId="451"/>
            <ac:spMk id="10" creationId="{35A34DAC-BFD7-4589-5E5A-AAED43853EAF}"/>
          </ac:spMkLst>
        </pc:spChg>
      </pc:sldChg>
      <pc:sldChg chg="addSp delSp modSp add mod">
        <pc:chgData name="우진 김" userId="9d5916cb77183fd7" providerId="LiveId" clId="{AF309A99-F3F2-4757-9B2E-37E289642162}" dt="2025-08-12T20:56:51.106" v="4078" actId="20577"/>
        <pc:sldMkLst>
          <pc:docMk/>
          <pc:sldMk cId="3726051797" sldId="452"/>
        </pc:sldMkLst>
        <pc:spChg chg="mod">
          <ac:chgData name="우진 김" userId="9d5916cb77183fd7" providerId="LiveId" clId="{AF309A99-F3F2-4757-9B2E-37E289642162}" dt="2025-08-12T20:54:36.845" v="3999" actId="1076"/>
          <ac:spMkLst>
            <pc:docMk/>
            <pc:sldMk cId="3726051797" sldId="452"/>
            <ac:spMk id="4" creationId="{50BB83AD-87D0-879D-C381-BB35D62BB8F4}"/>
          </ac:spMkLst>
        </pc:spChg>
        <pc:spChg chg="mod">
          <ac:chgData name="우진 김" userId="9d5916cb77183fd7" providerId="LiveId" clId="{AF309A99-F3F2-4757-9B2E-37E289642162}" dt="2025-08-12T20:55:37.875" v="4007" actId="1076"/>
          <ac:spMkLst>
            <pc:docMk/>
            <pc:sldMk cId="3726051797" sldId="452"/>
            <ac:spMk id="10" creationId="{6232034E-40FA-77B1-22D0-7ECE2A7A9DF6}"/>
          </ac:spMkLst>
        </pc:spChg>
        <pc:spChg chg="del">
          <ac:chgData name="우진 김" userId="9d5916cb77183fd7" providerId="LiveId" clId="{AF309A99-F3F2-4757-9B2E-37E289642162}" dt="2025-08-12T20:55:27.077" v="4002" actId="478"/>
          <ac:spMkLst>
            <pc:docMk/>
            <pc:sldMk cId="3726051797" sldId="452"/>
            <ac:spMk id="21" creationId="{D0A6C696-51A3-1E99-691B-E135B0D64CBA}"/>
          </ac:spMkLst>
        </pc:spChg>
        <pc:spChg chg="mod">
          <ac:chgData name="우진 김" userId="9d5916cb77183fd7" providerId="LiveId" clId="{AF309A99-F3F2-4757-9B2E-37E289642162}" dt="2025-08-12T20:56:25.042" v="4056" actId="1076"/>
          <ac:spMkLst>
            <pc:docMk/>
            <pc:sldMk cId="3726051797" sldId="452"/>
            <ac:spMk id="25" creationId="{57D1D6E4-E7F5-AD9D-DBC8-0971CB69075E}"/>
          </ac:spMkLst>
        </pc:spChg>
        <pc:spChg chg="mod">
          <ac:chgData name="우진 김" userId="9d5916cb77183fd7" providerId="LiveId" clId="{AF309A99-F3F2-4757-9B2E-37E289642162}" dt="2025-08-12T20:56:51.106" v="4078" actId="20577"/>
          <ac:spMkLst>
            <pc:docMk/>
            <pc:sldMk cId="3726051797" sldId="452"/>
            <ac:spMk id="26" creationId="{5F2CA441-1EED-FD29-B9EC-8F37437AF56E}"/>
          </ac:spMkLst>
        </pc:spChg>
        <pc:spChg chg="del">
          <ac:chgData name="우진 김" userId="9d5916cb77183fd7" providerId="LiveId" clId="{AF309A99-F3F2-4757-9B2E-37E289642162}" dt="2025-08-12T20:56:28.081" v="4057" actId="478"/>
          <ac:spMkLst>
            <pc:docMk/>
            <pc:sldMk cId="3726051797" sldId="452"/>
            <ac:spMk id="27" creationId="{23811ED7-F9DA-26E9-EA4E-91E008281AD2}"/>
          </ac:spMkLst>
        </pc:spChg>
        <pc:picChg chg="add mod">
          <ac:chgData name="우진 김" userId="9d5916cb77183fd7" providerId="LiveId" clId="{AF309A99-F3F2-4757-9B2E-37E289642162}" dt="2025-08-12T20:55:54.815" v="4013" actId="14100"/>
          <ac:picMkLst>
            <pc:docMk/>
            <pc:sldMk cId="3726051797" sldId="452"/>
            <ac:picMk id="5" creationId="{9791AA6D-771D-C1AC-B042-39357E61203C}"/>
          </ac:picMkLst>
        </pc:picChg>
        <pc:picChg chg="add mod">
          <ac:chgData name="우진 김" userId="9d5916cb77183fd7" providerId="LiveId" clId="{AF309A99-F3F2-4757-9B2E-37E289642162}" dt="2025-08-12T20:55:58.962" v="4016" actId="1076"/>
          <ac:picMkLst>
            <pc:docMk/>
            <pc:sldMk cId="3726051797" sldId="452"/>
            <ac:picMk id="7" creationId="{763DC6C4-B0A8-94EE-F2E3-6A22E16FF6BC}"/>
          </ac:picMkLst>
        </pc:picChg>
        <pc:picChg chg="del">
          <ac:chgData name="우진 김" userId="9d5916cb77183fd7" providerId="LiveId" clId="{AF309A99-F3F2-4757-9B2E-37E289642162}" dt="2025-08-12T20:55:25.436" v="4000" actId="478"/>
          <ac:picMkLst>
            <pc:docMk/>
            <pc:sldMk cId="3726051797" sldId="452"/>
            <ac:picMk id="29" creationId="{57A45741-6B0B-ABD8-6B15-B328409E5FFC}"/>
          </ac:picMkLst>
        </pc:picChg>
        <pc:picChg chg="del">
          <ac:chgData name="우진 김" userId="9d5916cb77183fd7" providerId="LiveId" clId="{AF309A99-F3F2-4757-9B2E-37E289642162}" dt="2025-08-12T20:55:25.965" v="4001" actId="478"/>
          <ac:picMkLst>
            <pc:docMk/>
            <pc:sldMk cId="3726051797" sldId="452"/>
            <ac:picMk id="31" creationId="{059507C7-6F35-420A-A60D-D7A56B86A4DB}"/>
          </ac:picMkLst>
        </pc:picChg>
      </pc:sldChg>
      <pc:sldMasterChg chg="modSldLayout">
        <pc:chgData name="우진 김" userId="9d5916cb77183fd7" providerId="LiveId" clId="{AF309A99-F3F2-4757-9B2E-37E289642162}" dt="2025-08-12T18:51:16.116" v="1455"/>
        <pc:sldMasterMkLst>
          <pc:docMk/>
          <pc:sldMasterMk cId="471148940" sldId="2147483648"/>
        </pc:sldMasterMkLst>
        <pc:sldLayoutChg chg="addSp delSp modSp mod">
          <pc:chgData name="우진 김" userId="9d5916cb77183fd7" providerId="LiveId" clId="{AF309A99-F3F2-4757-9B2E-37E289642162}" dt="2025-08-12T18:51:16.116" v="1455"/>
          <pc:sldLayoutMkLst>
            <pc:docMk/>
            <pc:sldMasterMk cId="471148940" sldId="2147483648"/>
            <pc:sldLayoutMk cId="1425795397" sldId="2147483654"/>
          </pc:sldLayoutMkLst>
          <pc:spChg chg="del">
            <ac:chgData name="우진 김" userId="9d5916cb77183fd7" providerId="LiveId" clId="{AF309A99-F3F2-4757-9B2E-37E289642162}" dt="2025-08-12T15:36:10.945" v="196" actId="478"/>
            <ac:spMkLst>
              <pc:docMk/>
              <pc:sldMasterMk cId="471148940" sldId="2147483648"/>
              <pc:sldLayoutMk cId="1425795397" sldId="2147483654"/>
              <ac:spMk id="3" creationId="{CDB26ED1-1649-40CB-F443-14B228A696AA}"/>
            </ac:spMkLst>
          </pc:spChg>
          <pc:cxnChg chg="add mod">
            <ac:chgData name="우진 김" userId="9d5916cb77183fd7" providerId="LiveId" clId="{AF309A99-F3F2-4757-9B2E-37E289642162}" dt="2025-08-12T18:01:16.604" v="1205"/>
            <ac:cxnSpMkLst>
              <pc:docMk/>
              <pc:sldMasterMk cId="471148940" sldId="2147483648"/>
              <pc:sldLayoutMk cId="1425795397" sldId="2147483654"/>
              <ac:cxnSpMk id="3" creationId="{AAE592DD-0C68-200B-28E2-2DEFACDCF9AF}"/>
            </ac:cxnSpMkLst>
          </pc:cxnChg>
          <pc:cxnChg chg="add mod">
            <ac:chgData name="우진 김" userId="9d5916cb77183fd7" providerId="LiveId" clId="{AF309A99-F3F2-4757-9B2E-37E289642162}" dt="2025-08-12T18:51:16.116" v="1455"/>
            <ac:cxnSpMkLst>
              <pc:docMk/>
              <pc:sldMasterMk cId="471148940" sldId="2147483648"/>
              <pc:sldLayoutMk cId="1425795397" sldId="2147483654"/>
              <ac:cxnSpMk id="4" creationId="{59D2307C-FA10-AAC8-EF1C-C10CE0515F8C}"/>
            </ac:cxnSpMkLst>
          </pc:cxn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392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2656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903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1CF50-6F31-5C5B-01FB-E8AF1AF65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F1E51F-F57C-5217-DD51-5C721A9B8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3DB522-E62F-7690-1FC6-CD0F75EDD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34774E-3A10-6142-7273-249D2EA817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979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BCF7C-AA99-1962-9B46-CA9C5FBFE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05C5B6-11F3-0B5F-37D7-1E10FF411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4837E0-C1D3-3FE5-13D6-56CEC39A7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DC3BF7-72DE-47B1-E9CA-70BC9EA25C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962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52900-A88D-CF80-7414-EF02FEAB9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4CDEA4-90A8-4803-8689-BB0F50F7A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B4FC2B-37AE-78F6-4273-F05240389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6C27CB-1C3D-0BA4-E7E4-8581D4C079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297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D1EF9-7AA0-8DB5-07C2-09E1C2651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4EFD69-1FF0-AB84-886B-2D534A7D3C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483284-FA15-BB37-A8FC-36CBA73F5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80642E-5C86-871C-C596-A6BD7D798C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5852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EC87E-60F4-4B23-FD0D-E72B29CC5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C5BEB2-29BE-934F-C5F4-F6A0A2FB63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EC5C10-4C98-18BD-85F8-6942A7F778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36B338-69D6-CA8A-B371-9D7F7C3D1E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8455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47C36-1DF8-621B-D357-B9AF7D6CF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EF172C-1B1D-C07B-B01C-11BC43BCF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A7A5EB-3B2C-0A55-A2C9-539B9ADD6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2BCE5-1013-6E1D-002C-BE2602031B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9432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8257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360CB-2546-B3B6-ED80-3D282ACFD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E26FD7-A00D-16C1-061F-1E35EEB704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84C765-E985-AA63-23C8-B86C6A675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9AF44B-585E-7157-A6E5-1E8E172736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1924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A1F88-9A49-0603-2EE7-46169EEAA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58CA77-E7E4-0C73-0ECF-6D6674ACE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525C97-E2DB-C3DA-EB17-7717AD5AF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4A003A-8C72-3BF4-ED24-B3423E481B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3476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5757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28788-C721-35F5-7CD9-683A092A6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0B37E6-C0D4-0111-B9CD-ECD5C5086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1F15F2-282D-70CA-AD7E-8B8AC7228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74BDF7-47A2-EE5E-ABBF-EF4B0F814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0980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9FA5B-35C8-83E1-C2D4-05A3254C0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364007-531B-53AE-D0D2-53C269622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86050C-1753-B3A3-987C-181E113A2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669A60-3A05-A8A7-9F8F-069F41C6F5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7500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BED57-8F00-E86E-D0AF-AC5F02FD9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C452B8-5F47-7FE0-76B3-78912EEE3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7421DD-F7D3-73DB-B9E7-614B3835B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959FCC-6ECD-4B91-4439-A30CB8FAA1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82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E73FF-B119-38E2-ECDE-E3F75692F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E4FD5F-7BD7-7ECF-C8E4-051D44C0E6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5C6822-F003-164F-3F4A-FD6F7A727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3B1BFD-AB97-431B-D91E-4B7950833A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3466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4174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7046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9219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036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ADA3D-AA90-DDE1-91C4-FA33B1200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7B9090-D47F-97ED-B5AA-CB5184F1F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6ADAB9-C742-41B0-6D22-9E4192FEA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3C0967-E89B-FD97-3AF4-422C2ACC3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3139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72CFA-CF76-E942-5790-5C9600CB6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1FE8AC-9699-1F44-286D-8CB422BDA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B0213D-2BA0-8309-7989-9D59CE368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0F4C5F-BAF0-22A5-7A75-DC5ADEA5FF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217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546A8-9A29-B512-09D8-0091E902B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16985D-46EE-E156-C579-C27024408B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35BF10-3A18-A260-6913-5A4680D952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23B14A-1EDD-D0FE-BD73-E31886E9D3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0550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4B9E0-F6C3-811C-909D-ABCC361D2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0F22BA-75D1-B14A-896B-DC0DB99F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378A68-8E0E-2CCB-9E6D-D3AF04D16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0CF4F6-07AE-ADC3-6CAC-251235EA3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7766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C2EE5-920C-8AF3-85A6-1166D0368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4FFCB3-B292-F070-0A52-656E0F80ED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658207-B305-23BA-7DB2-1973593C5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3978B3-2D28-1DE9-F08D-3D035CAE0E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068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36332-4A1B-04C0-88CD-2F2E87EA1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2D3900-CA2E-7A71-6F53-7B5E98F9CD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63672C-2E16-CFF6-1486-5D8E4684B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195B19-7AD1-5336-A40F-17E21425C6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5736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71F16-C997-ADB6-DA3D-53759211A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7B6FC5-DCB3-5A6E-F8AD-8794FE08A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C324C1-F122-B31E-5C80-2E7F6786F4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BC3931-202D-E435-FD51-7D5ED34B1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9664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AFEB2-A436-FFF4-17ED-35D476C8C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6AA6C-F0E5-FD8F-5689-E430E74CE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4FB848-55C6-E2AF-37F8-31CED5326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FCE7B0-9048-7F38-DAC0-5594B24B4C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056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97106-7B1C-413C-71F9-8F4984EBE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CE14BF-D614-7B10-C38E-B68EB00F74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5D04A7-109A-AF73-C7F0-E3DA49242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CFEA25-2CC6-556A-C36F-86DC4D7BAA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6266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E5E15-53E2-A049-06F9-88D210B1A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49BE19-971F-A677-CC29-6CC6E4E347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7B4DFA-EEBA-99FF-9950-5D99FA7E5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F26698-8D71-A9C6-C033-6BFFB217F3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2621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1EBE2-6077-D50E-7C18-5C1687457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F2D0E6-A211-F7F5-6D0C-E1FCA8D2DD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646E74-E078-9806-10D3-EEDC7F6BB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CBDAA3-73D0-B4FD-BFBC-0501083974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29053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7F1AE-260A-CF1E-A82E-003E2352E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34C926-17AB-D613-AB42-7C25A28840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43AC33-E40F-AE2B-901F-22182F71B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0F4406-53F9-369A-B0FF-D15429CD87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4758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83149-6FF2-23D0-6FC0-B1F4C8187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D86DEF-3755-04C7-9202-19FF0FD31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8711F8-55E4-C9E1-EE4F-27AFFBA62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B443BF-2CC7-8787-4062-93EFBD33B5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046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4129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771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r set 2 - gradi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C3F7A79-4BB1-6072-2B14-1040FFD251C7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F9E6566-BEE7-0244-9C49-C4C13FC1CF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8" y="2126159"/>
            <a:ext cx="6460999" cy="757130"/>
          </a:xfrm>
        </p:spPr>
        <p:txBody>
          <a:bodyPr wrap="square" anchor="t" anchorCtr="0"/>
          <a:lstStyle>
            <a:lvl1pPr algn="l">
              <a:defRPr sz="4800" b="1" i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2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0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pic>
        <p:nvPicPr>
          <p:cNvPr id="3" name="Picture 2" descr="정장 - 대학상징 - 대학소개 - 서울대학교">
            <a:extLst>
              <a:ext uri="{FF2B5EF4-FFF2-40B4-BE49-F238E27FC236}">
                <a16:creationId xmlns:a16="http://schemas.microsoft.com/office/drawing/2014/main" id="{3578B78F-8DAA-16C1-A842-6640545721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1088" y="5858852"/>
            <a:ext cx="617768" cy="640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C06510-F34D-96D2-B3FD-A1FB579C1D4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451" y="5901343"/>
            <a:ext cx="949740" cy="555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8517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  <p15:guide id="4" orient="horz" pos="1272" userDrawn="1">
          <p15:clr>
            <a:srgbClr val="FBAE40"/>
          </p15:clr>
        </p15:guide>
        <p15:guide id="5" orient="horz" pos="17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Color set 2-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CE7DE7D0-6886-5240-D8AA-493375D0F911}"/>
              </a:ext>
            </a:extLst>
          </p:cNvPr>
          <p:cNvSpPr/>
          <p:nvPr userDrawn="1"/>
        </p:nvSpPr>
        <p:spPr>
          <a:xfrm>
            <a:off x="0" y="4367"/>
            <a:ext cx="12192000" cy="685363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</p:spPr>
        <p:txBody>
          <a:bodyPr anchor="ctr" anchorCtr="0"/>
          <a:lstStyle>
            <a:lvl1pPr>
              <a:defRPr sz="4800"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Section layout: Enter </a:t>
            </a:r>
            <a:br>
              <a:rPr lang="en-US" dirty="0"/>
            </a:br>
            <a:r>
              <a:rPr lang="en-US" dirty="0"/>
              <a:t>section name here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C79AD1E-BD19-F31A-84F5-2BAC50F4A65A}"/>
              </a:ext>
            </a:extLst>
          </p:cNvPr>
          <p:cNvSpPr txBox="1">
            <a:spLocks/>
          </p:cNvSpPr>
          <p:nvPr userDrawn="1"/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B4B8DE2-A4E8-46E4-8BBF-D75455EFF32C}" type="slidenum">
              <a:rPr lang="en-US" b="0" i="0" smtClean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pPr/>
              <a:t>‹#›</a:t>
            </a:fld>
            <a:endParaRPr lang="en-US" b="0" i="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949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Color set 2 - gradi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EA5EB34D-A432-661D-BCBA-27634E87E561}"/>
              </a:ext>
            </a:extLst>
          </p:cNvPr>
          <p:cNvSpPr/>
          <p:nvPr userDrawn="1"/>
        </p:nvSpPr>
        <p:spPr>
          <a:xfrm>
            <a:off x="0" y="4367"/>
            <a:ext cx="12192000" cy="685363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 only layout with art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52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- Color set 2 -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7B1A5DF-D1AF-9EE3-9432-779B4BB2A974}"/>
              </a:ext>
            </a:extLst>
          </p:cNvPr>
          <p:cNvSpPr/>
          <p:nvPr userDrawn="1"/>
        </p:nvSpPr>
        <p:spPr>
          <a:xfrm>
            <a:off x="0" y="4367"/>
            <a:ext cx="12192000" cy="685363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1" i="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Thank you!</a:t>
            </a:r>
          </a:p>
        </p:txBody>
      </p:sp>
      <p:pic>
        <p:nvPicPr>
          <p:cNvPr id="3" name="Picture 2" descr="정장 - 대학상징 - 대학소개 - 서울대학교">
            <a:extLst>
              <a:ext uri="{FF2B5EF4-FFF2-40B4-BE49-F238E27FC236}">
                <a16:creationId xmlns:a16="http://schemas.microsoft.com/office/drawing/2014/main" id="{7246C69D-897E-7DAF-9508-729A711185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1088" y="5858852"/>
            <a:ext cx="617768" cy="640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09EC38-FB6C-732D-A46E-5C0F794FFE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451" y="5901343"/>
            <a:ext cx="949740" cy="555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7062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91CB6-D820-4A96-8204-600D7D956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Agenda layout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3293209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r>
              <a:rPr lang="en-US" dirty="0"/>
              <a:t> /32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D01AF044-9265-CA3F-E297-9F8D3ADAC65D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7061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 only layout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r>
              <a:rPr lang="en-US" dirty="0"/>
              <a:t> 31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AE592DD-0C68-200B-28E2-2DEFACDCF9AF}"/>
              </a:ext>
            </a:extLst>
          </p:cNvPr>
          <p:cNvCxnSpPr>
            <a:cxnSpLocks/>
          </p:cNvCxnSpPr>
          <p:nvPr userDrawn="1"/>
        </p:nvCxnSpPr>
        <p:spPr>
          <a:xfrm>
            <a:off x="609600" y="6400596"/>
            <a:ext cx="9491529" cy="0"/>
          </a:xfrm>
          <a:prstGeom prst="line">
            <a:avLst/>
          </a:prstGeom>
          <a:ln w="63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579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 and subtitle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258532"/>
          </a:xfrm>
        </p:spPr>
        <p:txBody>
          <a:bodyPr/>
          <a:lstStyle>
            <a:lvl1pPr marL="0" indent="0">
              <a:buNone/>
              <a:defRPr sz="1200" b="0" i="0" cap="all" spc="300" baseline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FFF2F40C-C21F-028D-A961-04F4C15746CA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487156B-F916-99B6-8716-F1120F4F5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r>
              <a:rPr lang="en-US" dirty="0"/>
              <a:t>/32</a:t>
            </a:r>
          </a:p>
        </p:txBody>
      </p:sp>
    </p:spTree>
    <p:extLst>
      <p:ext uri="{BB962C8B-B14F-4D97-AF65-F5344CB8AC3E}">
        <p14:creationId xmlns:p14="http://schemas.microsoft.com/office/powerpoint/2010/main" val="1024204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2511457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14300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r>
              <a:rPr lang="en-US" dirty="0"/>
              <a:t> /32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486CEC87-6535-DBC9-AFC0-9D666AAA918E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259732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Title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2009781"/>
          </a:xfrm>
        </p:spPr>
        <p:txBody>
          <a:bodyPr/>
          <a:lstStyle>
            <a:lvl1pPr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20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4003A2E-28FB-D115-661E-5A8EA480B280}"/>
              </a:ext>
            </a:extLst>
          </p:cNvPr>
          <p:cNvCxnSpPr>
            <a:cxnSpLocks/>
          </p:cNvCxnSpPr>
          <p:nvPr userDrawn="1"/>
        </p:nvCxnSpPr>
        <p:spPr>
          <a:xfrm>
            <a:off x="609600" y="6400596"/>
            <a:ext cx="9491529" cy="0"/>
          </a:xfrm>
          <a:prstGeom prst="line">
            <a:avLst/>
          </a:prstGeom>
          <a:ln w="63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4197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Title, subtitle, and content layout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CBB3C-A513-466E-B53F-E5E5781263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33600"/>
            <a:ext cx="10972800" cy="2511457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14300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9C1A1-91E5-46D2-97FB-94E48C63B9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D7DF812-8A8D-B232-88E9-02589015EFF1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141649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34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Title, subtitle, and bulleted content layout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73DDF9C-7004-4F4E-8707-3F8553760C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7034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981200"/>
            <a:ext cx="10972800" cy="2203680"/>
          </a:xfrm>
        </p:spPr>
        <p:txBody>
          <a:bodyPr/>
          <a:lstStyle>
            <a:lvl1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270F7-2BCA-4119-8F34-BD17AB29E1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88B24E8-140D-849C-D9E2-50BCA23B6F59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4094173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24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5334000" cy="978729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Title, content, and image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71700"/>
            <a:ext cx="5334000" cy="1412694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3B2582F-3FE9-42AC-8572-5C27E1A8E55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8400" y="0"/>
            <a:ext cx="5943600" cy="6858000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(or paste) to insert picture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08E66CC3-5272-CE4F-6191-3ECB21CA45C4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417291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36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Two-column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231755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499"/>
            <a:ext cx="5248276" cy="231755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C420EBF0-504A-1178-AD51-721FB6283F39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2344813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Two-column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5248656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34125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334125" y="2141554"/>
            <a:ext cx="5248656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61BB8CDA-9B26-5C8E-98D7-96EA5E0A3C90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2310409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Three-column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AEAE8B00-C4BA-7D54-F145-C22E386CE52C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704503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Three-column layout with subheadings and images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1FED918-02AD-4AE8-80A2-5FBE2CA7CD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00631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3656030"/>
            <a:ext cx="3483864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6A07340D-F35E-44B1-83E7-553D9B9F4A1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245099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3656030"/>
            <a:ext cx="3483864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0E39C743-124E-4ED1-8147-16B673DA194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989568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3656030"/>
            <a:ext cx="3483864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B1AFFF-5B96-4371-BCA2-F0CE04ECF7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7D19560-93EE-6A47-B0CB-B84D4B3FD9F8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154642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064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our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Four-column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7471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474719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983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39840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04960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204960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D79E73A-576B-DAFB-4D51-274E10964E26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3703665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643E-9D53-435F-9BF5-216545CC1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 anchor="t" anchorCtr="0"/>
          <a:lstStyle>
            <a:lvl1pPr>
              <a:defRPr sz="3200"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Picture with caption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14501"/>
            <a:ext cx="5372101" cy="313932"/>
          </a:xfrm>
        </p:spPr>
        <p:txBody>
          <a:bodyPr/>
          <a:lstStyle>
            <a:lvl1pPr marL="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D460-44A4-4368-BEE3-4B57384F2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0300" y="1714501"/>
            <a:ext cx="5372100" cy="4495798"/>
          </a:xfrm>
        </p:spPr>
        <p:txBody>
          <a:bodyPr>
            <a:noAutofit/>
          </a:bodyPr>
          <a:lstStyle>
            <a:lvl1pPr marL="0" indent="0"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6674F1F-A8DF-B40F-A558-C34D90D1DCAB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182962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 w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Customer logo wall layout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0841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18014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45187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572359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90841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18014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645187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572359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2EC24E0-B776-A9DF-7930-AD08AB9104AC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3958306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1975199"/>
            <a:ext cx="8067261" cy="1920526"/>
          </a:xfrm>
        </p:spPr>
        <p:txBody>
          <a:bodyPr anchor="b" anchorCtr="0"/>
          <a:lstStyle>
            <a:lvl1pPr>
              <a:defRPr sz="4400"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99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1"/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99" y="4496832"/>
            <a:ext cx="8067261" cy="313932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E0A0F065-DA19-4B02-B238-CFA9C89CB6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0036" y="1981200"/>
            <a:ext cx="309563" cy="309563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EEFC34B7-722A-436B-9E34-41B9A285F1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35350" y="3274218"/>
            <a:ext cx="309563" cy="309563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2FF5FCB5-2E8D-2C45-2C74-108CB6E98911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200873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 userDrawn="1">
          <p15:clr>
            <a:srgbClr val="FBAE40"/>
          </p15:clr>
        </p15:guide>
        <p15:guide id="2" orient="horz" pos="259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86CC99-EC41-4647-BD17-9EFC9AA4D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28EF9-1BCD-42D2-8B21-6150BBD86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718983"/>
            <a:ext cx="10972800" cy="2203680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25A29-F4EF-4A12-9095-1B88A1BDD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r>
              <a:rPr lang="en-US" dirty="0"/>
              <a:t> 31</a:t>
            </a:r>
          </a:p>
        </p:txBody>
      </p:sp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0" r:id="rId1"/>
    <p:sldLayoutId id="2147483761" r:id="rId2"/>
    <p:sldLayoutId id="2147483742" r:id="rId3"/>
    <p:sldLayoutId id="2147483780" r:id="rId4"/>
    <p:sldLayoutId id="2147483661" r:id="rId5"/>
    <p:sldLayoutId id="2147483654" r:id="rId6"/>
    <p:sldLayoutId id="2147483663" r:id="rId7"/>
    <p:sldLayoutId id="2147483650" r:id="rId8"/>
    <p:sldLayoutId id="2147483664" r:id="rId9"/>
    <p:sldLayoutId id="2147483666" r:id="rId10"/>
    <p:sldLayoutId id="2147483667" r:id="rId11"/>
    <p:sldLayoutId id="2147483665" r:id="rId12"/>
    <p:sldLayoutId id="2147483668" r:id="rId13"/>
    <p:sldLayoutId id="2147483653" r:id="rId14"/>
    <p:sldLayoutId id="2147483689" r:id="rId15"/>
    <p:sldLayoutId id="2147483691" r:id="rId16"/>
    <p:sldLayoutId id="2147483690" r:id="rId17"/>
    <p:sldLayoutId id="2147483657" r:id="rId18"/>
    <p:sldLayoutId id="2147483694" r:id="rId19"/>
    <p:sldLayoutId id="2147483673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tx2"/>
          </a:solidFill>
          <a:latin typeface="Pretendard Variable Black" panose="02000003000000020004" pitchFamily="2" charset="-127"/>
          <a:ea typeface="Pretendard Variable Black" panose="02000003000000020004" pitchFamily="2" charset="-127"/>
          <a:cs typeface="Pretendard Variable Black" panose="020000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8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1pPr>
      <a:lvl2pPr marL="514350" indent="-228600" algn="l" defTabSz="914400" rtl="0" eaLnBrk="1" latinLnBrk="1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4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2pPr>
      <a:lvl3pPr marL="857250" indent="-228600" algn="l" defTabSz="914400" rtl="0" eaLnBrk="1" latinLnBrk="1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20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3pPr>
      <a:lvl4pPr marL="1030288" indent="-171450" algn="l" defTabSz="914400" rtl="0" eaLnBrk="1" latinLnBrk="1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4pPr>
      <a:lvl5pPr marL="1201738" indent="-171450" algn="l" defTabSz="914400" rtl="0" eaLnBrk="1" latinLnBrk="1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F26B43"/>
          </p15:clr>
        </p15:guide>
        <p15:guide id="2" pos="7296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12" userDrawn="1">
          <p15:clr>
            <a:srgbClr val="F26B43"/>
          </p15:clr>
        </p15:guide>
        <p15:guide id="5" orient="horz" pos="1080" userDrawn="1">
          <p15:clr>
            <a:srgbClr val="F26B43"/>
          </p15:clr>
        </p15:guide>
        <p15:guide id="6" orient="horz" pos="5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20.png"/><Relationship Id="rId4" Type="http://schemas.openxmlformats.org/officeDocument/2006/relationships/image" Target="../media/image3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0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6.png"/><Relationship Id="rId5" Type="http://schemas.openxmlformats.org/officeDocument/2006/relationships/image" Target="../media/image56.png"/><Relationship Id="rId4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42AD-51B6-1C23-4E72-00565032CA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8" y="2126159"/>
            <a:ext cx="6460999" cy="1421928"/>
          </a:xfrm>
        </p:spPr>
        <p:txBody>
          <a:bodyPr/>
          <a:lstStyle/>
          <a:p>
            <a:r>
              <a:rPr lang="en-US" dirty="0"/>
              <a:t>Diffusion</a:t>
            </a:r>
            <a:r>
              <a:rPr lang="ko-KR" altLang="en-US" dirty="0"/>
              <a:t> </a:t>
            </a:r>
            <a:r>
              <a:rPr lang="en-US" altLang="ko-KR" dirty="0"/>
              <a:t>Language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Models</a:t>
            </a:r>
            <a:r>
              <a:rPr lang="ko-KR" altLang="en-US" dirty="0"/>
              <a:t>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Ⅰ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C8FE73-30E8-5B94-794F-A35BB3E87C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Woojin Kim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5BDDAA9-2219-0266-AB20-FC2718CDB4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598" y="4762500"/>
            <a:ext cx="3797302" cy="757130"/>
          </a:xfrm>
        </p:spPr>
        <p:txBody>
          <a:bodyPr/>
          <a:lstStyle/>
          <a:p>
            <a:r>
              <a:rPr lang="en-US" dirty="0"/>
              <a:t>AIDAS LAB</a:t>
            </a:r>
            <a:br>
              <a:rPr lang="en-US" dirty="0"/>
            </a:br>
            <a:r>
              <a:rPr lang="en-US" dirty="0"/>
              <a:t>Seoul National University</a:t>
            </a:r>
            <a:br>
              <a:rPr lang="en-US" dirty="0"/>
            </a:br>
            <a:r>
              <a:rPr lang="en-US" dirty="0"/>
              <a:t>wjk9904@snu.ac.kr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F71B29-AAE2-F406-9C3C-7F4D981833D2}"/>
              </a:ext>
            </a:extLst>
          </p:cNvPr>
          <p:cNvSpPr txBox="1"/>
          <p:nvPr/>
        </p:nvSpPr>
        <p:spPr>
          <a:xfrm>
            <a:off x="609598" y="17133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ysClr val="windowText" lastClr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Diffusion Seminar </a:t>
            </a:r>
            <a:r>
              <a:rPr lang="en-US" altLang="ko-KR">
                <a:solidFill>
                  <a:sysClr val="windowText" lastClr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(Week</a:t>
            </a:r>
            <a:r>
              <a:rPr lang="en-US" altLang="ko-KR" dirty="0">
                <a:solidFill>
                  <a:sysClr val="windowText" lastClr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8</a:t>
            </a:r>
            <a:r>
              <a:rPr lang="en-US" altLang="ko-KR">
                <a:solidFill>
                  <a:sysClr val="windowText" lastClr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  <a:endParaRPr lang="ko-KR" altLang="en-US" dirty="0">
              <a:solidFill>
                <a:sysClr val="windowText" lastClr="000000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2422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510">
        <p:fade/>
      </p:transition>
    </mc:Choice>
    <mc:Fallback xmlns="">
      <p:transition spd="med" advTm="6051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2F415B3-A1CD-69E6-BEA3-C6AEC91E5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2465187-F215-A8C0-FB47-8517C9008FCA}"/>
              </a:ext>
            </a:extLst>
          </p:cNvPr>
          <p:cNvSpPr/>
          <p:nvPr/>
        </p:nvSpPr>
        <p:spPr>
          <a:xfrm>
            <a:off x="609600" y="1712043"/>
            <a:ext cx="422694" cy="3873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ko-KR" altLang="en-US" b="1" dirty="0">
              <a:solidFill>
                <a:sysClr val="windowText" lastClr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E02FC87D-9616-EF6A-A837-A851191A3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5643348" cy="535531"/>
          </a:xfrm>
        </p:spPr>
        <p:txBody>
          <a:bodyPr/>
          <a:lstStyle/>
          <a:p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Table of contents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655A25F-32D3-F5D3-6DCB-DD7CCC3167C5}"/>
              </a:ext>
            </a:extLst>
          </p:cNvPr>
          <p:cNvSpPr txBox="1">
            <a:spLocks/>
          </p:cNvSpPr>
          <p:nvPr/>
        </p:nvSpPr>
        <p:spPr>
          <a:xfrm>
            <a:off x="1159738" y="1737448"/>
            <a:ext cx="5000445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dirty="0"/>
              <a:t>From Vision to Language</a:t>
            </a:r>
            <a:endParaRPr lang="en-US" sz="20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119BFB0-132C-EC31-3951-BA10AAC6A88B}"/>
              </a:ext>
            </a:extLst>
          </p:cNvPr>
          <p:cNvSpPr/>
          <p:nvPr/>
        </p:nvSpPr>
        <p:spPr>
          <a:xfrm>
            <a:off x="609600" y="2269875"/>
            <a:ext cx="422694" cy="3873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ko-KR" altLang="en-US" b="1" dirty="0">
              <a:solidFill>
                <a:sysClr val="windowText" lastClr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93D8ABD-95E2-9C4C-B82D-CD7A4AEAE960}"/>
              </a:ext>
            </a:extLst>
          </p:cNvPr>
          <p:cNvSpPr/>
          <p:nvPr/>
        </p:nvSpPr>
        <p:spPr>
          <a:xfrm>
            <a:off x="609600" y="2827707"/>
            <a:ext cx="422694" cy="3873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lang="ko-KR" altLang="en-US" b="1" dirty="0">
              <a:solidFill>
                <a:sysClr val="windowText" lastClr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F7C254B-29A7-DB4B-5ADB-F319162EC361}"/>
              </a:ext>
            </a:extLst>
          </p:cNvPr>
          <p:cNvSpPr txBox="1">
            <a:spLocks/>
          </p:cNvSpPr>
          <p:nvPr/>
        </p:nvSpPr>
        <p:spPr>
          <a:xfrm>
            <a:off x="1252503" y="2846644"/>
            <a:ext cx="5453097" cy="369332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Wingdings" panose="05000000000000000000" pitchFamily="2" charset="2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mazon Ember" panose="020B0603020204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/>
              <a:t>Two Big Families of DLMs</a:t>
            </a:r>
            <a:endParaRPr lang="en-US" sz="20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7098ADA-7E7C-01A0-D824-16F9A71322D2}"/>
              </a:ext>
            </a:extLst>
          </p:cNvPr>
          <p:cNvSpPr txBox="1">
            <a:spLocks/>
          </p:cNvSpPr>
          <p:nvPr/>
        </p:nvSpPr>
        <p:spPr>
          <a:xfrm>
            <a:off x="1252503" y="2292046"/>
            <a:ext cx="5000445" cy="369332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Wingdings" panose="05000000000000000000" pitchFamily="2" charset="2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mazon Ember" panose="020B0603020204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/>
              <a:t>The Challenge: Discreteness of Text</a:t>
            </a:r>
            <a:endParaRPr lang="en-US" sz="20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46777D8-5616-DA3E-6B4E-8E7F8C42E990}"/>
              </a:ext>
            </a:extLst>
          </p:cNvPr>
          <p:cNvSpPr/>
          <p:nvPr/>
        </p:nvSpPr>
        <p:spPr>
          <a:xfrm>
            <a:off x="457200" y="6090249"/>
            <a:ext cx="10187796" cy="564376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5BCFB14-AF05-D412-21B1-11CBD2BFABC4}"/>
              </a:ext>
            </a:extLst>
          </p:cNvPr>
          <p:cNvSpPr/>
          <p:nvPr/>
        </p:nvSpPr>
        <p:spPr>
          <a:xfrm>
            <a:off x="609600" y="3403124"/>
            <a:ext cx="422694" cy="3873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endParaRPr lang="ko-KR" altLang="en-US" b="1" dirty="0">
              <a:solidFill>
                <a:sysClr val="windowText" lastClr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6643DBB5-677B-0757-6EB7-528141897443}"/>
              </a:ext>
            </a:extLst>
          </p:cNvPr>
          <p:cNvSpPr txBox="1">
            <a:spLocks/>
          </p:cNvSpPr>
          <p:nvPr/>
        </p:nvSpPr>
        <p:spPr>
          <a:xfrm>
            <a:off x="1252503" y="3422061"/>
            <a:ext cx="5453097" cy="369332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Wingdings" panose="05000000000000000000" pitchFamily="2" charset="2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mazon Ember" panose="020B0603020204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/>
              <a:t>Continuous DLMs</a:t>
            </a:r>
            <a:endParaRPr lang="en-US" sz="20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544F41E-C3FF-2493-5332-681DF6828475}"/>
              </a:ext>
            </a:extLst>
          </p:cNvPr>
          <p:cNvSpPr/>
          <p:nvPr/>
        </p:nvSpPr>
        <p:spPr>
          <a:xfrm>
            <a:off x="609600" y="3999050"/>
            <a:ext cx="422694" cy="3873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endParaRPr lang="ko-KR" altLang="en-US" b="1" dirty="0">
              <a:solidFill>
                <a:sysClr val="windowText" lastClr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127FC307-63C8-069F-3B94-691EB7F5CD69}"/>
              </a:ext>
            </a:extLst>
          </p:cNvPr>
          <p:cNvSpPr txBox="1">
            <a:spLocks/>
          </p:cNvSpPr>
          <p:nvPr/>
        </p:nvSpPr>
        <p:spPr>
          <a:xfrm>
            <a:off x="1252503" y="4017987"/>
            <a:ext cx="5453097" cy="369332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Wingdings" panose="05000000000000000000" pitchFamily="2" charset="2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mazon Ember" panose="020B0603020204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/>
              <a:t>Next Session</a:t>
            </a:r>
            <a:endParaRPr lang="en-US" sz="20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3175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3557">
        <p:fade/>
      </p:transition>
    </mc:Choice>
    <mc:Fallback xmlns="">
      <p:transition spd="med" advTm="23557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080E15-B7E4-9F16-A37B-594089A52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50434"/>
            <a:ext cx="7823200" cy="757130"/>
          </a:xfrm>
        </p:spPr>
        <p:txBody>
          <a:bodyPr/>
          <a:lstStyle/>
          <a:p>
            <a:r>
              <a:rPr lang="en-US" altLang="ko-KR" dirty="0"/>
              <a:t>From Vision to Language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BAC9CD-C525-4C53-3BF0-1EB5357BF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2" name="오디오 11">
            <a:hlinkClick r:id="" action="ppaction://media"/>
            <a:extLst>
              <a:ext uri="{FF2B5EF4-FFF2-40B4-BE49-F238E27FC236}">
                <a16:creationId xmlns:a16="http://schemas.microsoft.com/office/drawing/2014/main" id="{379B0289-AE39-E031-1EA2-4B6D1A4F918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87500" t="-287500" r="-287500" b="-28750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822041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806">
        <p:fade/>
      </p:transition>
    </mc:Choice>
    <mc:Fallback xmlns="">
      <p:transition spd="med" advTm="158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BD5B7-1E43-14DE-8C3A-3F6FD02B6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C9961D3-9FB7-E993-BD89-40C418385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6CB311-EC12-9475-876E-4AB12017170D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From Vision to Language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71083C61-276E-E70C-95E4-11604E779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Recap: DDPM, DDIM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42CB703-55F6-F94F-AFCC-AF3AD020415B}"/>
              </a:ext>
            </a:extLst>
          </p:cNvPr>
          <p:cNvGrpSpPr/>
          <p:nvPr/>
        </p:nvGrpSpPr>
        <p:grpSpPr>
          <a:xfrm>
            <a:off x="609600" y="1617762"/>
            <a:ext cx="11277600" cy="2322532"/>
            <a:chOff x="609600" y="1617762"/>
            <a:chExt cx="11277600" cy="232253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038F8DB-EFCA-4981-464E-0E36A1682DD0}"/>
                </a:ext>
              </a:extLst>
            </p:cNvPr>
            <p:cNvSpPr txBox="1"/>
            <p:nvPr/>
          </p:nvSpPr>
          <p:spPr>
            <a:xfrm>
              <a:off x="609600" y="1617762"/>
              <a:ext cx="112776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DDPM</a:t>
              </a:r>
              <a: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: Forward process gradually adds Gaussian noise, backward process learns to denoise step-by-step.</a:t>
              </a:r>
              <a:endPara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15F28057-C8D2-DF61-7E53-92B925596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50831" y="2105498"/>
              <a:ext cx="7445722" cy="1834796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C3C40C2-FE0D-33F4-0B86-303BB8BDAE01}"/>
              </a:ext>
            </a:extLst>
          </p:cNvPr>
          <p:cNvSpPr txBox="1"/>
          <p:nvPr/>
        </p:nvSpPr>
        <p:spPr>
          <a:xfrm>
            <a:off x="519600" y="6427221"/>
            <a:ext cx="29439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https://cvpr2022-tutorial-diffusion-models.github.io/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5E46478-BD14-DB29-1263-11F342935CB2}"/>
              </a:ext>
            </a:extLst>
          </p:cNvPr>
          <p:cNvGrpSpPr/>
          <p:nvPr/>
        </p:nvGrpSpPr>
        <p:grpSpPr>
          <a:xfrm>
            <a:off x="609600" y="4042585"/>
            <a:ext cx="11277600" cy="2171908"/>
            <a:chOff x="609600" y="4042585"/>
            <a:chExt cx="11277600" cy="21719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1A0C35C-38DE-6C6A-CB33-39643994283F}"/>
                </a:ext>
              </a:extLst>
            </p:cNvPr>
            <p:cNvSpPr txBox="1"/>
            <p:nvPr/>
          </p:nvSpPr>
          <p:spPr>
            <a:xfrm>
              <a:off x="609600" y="4042585"/>
              <a:ext cx="112776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DDIM</a:t>
              </a:r>
              <a: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: Deterministic, non-Markovian sampling, fewer steps, better control over trade-off between speed and quality.</a:t>
              </a:r>
              <a:endPara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7FEBB396-9EA6-AE82-F271-C829CEACC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7020" y="4593867"/>
              <a:ext cx="10037959" cy="1620626"/>
            </a:xfrm>
            <a:prstGeom prst="rect">
              <a:avLst/>
            </a:prstGeom>
          </p:spPr>
        </p:pic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15BEDC94-C7C5-7691-7E50-41DACF575E10}"/>
              </a:ext>
            </a:extLst>
          </p:cNvPr>
          <p:cNvSpPr txBox="1"/>
          <p:nvPr/>
        </p:nvSpPr>
        <p:spPr>
          <a:xfrm>
            <a:off x="3262801" y="6426900"/>
            <a:ext cx="32501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Song et al., “Denoising Diffusion Implicit Models”, ICLR, 2021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8655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9234">
        <p:fade/>
      </p:transition>
    </mc:Choice>
    <mc:Fallback xmlns="">
      <p:transition spd="med" advTm="3923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4845A-6D59-A9A6-4EC1-CB0954CB5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B2078FC-BFD0-9B3C-EDA1-D7DF712E0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194127-9E94-E6EE-8323-284F705F0D4B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From Vision to Language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1D7E91AD-1B99-3C7C-5C41-C0F53F263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Recap: Diffusion in Vision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E3844C-A5F8-0A94-F281-DDE46E4AF05E}"/>
              </a:ext>
            </a:extLst>
          </p:cNvPr>
          <p:cNvSpPr txBox="1"/>
          <p:nvPr/>
        </p:nvSpPr>
        <p:spPr>
          <a:xfrm>
            <a:off x="609600" y="1617762"/>
            <a:ext cx="1127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These models rely on continuous corruption and denoising in a fixed-dimensional space.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673E869-9EE6-6ADC-B6A1-22AA4C359F4A}"/>
              </a:ext>
            </a:extLst>
          </p:cNvPr>
          <p:cNvGrpSpPr/>
          <p:nvPr/>
        </p:nvGrpSpPr>
        <p:grpSpPr>
          <a:xfrm>
            <a:off x="1610731" y="2542032"/>
            <a:ext cx="3629780" cy="3304219"/>
            <a:chOff x="1610731" y="2542032"/>
            <a:chExt cx="3629780" cy="330421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46D85CF-8B64-47C3-25A1-44E4E6BE7DA2}"/>
                </a:ext>
              </a:extLst>
            </p:cNvPr>
            <p:cNvSpPr txBox="1"/>
            <p:nvPr/>
          </p:nvSpPr>
          <p:spPr>
            <a:xfrm>
              <a:off x="2580994" y="2542032"/>
              <a:ext cx="16892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Latent Diffusion</a:t>
              </a:r>
              <a:endPara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37B7B7B-E8D8-8A76-AA76-2F1220BCE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0731" y="3077069"/>
              <a:ext cx="3629780" cy="276918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0CAA0E5-BB09-9656-7286-7BCB34EE1267}"/>
              </a:ext>
            </a:extLst>
          </p:cNvPr>
          <p:cNvSpPr txBox="1"/>
          <p:nvPr/>
        </p:nvSpPr>
        <p:spPr>
          <a:xfrm>
            <a:off x="519600" y="6469053"/>
            <a:ext cx="48074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R. Rombach et al., “High Resolution Image Synthesis with Latent Diffusion Models”, CVPR 2022.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F8C2E15-8F9C-CE28-32AC-F4FD9BDCCA30}"/>
              </a:ext>
            </a:extLst>
          </p:cNvPr>
          <p:cNvGrpSpPr/>
          <p:nvPr/>
        </p:nvGrpSpPr>
        <p:grpSpPr>
          <a:xfrm>
            <a:off x="6659218" y="2542032"/>
            <a:ext cx="3680151" cy="3162447"/>
            <a:chOff x="6659218" y="2542032"/>
            <a:chExt cx="3680151" cy="316244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D5D6642-381C-DEBB-8BD1-8E64665098EB}"/>
                </a:ext>
              </a:extLst>
            </p:cNvPr>
            <p:cNvSpPr txBox="1"/>
            <p:nvPr/>
          </p:nvSpPr>
          <p:spPr>
            <a:xfrm>
              <a:off x="8223506" y="2542032"/>
              <a:ext cx="56997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DiT</a:t>
              </a:r>
              <a:endPara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D97A0824-B387-0C98-21DF-303ADF6A8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9218" y="3218840"/>
              <a:ext cx="3680151" cy="2485639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63C897F-5E6C-6ED9-CA54-A109C5FF6252}"/>
              </a:ext>
            </a:extLst>
          </p:cNvPr>
          <p:cNvSpPr txBox="1"/>
          <p:nvPr/>
        </p:nvSpPr>
        <p:spPr>
          <a:xfrm>
            <a:off x="5327058" y="6464406"/>
            <a:ext cx="48074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Peebles &amp; Xie., “Scalable Diffusion Models with Transformers”, CVPR 2023.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2142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9234">
        <p:fade/>
      </p:transition>
    </mc:Choice>
    <mc:Fallback xmlns="">
      <p:transition spd="med" advTm="3923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41B33-7E6A-F22D-A73E-F81F60C33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9F2C5F-CB30-06F7-9CBA-936AB50E7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29375A-4D7D-3CD1-1C4C-AFAC890C89C5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From Vision to Language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2BB05CA5-1230-C1A8-D21B-71A746451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Recap: Diffusion in Vision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A5382A-E589-12E9-B21E-ED4B965D03D0}"/>
              </a:ext>
            </a:extLst>
          </p:cNvPr>
          <p:cNvSpPr txBox="1"/>
          <p:nvPr/>
        </p:nvSpPr>
        <p:spPr>
          <a:xfrm>
            <a:off x="609600" y="1617762"/>
            <a:ext cx="1127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These models rely on continuous corruption and denoising in a fixed-dimensional space.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78198B-2F6C-2CDA-8C44-9D251DBF203C}"/>
              </a:ext>
            </a:extLst>
          </p:cNvPr>
          <p:cNvSpPr txBox="1"/>
          <p:nvPr/>
        </p:nvSpPr>
        <p:spPr>
          <a:xfrm>
            <a:off x="547841" y="6472062"/>
            <a:ext cx="406073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Dhariwal et al.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”</a:t>
            </a:r>
            <a:r>
              <a:rPr lang="fr-FR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Diffusion Models Beat GANs on Image Synthesis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”</a:t>
            </a:r>
            <a:r>
              <a:rPr lang="fr-FR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 , NeurIPS 2021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1BEDDD2-6B6F-1276-FD97-960A5FA8970B}"/>
              </a:ext>
            </a:extLst>
          </p:cNvPr>
          <p:cNvGrpSpPr/>
          <p:nvPr/>
        </p:nvGrpSpPr>
        <p:grpSpPr>
          <a:xfrm>
            <a:off x="1455218" y="2570685"/>
            <a:ext cx="4061759" cy="2733218"/>
            <a:chOff x="1455218" y="2570685"/>
            <a:chExt cx="4061759" cy="273321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DD3E9D5-4414-7E57-D0FA-C4646B8DDBE9}"/>
                </a:ext>
              </a:extLst>
            </p:cNvPr>
            <p:cNvSpPr txBox="1"/>
            <p:nvPr/>
          </p:nvSpPr>
          <p:spPr>
            <a:xfrm>
              <a:off x="2498698" y="2570685"/>
              <a:ext cx="21098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Classifier Guidance</a:t>
              </a:r>
              <a:endPara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F5B84B7D-5011-D585-779E-D54098321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55218" y="3244330"/>
              <a:ext cx="4061759" cy="205957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9E79112-0E90-AC7A-4775-FA056EE56CB6}"/>
              </a:ext>
            </a:extLst>
          </p:cNvPr>
          <p:cNvSpPr txBox="1"/>
          <p:nvPr/>
        </p:nvSpPr>
        <p:spPr>
          <a:xfrm>
            <a:off x="5327058" y="6464406"/>
            <a:ext cx="48074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Ho &amp; Salimans., “CLASSIFIER-FREE DIFFUSION GUIDANCE”,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DEC4F1F-664E-EB7E-9AE7-DDAE2D889D7C}"/>
              </a:ext>
            </a:extLst>
          </p:cNvPr>
          <p:cNvGrpSpPr/>
          <p:nvPr/>
        </p:nvGrpSpPr>
        <p:grpSpPr>
          <a:xfrm>
            <a:off x="7008960" y="2587776"/>
            <a:ext cx="3291840" cy="2844302"/>
            <a:chOff x="7008960" y="2587776"/>
            <a:chExt cx="3291840" cy="284430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E534E11-527D-F1AF-A936-CB43F93D8BA5}"/>
                </a:ext>
              </a:extLst>
            </p:cNvPr>
            <p:cNvSpPr txBox="1"/>
            <p:nvPr/>
          </p:nvSpPr>
          <p:spPr>
            <a:xfrm>
              <a:off x="7464554" y="2587776"/>
              <a:ext cx="27432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Classifier-Free Guidance</a:t>
              </a:r>
              <a:endPara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A2C8B18C-F0CD-3747-FAC2-E88BE78A2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08960" y="3136990"/>
              <a:ext cx="3291840" cy="22950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0717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9234">
        <p:fade/>
      </p:transition>
    </mc:Choice>
    <mc:Fallback xmlns="">
      <p:transition spd="med" advTm="3923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02F6B-5D9B-3C1B-E115-06767E3DF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3288F83-2B34-3D02-DFA3-05B36673D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17C6F5-A7CF-1945-6A91-5A00DD08EB61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From Vision to Language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FE6B68F4-B37C-F8D7-1169-544582095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Bringing Diffusion to Language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0D6072-83F6-809D-034B-33AC68860DDF}"/>
              </a:ext>
            </a:extLst>
          </p:cNvPr>
          <p:cNvSpPr txBox="1"/>
          <p:nvPr/>
        </p:nvSpPr>
        <p:spPr>
          <a:xfrm>
            <a:off x="609600" y="1617762"/>
            <a:ext cx="11277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Diffusion models work well in the vision domain.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Then, can we apply the diffusion process to </a:t>
            </a:r>
            <a:r>
              <a:rPr lang="en-US" altLang="ko-KR" sz="1600" b="1" i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language generation?</a:t>
            </a:r>
            <a:endParaRPr lang="ko-KR" altLang="en-US" sz="1600" b="1" i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35AF802-2088-8E78-39A7-CB9655FE6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729" y="2851804"/>
            <a:ext cx="5344271" cy="27531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523FB1-9766-147C-F244-09C6F8E537F9}"/>
              </a:ext>
            </a:extLst>
          </p:cNvPr>
          <p:cNvSpPr txBox="1"/>
          <p:nvPr/>
        </p:nvSpPr>
        <p:spPr>
          <a:xfrm>
            <a:off x="510210" y="6477551"/>
            <a:ext cx="48074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Su et al., “Non-Autoregressive Text Generation with Pre-trained Language Models”, EACL 2021.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066FE9-DC27-0172-1434-4E53C44CEA8F}"/>
              </a:ext>
            </a:extLst>
          </p:cNvPr>
          <p:cNvSpPr txBox="1"/>
          <p:nvPr/>
        </p:nvSpPr>
        <p:spPr>
          <a:xfrm>
            <a:off x="6645934" y="3013501"/>
            <a:ext cx="47943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First, since humans typically speak sequentially, it seems natural to model language generation as a sequential process</a:t>
            </a:r>
            <a:endParaRPr lang="ko-KR" altLang="en-US" sz="1600" b="1" i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B33494-805A-79D3-5ADF-578A02F51B68}"/>
              </a:ext>
            </a:extLst>
          </p:cNvPr>
          <p:cNvSpPr txBox="1"/>
          <p:nvPr/>
        </p:nvSpPr>
        <p:spPr>
          <a:xfrm>
            <a:off x="6659218" y="4108566"/>
            <a:ext cx="49231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Then, why look beyond sequential generation and explore a parallel, iterative framework like diffusion?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6224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9234">
        <p:fade/>
      </p:transition>
    </mc:Choice>
    <mc:Fallback xmlns="">
      <p:transition spd="med" advTm="3923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73171-1B18-C683-D992-16DCC792E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35191FB-0FCD-AB36-00F4-C63B09CE1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F1174-E54A-CF54-0E6E-0E2E21B8FC43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From Vision to Language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ECB29095-560B-9562-B8A1-9D0B21D13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Simple Rationale for Using Diffusion in Text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364003-580F-3DE8-A6C2-4AE14C79B287}"/>
              </a:ext>
            </a:extLst>
          </p:cNvPr>
          <p:cNvSpPr txBox="1"/>
          <p:nvPr/>
        </p:nvSpPr>
        <p:spPr>
          <a:xfrm>
            <a:off x="609600" y="1787039"/>
            <a:ext cx="1127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While humans speak sequentially, we do not always produce a full sequence strictly from start to end.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1F005E-1312-1630-F06A-07CBA3554419}"/>
              </a:ext>
            </a:extLst>
          </p:cNvPr>
          <p:cNvSpPr txBox="1"/>
          <p:nvPr/>
        </p:nvSpPr>
        <p:spPr>
          <a:xfrm>
            <a:off x="609600" y="2204615"/>
            <a:ext cx="1127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We sometimes outline key ideas or core words first, then fill in supporting details and refine the structure.</a:t>
            </a:r>
          </a:p>
        </p:txBody>
      </p:sp>
      <p:pic>
        <p:nvPicPr>
          <p:cNvPr id="1026" name="Picture 2" descr="출력 이미지">
            <a:extLst>
              <a:ext uri="{FF2B5EF4-FFF2-40B4-BE49-F238E27FC236}">
                <a16:creationId xmlns:a16="http://schemas.microsoft.com/office/drawing/2014/main" id="{E5833B8F-2D59-3278-67AB-83E8988AB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085" y="2704741"/>
            <a:ext cx="5758020" cy="3433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52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9234">
        <p:fade/>
      </p:transition>
    </mc:Choice>
    <mc:Fallback xmlns="">
      <p:transition spd="med" advTm="39234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01E6A-76A5-E708-F698-87C4358B8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1AE63B-44EA-2DC6-BC84-175C002BB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C13D20-4E6C-5733-EB9D-D2A7FB84B94F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From Vision to Language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509C5064-08C3-1997-86D8-6DFBDFB13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Diffusion as the generalization of AR-based approach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F2C78F-7CCC-7311-1670-4992DCE98731}"/>
              </a:ext>
            </a:extLst>
          </p:cNvPr>
          <p:cNvSpPr txBox="1"/>
          <p:nvPr/>
        </p:nvSpPr>
        <p:spPr>
          <a:xfrm>
            <a:off x="510210" y="6477551"/>
            <a:ext cx="48074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Hoogeboom et al., “Autoregressive Diffusion Models”, ICLR, 2022.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177ADC-CF86-D849-B0F6-FD1E5E38BDFD}"/>
              </a:ext>
            </a:extLst>
          </p:cNvPr>
          <p:cNvSpPr txBox="1"/>
          <p:nvPr/>
        </p:nvSpPr>
        <p:spPr>
          <a:xfrm>
            <a:off x="612998" y="1592550"/>
            <a:ext cx="94853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Recent observations show that left-to-right decoding can be interpreted as a specific, degenerate case of diffusion modeling with a fixed generation order.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7287F89-1D82-CDBB-7D88-69F98782F88D}"/>
              </a:ext>
            </a:extLst>
          </p:cNvPr>
          <p:cNvGrpSpPr/>
          <p:nvPr/>
        </p:nvGrpSpPr>
        <p:grpSpPr>
          <a:xfrm>
            <a:off x="1078992" y="3086579"/>
            <a:ext cx="3920429" cy="2800337"/>
            <a:chOff x="1078992" y="3086579"/>
            <a:chExt cx="3920429" cy="280033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1DDB2061-DF5D-A167-B4CD-00C6C9D015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8992" y="3715226"/>
              <a:ext cx="3920429" cy="217169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E6325A7-B16D-B23A-7C02-FF4BF5CFAD61}"/>
                </a:ext>
              </a:extLst>
            </p:cNvPr>
            <p:cNvSpPr txBox="1"/>
            <p:nvPr/>
          </p:nvSpPr>
          <p:spPr>
            <a:xfrm>
              <a:off x="1433125" y="3086579"/>
              <a:ext cx="321216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Autoregressive Diffusion Models</a:t>
              </a:r>
              <a:b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en-US" altLang="ko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(Hoogeboom et al., 2022)</a:t>
              </a:r>
              <a:endPara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5B2822C3-3AA9-BC91-B0E9-289DAC0E4000}"/>
              </a:ext>
            </a:extLst>
          </p:cNvPr>
          <p:cNvGrpSpPr/>
          <p:nvPr/>
        </p:nvGrpSpPr>
        <p:grpSpPr>
          <a:xfrm>
            <a:off x="6096000" y="3002643"/>
            <a:ext cx="4593358" cy="2884273"/>
            <a:chOff x="6096000" y="3002643"/>
            <a:chExt cx="4593358" cy="288427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25CB0B8-79E3-E20C-F3E1-E86B82DEB656}"/>
                </a:ext>
              </a:extLst>
            </p:cNvPr>
            <p:cNvSpPr txBox="1"/>
            <p:nvPr/>
          </p:nvSpPr>
          <p:spPr>
            <a:xfrm>
              <a:off x="6654730" y="3002643"/>
              <a:ext cx="3829812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Understanding Token Ordering in Masked Diffusions </a:t>
              </a:r>
              <a:r>
                <a:rPr lang="en-US" altLang="ko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(Kim et al., 2025)</a:t>
              </a:r>
              <a:endPara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8B0E56E8-90C5-60DA-658E-ACDCFFD130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3696354"/>
              <a:ext cx="4593358" cy="219056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15C998B-DF08-ABB1-9F84-08357B25AD32}"/>
              </a:ext>
            </a:extLst>
          </p:cNvPr>
          <p:cNvSpPr txBox="1"/>
          <p:nvPr/>
        </p:nvSpPr>
        <p:spPr>
          <a:xfrm>
            <a:off x="4394650" y="6449706"/>
            <a:ext cx="54575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Kim et al., “Train for the Worst, Plan for the Best: Understanding Token Ordering in Masked Diffusions”, ICML, 2025.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DFDD09-5527-7424-A83B-B2ADA88FDA23}"/>
              </a:ext>
            </a:extLst>
          </p:cNvPr>
          <p:cNvSpPr txBox="1"/>
          <p:nvPr/>
        </p:nvSpPr>
        <p:spPr>
          <a:xfrm>
            <a:off x="609600" y="2227737"/>
            <a:ext cx="94853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A flexible generation order allows the model to leverage bidirectional context, avoid early-error lock-in, and adapt generation strategy to the task.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4031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9234">
        <p:fade/>
      </p:transition>
    </mc:Choice>
    <mc:Fallback xmlns="">
      <p:transition spd="med" advTm="3923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527A2-EBC6-0A57-0AE7-300CD2B06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E0952F0-9F28-326F-2849-0CA482B9B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10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71033A99-6966-5040-C766-3582B2B7C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Why Use Diffusion Language Models?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E8907AC-C6B6-D9D6-8D5C-5E6C139F39A9}"/>
              </a:ext>
            </a:extLst>
          </p:cNvPr>
          <p:cNvSpPr/>
          <p:nvPr/>
        </p:nvSpPr>
        <p:spPr>
          <a:xfrm>
            <a:off x="510210" y="2367231"/>
            <a:ext cx="11415265" cy="3263535"/>
          </a:xfrm>
          <a:prstGeom prst="roundRect">
            <a:avLst>
              <a:gd name="adj" fmla="val 5696"/>
            </a:avLst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AD31DF9-AE61-595C-0E15-A3DB9A2A9231}"/>
              </a:ext>
            </a:extLst>
          </p:cNvPr>
          <p:cNvGrpSpPr/>
          <p:nvPr/>
        </p:nvGrpSpPr>
        <p:grpSpPr>
          <a:xfrm>
            <a:off x="2956494" y="2753254"/>
            <a:ext cx="6106514" cy="2871169"/>
            <a:chOff x="3010163" y="2055824"/>
            <a:chExt cx="6106514" cy="3985523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E391ACAF-5F1E-1DCC-BAF3-E8614B22D9EB}"/>
                </a:ext>
              </a:extLst>
            </p:cNvPr>
            <p:cNvCxnSpPr>
              <a:cxnSpLocks/>
            </p:cNvCxnSpPr>
            <p:nvPr/>
          </p:nvCxnSpPr>
          <p:spPr>
            <a:xfrm>
              <a:off x="3010163" y="2055824"/>
              <a:ext cx="0" cy="3985523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2DCEDA01-934F-82CA-7429-0A999B57718B}"/>
                </a:ext>
              </a:extLst>
            </p:cNvPr>
            <p:cNvCxnSpPr>
              <a:cxnSpLocks/>
            </p:cNvCxnSpPr>
            <p:nvPr/>
          </p:nvCxnSpPr>
          <p:spPr>
            <a:xfrm>
              <a:off x="6063420" y="2055824"/>
              <a:ext cx="0" cy="3985523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AA6EB2EF-14A4-1AC6-1AA3-4F569B60004B}"/>
                </a:ext>
              </a:extLst>
            </p:cNvPr>
            <p:cNvCxnSpPr>
              <a:cxnSpLocks/>
            </p:cNvCxnSpPr>
            <p:nvPr/>
          </p:nvCxnSpPr>
          <p:spPr>
            <a:xfrm>
              <a:off x="9116677" y="2055824"/>
              <a:ext cx="0" cy="3985523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C917AED7-2BBD-B894-71A8-327F594B8856}"/>
              </a:ext>
            </a:extLst>
          </p:cNvPr>
          <p:cNvGrpSpPr/>
          <p:nvPr/>
        </p:nvGrpSpPr>
        <p:grpSpPr>
          <a:xfrm>
            <a:off x="853256" y="2774364"/>
            <a:ext cx="1974086" cy="2242809"/>
            <a:chOff x="942937" y="2800243"/>
            <a:chExt cx="1974086" cy="2242809"/>
          </a:xfrm>
        </p:grpSpPr>
        <p:sp>
          <p:nvSpPr>
            <p:cNvPr id="14" name="Title 4">
              <a:extLst>
                <a:ext uri="{FF2B5EF4-FFF2-40B4-BE49-F238E27FC236}">
                  <a16:creationId xmlns:a16="http://schemas.microsoft.com/office/drawing/2014/main" id="{0ADD78D6-2D7F-FA20-3209-903A0A83304B}"/>
                </a:ext>
              </a:extLst>
            </p:cNvPr>
            <p:cNvSpPr txBox="1">
              <a:spLocks/>
            </p:cNvSpPr>
            <p:nvPr/>
          </p:nvSpPr>
          <p:spPr>
            <a:xfrm>
              <a:off x="1169122" y="3835756"/>
              <a:ext cx="1521716" cy="378245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sz="1400" dirty="0">
                  <a:solidFill>
                    <a:schemeClr val="bg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Parallel Decoding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36E7E0B-5CD2-72E4-4B15-4488D2B442C1}"/>
                </a:ext>
              </a:extLst>
            </p:cNvPr>
            <p:cNvSpPr txBox="1"/>
            <p:nvPr/>
          </p:nvSpPr>
          <p:spPr>
            <a:xfrm>
              <a:off x="942937" y="4396721"/>
              <a:ext cx="197408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All tokens can be generated simultaneously, utilizing more hardware</a:t>
              </a:r>
              <a:endPara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C5D66C4B-D66D-9160-134F-F7B8C0390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13987" y="2800243"/>
              <a:ext cx="831987" cy="831987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9320F81D-6E80-752E-3F84-131D4CFF22C4}"/>
              </a:ext>
            </a:extLst>
          </p:cNvPr>
          <p:cNvGrpSpPr/>
          <p:nvPr/>
        </p:nvGrpSpPr>
        <p:grpSpPr>
          <a:xfrm>
            <a:off x="3429272" y="2774364"/>
            <a:ext cx="2199362" cy="2427475"/>
            <a:chOff x="3518953" y="2800243"/>
            <a:chExt cx="2199362" cy="2427475"/>
          </a:xfrm>
        </p:grpSpPr>
        <p:sp>
          <p:nvSpPr>
            <p:cNvPr id="20" name="Title 4">
              <a:extLst>
                <a:ext uri="{FF2B5EF4-FFF2-40B4-BE49-F238E27FC236}">
                  <a16:creationId xmlns:a16="http://schemas.microsoft.com/office/drawing/2014/main" id="{97E158D4-A1DE-426B-DAE5-BBE5D31F1425}"/>
                </a:ext>
              </a:extLst>
            </p:cNvPr>
            <p:cNvSpPr txBox="1">
              <a:spLocks/>
            </p:cNvSpPr>
            <p:nvPr/>
          </p:nvSpPr>
          <p:spPr>
            <a:xfrm>
              <a:off x="3945715" y="3835756"/>
              <a:ext cx="1345839" cy="378245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ko-KR" sz="1400" dirty="0">
                  <a:solidFill>
                    <a:schemeClr val="bg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Controllability</a:t>
              </a:r>
              <a:endParaRPr lang="en-US" sz="1400" dirty="0">
                <a:solidFill>
                  <a:schemeClr val="bg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ACC8800-DF50-34E7-CFED-AF34F3008820}"/>
                </a:ext>
              </a:extLst>
            </p:cNvPr>
            <p:cNvSpPr txBox="1"/>
            <p:nvPr/>
          </p:nvSpPr>
          <p:spPr>
            <a:xfrm>
              <a:off x="3518953" y="4396721"/>
              <a:ext cx="219936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Generation could be easily steered with Classifier guidance, Classifier-free guidance</a:t>
              </a:r>
              <a:endPara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A5C7865B-D290-B2A9-AF9B-6A2F02B29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99534" y="2800243"/>
              <a:ext cx="838200" cy="838200"/>
            </a:xfrm>
            <a:prstGeom prst="rect">
              <a:avLst/>
            </a:prstGeom>
          </p:spPr>
        </p:pic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81B0050-3E37-B660-D18E-9D4F98A5007D}"/>
              </a:ext>
            </a:extLst>
          </p:cNvPr>
          <p:cNvGrpSpPr/>
          <p:nvPr/>
        </p:nvGrpSpPr>
        <p:grpSpPr>
          <a:xfrm>
            <a:off x="6440820" y="2774364"/>
            <a:ext cx="2275680" cy="2242809"/>
            <a:chOff x="6530501" y="2800243"/>
            <a:chExt cx="2275680" cy="2242809"/>
          </a:xfrm>
        </p:grpSpPr>
        <p:sp>
          <p:nvSpPr>
            <p:cNvPr id="22" name="Title 4">
              <a:extLst>
                <a:ext uri="{FF2B5EF4-FFF2-40B4-BE49-F238E27FC236}">
                  <a16:creationId xmlns:a16="http://schemas.microsoft.com/office/drawing/2014/main" id="{A0776145-36C2-ECB0-5DA1-43DC2B70B16A}"/>
                </a:ext>
              </a:extLst>
            </p:cNvPr>
            <p:cNvSpPr txBox="1">
              <a:spLocks/>
            </p:cNvSpPr>
            <p:nvPr/>
          </p:nvSpPr>
          <p:spPr>
            <a:xfrm>
              <a:off x="6681097" y="3835756"/>
              <a:ext cx="1974489" cy="378245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ko-KR" sz="1400" dirty="0">
                  <a:solidFill>
                    <a:schemeClr val="bg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Iterative Refinement</a:t>
              </a:r>
              <a:endParaRPr lang="en-US" sz="1400" dirty="0">
                <a:solidFill>
                  <a:schemeClr val="bg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59BB817-7EAC-29F8-6B33-1E7AE3DF9C10}"/>
                </a:ext>
              </a:extLst>
            </p:cNvPr>
            <p:cNvSpPr txBox="1"/>
            <p:nvPr/>
          </p:nvSpPr>
          <p:spPr>
            <a:xfrm>
              <a:off x="6530501" y="4396721"/>
              <a:ext cx="227568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Allows correction of early mistakes and globally coherent outputs</a:t>
              </a:r>
              <a:endPara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C9996249-66DE-2E30-D3CA-526E6F642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33565" y="2800243"/>
              <a:ext cx="869552" cy="869552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D7548D9-ABDE-54C0-F87C-3D052E000304}"/>
              </a:ext>
            </a:extLst>
          </p:cNvPr>
          <p:cNvGrpSpPr/>
          <p:nvPr/>
        </p:nvGrpSpPr>
        <p:grpSpPr>
          <a:xfrm>
            <a:off x="9321314" y="2774364"/>
            <a:ext cx="2264172" cy="2242809"/>
            <a:chOff x="9410995" y="2800243"/>
            <a:chExt cx="2264172" cy="2242809"/>
          </a:xfrm>
        </p:grpSpPr>
        <p:sp>
          <p:nvSpPr>
            <p:cNvPr id="24" name="Title 4">
              <a:extLst>
                <a:ext uri="{FF2B5EF4-FFF2-40B4-BE49-F238E27FC236}">
                  <a16:creationId xmlns:a16="http://schemas.microsoft.com/office/drawing/2014/main" id="{62962F93-32FB-F3E0-654A-FF3E3A3359C0}"/>
                </a:ext>
              </a:extLst>
            </p:cNvPr>
            <p:cNvSpPr txBox="1">
              <a:spLocks/>
            </p:cNvSpPr>
            <p:nvPr/>
          </p:nvSpPr>
          <p:spPr>
            <a:xfrm>
              <a:off x="9649793" y="3835756"/>
              <a:ext cx="1857843" cy="378245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ko-KR" sz="1400" dirty="0">
                  <a:solidFill>
                    <a:schemeClr val="bg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Bidirectional Context</a:t>
              </a:r>
              <a:endParaRPr lang="en-US" sz="14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E89AFB2-FBE7-0F5D-E5BE-7CFF534DDF81}"/>
                </a:ext>
              </a:extLst>
            </p:cNvPr>
            <p:cNvSpPr txBox="1"/>
            <p:nvPr/>
          </p:nvSpPr>
          <p:spPr>
            <a:xfrm>
              <a:off x="9410995" y="4396721"/>
              <a:ext cx="226417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Considers full sequence context during denoising, enabling infilling</a:t>
              </a:r>
              <a:endPara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AE431261-B013-B1E9-7024-EC0B682B32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226259" y="2800243"/>
              <a:ext cx="625646" cy="625646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F5C5915-7E0A-B99C-9BE1-7905FF66635B}"/>
              </a:ext>
            </a:extLst>
          </p:cNvPr>
          <p:cNvSpPr txBox="1"/>
          <p:nvPr/>
        </p:nvSpPr>
        <p:spPr>
          <a:xfrm>
            <a:off x="609600" y="1570855"/>
            <a:ext cx="68867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Autoregressive (AR) models still perform well.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So why should we consider using diffusion for language models?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39E243-B137-33D8-E6DD-543855B985B7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From Vision to Language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1084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1416">
        <p:fade/>
      </p:transition>
    </mc:Choice>
    <mc:Fallback xmlns="">
      <p:transition spd="med" advTm="8141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C8F03-7243-9079-87E1-34CC4E2B2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>
            <a:extLst>
              <a:ext uri="{FF2B5EF4-FFF2-40B4-BE49-F238E27FC236}">
                <a16:creationId xmlns:a16="http://schemas.microsoft.com/office/drawing/2014/main" id="{93B80B23-5EBD-F893-0C9B-1F7C633F611E}"/>
              </a:ext>
            </a:extLst>
          </p:cNvPr>
          <p:cNvSpPr/>
          <p:nvPr/>
        </p:nvSpPr>
        <p:spPr>
          <a:xfrm>
            <a:off x="609600" y="5425888"/>
            <a:ext cx="5088850" cy="7059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18B405C-72F6-4219-B10F-6A57D8C6A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11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D54FB7D7-079C-FBEC-DFA4-63187457D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Why Use Diffusion Language Models?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4CCA3F-80F2-FA03-82FA-9DCC91B9A828}"/>
              </a:ext>
            </a:extLst>
          </p:cNvPr>
          <p:cNvSpPr txBox="1"/>
          <p:nvPr/>
        </p:nvSpPr>
        <p:spPr>
          <a:xfrm>
            <a:off x="510210" y="1746624"/>
            <a:ext cx="97835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Better in Data-Constrained Settings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When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data is scarce but compute is abundant, diffusion models can outperform autoregressive (AR) models.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624950-C475-37EE-B6E8-1ACB0CA00FA2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From Vision to Language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E05B17-9018-2CFD-9FCF-3F4CC5BC517D}"/>
              </a:ext>
            </a:extLst>
          </p:cNvPr>
          <p:cNvSpPr txBox="1"/>
          <p:nvPr/>
        </p:nvSpPr>
        <p:spPr>
          <a:xfrm>
            <a:off x="510210" y="6477551"/>
            <a:ext cx="48074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 et al., “Diffusion Language Models are Super Data Learners”, 2025.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8F82F58-9BC2-0DE7-7C78-9926ADBDCF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628091"/>
            <a:ext cx="5088850" cy="2797797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98AD5136-E23D-28C8-336E-A7EA745B0B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865217" y="3106271"/>
            <a:ext cx="6127965" cy="213808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56CEF17B-0D32-7CD3-5E17-2E2498B8AB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9617" y="5665968"/>
            <a:ext cx="1375818" cy="27763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5746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1416">
        <p:fade/>
      </p:transition>
    </mc:Choice>
    <mc:Fallback xmlns="">
      <p:transition spd="med" advTm="81416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2A5D6-1F82-D026-9F39-3DC99952F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F51642-2AEE-C601-387B-8D4E026AD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18035"/>
            <a:ext cx="7823200" cy="1421928"/>
          </a:xfrm>
        </p:spPr>
        <p:txBody>
          <a:bodyPr/>
          <a:lstStyle/>
          <a:p>
            <a:r>
              <a:rPr lang="en-US" altLang="ko-KR" dirty="0"/>
              <a:t>The Challenge: Discreteness of Text</a:t>
            </a:r>
            <a:endParaRPr lang="en-US" altLang="ko-KR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94F40D-25F8-3156-E5CB-8232DB4C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2" name="오디오 11">
            <a:hlinkClick r:id="" action="ppaction://media"/>
            <a:extLst>
              <a:ext uri="{FF2B5EF4-FFF2-40B4-BE49-F238E27FC236}">
                <a16:creationId xmlns:a16="http://schemas.microsoft.com/office/drawing/2014/main" id="{EE6CB968-4A39-E190-852D-EE12499FBF8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87500" t="-287500" r="-287500" b="-28750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35360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806">
        <p:fade/>
      </p:transition>
    </mc:Choice>
    <mc:Fallback xmlns="">
      <p:transition spd="med" advTm="158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73113-7E1E-03FC-BF3D-C9E766416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FAC48EF-5BAE-5A71-19B0-685783C76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13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17CD1839-11B2-0CCF-14D6-F2C6D46E9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Why Diffusion Doesn’t Directly Work on Text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A4E4A98-3148-5D34-F895-7CD3198BFEA6}"/>
              </a:ext>
            </a:extLst>
          </p:cNvPr>
          <p:cNvGrpSpPr/>
          <p:nvPr/>
        </p:nvGrpSpPr>
        <p:grpSpPr>
          <a:xfrm>
            <a:off x="3070697" y="2372941"/>
            <a:ext cx="5319007" cy="2263329"/>
            <a:chOff x="917877" y="3341124"/>
            <a:chExt cx="3579186" cy="1554668"/>
          </a:xfrm>
        </p:grpSpPr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0842FCB9-C6AD-EBE6-F853-BD144210D73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50" t="29992" r="78406" b="30476"/>
            <a:stretch>
              <a:fillRect/>
            </a:stretch>
          </p:blipFill>
          <p:spPr bwMode="auto">
            <a:xfrm>
              <a:off x="971549" y="3902370"/>
              <a:ext cx="981075" cy="9934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CEBE8F4E-AD1F-E876-EFC0-40AE98F1028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142" t="29992" r="66762" b="30476"/>
            <a:stretch>
              <a:fillRect/>
            </a:stretch>
          </p:blipFill>
          <p:spPr bwMode="auto">
            <a:xfrm>
              <a:off x="2105024" y="3902370"/>
              <a:ext cx="1019175" cy="9934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D7005074-94E6-9ADB-F327-3CD8779CA6A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204" t="30834" r="44152" b="32381"/>
            <a:stretch>
              <a:fillRect/>
            </a:stretch>
          </p:blipFill>
          <p:spPr bwMode="auto">
            <a:xfrm>
              <a:off x="3276599" y="3902370"/>
              <a:ext cx="1054332" cy="9934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72B4DC-67EF-9058-12D7-7A1FB7DAC737}"/>
                </a:ext>
              </a:extLst>
            </p:cNvPr>
            <p:cNvSpPr txBox="1"/>
            <p:nvPr/>
          </p:nvSpPr>
          <p:spPr>
            <a:xfrm>
              <a:off x="917877" y="3341124"/>
              <a:ext cx="3579186" cy="232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For image, when noised, still a valid image at each step</a:t>
              </a:r>
              <a:endParaRPr lang="ko-KR" altLang="en-US" sz="1600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27BFD25-F8AE-4CEB-B80D-664784E726C9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Discreteness of Text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CD58AA-7B78-D135-DA5E-40CD56759216}"/>
              </a:ext>
            </a:extLst>
          </p:cNvPr>
          <p:cNvSpPr txBox="1"/>
          <p:nvPr/>
        </p:nvSpPr>
        <p:spPr>
          <a:xfrm>
            <a:off x="519600" y="6427221"/>
            <a:ext cx="29439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https://cvpr2022-tutorial-diffusion-models.github.io/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7827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4296">
        <p:fade/>
      </p:transition>
    </mc:Choice>
    <mc:Fallback xmlns="">
      <p:transition spd="med" advTm="8429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C7DAF-37C5-EFB9-5271-389F7F001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93299C2-0705-1FE6-4727-980CAD00A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14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BD7D1C39-6018-B85A-A4B9-97CD2719A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Why Diffusion Doesn’t Directly Work on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54312F-565B-5C51-6F83-A82396C36081}"/>
              </a:ext>
            </a:extLst>
          </p:cNvPr>
          <p:cNvSpPr txBox="1"/>
          <p:nvPr/>
        </p:nvSpPr>
        <p:spPr>
          <a:xfrm>
            <a:off x="609600" y="1682234"/>
            <a:ext cx="58483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Unlike images, text is made of discrete tokens </a:t>
            </a:r>
          </a:p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-&gt; we can’t smoothly add noise like we do with pixels.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65981D-3DA2-CF8A-DC77-6F80A68BCDC3}"/>
              </a:ext>
            </a:extLst>
          </p:cNvPr>
          <p:cNvSpPr txBox="1"/>
          <p:nvPr/>
        </p:nvSpPr>
        <p:spPr>
          <a:xfrm>
            <a:off x="4872052" y="2677208"/>
            <a:ext cx="24478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For text tokens</a:t>
            </a:r>
            <a:endParaRPr lang="ko-KR" altLang="en-US" sz="1600" dirty="0"/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D27D894-8F72-AD1A-4466-C253BBAF64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991177"/>
              </p:ext>
            </p:extLst>
          </p:nvPr>
        </p:nvGraphicFramePr>
        <p:xfrm>
          <a:off x="3357545" y="3251396"/>
          <a:ext cx="533667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4870">
                  <a:extLst>
                    <a:ext uri="{9D8B030D-6E8A-4147-A177-3AD203B41FA5}">
                      <a16:colId xmlns:a16="http://schemas.microsoft.com/office/drawing/2014/main" val="1149931282"/>
                    </a:ext>
                  </a:extLst>
                </a:gridCol>
                <a:gridCol w="3061800">
                  <a:extLst>
                    <a:ext uri="{9D8B030D-6E8A-4147-A177-3AD203B41FA5}">
                      <a16:colId xmlns:a16="http://schemas.microsoft.com/office/drawing/2014/main" val="5053671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Text</a:t>
                      </a:r>
                      <a:endParaRPr lang="ko-KR" altLang="en-US" sz="1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Tokens</a:t>
                      </a:r>
                      <a:endParaRPr lang="ko-KR" altLang="en-US" sz="1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04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The cat sits on the mat </a:t>
                      </a:r>
                      <a:endParaRPr lang="ko-KR" altLang="en-US" sz="1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0, 40, 43, 13, 2, 67</a:t>
                      </a:r>
                      <a:endParaRPr lang="ko-KR" altLang="en-US" sz="1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000335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EBEFFA60-5876-AF8C-48D3-6703C2D42B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772144"/>
              </p:ext>
            </p:extLst>
          </p:nvPr>
        </p:nvGraphicFramePr>
        <p:xfrm>
          <a:off x="3357545" y="4567690"/>
          <a:ext cx="533667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4870">
                  <a:extLst>
                    <a:ext uri="{9D8B030D-6E8A-4147-A177-3AD203B41FA5}">
                      <a16:colId xmlns:a16="http://schemas.microsoft.com/office/drawing/2014/main" val="1149931282"/>
                    </a:ext>
                  </a:extLst>
                </a:gridCol>
                <a:gridCol w="3061800">
                  <a:extLst>
                    <a:ext uri="{9D8B030D-6E8A-4147-A177-3AD203B41FA5}">
                      <a16:colId xmlns:a16="http://schemas.microsoft.com/office/drawing/2014/main" val="5053671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 ? ? ? ? ?</a:t>
                      </a:r>
                      <a:endParaRPr lang="ko-KR" altLang="en-US" sz="1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0.5, 40.71, 42.1, 13.4, 1.8, 66.4</a:t>
                      </a:r>
                      <a:endParaRPr lang="ko-KR" altLang="en-US" sz="1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000335"/>
                  </a:ext>
                </a:extLst>
              </a:tr>
            </a:tbl>
          </a:graphicData>
        </a:graphic>
      </p:graphicFrame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5034A274-20E2-A412-C82F-A87429C483ED}"/>
              </a:ext>
            </a:extLst>
          </p:cNvPr>
          <p:cNvCxnSpPr>
            <a:cxnSpLocks/>
          </p:cNvCxnSpPr>
          <p:nvPr/>
        </p:nvCxnSpPr>
        <p:spPr>
          <a:xfrm>
            <a:off x="5653070" y="4125791"/>
            <a:ext cx="0" cy="285692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A15DAF56-3610-AA9A-BAC3-E16E50E636F3}"/>
              </a:ext>
            </a:extLst>
          </p:cNvPr>
          <p:cNvCxnSpPr>
            <a:cxnSpLocks/>
          </p:cNvCxnSpPr>
          <p:nvPr/>
        </p:nvCxnSpPr>
        <p:spPr>
          <a:xfrm>
            <a:off x="5653070" y="5087816"/>
            <a:ext cx="0" cy="285692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BDBF3872-D36B-A20D-4CB4-217D58A31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660877"/>
              </p:ext>
            </p:extLst>
          </p:nvPr>
        </p:nvGraphicFramePr>
        <p:xfrm>
          <a:off x="3357545" y="5453819"/>
          <a:ext cx="533667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4870">
                  <a:extLst>
                    <a:ext uri="{9D8B030D-6E8A-4147-A177-3AD203B41FA5}">
                      <a16:colId xmlns:a16="http://schemas.microsoft.com/office/drawing/2014/main" val="1149931282"/>
                    </a:ext>
                  </a:extLst>
                </a:gridCol>
                <a:gridCol w="3061800">
                  <a:extLst>
                    <a:ext uri="{9D8B030D-6E8A-4147-A177-3AD203B41FA5}">
                      <a16:colId xmlns:a16="http://schemas.microsoft.com/office/drawing/2014/main" val="5053671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No image why on the love</a:t>
                      </a:r>
                      <a:endParaRPr lang="ko-KR" altLang="en-US" sz="1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1, 41, 42, 13, 2, 66</a:t>
                      </a:r>
                      <a:endParaRPr lang="ko-KR" altLang="en-US" sz="1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000335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92194694-4AE2-A937-1D8F-D031FF247358}"/>
              </a:ext>
            </a:extLst>
          </p:cNvPr>
          <p:cNvSpPr txBox="1"/>
          <p:nvPr/>
        </p:nvSpPr>
        <p:spPr>
          <a:xfrm>
            <a:off x="4948252" y="5052656"/>
            <a:ext cx="24478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Rounding?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8F7421-9B52-F382-C306-9E50B9740D75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Discreteness of Text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141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4296">
        <p:fade/>
      </p:transition>
    </mc:Choice>
    <mc:Fallback xmlns="">
      <p:transition spd="med" advTm="8429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8901A-D5AF-E7F1-9F52-E3EB3CD68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A438EF4-1B4B-ACA3-9062-14F858718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15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D3DAAC55-68A1-BC02-A88D-27B151FAE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Fragility of Semantics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7D1AB-FBE8-A9C7-E3E0-6012A4FF74C1}"/>
              </a:ext>
            </a:extLst>
          </p:cNvPr>
          <p:cNvSpPr txBox="1"/>
          <p:nvPr/>
        </p:nvSpPr>
        <p:spPr>
          <a:xfrm>
            <a:off x="609600" y="1682234"/>
            <a:ext cx="99700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 images, a small perturbation in a single pixel (e.g., brown → red) is less noticeable and rarely changes the overall meaning.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362A4B-18EA-8EA3-52A3-0F9B783CDCDD}"/>
              </a:ext>
            </a:extLst>
          </p:cNvPr>
          <p:cNvSpPr txBox="1"/>
          <p:nvPr/>
        </p:nvSpPr>
        <p:spPr>
          <a:xfrm>
            <a:off x="609600" y="2584015"/>
            <a:ext cx="99700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 text, even a single token change (e.g., “a” → “b” or “cat” → “car”) can completely alter meaning and grammaticality.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D4A2D4-457F-0A2A-F18D-B2B1BE1A2437}"/>
              </a:ext>
            </a:extLst>
          </p:cNvPr>
          <p:cNvSpPr txBox="1"/>
          <p:nvPr/>
        </p:nvSpPr>
        <p:spPr>
          <a:xfrm>
            <a:off x="2435352" y="3722936"/>
            <a:ext cx="2049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indent="0">
              <a:buNone/>
            </a:pPr>
            <a:r>
              <a:rPr lang="en-US" altLang="ko-KR" dirty="0"/>
              <a:t>“My </a:t>
            </a:r>
            <a:r>
              <a:rPr lang="en-US" altLang="ko-K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cat</a:t>
            </a:r>
            <a:r>
              <a:rPr lang="en-US" altLang="ko-KR" dirty="0"/>
              <a:t> ate </a:t>
            </a:r>
            <a:r>
              <a:rPr lang="en-US" altLang="ko-K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  <a:r>
              <a:rPr lang="en-US" altLang="ko-KR" dirty="0"/>
              <a:t> fish”</a:t>
            </a:r>
            <a:endParaRPr lang="ko-KR" altLang="en-US" dirty="0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92D4D2-4754-1566-1821-21E4BED5D6B1}"/>
              </a:ext>
            </a:extLst>
          </p:cNvPr>
          <p:cNvSpPr txBox="1"/>
          <p:nvPr/>
        </p:nvSpPr>
        <p:spPr>
          <a:xfrm>
            <a:off x="609600" y="4570642"/>
            <a:ext cx="99700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Thus, it’s harder for diffusion in text to ensure that noisy intermediate states map back to fluent, coherent sentences.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13FCD6-FD0F-4E0C-4D1F-167E26851C0C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Discreteness of Text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C064E8-EBA5-74B9-D90D-9556D262591E}"/>
              </a:ext>
            </a:extLst>
          </p:cNvPr>
          <p:cNvSpPr txBox="1"/>
          <p:nvPr/>
        </p:nvSpPr>
        <p:spPr>
          <a:xfrm>
            <a:off x="5337676" y="3698004"/>
            <a:ext cx="44189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indent="0">
              <a:buNone/>
            </a:pPr>
            <a:r>
              <a:rPr lang="en-US" altLang="ko-KR" dirty="0"/>
              <a:t>→                        “My </a:t>
            </a:r>
            <a:r>
              <a:rPr lang="en-US" altLang="ko-KR" dirty="0">
                <a:solidFill>
                  <a:srgbClr val="FF0000"/>
                </a:solidFill>
              </a:rPr>
              <a:t>car</a:t>
            </a:r>
            <a:r>
              <a:rPr lang="en-US" altLang="ko-KR" dirty="0"/>
              <a:t> ate </a:t>
            </a:r>
            <a:r>
              <a:rPr lang="en-US" altLang="ko-KR" dirty="0">
                <a:solidFill>
                  <a:srgbClr val="FF0000"/>
                </a:solidFill>
              </a:rPr>
              <a:t>b</a:t>
            </a:r>
            <a:r>
              <a:rPr lang="en-US" altLang="ko-KR" dirty="0"/>
              <a:t> fish”</a:t>
            </a:r>
            <a:endParaRPr lang="ko-KR" altLang="en-US" dirty="0" err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6581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4296">
        <p:fade/>
      </p:transition>
    </mc:Choice>
    <mc:Fallback xmlns="">
      <p:transition spd="med" advTm="8429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/>
      <p:bldP spid="6" grpId="0"/>
      <p:bldP spid="7" grpId="0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D78D1-324B-A14B-9B1B-5B3AF538D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D56207D-0CE7-27C7-C7B0-6944C173F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16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4A17D58A-1371-E6EC-077C-4279C020C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Breaking Token-Level Coherence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D1A38C-89D7-F886-E663-F2CB020682EC}"/>
              </a:ext>
            </a:extLst>
          </p:cNvPr>
          <p:cNvSpPr txBox="1"/>
          <p:nvPr/>
        </p:nvSpPr>
        <p:spPr>
          <a:xfrm>
            <a:off x="609600" y="1682234"/>
            <a:ext cx="99700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Token-level corruption in diffusion assumes conditional independence between positions at each denoising step.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B888FE-FBF7-04C9-EC1B-FAB1F0A5A73F}"/>
              </a:ext>
            </a:extLst>
          </p:cNvPr>
          <p:cNvSpPr txBox="1"/>
          <p:nvPr/>
        </p:nvSpPr>
        <p:spPr>
          <a:xfrm>
            <a:off x="609600" y="2483773"/>
            <a:ext cx="99700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This can break sequential dependencies (syntax, semantics, ordering), especially in structured or long-form text.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D4DEAAC-A5AB-D535-45E7-780ABF3DB4BA}"/>
              </a:ext>
            </a:extLst>
          </p:cNvPr>
          <p:cNvGrpSpPr/>
          <p:nvPr/>
        </p:nvGrpSpPr>
        <p:grpSpPr>
          <a:xfrm>
            <a:off x="1519473" y="3234965"/>
            <a:ext cx="3212162" cy="2797866"/>
            <a:chOff x="1499302" y="3234965"/>
            <a:chExt cx="3212162" cy="279786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BF18A1D-6160-5B10-CFC6-6F6EEFB89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99302" y="3861153"/>
              <a:ext cx="3212162" cy="217167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F70BBC7-4DDC-FA00-E90F-82BC2EBFB116}"/>
                </a:ext>
              </a:extLst>
            </p:cNvPr>
            <p:cNvSpPr txBox="1"/>
            <p:nvPr/>
          </p:nvSpPr>
          <p:spPr>
            <a:xfrm>
              <a:off x="1499302" y="3234965"/>
              <a:ext cx="321216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Segment-Level Diffusion</a:t>
              </a:r>
              <a:b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en-US" altLang="ko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(Zhu et al., 2025)</a:t>
              </a:r>
              <a:endPara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2AD50A49-F89A-3B73-844F-FCF8E62EDBF0}"/>
              </a:ext>
            </a:extLst>
          </p:cNvPr>
          <p:cNvGrpSpPr/>
          <p:nvPr/>
        </p:nvGrpSpPr>
        <p:grpSpPr>
          <a:xfrm>
            <a:off x="5814191" y="3237350"/>
            <a:ext cx="4524959" cy="2795481"/>
            <a:chOff x="5814191" y="3237350"/>
            <a:chExt cx="4524959" cy="279548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56B3532-0C54-E301-86E7-D7A9F0A7AC23}"/>
                </a:ext>
              </a:extLst>
            </p:cNvPr>
            <p:cNvSpPr txBox="1"/>
            <p:nvPr/>
          </p:nvSpPr>
          <p:spPr>
            <a:xfrm>
              <a:off x="6470590" y="3237350"/>
              <a:ext cx="321216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TreeDiff</a:t>
              </a:r>
              <a:b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en-US" altLang="ko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(Ren et al., 2025)</a:t>
              </a:r>
              <a:endPara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14CC3F5D-7E66-BAED-6833-ABA722000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14191" y="3861153"/>
              <a:ext cx="4524959" cy="2171678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161DBD3-6F30-4878-B47B-41CF7CEC7827}"/>
              </a:ext>
            </a:extLst>
          </p:cNvPr>
          <p:cNvSpPr txBox="1"/>
          <p:nvPr/>
        </p:nvSpPr>
        <p:spPr>
          <a:xfrm>
            <a:off x="510210" y="6477551"/>
            <a:ext cx="48074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Zhu et al., “Segment-Level Diffusion”, ACL, 2025.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043096-1146-6F81-8B00-143B0EE47B1B}"/>
              </a:ext>
            </a:extLst>
          </p:cNvPr>
          <p:cNvSpPr txBox="1"/>
          <p:nvPr/>
        </p:nvSpPr>
        <p:spPr>
          <a:xfrm>
            <a:off x="4875294" y="6472062"/>
            <a:ext cx="39212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Ren et al., “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TreeDiff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AST-Guided Code Generation with Diffusion LLMs”, 2025.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C8D88A-B10E-C06B-415A-10C71FC0D671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Discreteness of Text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3617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4296">
        <p:fade/>
      </p:transition>
    </mc:Choice>
    <mc:Fallback xmlns="">
      <p:transition spd="med" advTm="8429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320E9-46A5-0C5F-FD88-177A03AA5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3DD6B4-ACA1-BB01-7B14-1A1FC1330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50434"/>
            <a:ext cx="7823200" cy="757130"/>
          </a:xfrm>
        </p:spPr>
        <p:txBody>
          <a:bodyPr/>
          <a:lstStyle/>
          <a:p>
            <a:r>
              <a:rPr lang="en-US" altLang="ko-KR" dirty="0"/>
              <a:t>Two Big Families of DLMs</a:t>
            </a:r>
            <a:endParaRPr lang="en-US" altLang="ko-KR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BD0DD5-DF69-BFD2-C31C-03973597E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302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806">
        <p:fade/>
      </p:transition>
    </mc:Choice>
    <mc:Fallback xmlns="">
      <p:transition spd="med" advTm="15806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F1CC5-A6C1-6E8A-F908-E79E67D66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3C4977F-2277-AA80-16A8-86A9BC3B9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18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43DD831C-C8AF-FFCF-9F2E-00D7C844D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Dealing with Discreteness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743EF6-9E45-8D1A-16D5-620D460D485E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Two Big Families of DLMs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5AA2C1-7215-E9DD-09C9-30B9E8690CA2}"/>
              </a:ext>
            </a:extLst>
          </p:cNvPr>
          <p:cNvSpPr txBox="1"/>
          <p:nvPr/>
        </p:nvSpPr>
        <p:spPr>
          <a:xfrm>
            <a:off x="609599" y="1682234"/>
            <a:ext cx="84486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 apply diffusion to language, we need to bridge the gap between discrete tokens and the continuous noise-based diffusion framework.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7C66C1-15A0-9401-CA34-C65C8D242EBE}"/>
              </a:ext>
            </a:extLst>
          </p:cNvPr>
          <p:cNvSpPr txBox="1"/>
          <p:nvPr/>
        </p:nvSpPr>
        <p:spPr>
          <a:xfrm>
            <a:off x="4374085" y="2616092"/>
            <a:ext cx="3245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Two main paradigms</a:t>
            </a:r>
            <a:endParaRPr lang="ko-KR" altLang="en-US" b="1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28F9F1D-6F0E-7C16-6C04-A29481F87D40}"/>
              </a:ext>
            </a:extLst>
          </p:cNvPr>
          <p:cNvGrpSpPr/>
          <p:nvPr/>
        </p:nvGrpSpPr>
        <p:grpSpPr>
          <a:xfrm>
            <a:off x="6536220" y="3218716"/>
            <a:ext cx="4218087" cy="2528606"/>
            <a:chOff x="6536220" y="3218716"/>
            <a:chExt cx="4218087" cy="252860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8C9F2F-7C0C-5B20-5DC9-70F9B17C7EFE}"/>
                </a:ext>
              </a:extLst>
            </p:cNvPr>
            <p:cNvSpPr txBox="1"/>
            <p:nvPr/>
          </p:nvSpPr>
          <p:spPr>
            <a:xfrm>
              <a:off x="7801597" y="3218716"/>
              <a:ext cx="231457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Discrete Diffusion</a:t>
              </a:r>
              <a:endPara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4D8BE914-81E9-AACD-A83B-39E3FDC64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36220" y="3723492"/>
              <a:ext cx="4218087" cy="2023830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363A0009-7AE8-C86B-A17E-7F748B604FC6}"/>
              </a:ext>
            </a:extLst>
          </p:cNvPr>
          <p:cNvSpPr txBox="1"/>
          <p:nvPr/>
        </p:nvSpPr>
        <p:spPr>
          <a:xfrm>
            <a:off x="519600" y="6472062"/>
            <a:ext cx="231457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https://www.ijcai.org/proceedings/2023/0750.pdf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F4C726A-CE23-15D4-7C45-12CE5B451475}"/>
              </a:ext>
            </a:extLst>
          </p:cNvPr>
          <p:cNvGrpSpPr/>
          <p:nvPr/>
        </p:nvGrpSpPr>
        <p:grpSpPr>
          <a:xfrm>
            <a:off x="724034" y="3205388"/>
            <a:ext cx="5272577" cy="2528606"/>
            <a:chOff x="724034" y="3205388"/>
            <a:chExt cx="5272577" cy="252860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82CF4F3-68D4-B1DC-49CC-CCDB1C84ACBA}"/>
                </a:ext>
              </a:extLst>
            </p:cNvPr>
            <p:cNvSpPr txBox="1"/>
            <p:nvPr/>
          </p:nvSpPr>
          <p:spPr>
            <a:xfrm>
              <a:off x="2328037" y="3205388"/>
              <a:ext cx="231457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Continuous Diffusion</a:t>
              </a:r>
              <a:endPara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3D133A40-5B5B-D76F-F766-5A4A265221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4034" y="3723640"/>
              <a:ext cx="5272577" cy="20103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0634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7054">
        <p:fade/>
      </p:transition>
    </mc:Choice>
    <mc:Fallback xmlns="">
      <p:transition spd="med" advTm="57054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4CBB1-B7F7-2642-24B0-2B82A73AB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D9B7DEA-96B3-D44C-5976-47D50954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19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B4EEE0D3-119A-E45C-EE16-C78BCF4EE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Continuous Diffusion Language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7F6767-BB33-6F27-683E-50535CFDB7E5}"/>
              </a:ext>
            </a:extLst>
          </p:cNvPr>
          <p:cNvSpPr txBox="1"/>
          <p:nvPr/>
        </p:nvSpPr>
        <p:spPr>
          <a:xfrm>
            <a:off x="609599" y="1682234"/>
            <a:ext cx="84486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Instead of adding noise directly to tokens, we embed tokens into a continuous space and apply diffusion there.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AAB734F-96B3-F4EA-26CB-8ABE64865036}"/>
              </a:ext>
            </a:extLst>
          </p:cNvPr>
          <p:cNvGrpSpPr/>
          <p:nvPr/>
        </p:nvGrpSpPr>
        <p:grpSpPr>
          <a:xfrm>
            <a:off x="847724" y="2727713"/>
            <a:ext cx="5172075" cy="1850637"/>
            <a:chOff x="847724" y="2727713"/>
            <a:chExt cx="5172075" cy="1850637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C2818435-E798-8760-D35F-7E310AAE2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7724" y="3429000"/>
              <a:ext cx="5172075" cy="114935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67D8389-2BD8-CD3F-F817-15ECF0AB44B9}"/>
                </a:ext>
              </a:extLst>
            </p:cNvPr>
            <p:cNvSpPr txBox="1"/>
            <p:nvPr/>
          </p:nvSpPr>
          <p:spPr>
            <a:xfrm>
              <a:off x="2276473" y="2727713"/>
              <a:ext cx="231457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Embedding space</a:t>
              </a:r>
              <a:b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(Diffusion-LM, 2022)</a:t>
              </a:r>
              <a:endPara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E43EA94C-E864-43A3-AC6C-C2C434C8A1A1}"/>
              </a:ext>
            </a:extLst>
          </p:cNvPr>
          <p:cNvGrpSpPr/>
          <p:nvPr/>
        </p:nvGrpSpPr>
        <p:grpSpPr>
          <a:xfrm>
            <a:off x="6390788" y="2727713"/>
            <a:ext cx="4753462" cy="2555899"/>
            <a:chOff x="6390788" y="2727713"/>
            <a:chExt cx="4753462" cy="2555899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4ADDEAAE-28FA-B51C-4365-5889661CDD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90788" y="3429000"/>
              <a:ext cx="4753462" cy="185461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F5DEBE-EAFA-C494-F722-DCDD2513B5F4}"/>
                </a:ext>
              </a:extLst>
            </p:cNvPr>
            <p:cNvSpPr txBox="1"/>
            <p:nvPr/>
          </p:nvSpPr>
          <p:spPr>
            <a:xfrm>
              <a:off x="7810012" y="2727713"/>
              <a:ext cx="231457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Latent space</a:t>
              </a:r>
              <a:b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(LD4LG, 2022)</a:t>
              </a:r>
              <a:endPara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E887658-34B9-8D86-6E63-895373F3AB32}"/>
              </a:ext>
            </a:extLst>
          </p:cNvPr>
          <p:cNvSpPr txBox="1"/>
          <p:nvPr/>
        </p:nvSpPr>
        <p:spPr>
          <a:xfrm>
            <a:off x="722756" y="5721881"/>
            <a:ext cx="84486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Diffusion-LM (2022), LD4LG (2022), Genie (2023), AR-Diffusion (2024)…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03A8C1-5C79-5A40-CE67-B752DF714669}"/>
              </a:ext>
            </a:extLst>
          </p:cNvPr>
          <p:cNvSpPr txBox="1"/>
          <p:nvPr/>
        </p:nvSpPr>
        <p:spPr>
          <a:xfrm>
            <a:off x="519600" y="6472062"/>
            <a:ext cx="166314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https://arxiv.org/abs/2205.14217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08A09B-22D2-B6B7-52EF-94D18BAE809F}"/>
              </a:ext>
            </a:extLst>
          </p:cNvPr>
          <p:cNvSpPr txBox="1"/>
          <p:nvPr/>
        </p:nvSpPr>
        <p:spPr>
          <a:xfrm>
            <a:off x="2349163" y="6472062"/>
            <a:ext cx="16233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https://arxiv.org/pdf/2212.09462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999071-D5BF-C3A2-73CF-C351C533F43B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Two Big Families of DLMs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2930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D72EF-FB4D-C773-D8C0-55CB81EB3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59F449C-9CF1-28B8-EE72-9EE091B88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20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7AB9B8E5-2AF1-11CC-9C13-48097F928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Discrete Diffusion Language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B118B2-9DC0-4F78-BC25-F41F88A80D85}"/>
              </a:ext>
            </a:extLst>
          </p:cNvPr>
          <p:cNvSpPr txBox="1"/>
          <p:nvPr/>
        </p:nvSpPr>
        <p:spPr>
          <a:xfrm>
            <a:off x="609599" y="1682234"/>
            <a:ext cx="97536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Instead of embedding tokens into a continuous space, discrete diffusion models operate directly in token space by progressively corrupting the input sequence through symbolic operations.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896CFA-8631-E042-71A1-F007B3576F3A}"/>
              </a:ext>
            </a:extLst>
          </p:cNvPr>
          <p:cNvSpPr txBox="1"/>
          <p:nvPr/>
        </p:nvSpPr>
        <p:spPr>
          <a:xfrm>
            <a:off x="609599" y="2330034"/>
            <a:ext cx="97536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Random replace, mask or shuffle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15EFF62-3FAC-C1E8-50F8-9B784741B60D}"/>
              </a:ext>
            </a:extLst>
          </p:cNvPr>
          <p:cNvGrpSpPr/>
          <p:nvPr/>
        </p:nvGrpSpPr>
        <p:grpSpPr>
          <a:xfrm>
            <a:off x="1190136" y="2844225"/>
            <a:ext cx="4505813" cy="2263798"/>
            <a:chOff x="1190136" y="2844225"/>
            <a:chExt cx="4505813" cy="226379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B0B056C-573B-FFF5-A390-4A6C984421B3}"/>
                </a:ext>
              </a:extLst>
            </p:cNvPr>
            <p:cNvSpPr txBox="1"/>
            <p:nvPr/>
          </p:nvSpPr>
          <p:spPr>
            <a:xfrm>
              <a:off x="2427426" y="2844225"/>
              <a:ext cx="231457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Dream</a:t>
              </a:r>
              <a:b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(Ye et al., 2025)</a:t>
              </a:r>
              <a:endPara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6386" name="Picture 2">
              <a:extLst>
                <a:ext uri="{FF2B5EF4-FFF2-40B4-BE49-F238E27FC236}">
                  <a16:creationId xmlns:a16="http://schemas.microsoft.com/office/drawing/2014/main" id="{D1D19D19-C23F-F375-89F8-D611F3C2ED4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4305" b="6899"/>
            <a:stretch>
              <a:fillRect/>
            </a:stretch>
          </p:blipFill>
          <p:spPr bwMode="auto">
            <a:xfrm>
              <a:off x="1190136" y="3563700"/>
              <a:ext cx="4505813" cy="15443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DCBE8ED-28EB-64CB-CAD1-B854AA191A4B}"/>
              </a:ext>
            </a:extLst>
          </p:cNvPr>
          <p:cNvGrpSpPr/>
          <p:nvPr/>
        </p:nvGrpSpPr>
        <p:grpSpPr>
          <a:xfrm>
            <a:off x="6912208" y="2812270"/>
            <a:ext cx="3450992" cy="2947849"/>
            <a:chOff x="6912208" y="2812270"/>
            <a:chExt cx="3450992" cy="2947849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72CD953-E065-D7D3-ECB8-A80C7C2A7E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12208" y="3495405"/>
              <a:ext cx="3450992" cy="2264714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074DFFC-DAD8-EFB8-5EF3-6632D0CFF0A7}"/>
                </a:ext>
              </a:extLst>
            </p:cNvPr>
            <p:cNvSpPr txBox="1"/>
            <p:nvPr/>
          </p:nvSpPr>
          <p:spPr>
            <a:xfrm>
              <a:off x="7475388" y="2812270"/>
              <a:ext cx="231457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MDLM</a:t>
              </a:r>
              <a:b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(Sahoo et al., 2024)</a:t>
              </a:r>
              <a:endPara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56CFCD9-BB71-D8EF-D29F-9A42B781B815}"/>
              </a:ext>
            </a:extLst>
          </p:cNvPr>
          <p:cNvSpPr txBox="1"/>
          <p:nvPr/>
        </p:nvSpPr>
        <p:spPr>
          <a:xfrm>
            <a:off x="519600" y="5807263"/>
            <a:ext cx="84486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DiffusionBERT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(2022), MDLM (2024), SEDD (2024), LLADA (2025)…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56E946-E473-8E12-72BE-7E667421831C}"/>
              </a:ext>
            </a:extLst>
          </p:cNvPr>
          <p:cNvSpPr txBox="1"/>
          <p:nvPr/>
        </p:nvSpPr>
        <p:spPr>
          <a:xfrm>
            <a:off x="519600" y="6495455"/>
            <a:ext cx="20136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https://hkunlp.github.io/blog/2025/dream/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70DF11-DB24-F959-E3D8-36F2DB5FAF61}"/>
              </a:ext>
            </a:extLst>
          </p:cNvPr>
          <p:cNvSpPr txBox="1"/>
          <p:nvPr/>
        </p:nvSpPr>
        <p:spPr>
          <a:xfrm>
            <a:off x="2737712" y="6482255"/>
            <a:ext cx="16940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https://arxiv.org/pdf/2406.07524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80C161-F0C3-66E7-74DE-BF00F13D8C1E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Two Big Families of DLMs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1785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8374">
        <p:fade/>
      </p:transition>
    </mc:Choice>
    <mc:Fallback xmlns="">
      <p:transition spd="med" advTm="2837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30C96-EE78-0DB0-DE48-03B869C64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2981452-68A0-989A-67D8-E26E06F17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21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7858471F-D2B6-EA45-1784-3F9D84D48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Continuous VS. Discrete Diffusion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0E7D739-8F3D-5CA5-C2A6-C3BF10799FB5}"/>
              </a:ext>
            </a:extLst>
          </p:cNvPr>
          <p:cNvCxnSpPr>
            <a:cxnSpLocks/>
          </p:cNvCxnSpPr>
          <p:nvPr/>
        </p:nvCxnSpPr>
        <p:spPr>
          <a:xfrm>
            <a:off x="6634784" y="2083412"/>
            <a:ext cx="0" cy="3497111"/>
          </a:xfrm>
          <a:prstGeom prst="line">
            <a:avLst/>
          </a:prstGeom>
          <a:ln w="19050" cap="rnd">
            <a:solidFill>
              <a:schemeClr val="tx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A52E71D-1BF9-128E-AF1D-6E99F76B4E84}"/>
              </a:ext>
            </a:extLst>
          </p:cNvPr>
          <p:cNvCxnSpPr>
            <a:cxnSpLocks/>
          </p:cNvCxnSpPr>
          <p:nvPr/>
        </p:nvCxnSpPr>
        <p:spPr>
          <a:xfrm>
            <a:off x="3069950" y="2083412"/>
            <a:ext cx="0" cy="3497111"/>
          </a:xfrm>
          <a:prstGeom prst="line">
            <a:avLst/>
          </a:prstGeom>
          <a:ln w="19050" cap="rnd">
            <a:solidFill>
              <a:schemeClr val="tx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5BDD12E-D346-DB2C-D584-CA5108D588FC}"/>
              </a:ext>
            </a:extLst>
          </p:cNvPr>
          <p:cNvCxnSpPr>
            <a:cxnSpLocks/>
          </p:cNvCxnSpPr>
          <p:nvPr/>
        </p:nvCxnSpPr>
        <p:spPr>
          <a:xfrm>
            <a:off x="10040593" y="2083412"/>
            <a:ext cx="0" cy="3228975"/>
          </a:xfrm>
          <a:prstGeom prst="line">
            <a:avLst/>
          </a:prstGeom>
          <a:ln w="19050" cap="rnd">
            <a:solidFill>
              <a:schemeClr val="tx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4">
            <a:extLst>
              <a:ext uri="{FF2B5EF4-FFF2-40B4-BE49-F238E27FC236}">
                <a16:creationId xmlns:a16="http://schemas.microsoft.com/office/drawing/2014/main" id="{14C55AF1-445F-9DE2-1F5F-E9646C7BFCCF}"/>
              </a:ext>
            </a:extLst>
          </p:cNvPr>
          <p:cNvSpPr txBox="1">
            <a:spLocks/>
          </p:cNvSpPr>
          <p:nvPr/>
        </p:nvSpPr>
        <p:spPr>
          <a:xfrm>
            <a:off x="3731625" y="2078911"/>
            <a:ext cx="2211975" cy="2862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/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Continuous Diffusion LM</a:t>
            </a:r>
            <a:endParaRPr lang="en-US" sz="1400" b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Title 4">
            <a:extLst>
              <a:ext uri="{FF2B5EF4-FFF2-40B4-BE49-F238E27FC236}">
                <a16:creationId xmlns:a16="http://schemas.microsoft.com/office/drawing/2014/main" id="{8E3BD036-A262-F0F3-AE02-0DD2167F749E}"/>
              </a:ext>
            </a:extLst>
          </p:cNvPr>
          <p:cNvSpPr txBox="1">
            <a:spLocks/>
          </p:cNvSpPr>
          <p:nvPr/>
        </p:nvSpPr>
        <p:spPr>
          <a:xfrm>
            <a:off x="7248263" y="2054797"/>
            <a:ext cx="2152339" cy="2862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/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Discrete Diffusion LM</a:t>
            </a:r>
            <a:endParaRPr lang="en-US" sz="1400" b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C08761C4-7CD0-F942-DB12-4025BAB9696C}"/>
              </a:ext>
            </a:extLst>
          </p:cNvPr>
          <p:cNvSpPr txBox="1">
            <a:spLocks/>
          </p:cNvSpPr>
          <p:nvPr/>
        </p:nvSpPr>
        <p:spPr>
          <a:xfrm>
            <a:off x="1434678" y="2735477"/>
            <a:ext cx="1587982" cy="27238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/>
            <a:r>
              <a:rPr lang="en-US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Space</a:t>
            </a:r>
          </a:p>
        </p:txBody>
      </p:sp>
      <p:sp>
        <p:nvSpPr>
          <p:cNvPr id="19" name="Title 4">
            <a:extLst>
              <a:ext uri="{FF2B5EF4-FFF2-40B4-BE49-F238E27FC236}">
                <a16:creationId xmlns:a16="http://schemas.microsoft.com/office/drawing/2014/main" id="{8614CF41-663F-88A8-88AE-B0CD5D04FD42}"/>
              </a:ext>
            </a:extLst>
          </p:cNvPr>
          <p:cNvSpPr txBox="1">
            <a:spLocks/>
          </p:cNvSpPr>
          <p:nvPr/>
        </p:nvSpPr>
        <p:spPr>
          <a:xfrm>
            <a:off x="4011993" y="2740359"/>
            <a:ext cx="1587982" cy="276999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12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Embedding, Latent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795148DB-FEB8-5325-8549-53638A08C57E}"/>
              </a:ext>
            </a:extLst>
          </p:cNvPr>
          <p:cNvCxnSpPr>
            <a:cxnSpLocks/>
          </p:cNvCxnSpPr>
          <p:nvPr/>
        </p:nvCxnSpPr>
        <p:spPr>
          <a:xfrm flipH="1">
            <a:off x="1453183" y="2520856"/>
            <a:ext cx="8587410" cy="39676"/>
          </a:xfrm>
          <a:prstGeom prst="line">
            <a:avLst/>
          </a:prstGeom>
          <a:ln w="19050" cap="rnd">
            <a:solidFill>
              <a:schemeClr val="tx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7C344C6-2E8C-2084-6AE4-52EAE7D6DCAF}"/>
              </a:ext>
            </a:extLst>
          </p:cNvPr>
          <p:cNvCxnSpPr>
            <a:cxnSpLocks/>
          </p:cNvCxnSpPr>
          <p:nvPr/>
        </p:nvCxnSpPr>
        <p:spPr>
          <a:xfrm flipH="1">
            <a:off x="1453183" y="3201040"/>
            <a:ext cx="8587410" cy="39676"/>
          </a:xfrm>
          <a:prstGeom prst="line">
            <a:avLst/>
          </a:prstGeom>
          <a:ln w="12700" cap="rnd">
            <a:solidFill>
              <a:schemeClr val="tx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itle 4">
            <a:extLst>
              <a:ext uri="{FF2B5EF4-FFF2-40B4-BE49-F238E27FC236}">
                <a16:creationId xmlns:a16="http://schemas.microsoft.com/office/drawing/2014/main" id="{595213B4-F84C-8C5E-4DA0-F84B8AF555CB}"/>
              </a:ext>
            </a:extLst>
          </p:cNvPr>
          <p:cNvSpPr txBox="1">
            <a:spLocks/>
          </p:cNvSpPr>
          <p:nvPr/>
        </p:nvSpPr>
        <p:spPr>
          <a:xfrm>
            <a:off x="7430977" y="2730411"/>
            <a:ext cx="1809383" cy="276999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12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Token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421D8D6-BE36-44F6-C94C-CA870207A969}"/>
              </a:ext>
            </a:extLst>
          </p:cNvPr>
          <p:cNvGrpSpPr/>
          <p:nvPr/>
        </p:nvGrpSpPr>
        <p:grpSpPr>
          <a:xfrm>
            <a:off x="1434678" y="3394824"/>
            <a:ext cx="8601875" cy="526076"/>
            <a:chOff x="1434678" y="3394824"/>
            <a:chExt cx="8601875" cy="526076"/>
          </a:xfrm>
        </p:grpSpPr>
        <p:sp>
          <p:nvSpPr>
            <p:cNvPr id="13" name="Title 4">
              <a:extLst>
                <a:ext uri="{FF2B5EF4-FFF2-40B4-BE49-F238E27FC236}">
                  <a16:creationId xmlns:a16="http://schemas.microsoft.com/office/drawing/2014/main" id="{9FBAC98D-7E10-1986-62F1-B187417ECEB8}"/>
                </a:ext>
              </a:extLst>
            </p:cNvPr>
            <p:cNvSpPr txBox="1">
              <a:spLocks/>
            </p:cNvSpPr>
            <p:nvPr/>
          </p:nvSpPr>
          <p:spPr>
            <a:xfrm>
              <a:off x="1434678" y="3420740"/>
              <a:ext cx="1587982" cy="272382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/>
              <a:r>
                <a:rPr lang="en-US" altLang="ko-KR" sz="13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Noising process</a:t>
              </a:r>
              <a:endParaRPr lang="en-US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0" name="Title 4">
              <a:extLst>
                <a:ext uri="{FF2B5EF4-FFF2-40B4-BE49-F238E27FC236}">
                  <a16:creationId xmlns:a16="http://schemas.microsoft.com/office/drawing/2014/main" id="{F3582945-6985-0B18-A15F-8436412C358D}"/>
                </a:ext>
              </a:extLst>
            </p:cNvPr>
            <p:cNvSpPr txBox="1">
              <a:spLocks/>
            </p:cNvSpPr>
            <p:nvPr/>
          </p:nvSpPr>
          <p:spPr>
            <a:xfrm>
              <a:off x="4043621" y="3396496"/>
              <a:ext cx="1587982" cy="276999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altLang="ko-KR" sz="1200" b="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Continuous noising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C04730B8-C8F7-80EA-6131-962473CAAC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9143" y="3881224"/>
              <a:ext cx="8587410" cy="39676"/>
            </a:xfrm>
            <a:prstGeom prst="line">
              <a:avLst/>
            </a:prstGeom>
            <a:ln w="12700" cap="rnd">
              <a:solidFill>
                <a:schemeClr val="tx1"/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itle 4">
              <a:extLst>
                <a:ext uri="{FF2B5EF4-FFF2-40B4-BE49-F238E27FC236}">
                  <a16:creationId xmlns:a16="http://schemas.microsoft.com/office/drawing/2014/main" id="{4705E802-B768-FFE7-BD15-D09393AAA755}"/>
                </a:ext>
              </a:extLst>
            </p:cNvPr>
            <p:cNvSpPr txBox="1">
              <a:spLocks/>
            </p:cNvSpPr>
            <p:nvPr/>
          </p:nvSpPr>
          <p:spPr>
            <a:xfrm>
              <a:off x="7325969" y="3394824"/>
              <a:ext cx="2059569" cy="276999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altLang="ko-KR" sz="1200" b="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Masking, Replacing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7C3FDC0-AE57-BFEB-9F7A-2B683D392A5C}"/>
              </a:ext>
            </a:extLst>
          </p:cNvPr>
          <p:cNvGrpSpPr/>
          <p:nvPr/>
        </p:nvGrpSpPr>
        <p:grpSpPr>
          <a:xfrm>
            <a:off x="1434678" y="3966405"/>
            <a:ext cx="8587410" cy="749058"/>
            <a:chOff x="1434678" y="3966405"/>
            <a:chExt cx="8587410" cy="749058"/>
          </a:xfrm>
        </p:grpSpPr>
        <p:sp>
          <p:nvSpPr>
            <p:cNvPr id="14" name="Title 4">
              <a:extLst>
                <a:ext uri="{FF2B5EF4-FFF2-40B4-BE49-F238E27FC236}">
                  <a16:creationId xmlns:a16="http://schemas.microsoft.com/office/drawing/2014/main" id="{C4195D5E-F54F-AE66-E4ED-6B1E31AA9EBC}"/>
                </a:ext>
              </a:extLst>
            </p:cNvPr>
            <p:cNvSpPr txBox="1">
              <a:spLocks/>
            </p:cNvSpPr>
            <p:nvPr/>
          </p:nvSpPr>
          <p:spPr>
            <a:xfrm>
              <a:off x="1434678" y="4118294"/>
              <a:ext cx="1587982" cy="272382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/>
              <a:r>
                <a:rPr lang="en-US" altLang="ko-KR" sz="13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Pros</a:t>
              </a:r>
              <a:endParaRPr lang="en-US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1" name="Title 4">
              <a:extLst>
                <a:ext uri="{FF2B5EF4-FFF2-40B4-BE49-F238E27FC236}">
                  <a16:creationId xmlns:a16="http://schemas.microsoft.com/office/drawing/2014/main" id="{0B51C672-1A7F-3C70-EB7D-9FC8E3C6B658}"/>
                </a:ext>
              </a:extLst>
            </p:cNvPr>
            <p:cNvSpPr txBox="1">
              <a:spLocks/>
            </p:cNvSpPr>
            <p:nvPr/>
          </p:nvSpPr>
          <p:spPr>
            <a:xfrm>
              <a:off x="3487267" y="3970312"/>
              <a:ext cx="2889227" cy="646331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marL="171450" indent="-171450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b="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Faster single-step operations (low-dim)</a:t>
              </a:r>
            </a:p>
            <a:p>
              <a:pPr marL="171450" indent="-171450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b="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Classifier guidance</a:t>
              </a:r>
            </a:p>
            <a:p>
              <a:pPr marL="171450" indent="-171450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b="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Image-based techniques are applicable</a:t>
              </a:r>
            </a:p>
          </p:txBody>
        </p: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A62C8DCE-ECE0-52BB-A7A2-DD545166D2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4678" y="4675787"/>
              <a:ext cx="8587410" cy="39676"/>
            </a:xfrm>
            <a:prstGeom prst="line">
              <a:avLst/>
            </a:prstGeom>
            <a:ln w="12700" cap="rnd">
              <a:solidFill>
                <a:schemeClr val="tx1"/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itle 4">
              <a:extLst>
                <a:ext uri="{FF2B5EF4-FFF2-40B4-BE49-F238E27FC236}">
                  <a16:creationId xmlns:a16="http://schemas.microsoft.com/office/drawing/2014/main" id="{2C1365DB-543D-333D-D6BF-BD8DAB973734}"/>
                </a:ext>
              </a:extLst>
            </p:cNvPr>
            <p:cNvSpPr txBox="1">
              <a:spLocks/>
            </p:cNvSpPr>
            <p:nvPr/>
          </p:nvSpPr>
          <p:spPr>
            <a:xfrm>
              <a:off x="6893075" y="3966405"/>
              <a:ext cx="2889227" cy="646331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marL="171450" indent="-171450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b="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Works directly on tokens</a:t>
              </a:r>
            </a:p>
            <a:p>
              <a:pPr marL="171450" indent="-171450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b="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Easier alignment with existing models</a:t>
              </a:r>
            </a:p>
            <a:p>
              <a:pPr marL="171450" indent="-171450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b="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Simplified training objective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28A6D6B-9159-A496-09C8-AA131C71CC12}"/>
              </a:ext>
            </a:extLst>
          </p:cNvPr>
          <p:cNvGrpSpPr/>
          <p:nvPr/>
        </p:nvGrpSpPr>
        <p:grpSpPr>
          <a:xfrm>
            <a:off x="1449143" y="4850722"/>
            <a:ext cx="8351223" cy="651759"/>
            <a:chOff x="1449143" y="4850722"/>
            <a:chExt cx="8351223" cy="651759"/>
          </a:xfrm>
        </p:grpSpPr>
        <p:sp>
          <p:nvSpPr>
            <p:cNvPr id="16" name="Title 4">
              <a:extLst>
                <a:ext uri="{FF2B5EF4-FFF2-40B4-BE49-F238E27FC236}">
                  <a16:creationId xmlns:a16="http://schemas.microsoft.com/office/drawing/2014/main" id="{FCD319B3-EB03-FD86-FF42-840393E274F9}"/>
                </a:ext>
              </a:extLst>
            </p:cNvPr>
            <p:cNvSpPr txBox="1">
              <a:spLocks/>
            </p:cNvSpPr>
            <p:nvPr/>
          </p:nvSpPr>
          <p:spPr>
            <a:xfrm>
              <a:off x="1449143" y="5000574"/>
              <a:ext cx="1587982" cy="272382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/>
              <a:r>
                <a:rPr lang="en-US" altLang="ko-KR" sz="13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</a:t>
              </a:r>
              <a:endParaRPr lang="en-US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5" name="Title 4">
              <a:extLst>
                <a:ext uri="{FF2B5EF4-FFF2-40B4-BE49-F238E27FC236}">
                  <a16:creationId xmlns:a16="http://schemas.microsoft.com/office/drawing/2014/main" id="{4ABE9556-EE0E-6D69-36AE-5947D5E0B63F}"/>
                </a:ext>
              </a:extLst>
            </p:cNvPr>
            <p:cNvSpPr txBox="1">
              <a:spLocks/>
            </p:cNvSpPr>
            <p:nvPr/>
          </p:nvSpPr>
          <p:spPr>
            <a:xfrm>
              <a:off x="3487267" y="4856150"/>
              <a:ext cx="3114688" cy="646331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marL="171450" indent="-171450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b="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Training instability</a:t>
              </a:r>
            </a:p>
            <a:p>
              <a:pPr marL="171450" indent="-171450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b="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Scaling to large corpora remains unproven</a:t>
              </a:r>
            </a:p>
            <a:p>
              <a:pPr marL="171450" indent="-171450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b="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Requires encoder/decoder modules</a:t>
              </a:r>
            </a:p>
          </p:txBody>
        </p:sp>
        <p:sp>
          <p:nvSpPr>
            <p:cNvPr id="39" name="Title 4">
              <a:extLst>
                <a:ext uri="{FF2B5EF4-FFF2-40B4-BE49-F238E27FC236}">
                  <a16:creationId xmlns:a16="http://schemas.microsoft.com/office/drawing/2014/main" id="{DDE489C0-EA02-DF01-7BD3-E7154609EA05}"/>
                </a:ext>
              </a:extLst>
            </p:cNvPr>
            <p:cNvSpPr txBox="1">
              <a:spLocks/>
            </p:cNvSpPr>
            <p:nvPr/>
          </p:nvSpPr>
          <p:spPr>
            <a:xfrm>
              <a:off x="6911139" y="4850722"/>
              <a:ext cx="2889227" cy="461665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marL="171450" indent="-171450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b="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Classifier guidance is limited</a:t>
              </a:r>
            </a:p>
            <a:p>
              <a:pPr marL="171450" indent="-171450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b="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Transition itself is not differentiable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330D56E-F142-98B8-8D69-80E1F586E408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Two Big Families of DLMs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3FA60A8-3F9C-9C7E-D3A4-B791DDE1ACA6}"/>
              </a:ext>
            </a:extLst>
          </p:cNvPr>
          <p:cNvSpPr/>
          <p:nvPr/>
        </p:nvSpPr>
        <p:spPr>
          <a:xfrm>
            <a:off x="1122180" y="2600208"/>
            <a:ext cx="9164167" cy="559498"/>
          </a:xfrm>
          <a:prstGeom prst="roundRect">
            <a:avLst/>
          </a:prstGeom>
          <a:solidFill>
            <a:srgbClr val="232F3E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E0FB643-01C1-1802-F9D2-948A538315D1}"/>
              </a:ext>
            </a:extLst>
          </p:cNvPr>
          <p:cNvSpPr/>
          <p:nvPr/>
        </p:nvSpPr>
        <p:spPr>
          <a:xfrm>
            <a:off x="1361516" y="3290201"/>
            <a:ext cx="9164167" cy="559498"/>
          </a:xfrm>
          <a:prstGeom prst="roundRect">
            <a:avLst/>
          </a:prstGeom>
          <a:solidFill>
            <a:srgbClr val="232F3E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A700A32-CF00-EA1E-BB21-E888EB35B8AB}"/>
              </a:ext>
            </a:extLst>
          </p:cNvPr>
          <p:cNvSpPr/>
          <p:nvPr/>
        </p:nvSpPr>
        <p:spPr>
          <a:xfrm>
            <a:off x="1361515" y="3994882"/>
            <a:ext cx="9164167" cy="559498"/>
          </a:xfrm>
          <a:prstGeom prst="roundRect">
            <a:avLst/>
          </a:prstGeom>
          <a:solidFill>
            <a:srgbClr val="232F3E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2AB1925-5B0A-2382-7BA0-AD0FC20901CB}"/>
              </a:ext>
            </a:extLst>
          </p:cNvPr>
          <p:cNvSpPr/>
          <p:nvPr/>
        </p:nvSpPr>
        <p:spPr>
          <a:xfrm>
            <a:off x="1513916" y="4868244"/>
            <a:ext cx="9164167" cy="574346"/>
          </a:xfrm>
          <a:prstGeom prst="roundRect">
            <a:avLst/>
          </a:prstGeom>
          <a:solidFill>
            <a:srgbClr val="232F3E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495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94759">
        <p:fade/>
      </p:transition>
    </mc:Choice>
    <mc:Fallback xmlns="">
      <p:transition spd="med" advTm="9475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22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16218-6206-2AB4-9855-28133C8C9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9F6EF2-0CDF-CBDB-D485-DE3E07EC4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18035"/>
            <a:ext cx="7823200" cy="1421928"/>
          </a:xfrm>
        </p:spPr>
        <p:txBody>
          <a:bodyPr/>
          <a:lstStyle/>
          <a:p>
            <a:r>
              <a:rPr lang="en-US" altLang="ko-KR" dirty="0"/>
              <a:t>Continuous Diffusion </a:t>
            </a:r>
            <a:br>
              <a:rPr lang="en-US" altLang="ko-KR" dirty="0"/>
            </a:br>
            <a:r>
              <a:rPr lang="en-US" altLang="ko-KR" dirty="0"/>
              <a:t>Language Models</a:t>
            </a:r>
            <a:endParaRPr lang="en-US" altLang="ko-KR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06A66D-5F58-FC3D-B70B-E3135BBC3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13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806">
        <p:fade/>
      </p:transition>
    </mc:Choice>
    <mc:Fallback xmlns="">
      <p:transition spd="med" advTm="15806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17A8B-C74D-D618-A0B1-CE7EDEC2E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CA696C1-155B-1DEF-E8EF-60CC7DA25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23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779175AC-4CAA-9AC7-838A-951300C01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Diffusion-LM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D8BF82-7F80-4381-64FF-59C867343805}"/>
              </a:ext>
            </a:extLst>
          </p:cNvPr>
          <p:cNvSpPr txBox="1"/>
          <p:nvPr/>
        </p:nvSpPr>
        <p:spPr>
          <a:xfrm>
            <a:off x="609599" y="1682234"/>
            <a:ext cx="84486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Diffusion-LM introduces embedding and rounding steps to map discrete tokens into a continuous domain suitable for diffusion.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BC9E05-6771-75C5-D3AA-16B891591287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Continuous Diffusion Language Models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35F2E1-F6C7-7FC9-258D-00D98ED19EC6}"/>
              </a:ext>
            </a:extLst>
          </p:cNvPr>
          <p:cNvSpPr txBox="1"/>
          <p:nvPr/>
        </p:nvSpPr>
        <p:spPr>
          <a:xfrm>
            <a:off x="510210" y="6477551"/>
            <a:ext cx="48074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Li et al., “Diffusion-LM Improves Controllable Text Generation”,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2022.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575D1EE-30ED-2555-1EE4-B65F229B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065" y="2573636"/>
            <a:ext cx="7978720" cy="17750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6C0E47-1D7A-E0EC-28B7-0CBDACCB967B}"/>
                  </a:ext>
                </a:extLst>
              </p:cNvPr>
              <p:cNvSpPr txBox="1"/>
              <p:nvPr/>
            </p:nvSpPr>
            <p:spPr>
              <a:xfrm>
                <a:off x="854273" y="4787836"/>
                <a:ext cx="4713598" cy="2981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Forward pass: 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sty m:val="p"/>
                      </m:rPr>
                      <a:rPr lang="en-US" altLang="ko-KR" sz="1600" b="0" i="0" smtClean="0">
                        <a:latin typeface="Cambria Math" panose="02040503050406030204" pitchFamily="18" charset="0"/>
                      </a:rPr>
                      <m:t>q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altLang="ko-KR" sz="1600" b="0" i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1600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 i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i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; </m:t>
                        </m:r>
                        <m:rad>
                          <m:radPr>
                            <m:degHide m:val="on"/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1600" b="0" i="0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ko-KR" altLang="en-US" sz="1600" i="0"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600" i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US" altLang="ko-KR" sz="1600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ko-KR" sz="1600" i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600" b="0" i="0" smtClean="0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ko-KR" sz="1600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4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6C0E47-1D7A-E0EC-28B7-0CBDACCB9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273" y="4787836"/>
                <a:ext cx="4713598" cy="298159"/>
              </a:xfrm>
              <a:prstGeom prst="rect">
                <a:avLst/>
              </a:prstGeom>
              <a:blipFill>
                <a:blip r:embed="rId4"/>
                <a:stretch>
                  <a:fillRect l="-2070" r="-2070" b="-28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BC6FBBE-386F-81CF-DFC3-9FA473066E46}"/>
                  </a:ext>
                </a:extLst>
              </p:cNvPr>
              <p:cNvSpPr txBox="1"/>
              <p:nvPr/>
            </p:nvSpPr>
            <p:spPr>
              <a:xfrm>
                <a:off x="2048255" y="5225618"/>
                <a:ext cx="396789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ko-KR" alt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600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6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en-US" altLang="ko-KR" sz="1600" b="0" i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600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6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  <m:r>
                        <a:rPr lang="en-US" altLang="ko-KR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16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ko-KR" sz="1600" b="0" i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600" i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60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en-US" altLang="ko-KR" sz="1600" b="0" i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ko-KR" sz="1600" b="0" i="0" smtClean="0">
                              <a:latin typeface="Cambria Math" panose="02040503050406030204" pitchFamily="18" charset="0"/>
                            </a:rPr>
                            <m:t>; </m:t>
                          </m:r>
                          <m:r>
                            <m:rPr>
                              <m:sty m:val="p"/>
                            </m:rPr>
                            <a:rPr lang="el-GR" altLang="ko-K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ko-KR" altLang="en-US" sz="16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sz="1600" b="0" i="0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ko-KR" altLang="en-US" sz="1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60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ko-KR" sz="1600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ko-KR" sz="16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BC6FBBE-386F-81CF-DFC3-9FA473066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8255" y="5225618"/>
                <a:ext cx="3967891" cy="338554"/>
              </a:xfrm>
              <a:prstGeom prst="rect">
                <a:avLst/>
              </a:prstGeom>
              <a:blipFill>
                <a:blip r:embed="rId5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21BCB651-7ACA-AAC4-42B7-CDD231FA8C41}"/>
              </a:ext>
            </a:extLst>
          </p:cNvPr>
          <p:cNvSpPr txBox="1"/>
          <p:nvPr/>
        </p:nvSpPr>
        <p:spPr>
          <a:xfrm>
            <a:off x="854273" y="5300346"/>
            <a:ext cx="155651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Backward pass:</a:t>
            </a:r>
            <a:endParaRPr lang="ko-KR" alt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오른쪽 중괄호 13">
            <a:extLst>
              <a:ext uri="{FF2B5EF4-FFF2-40B4-BE49-F238E27FC236}">
                <a16:creationId xmlns:a16="http://schemas.microsoft.com/office/drawing/2014/main" id="{F4C275FC-1D7F-7F5B-0B8A-A7F40D0AAC3F}"/>
              </a:ext>
            </a:extLst>
          </p:cNvPr>
          <p:cNvSpPr/>
          <p:nvPr/>
        </p:nvSpPr>
        <p:spPr>
          <a:xfrm>
            <a:off x="6016146" y="4936915"/>
            <a:ext cx="159710" cy="448901"/>
          </a:xfrm>
          <a:prstGeom prst="rightBrac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DE526A-9A15-BC48-47E8-194706D4785F}"/>
              </a:ext>
            </a:extLst>
          </p:cNvPr>
          <p:cNvSpPr txBox="1"/>
          <p:nvPr/>
        </p:nvSpPr>
        <p:spPr>
          <a:xfrm>
            <a:off x="6378680" y="4980555"/>
            <a:ext cx="21712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Same as in DDPM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7390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97A04-D78D-394A-8764-55143537B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9CD314F-2AD2-6872-AC03-F6EDC88CB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24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DDDB5E0C-72F2-E697-CDB6-5E02D59BF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Diffusion-LM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5B5DC3-3941-FAE1-30A0-2E79DF2BFDD3}"/>
              </a:ext>
            </a:extLst>
          </p:cNvPr>
          <p:cNvSpPr txBox="1"/>
          <p:nvPr/>
        </p:nvSpPr>
        <p:spPr>
          <a:xfrm>
            <a:off x="609599" y="1682234"/>
            <a:ext cx="84486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Objective function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A2F382-B10B-2A5B-AC7F-F05ACB4F84BE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Continuous Diffusion Language Models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A8FE63-F58C-76D6-BC27-DDC69F6B2463}"/>
              </a:ext>
            </a:extLst>
          </p:cNvPr>
          <p:cNvSpPr txBox="1"/>
          <p:nvPr/>
        </p:nvSpPr>
        <p:spPr>
          <a:xfrm>
            <a:off x="510210" y="6477551"/>
            <a:ext cx="48074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Li et al., “Diffusion-LM Improves Controllable Text Generation”,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2022.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E2DDA29-AEBE-D375-211A-E28A6BBBB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218" y="849161"/>
            <a:ext cx="5084064" cy="1131087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CCD044E-7B6B-0048-4FF9-5ABF9BD2EBDF}"/>
              </a:ext>
            </a:extLst>
          </p:cNvPr>
          <p:cNvSpPr/>
          <p:nvPr/>
        </p:nvSpPr>
        <p:spPr>
          <a:xfrm>
            <a:off x="854273" y="2253090"/>
            <a:ext cx="6086022" cy="87263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99483FE-972A-D747-EF62-FFAEFB12F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0860" y="2348495"/>
            <a:ext cx="4012470" cy="649638"/>
          </a:xfrm>
          <a:prstGeom prst="rect">
            <a:avLst/>
          </a:prstGeom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B7568CD-87C3-6559-2131-EA5FACBF5B11}"/>
              </a:ext>
            </a:extLst>
          </p:cNvPr>
          <p:cNvCxnSpPr/>
          <p:nvPr/>
        </p:nvCxnSpPr>
        <p:spPr>
          <a:xfrm>
            <a:off x="4023360" y="3259836"/>
            <a:ext cx="0" cy="338328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1BBCFB7-3497-EEC2-937D-EE00FDDBE3D0}"/>
              </a:ext>
            </a:extLst>
          </p:cNvPr>
          <p:cNvSpPr txBox="1"/>
          <p:nvPr/>
        </p:nvSpPr>
        <p:spPr>
          <a:xfrm>
            <a:off x="1197915" y="2528676"/>
            <a:ext cx="17160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DDPM objective</a:t>
            </a:r>
            <a:endParaRPr lang="ko-KR" altLang="en-US" sz="1200" dirty="0">
              <a:solidFill>
                <a:schemeClr val="accent1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72F77DE-A5EB-F707-4A28-1F9468DC8840}"/>
              </a:ext>
            </a:extLst>
          </p:cNvPr>
          <p:cNvSpPr/>
          <p:nvPr/>
        </p:nvSpPr>
        <p:spPr>
          <a:xfrm>
            <a:off x="854273" y="3732272"/>
            <a:ext cx="10630589" cy="105320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ABA0F6-30B8-0433-C93C-FE1770228C69}"/>
              </a:ext>
            </a:extLst>
          </p:cNvPr>
          <p:cNvSpPr txBox="1"/>
          <p:nvPr/>
        </p:nvSpPr>
        <p:spPr>
          <a:xfrm>
            <a:off x="954024" y="4055494"/>
            <a:ext cx="18714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Embedding &amp; Rounding</a:t>
            </a:r>
          </a:p>
          <a:p>
            <a:pPr algn="ctr"/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added</a:t>
            </a:r>
            <a:endParaRPr lang="ko-KR" altLang="en-US" sz="1200" dirty="0">
              <a:solidFill>
                <a:schemeClr val="accent1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747B15E7-654C-293F-B52C-1BA82D6DCC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5247" y="4060560"/>
            <a:ext cx="6637754" cy="471224"/>
          </a:xfrm>
          <a:prstGeom prst="rect">
            <a:avLst/>
          </a:prstGeom>
        </p:spPr>
      </p:pic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F1623E4-A5FC-FB97-86F5-E6F234D4ACE8}"/>
              </a:ext>
            </a:extLst>
          </p:cNvPr>
          <p:cNvCxnSpPr/>
          <p:nvPr/>
        </p:nvCxnSpPr>
        <p:spPr>
          <a:xfrm>
            <a:off x="4023360" y="4920996"/>
            <a:ext cx="0" cy="338328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A492780-693B-E6D7-CAF9-B38C0FAC7AEC}"/>
              </a:ext>
            </a:extLst>
          </p:cNvPr>
          <p:cNvSpPr/>
          <p:nvPr/>
        </p:nvSpPr>
        <p:spPr>
          <a:xfrm>
            <a:off x="854272" y="5361947"/>
            <a:ext cx="10630587" cy="87263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A6E08CE-4700-EC21-7B7A-7FB38CAC6EA0}"/>
                  </a:ext>
                </a:extLst>
              </p:cNvPr>
              <p:cNvSpPr txBox="1"/>
              <p:nvPr/>
            </p:nvSpPr>
            <p:spPr>
              <a:xfrm>
                <a:off x="1109472" y="5695883"/>
                <a:ext cx="171602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dirty="0">
                    <a:solidFill>
                      <a:schemeClr val="accent1">
                        <a:lumMod val="7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Predict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200" dirty="0">
                    <a:solidFill>
                      <a:schemeClr val="accent1">
                        <a:lumMod val="7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200" dirty="0">
                    <a:solidFill>
                      <a:schemeClr val="accent1">
                        <a:lumMod val="7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instead</a:t>
                </a:r>
                <a:endParaRPr lang="ko-KR" altLang="en-US" sz="1200" dirty="0">
                  <a:solidFill>
                    <a:schemeClr val="accent1">
                      <a:lumMod val="7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A6E08CE-4700-EC21-7B7A-7FB38CAC6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472" y="5695883"/>
                <a:ext cx="1716024" cy="276999"/>
              </a:xfrm>
              <a:prstGeom prst="rect">
                <a:avLst/>
              </a:prstGeom>
              <a:blipFill>
                <a:blip r:embed="rId6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그림 30">
            <a:extLst>
              <a:ext uri="{FF2B5EF4-FFF2-40B4-BE49-F238E27FC236}">
                <a16:creationId xmlns:a16="http://schemas.microsoft.com/office/drawing/2014/main" id="{72AC6074-8F44-557A-2BD5-E9A480CB91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7545" y="5669148"/>
            <a:ext cx="4015048" cy="33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911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8" grpId="0"/>
      <p:bldP spid="19" grpId="0" animBg="1"/>
      <p:bldP spid="21" grpId="0"/>
      <p:bldP spid="25" grpId="0" animBg="1"/>
      <p:bldP spid="2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3D693-8DE2-B4C5-2665-ACBB59D29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D2141D2-8148-7AE6-A66E-188669B80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25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BB43810A-2128-DE07-9C9F-417ED1C95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Diffusion-LM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DDEBE9-5A0C-A7E1-BE63-190DF4105CDC}"/>
              </a:ext>
            </a:extLst>
          </p:cNvPr>
          <p:cNvSpPr txBox="1"/>
          <p:nvPr/>
        </p:nvSpPr>
        <p:spPr>
          <a:xfrm>
            <a:off x="609599" y="1682234"/>
            <a:ext cx="84486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Classifier-guidance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10B6A1-9675-EE72-5D04-F05D22ADDF22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Continuous Diffusion Language Models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BB6F35-89B5-8B7D-B0EE-1B5501C699F9}"/>
              </a:ext>
            </a:extLst>
          </p:cNvPr>
          <p:cNvSpPr txBox="1"/>
          <p:nvPr/>
        </p:nvSpPr>
        <p:spPr>
          <a:xfrm>
            <a:off x="510210" y="6477551"/>
            <a:ext cx="48074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Li et al., “Diffusion-LM Improves Controllable Text Generation”,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2022.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5AB0EB2-20F5-8487-B398-28587C384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320" y="2072136"/>
            <a:ext cx="5153759" cy="18498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B914590-DBFC-AF66-9B25-E0C8B9831C8A}"/>
                  </a:ext>
                </a:extLst>
              </p:cNvPr>
              <p:cNvSpPr txBox="1"/>
              <p:nvPr/>
            </p:nvSpPr>
            <p:spPr>
              <a:xfrm>
                <a:off x="928116" y="2165438"/>
                <a:ext cx="2902013" cy="778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0: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∏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 dirty="0" err="1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B914590-DBFC-AF66-9B25-E0C8B9831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116" y="2165438"/>
                <a:ext cx="2902013" cy="7788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E8951EF-0973-0286-B63D-6BFBE48413DC}"/>
                  </a:ext>
                </a:extLst>
              </p:cNvPr>
              <p:cNvSpPr txBox="1"/>
              <p:nvPr/>
            </p:nvSpPr>
            <p:spPr>
              <a:xfrm>
                <a:off x="1199100" y="3488236"/>
                <a:ext cx="464058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ko-KR" altLang="en-US" dirty="0" err="1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E8951EF-0973-0286-B63D-6BFBE4841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100" y="3488236"/>
                <a:ext cx="4640581" cy="276999"/>
              </a:xfrm>
              <a:prstGeom prst="rect">
                <a:avLst/>
              </a:prstGeom>
              <a:blipFill>
                <a:blip r:embed="rId5"/>
                <a:stretch>
                  <a:fillRect l="-1840" b="-239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F6B11F85-B3B7-4634-46D1-F8351C646024}"/>
              </a:ext>
            </a:extLst>
          </p:cNvPr>
          <p:cNvSpPr txBox="1"/>
          <p:nvPr/>
        </p:nvSpPr>
        <p:spPr>
          <a:xfrm>
            <a:off x="845820" y="3035136"/>
            <a:ext cx="16245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By Bayes rule,</a:t>
            </a:r>
            <a:endParaRPr lang="ko-KR" alt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613488F-5FB4-981B-451F-7788289BD58B}"/>
                  </a:ext>
                </a:extLst>
              </p:cNvPr>
              <p:cNvSpPr txBox="1"/>
              <p:nvPr/>
            </p:nvSpPr>
            <p:spPr>
              <a:xfrm>
                <a:off x="1199100" y="4344341"/>
                <a:ext cx="244936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 err="1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613488F-5FB4-981B-451F-7788289BD5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100" y="4344341"/>
                <a:ext cx="2449365" cy="276999"/>
              </a:xfrm>
              <a:prstGeom prst="rect">
                <a:avLst/>
              </a:prstGeom>
              <a:blipFill>
                <a:blip r:embed="rId6"/>
                <a:stretch>
                  <a:fillRect l="-3483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6961B83C-43F1-2749-A8B2-76242C6F81F6}"/>
              </a:ext>
            </a:extLst>
          </p:cNvPr>
          <p:cNvSpPr txBox="1"/>
          <p:nvPr/>
        </p:nvSpPr>
        <p:spPr>
          <a:xfrm>
            <a:off x="845820" y="3922019"/>
            <a:ext cx="23728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Conditional independence</a:t>
            </a:r>
            <a:endParaRPr lang="ko-KR" alt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182F820-AB99-9943-7A94-EBB910B65AC3}"/>
              </a:ext>
            </a:extLst>
          </p:cNvPr>
          <p:cNvCxnSpPr/>
          <p:nvPr/>
        </p:nvCxnSpPr>
        <p:spPr>
          <a:xfrm>
            <a:off x="928116" y="5404104"/>
            <a:ext cx="653796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60E632D-1E08-0484-2F85-5790C8E7205C}"/>
                  </a:ext>
                </a:extLst>
              </p:cNvPr>
              <p:cNvSpPr txBox="1"/>
              <p:nvPr/>
            </p:nvSpPr>
            <p:spPr>
              <a:xfrm>
                <a:off x="1360644" y="5250967"/>
                <a:ext cx="636603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dirty="0" err="1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60E632D-1E08-0484-2F85-5790C8E72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644" y="5250967"/>
                <a:ext cx="6366036" cy="276999"/>
              </a:xfrm>
              <a:prstGeom prst="rect">
                <a:avLst/>
              </a:prstGeom>
              <a:blipFill>
                <a:blip r:embed="rId7"/>
                <a:stretch>
                  <a:fillRect t="-2174" b="-326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442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7" grpId="0"/>
      <p:bldP spid="19" grpId="0"/>
      <p:bldP spid="20" grpId="0"/>
      <p:bldP spid="2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19D12-EF62-F71A-03CD-9575C6E9A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98AABEC-B85D-C7D2-8935-6C108FDE4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26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DEECE5F2-21DB-E285-4903-6DDBA48F5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Diffusion-LM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1275E4-AA52-133B-BBEC-0D62B1F6237F}"/>
              </a:ext>
            </a:extLst>
          </p:cNvPr>
          <p:cNvSpPr txBox="1"/>
          <p:nvPr/>
        </p:nvSpPr>
        <p:spPr>
          <a:xfrm>
            <a:off x="609599" y="1682234"/>
            <a:ext cx="84486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MBR decoding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558F24-D6D9-04CF-5636-32384C620EC1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Continuous Diffusion Language Models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DDDE9C-3015-9131-A721-3770861A6CEA}"/>
              </a:ext>
            </a:extLst>
          </p:cNvPr>
          <p:cNvSpPr txBox="1"/>
          <p:nvPr/>
        </p:nvSpPr>
        <p:spPr>
          <a:xfrm>
            <a:off x="510210" y="6477551"/>
            <a:ext cx="48074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Li et al., “Diffusion-LM Improves Controllable Text Generation”,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2022.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41532F-A5B1-2542-CB84-B1E208E9F0D4}"/>
              </a:ext>
            </a:extLst>
          </p:cNvPr>
          <p:cNvSpPr txBox="1"/>
          <p:nvPr/>
        </p:nvSpPr>
        <p:spPr>
          <a:xfrm>
            <a:off x="929639" y="2083813"/>
            <a:ext cx="84486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 Diffusion generated samples might contain misaligned/non-fluent sentences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0CD5A5-96B9-2AC5-8BEA-175C7A665078}"/>
              </a:ext>
            </a:extLst>
          </p:cNvPr>
          <p:cNvSpPr txBox="1"/>
          <p:nvPr/>
        </p:nvSpPr>
        <p:spPr>
          <a:xfrm>
            <a:off x="929639" y="2435609"/>
            <a:ext cx="84486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-&gt;   Generate many candidates and then select the best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865DA3CA-E05F-145E-6DE5-04445546BA36}"/>
              </a:ext>
            </a:extLst>
          </p:cNvPr>
          <p:cNvGrpSpPr/>
          <p:nvPr/>
        </p:nvGrpSpPr>
        <p:grpSpPr>
          <a:xfrm>
            <a:off x="1079990" y="3320516"/>
            <a:ext cx="8107629" cy="1764858"/>
            <a:chOff x="1170432" y="3666240"/>
            <a:chExt cx="8107629" cy="1764858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E7FFC527-F2C1-1D4E-84BC-3EFEA2321A21}"/>
                </a:ext>
              </a:extLst>
            </p:cNvPr>
            <p:cNvSpPr/>
            <p:nvPr/>
          </p:nvSpPr>
          <p:spPr>
            <a:xfrm>
              <a:off x="1170432" y="4092982"/>
              <a:ext cx="1426464" cy="539496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Model</a:t>
              </a:r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189D1BAC-7CD7-0F9A-6C1C-7A803912469C}"/>
                </a:ext>
              </a:extLst>
            </p:cNvPr>
            <p:cNvCxnSpPr/>
            <p:nvPr/>
          </p:nvCxnSpPr>
          <p:spPr>
            <a:xfrm flipV="1">
              <a:off x="2913939" y="3877056"/>
              <a:ext cx="551637" cy="374904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7531172E-C25A-0770-43B6-5FD0CE579709}"/>
                </a:ext>
              </a:extLst>
            </p:cNvPr>
            <p:cNvCxnSpPr>
              <a:cxnSpLocks/>
            </p:cNvCxnSpPr>
            <p:nvPr/>
          </p:nvCxnSpPr>
          <p:spPr>
            <a:xfrm>
              <a:off x="2913939" y="4384427"/>
              <a:ext cx="551637" cy="0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A78C732D-6126-87D7-1D67-8C20C6FF1EEC}"/>
                </a:ext>
              </a:extLst>
            </p:cNvPr>
            <p:cNvCxnSpPr>
              <a:cxnSpLocks/>
            </p:cNvCxnSpPr>
            <p:nvPr/>
          </p:nvCxnSpPr>
          <p:spPr>
            <a:xfrm>
              <a:off x="2913939" y="4555115"/>
              <a:ext cx="551637" cy="199765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2AEE3E7D-5CF4-DD33-9F46-B39405068F64}"/>
                </a:ext>
              </a:extLst>
            </p:cNvPr>
            <p:cNvCxnSpPr>
              <a:cxnSpLocks/>
            </p:cNvCxnSpPr>
            <p:nvPr/>
          </p:nvCxnSpPr>
          <p:spPr>
            <a:xfrm>
              <a:off x="2913938" y="4767403"/>
              <a:ext cx="551638" cy="497470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A4956EB9-9064-1F04-4BCE-128B41945293}"/>
                </a:ext>
              </a:extLst>
            </p:cNvPr>
            <p:cNvSpPr/>
            <p:nvPr/>
          </p:nvSpPr>
          <p:spPr>
            <a:xfrm>
              <a:off x="3663531" y="3666240"/>
              <a:ext cx="1558620" cy="374904"/>
            </a:xfrm>
            <a:prstGeom prst="roundRect">
              <a:avLst/>
            </a:prstGeom>
            <a:solidFill>
              <a:schemeClr val="tx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Sample 1</a:t>
              </a:r>
              <a:endParaRPr lang="ko-KR" altLang="en-US" dirty="0" err="1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C0FB2B77-F4B1-F36D-BCEB-E79A88C72EBF}"/>
                </a:ext>
              </a:extLst>
            </p:cNvPr>
            <p:cNvSpPr/>
            <p:nvPr/>
          </p:nvSpPr>
          <p:spPr>
            <a:xfrm>
              <a:off x="3663531" y="4129558"/>
              <a:ext cx="1558620" cy="374904"/>
            </a:xfrm>
            <a:prstGeom prst="roundRect">
              <a:avLst/>
            </a:prstGeom>
            <a:solidFill>
              <a:schemeClr val="tx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Sample 2</a:t>
              </a:r>
              <a:endParaRPr lang="ko-KR" altLang="en-US" dirty="0" err="1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EA22CC39-C5D1-0FA7-596D-FF1C2B53701F}"/>
                </a:ext>
              </a:extLst>
            </p:cNvPr>
            <p:cNvSpPr/>
            <p:nvPr/>
          </p:nvSpPr>
          <p:spPr>
            <a:xfrm>
              <a:off x="3663531" y="4592876"/>
              <a:ext cx="1558620" cy="374904"/>
            </a:xfrm>
            <a:prstGeom prst="roundRect">
              <a:avLst/>
            </a:prstGeom>
            <a:solidFill>
              <a:schemeClr val="tx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Sample 3</a:t>
              </a:r>
              <a:endParaRPr lang="ko-KR" altLang="en-US" dirty="0" err="1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78BA1F4A-9AEC-6424-709B-3583B9EB6FC4}"/>
                </a:ext>
              </a:extLst>
            </p:cNvPr>
            <p:cNvSpPr/>
            <p:nvPr/>
          </p:nvSpPr>
          <p:spPr>
            <a:xfrm>
              <a:off x="3663531" y="5056194"/>
              <a:ext cx="1558620" cy="374904"/>
            </a:xfrm>
            <a:prstGeom prst="roundRect">
              <a:avLst/>
            </a:prstGeom>
            <a:solidFill>
              <a:schemeClr val="tx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Sample 4</a:t>
              </a:r>
              <a:endParaRPr lang="ko-KR" altLang="en-US" dirty="0" err="1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오른쪽 중괄호 31">
              <a:extLst>
                <a:ext uri="{FF2B5EF4-FFF2-40B4-BE49-F238E27FC236}">
                  <a16:creationId xmlns:a16="http://schemas.microsoft.com/office/drawing/2014/main" id="{865B0C28-A609-2AEF-B378-75CDB76B9A4E}"/>
                </a:ext>
              </a:extLst>
            </p:cNvPr>
            <p:cNvSpPr/>
            <p:nvPr/>
          </p:nvSpPr>
          <p:spPr>
            <a:xfrm>
              <a:off x="5477256" y="3853692"/>
              <a:ext cx="228600" cy="1411181"/>
            </a:xfrm>
            <a:prstGeom prst="rightBrace">
              <a:avLst/>
            </a:prstGeom>
            <a:ln w="1905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A1BB07E-8A95-1D11-89FD-CAB02A3FCF19}"/>
                </a:ext>
              </a:extLst>
            </p:cNvPr>
            <p:cNvSpPr txBox="1"/>
            <p:nvPr/>
          </p:nvSpPr>
          <p:spPr>
            <a:xfrm>
              <a:off x="5960961" y="4362554"/>
              <a:ext cx="87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-BLEU</a:t>
              </a:r>
              <a:endPara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95DA6EBA-8F85-95D3-78A8-977AF95BC61A}"/>
                </a:ext>
              </a:extLst>
            </p:cNvPr>
            <p:cNvCxnSpPr>
              <a:cxnSpLocks/>
            </p:cNvCxnSpPr>
            <p:nvPr/>
          </p:nvCxnSpPr>
          <p:spPr>
            <a:xfrm>
              <a:off x="6979971" y="4519942"/>
              <a:ext cx="551637" cy="0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3C7E1EED-CA1F-FCD6-6534-FAED2BA638CE}"/>
                </a:ext>
              </a:extLst>
            </p:cNvPr>
            <p:cNvSpPr/>
            <p:nvPr/>
          </p:nvSpPr>
          <p:spPr>
            <a:xfrm>
              <a:off x="7719441" y="4344379"/>
              <a:ext cx="1558620" cy="374904"/>
            </a:xfrm>
            <a:prstGeom prst="roundRect">
              <a:avLst/>
            </a:prstGeom>
            <a:solidFill>
              <a:schemeClr val="tx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Sample 2</a:t>
              </a:r>
              <a:endParaRPr lang="ko-KR" altLang="en-US" dirty="0" err="1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2CE25932-9CA1-6489-E2B2-E5CB66C76D0D}"/>
              </a:ext>
            </a:extLst>
          </p:cNvPr>
          <p:cNvSpPr txBox="1"/>
          <p:nvPr/>
        </p:nvSpPr>
        <p:spPr>
          <a:xfrm>
            <a:off x="955405" y="5555645"/>
            <a:ext cx="98710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 One of the commonly used decoding methods to compensate for low-quality generation in DLMs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4032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043F2-4F3C-2FBE-542D-BD5E73C39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8CA2B5E-F3E0-EBB2-3A27-63B901568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27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78FC3A35-D643-1B25-BED4-AB16F16A7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DiffuSeq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39AFA4-0306-8411-4776-E6D7A810E487}"/>
              </a:ext>
            </a:extLst>
          </p:cNvPr>
          <p:cNvSpPr txBox="1"/>
          <p:nvPr/>
        </p:nvSpPr>
        <p:spPr>
          <a:xfrm>
            <a:off x="609600" y="1617762"/>
            <a:ext cx="84486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Extension of Diffusion-LM → supports conditional (Seq2Seq) text generation.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A35EAA-1A62-0C6B-2EE3-5B5F1D070571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Continuous Diffusion Language Models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ADA1BA-C5D8-9AE5-4D1B-B24D3EE36FAC}"/>
              </a:ext>
            </a:extLst>
          </p:cNvPr>
          <p:cNvSpPr txBox="1"/>
          <p:nvPr/>
        </p:nvSpPr>
        <p:spPr>
          <a:xfrm>
            <a:off x="510210" y="6477551"/>
            <a:ext cx="61490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Gong et al., “DIFFUSEQ: SEQUENCE TO SEQUENCE TEXT GENERATION WITH DIFFUSION MODELS”, ICLR 2023.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8C1C9E0-16FB-26C1-F53F-D4CAFB34D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776" y="2271677"/>
            <a:ext cx="8598760" cy="21362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959700E-821A-D121-D43C-E2B25A57FF58}"/>
              </a:ext>
            </a:extLst>
          </p:cNvPr>
          <p:cNvSpPr txBox="1"/>
          <p:nvPr/>
        </p:nvSpPr>
        <p:spPr>
          <a:xfrm>
            <a:off x="707136" y="4723334"/>
            <a:ext cx="84486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Partial noising: Add Gaussian noise only to target embeddings during forward process.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A41E840-0BF3-2C7F-01EB-404FE53065D6}"/>
                  </a:ext>
                </a:extLst>
              </p:cNvPr>
              <p:cNvSpPr txBox="1"/>
              <p:nvPr/>
            </p:nvSpPr>
            <p:spPr>
              <a:xfrm>
                <a:off x="707135" y="5098529"/>
                <a:ext cx="972616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Conditional denoising: Transformer denoiser recovers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𝑦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​  while attending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at every step.</a:t>
                </a:r>
                <a:endParaRPr lang="ko-KR" altLang="en-US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A41E840-0BF3-2C7F-01EB-404FE5306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135" y="5098529"/>
                <a:ext cx="9726169" cy="338554"/>
              </a:xfrm>
              <a:prstGeom prst="rect">
                <a:avLst/>
              </a:prstGeom>
              <a:blipFill>
                <a:blip r:embed="rId4"/>
                <a:stretch>
                  <a:fillRect l="-251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5798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E289C-BDB3-58E3-DEFB-788696FEE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14F8768-E6AF-E018-9E07-B01BD04C4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28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7C7E7A7D-606F-7F9F-BBB5-47A66CFC6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Difformer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B33D0C-4B67-346F-4602-ABCB464516FF}"/>
              </a:ext>
            </a:extLst>
          </p:cNvPr>
          <p:cNvSpPr txBox="1"/>
          <p:nvPr/>
        </p:nvSpPr>
        <p:spPr>
          <a:xfrm>
            <a:off x="609600" y="1617762"/>
            <a:ext cx="84486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Embedding Collapse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Learnable embeddings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shift during training, leading to unstable training and reduced representation capacity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AFEDE5-44E7-81B4-1E7B-3C3BC1841376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Continuous Diffusion Language Models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45D137-65F3-301E-F43A-DB52064ADEAA}"/>
              </a:ext>
            </a:extLst>
          </p:cNvPr>
          <p:cNvSpPr txBox="1"/>
          <p:nvPr/>
        </p:nvSpPr>
        <p:spPr>
          <a:xfrm>
            <a:off x="510210" y="6477551"/>
            <a:ext cx="72987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Gao et al., “Empowering Diffusion Models on the Embedding Space for Text Generation”, NAACL 2024.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BBFBFC-9F77-2A3F-675A-91697A9BFD73}"/>
              </a:ext>
            </a:extLst>
          </p:cNvPr>
          <p:cNvSpPr txBox="1"/>
          <p:nvPr/>
        </p:nvSpPr>
        <p:spPr>
          <a:xfrm>
            <a:off x="609599" y="2282221"/>
            <a:ext cx="93573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Denoising Model Degeneration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Insufficient noise in 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high-dimensional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embedding space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21A2B05-0798-4DD8-EBD9-A2DA7ADB9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693" y="3025961"/>
            <a:ext cx="6421581" cy="278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16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28425-01DE-A94F-C612-049F9D9BE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222BA4C-32CB-6365-A4D5-5A41FF615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29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C174D229-B26F-09F3-588B-635D8F0D0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LD4LG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0DF654-0BD4-D77A-5D96-B26A062C8ADA}"/>
              </a:ext>
            </a:extLst>
          </p:cNvPr>
          <p:cNvSpPr txBox="1"/>
          <p:nvPr/>
        </p:nvSpPr>
        <p:spPr>
          <a:xfrm>
            <a:off x="609600" y="1617762"/>
            <a:ext cx="84486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Instead of utilizing trainable embedding, use encoder-decoder for latent diffusion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4DC6C8-B384-053D-71ED-70F2D574F861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Continuous Diffusion Language Models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3E36B2-2E01-5F58-6CB1-BB45886E0F9E}"/>
              </a:ext>
            </a:extLst>
          </p:cNvPr>
          <p:cNvSpPr txBox="1"/>
          <p:nvPr/>
        </p:nvSpPr>
        <p:spPr>
          <a:xfrm>
            <a:off x="510210" y="6477551"/>
            <a:ext cx="72987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Lovelace et al., “Latent Diffusion for Language Generation,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2023.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B668C5-E29F-62E4-07ED-B45F432C6AAD}"/>
              </a:ext>
            </a:extLst>
          </p:cNvPr>
          <p:cNvSpPr txBox="1"/>
          <p:nvPr/>
        </p:nvSpPr>
        <p:spPr>
          <a:xfrm>
            <a:off x="609600" y="2089614"/>
            <a:ext cx="84486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Use a pretrained encoder–decoder LM (BART/T5) to build a language autoencoder.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B5016D-6011-B93B-C3E2-BE618F439D59}"/>
              </a:ext>
            </a:extLst>
          </p:cNvPr>
          <p:cNvSpPr txBox="1"/>
          <p:nvPr/>
        </p:nvSpPr>
        <p:spPr>
          <a:xfrm>
            <a:off x="609600" y="2463378"/>
            <a:ext cx="84486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Compress encoder outputs into a fixed-length, continuous latent space → run diffusion here → reconstruct text via pretrained decoder.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D05B73A-1BFA-C528-3282-F07937A66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592" y="3229728"/>
            <a:ext cx="7086038" cy="287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416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658F6-8E02-744B-868C-1B6AB9966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3DA6E83-C835-9AD6-7042-88613231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30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75B20B45-09E7-BEED-AD1C-F6884B9C6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SSD-LM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E2CC6B-149A-2FBE-A8C4-0D2F0D8C6237}"/>
              </a:ext>
            </a:extLst>
          </p:cNvPr>
          <p:cNvSpPr txBox="1"/>
          <p:nvPr/>
        </p:nvSpPr>
        <p:spPr>
          <a:xfrm>
            <a:off x="609600" y="1617762"/>
            <a:ext cx="84486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Inherent limitation in diffusion LMs -&gt; 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Fixed length generation</a:t>
            </a:r>
            <a:endParaRPr lang="ko-KR" altLang="en-US" sz="1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51C58F-A80B-C713-410A-8990575C8111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Continuous Diffusion Language Models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8BBACD-5177-DAD7-C2A6-33C23956A971}"/>
              </a:ext>
            </a:extLst>
          </p:cNvPr>
          <p:cNvSpPr txBox="1"/>
          <p:nvPr/>
        </p:nvSpPr>
        <p:spPr>
          <a:xfrm>
            <a:off x="510210" y="6477551"/>
            <a:ext cx="72987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Han et al., “SSD-LM:Semi-Autoregressive Simplex-based Diffusion LM”, ACL 2023.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B8694-9D92-C445-6060-5F11C238E9CD}"/>
              </a:ext>
            </a:extLst>
          </p:cNvPr>
          <p:cNvSpPr txBox="1"/>
          <p:nvPr/>
        </p:nvSpPr>
        <p:spPr>
          <a:xfrm>
            <a:off x="609599" y="1954869"/>
            <a:ext cx="84486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Instability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in embedding based formulation (+ classifier incompatibility)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07CD613-56AC-2A24-DED7-1FEE31A11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279" y="2716591"/>
            <a:ext cx="4049066" cy="30168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8C53C1E-3AB3-FECE-BAAE-DE6ECA336C02}"/>
              </a:ext>
            </a:extLst>
          </p:cNvPr>
          <p:cNvSpPr txBox="1"/>
          <p:nvPr/>
        </p:nvSpPr>
        <p:spPr>
          <a:xfrm>
            <a:off x="5719847" y="2827507"/>
            <a:ext cx="496949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Propose semi-autoregressive decoding </a:t>
            </a:r>
            <a:b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(parallel generation within each block, autoregressive generation across blocks)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3AF339-31B2-D497-600E-0EE540B124B1}"/>
              </a:ext>
            </a:extLst>
          </p:cNvPr>
          <p:cNvSpPr txBox="1"/>
          <p:nvPr/>
        </p:nvSpPr>
        <p:spPr>
          <a:xfrm>
            <a:off x="5719847" y="3670998"/>
            <a:ext cx="496949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Operate directly in vocabulary space </a:t>
            </a:r>
            <a:b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 embedding, latent mapping)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F9FAB21-5F56-49B8-228F-2AEBFCACD4F5}"/>
              </a:ext>
            </a:extLst>
          </p:cNvPr>
          <p:cNvSpPr/>
          <p:nvPr/>
        </p:nvSpPr>
        <p:spPr>
          <a:xfrm>
            <a:off x="5934456" y="4492614"/>
            <a:ext cx="5522976" cy="117153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D5218AB-837A-C5E9-B0F4-EA17784701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4791199"/>
            <a:ext cx="2290822" cy="68846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12E9C8C-3C84-DCC5-7D0B-3C02E41C81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5944" y="4749433"/>
            <a:ext cx="2432413" cy="6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201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/>
      <p:bldP spid="13" grpId="0"/>
      <p:bldP spid="14" grpId="0"/>
      <p:bldP spid="1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BDB58-25F8-B325-FFF4-5F7FE438C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AE69886-51C8-2269-9F13-796717C59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31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7570D0E5-9781-A78B-BEAB-981967201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Downstream Applications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FA3100-BCB7-37AE-D849-E69D89F7CAB1}"/>
              </a:ext>
            </a:extLst>
          </p:cNvPr>
          <p:cNvSpPr txBox="1"/>
          <p:nvPr/>
        </p:nvSpPr>
        <p:spPr>
          <a:xfrm>
            <a:off x="609600" y="1617762"/>
            <a:ext cx="99882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Easy to integrate attribute control (e.g., sentiment, style, topic) using external or learned classifiers.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20A248-9BA1-6C1D-5A4E-28148C45770D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Continuous Diffusion Language Models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E20D8B-84A3-8A6F-7D14-401B43F19481}"/>
              </a:ext>
            </a:extLst>
          </p:cNvPr>
          <p:cNvSpPr txBox="1"/>
          <p:nvPr/>
        </p:nvSpPr>
        <p:spPr>
          <a:xfrm>
            <a:off x="510210" y="6477551"/>
            <a:ext cx="72987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Zhang et al., “PLANNER: Generating Diversified Paragraph via Latent Language Diffusion Model”,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2023.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E945D6-CD69-F4A8-8D14-FD5D9E0C0B51}"/>
              </a:ext>
            </a:extLst>
          </p:cNvPr>
          <p:cNvSpPr txBox="1"/>
          <p:nvPr/>
        </p:nvSpPr>
        <p:spPr>
          <a:xfrm>
            <a:off x="609600" y="1956316"/>
            <a:ext cx="84486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Stochastic, multi-step sampling naturally explores multiple plausible outputs.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4870FFF3-9E40-D6C1-5BC4-460DAD5951EC}"/>
              </a:ext>
            </a:extLst>
          </p:cNvPr>
          <p:cNvCxnSpPr>
            <a:cxnSpLocks/>
          </p:cNvCxnSpPr>
          <p:nvPr/>
        </p:nvCxnSpPr>
        <p:spPr>
          <a:xfrm>
            <a:off x="996696" y="2688336"/>
            <a:ext cx="621792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268088E-3B1B-6F8F-8608-F6C4FE7B089F}"/>
              </a:ext>
            </a:extLst>
          </p:cNvPr>
          <p:cNvSpPr txBox="1"/>
          <p:nvPr/>
        </p:nvSpPr>
        <p:spPr>
          <a:xfrm>
            <a:off x="1871662" y="2519059"/>
            <a:ext cx="84486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Controllable generation, Textual style transfer, Artistic generation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4B6A339-E687-B8A5-619B-64025F3D2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695" y="3327772"/>
            <a:ext cx="7436107" cy="230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78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/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7DC16-B684-C773-4094-331015A6E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88A6AC4-5767-8D49-F7F2-4A70722B7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32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BA935A8F-9AC4-C742-2E82-18345DB15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Downstream Applications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A34DAC-BFD7-4589-5E5A-AAED43853EAF}"/>
              </a:ext>
            </a:extLst>
          </p:cNvPr>
          <p:cNvSpPr txBox="1"/>
          <p:nvPr/>
        </p:nvSpPr>
        <p:spPr>
          <a:xfrm>
            <a:off x="4553204" y="1825846"/>
            <a:ext cx="3831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Controllable Text Generation</a:t>
            </a:r>
            <a:endParaRPr lang="ko-KR" altLang="en-US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8AC584-9399-30DC-5DF7-992EB0BFCFC3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Continuous Diffusion Language Models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64F9855-CA60-0854-9E4F-881911D07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150319"/>
            <a:ext cx="5698106" cy="21063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16C1D04-5A43-C2EE-B851-25145AFEDBF0}"/>
              </a:ext>
            </a:extLst>
          </p:cNvPr>
          <p:cNvSpPr txBox="1"/>
          <p:nvPr/>
        </p:nvSpPr>
        <p:spPr>
          <a:xfrm>
            <a:off x="2170504" y="2716821"/>
            <a:ext cx="28284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Diffusion-LM (Li et al., 2022)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AA8FA19B-F2E7-9D31-0935-5DC401649A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150319"/>
            <a:ext cx="3984610" cy="220607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1F80C9D-8DE9-2B74-CB25-2A8B6F7E451D}"/>
              </a:ext>
            </a:extLst>
          </p:cNvPr>
          <p:cNvSpPr txBox="1"/>
          <p:nvPr/>
        </p:nvSpPr>
        <p:spPr>
          <a:xfrm>
            <a:off x="7893295" y="2722559"/>
            <a:ext cx="28284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SSD-LM (Han et al., 2022)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924303-C9A2-DB43-AB8D-3153A4B218FF}"/>
              </a:ext>
            </a:extLst>
          </p:cNvPr>
          <p:cNvSpPr txBox="1"/>
          <p:nvPr/>
        </p:nvSpPr>
        <p:spPr>
          <a:xfrm>
            <a:off x="510210" y="6477551"/>
            <a:ext cx="48074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Li et al., “Diffusion-LM Improves Controllable Text Generation”,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2022.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530E23-1828-8EFE-8625-39C03ADBE1FD}"/>
              </a:ext>
            </a:extLst>
          </p:cNvPr>
          <p:cNvSpPr txBox="1"/>
          <p:nvPr/>
        </p:nvSpPr>
        <p:spPr>
          <a:xfrm>
            <a:off x="4893234" y="6477551"/>
            <a:ext cx="72987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Han et al., “SSD-LM:Semi-Autoregressive Simplex-based Diffusion LM”, ACL 2023.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8876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1" grpId="0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281AD-5787-6C67-384A-C78EDE9C3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D4F93EB-77E5-E0CB-47D3-9355415AD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33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923B1B68-70F3-AA43-5D86-E26770C55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Downstream Applications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A0D48A-5965-0AF7-3BFF-DCB80DAD4AEB}"/>
              </a:ext>
            </a:extLst>
          </p:cNvPr>
          <p:cNvSpPr txBox="1"/>
          <p:nvPr/>
        </p:nvSpPr>
        <p:spPr>
          <a:xfrm>
            <a:off x="4949760" y="1794861"/>
            <a:ext cx="2292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Text style transfer</a:t>
            </a:r>
            <a:endParaRPr lang="ko-KR" altLang="en-US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4A6C3B-162B-6E8A-3CAE-DF2F58BFC786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Continuous Diffusion Language Models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91F543-EACE-556F-55D1-03FEEBFD3E17}"/>
              </a:ext>
            </a:extLst>
          </p:cNvPr>
          <p:cNvSpPr txBox="1"/>
          <p:nvPr/>
        </p:nvSpPr>
        <p:spPr>
          <a:xfrm>
            <a:off x="2520613" y="2346266"/>
            <a:ext cx="21282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Diffuseq-StylePTB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(Lyu et al., 2023)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797B6D-BD90-D535-723E-E7D70DB83B3D}"/>
              </a:ext>
            </a:extLst>
          </p:cNvPr>
          <p:cNvSpPr txBox="1"/>
          <p:nvPr/>
        </p:nvSpPr>
        <p:spPr>
          <a:xfrm>
            <a:off x="7728703" y="2355872"/>
            <a:ext cx="28284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ParaGuide</a:t>
            </a:r>
            <a:b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(Horvitz et al., 2024)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27CDF1-4118-4EA4-B81F-26A5E1CE08B8}"/>
              </a:ext>
            </a:extLst>
          </p:cNvPr>
          <p:cNvSpPr txBox="1"/>
          <p:nvPr/>
        </p:nvSpPr>
        <p:spPr>
          <a:xfrm>
            <a:off x="510210" y="6477551"/>
            <a:ext cx="509625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Lyu et al., “Fine-grained Text Style Transfer with Diffusion-Based Language Models”, RepL4NLP 2023.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E974D0-AA50-0E17-AA62-38A2D06ABFCF}"/>
              </a:ext>
            </a:extLst>
          </p:cNvPr>
          <p:cNvSpPr txBox="1"/>
          <p:nvPr/>
        </p:nvSpPr>
        <p:spPr>
          <a:xfrm>
            <a:off x="5606466" y="6468637"/>
            <a:ext cx="53846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Horvitz et al., “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ParaGuide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Guided Diffusion Paraphrasers for Plug-and-Play Textual Style Transfer”, AAAI 2024.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613F1D65-86F0-1B89-A3A5-B5808FF24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33" y="3232297"/>
            <a:ext cx="6015685" cy="238368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850E473-E937-7762-24F1-2626F0A3A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240" y="3098403"/>
            <a:ext cx="3849510" cy="284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46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1" grpId="0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8D824-2B7B-232B-BD8F-2F8F057C6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3D5FA50-B9E3-303A-1ACA-D3833B972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34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50BB83AD-87D0-879D-C381-BB35D62BB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Downstream Applications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32034E-40FA-77B1-22D0-7ECE2A7A9DF6}"/>
              </a:ext>
            </a:extLst>
          </p:cNvPr>
          <p:cNvSpPr txBox="1"/>
          <p:nvPr/>
        </p:nvSpPr>
        <p:spPr>
          <a:xfrm>
            <a:off x="4393730" y="1787039"/>
            <a:ext cx="3042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Dialog/Poetry generation</a:t>
            </a:r>
            <a:endParaRPr lang="ko-KR" altLang="en-US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23CE26-A8B4-9E64-E232-4414FA73805F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Continuous Diffusion Language Models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D1D6E4-E7F5-AD9D-DBC8-0971CB69075E}"/>
              </a:ext>
            </a:extLst>
          </p:cNvPr>
          <p:cNvSpPr txBox="1"/>
          <p:nvPr/>
        </p:nvSpPr>
        <p:spPr>
          <a:xfrm>
            <a:off x="3985261" y="2578540"/>
            <a:ext cx="37221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PoetryDiffusion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(Hu et al., 2024)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2CA441-1EED-FD29-B9EC-8F37437AF56E}"/>
              </a:ext>
            </a:extLst>
          </p:cNvPr>
          <p:cNvSpPr txBox="1"/>
          <p:nvPr/>
        </p:nvSpPr>
        <p:spPr>
          <a:xfrm>
            <a:off x="510210" y="6477551"/>
            <a:ext cx="601860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Hu et al., “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PoetryDiffusion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Towards Joint Semantic and Metrical Manipulation in Poetry Generation”, AAAI 2024.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791AA6D-771D-C1AC-B042-39357E612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77" y="3175939"/>
            <a:ext cx="7135368" cy="235612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63DC6C4-B0A8-94EE-F2E3-6A22E16FF6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8703" y="3175938"/>
            <a:ext cx="4321039" cy="235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051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C4BC1-F7C8-2AC1-5668-9D1487A2A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817BBAF-BE0A-808E-A120-E69BCDD41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1DA0808E-0400-92E1-E730-AC9B1A17D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729" y="468619"/>
            <a:ext cx="10972800" cy="535531"/>
          </a:xfrm>
        </p:spPr>
        <p:txBody>
          <a:bodyPr/>
          <a:lstStyle/>
          <a:p>
            <a:r>
              <a:rPr lang="en-US" altLang="ko-KR" dirty="0"/>
              <a:t>Next week</a:t>
            </a:r>
            <a:endParaRPr lang="ko-KR" altLang="en-US" dirty="0"/>
          </a:p>
        </p:txBody>
      </p:sp>
      <p:sp>
        <p:nvSpPr>
          <p:cNvPr id="2" name="Rectangle 9">
            <a:extLst>
              <a:ext uri="{FF2B5EF4-FFF2-40B4-BE49-F238E27FC236}">
                <a16:creationId xmlns:a16="http://schemas.microsoft.com/office/drawing/2014/main" id="{E8D12064-3423-169E-661C-0C7EB821C20A}"/>
              </a:ext>
            </a:extLst>
          </p:cNvPr>
          <p:cNvSpPr/>
          <p:nvPr/>
        </p:nvSpPr>
        <p:spPr>
          <a:xfrm>
            <a:off x="609600" y="1680837"/>
            <a:ext cx="2861734" cy="12934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dirty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Week </a:t>
            </a:r>
            <a:r>
              <a:rPr lang="en-US" dirty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8</a:t>
            </a:r>
            <a:endParaRPr lang="en-KR" dirty="0">
              <a:solidFill>
                <a:schemeClr val="tx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Diffusion Language 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Models </a:t>
            </a:r>
            <a:r>
              <a:rPr lang="en-US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Ⅱ</a:t>
            </a:r>
            <a:endParaRPr lang="en-KR" sz="1600" dirty="0">
              <a:solidFill>
                <a:schemeClr val="tx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D45B3019-B381-F46E-8EE4-06BE675588DA}"/>
              </a:ext>
            </a:extLst>
          </p:cNvPr>
          <p:cNvSpPr/>
          <p:nvPr/>
        </p:nvSpPr>
        <p:spPr>
          <a:xfrm>
            <a:off x="609600" y="3824161"/>
            <a:ext cx="2861734" cy="129346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dirty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Week </a:t>
            </a:r>
            <a:r>
              <a:rPr lang="en-US" dirty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8</a:t>
            </a:r>
            <a:endParaRPr lang="en-KR" dirty="0">
              <a:solidFill>
                <a:schemeClr val="tx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algn="ctr"/>
            <a:r>
              <a:rPr lang="en-US" altLang="ko-KR" sz="1600" dirty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Diffusion Language </a:t>
            </a:r>
          </a:p>
          <a:p>
            <a:pPr algn="ctr"/>
            <a:r>
              <a:rPr lang="en-US" altLang="ko-KR" sz="1600" dirty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Models </a:t>
            </a:r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Ⅲ</a:t>
            </a:r>
            <a:endParaRPr lang="en-KR" altLang="ko-KR" sz="1600" dirty="0">
              <a:solidFill>
                <a:schemeClr val="tx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B2D058-975E-4DEC-E1E6-5B7B0D955BC0}"/>
              </a:ext>
            </a:extLst>
          </p:cNvPr>
          <p:cNvSpPr txBox="1"/>
          <p:nvPr/>
        </p:nvSpPr>
        <p:spPr>
          <a:xfrm>
            <a:off x="3809632" y="1753568"/>
            <a:ext cx="7927745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Discrete diffusion language models</a:t>
            </a:r>
            <a:endParaRPr lang="en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6E7626-9DE5-EF14-C0A7-C563B961B722}"/>
              </a:ext>
            </a:extLst>
          </p:cNvPr>
          <p:cNvSpPr txBox="1"/>
          <p:nvPr/>
        </p:nvSpPr>
        <p:spPr>
          <a:xfrm>
            <a:off x="3809631" y="3916894"/>
            <a:ext cx="7927745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AR VS. NAR </a:t>
            </a:r>
            <a:endParaRPr lang="en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CCF3FA-F4AA-CE8B-80DF-5072DE3C6653}"/>
              </a:ext>
            </a:extLst>
          </p:cNvPr>
          <p:cNvSpPr txBox="1"/>
          <p:nvPr/>
        </p:nvSpPr>
        <p:spPr>
          <a:xfrm>
            <a:off x="3809631" y="2122900"/>
            <a:ext cx="7927745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Masking &amp; Absorbing state</a:t>
            </a:r>
            <a:endParaRPr lang="en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9ECEF6-C8E0-1235-99D1-BC58AC0A022A}"/>
              </a:ext>
            </a:extLst>
          </p:cNvPr>
          <p:cNvSpPr txBox="1"/>
          <p:nvPr/>
        </p:nvSpPr>
        <p:spPr>
          <a:xfrm>
            <a:off x="3809631" y="2462645"/>
            <a:ext cx="7927745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Token ordering</a:t>
            </a:r>
            <a:endParaRPr lang="en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2EA5E0-6B59-C713-0A9D-20FE5E19A14C}"/>
              </a:ext>
            </a:extLst>
          </p:cNvPr>
          <p:cNvSpPr txBox="1"/>
          <p:nvPr/>
        </p:nvSpPr>
        <p:spPr>
          <a:xfrm>
            <a:off x="3714581" y="431084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AR-like formulation in DLMs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693C90-2664-E0AE-14FC-8D4D841E1522}"/>
              </a:ext>
            </a:extLst>
          </p:cNvPr>
          <p:cNvSpPr txBox="1"/>
          <p:nvPr/>
        </p:nvSpPr>
        <p:spPr>
          <a:xfrm>
            <a:off x="3714581" y="470478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Block-wise diffusion</a:t>
            </a:r>
            <a:endParaRPr lang="ko-KR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908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5207">
        <p:fade/>
      </p:transition>
    </mc:Choice>
    <mc:Fallback xmlns="">
      <p:transition spd="med" advTm="3520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/>
      <p:bldP spid="8" grpId="0"/>
      <p:bldP spid="3" grpId="0"/>
      <p:bldP spid="7" grpId="0"/>
      <p:bldP spid="10" grpId="0"/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16E63F9-8302-7092-AF03-D57439901D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277480"/>
            <a:ext cx="3950550" cy="1304657"/>
          </a:xfrm>
          <a:prstGeom prst="rect">
            <a:avLst/>
          </a:prstGeom>
        </p:spPr>
      </p:pic>
      <p:pic>
        <p:nvPicPr>
          <p:cNvPr id="5" name="오디오 4">
            <a:hlinkClick r:id="" action="ppaction://media"/>
            <a:extLst>
              <a:ext uri="{FF2B5EF4-FFF2-40B4-BE49-F238E27FC236}">
                <a16:creationId xmlns:a16="http://schemas.microsoft.com/office/drawing/2014/main" id="{CAB6615F-7987-1147-1054-DAF5C6ABBA8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87500" t="-287500" r="-287500" b="-28750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661184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3716">
        <p:fade/>
      </p:transition>
    </mc:Choice>
    <mc:Fallback xmlns="">
      <p:transition spd="med" advTm="1371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9|16.2|15.3|19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9|16.2|15.3|19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12.4|15|13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12.4|15|13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12.4|15|13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12.4|15|13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13.9"/>
</p:tagLst>
</file>

<file path=ppt/theme/theme1.xml><?xml version="1.0" encoding="utf-8"?>
<a:theme xmlns:a="http://schemas.openxmlformats.org/drawingml/2006/main" name="AWS Confidential Light">
  <a:themeElements>
    <a:clrScheme name="AWS_2022_Light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2074D5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AWS (AED+맑은고딕)">
      <a:majorFont>
        <a:latin typeface="Amazon Ember Display"/>
        <a:ea typeface="맑은 고딕"/>
        <a:cs typeface=""/>
      </a:majorFont>
      <a:minorFont>
        <a:latin typeface="Amazon Ember Display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WS_Powerpoint Template_Confidential_Dark_2023" id="{72E2B4FE-C42D-464A-9B49-FB69F189B67A}" vid="{83355037-DD83-FB46-B5CB-DF9A297C7AF7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68B642EF64ED0F47B920132EBB4BA1B1" ma:contentTypeVersion="19" ma:contentTypeDescription="새 문서를 만듭니다." ma:contentTypeScope="" ma:versionID="80e348e2e4ab8159d9dc33ee247191d0">
  <xsd:schema xmlns:xsd="http://www.w3.org/2001/XMLSchema" xmlns:xs="http://www.w3.org/2001/XMLSchema" xmlns:p="http://schemas.microsoft.com/office/2006/metadata/properties" xmlns:ns2="bcb2b4a5-cb44-4291-9886-2edaa9e85bdf" xmlns:ns3="e88e242b-24fc-4e0f-9d1e-ff21a8f51232" targetNamespace="http://schemas.microsoft.com/office/2006/metadata/properties" ma:root="true" ma:fieldsID="bb43ea3dc43c3bf6afd2e4364d3117d0" ns2:_="" ns3:_="">
    <xsd:import namespace="bcb2b4a5-cb44-4291-9886-2edaa9e85bdf"/>
    <xsd:import namespace="e88e242b-24fc-4e0f-9d1e-ff21a8f512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_xbbf8__xb9ac__xbcf4__xae3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b2b4a5-cb44-4291-9886-2edaa9e85b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이미지 태그" ma:readOnly="false" ma:fieldId="{5cf76f15-5ced-4ddc-b409-7134ff3c332f}" ma:taxonomyMulti="true" ma:sspId="2641299d-3420-4534-9c49-27313639e9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xbbf8__xb9ac__xbcf4__xae30_" ma:index="25" nillable="true" ma:displayName="미리보기" ma:format="Thumbnail" ma:internalName="_xbbf8__xb9ac__xbcf4__xae30_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8e242b-24fc-4e0f-9d1e-ff21a8f51232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0543c7f-4928-4de1-899e-5400b04075d5}" ma:internalName="TaxCatchAll" ma:showField="CatchAllData" ma:web="e88e242b-24fc-4e0f-9d1e-ff21a8f512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143260A-B934-4D8D-BBAA-0C9A0F678E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F1B9F3A-A732-4BF1-8CA3-DA8DB77979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b2b4a5-cb44-4291-9886-2edaa9e85bdf"/>
    <ds:schemaRef ds:uri="e88e242b-24fc-4e0f-9d1e-ff21a8f512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AWS_Powerpoint Template_Confidential_Dark_2023</Template>
  <TotalTime>2910</TotalTime>
  <Words>2104</Words>
  <Application>Microsoft Office PowerPoint</Application>
  <PresentationFormat>와이드스크린</PresentationFormat>
  <Paragraphs>327</Paragraphs>
  <Slides>36</Slides>
  <Notes>36</Notes>
  <HiddenSlides>0</HiddenSlides>
  <MMClips>3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6" baseType="lpstr">
      <vt:lpstr>Pretendard Medium</vt:lpstr>
      <vt:lpstr>Pretendard</vt:lpstr>
      <vt:lpstr>Pretendard SemiBold</vt:lpstr>
      <vt:lpstr>Pretendard Variable Medium</vt:lpstr>
      <vt:lpstr>Arial</vt:lpstr>
      <vt:lpstr>Pretendard Variable Black</vt:lpstr>
      <vt:lpstr>Cambria Math</vt:lpstr>
      <vt:lpstr>Amazon Ember</vt:lpstr>
      <vt:lpstr>Wingdings</vt:lpstr>
      <vt:lpstr>AWS Confidential Light</vt:lpstr>
      <vt:lpstr>Diffusion Language  Models Ⅰ</vt:lpstr>
      <vt:lpstr>Table of contents</vt:lpstr>
      <vt:lpstr>From Vision to Language</vt:lpstr>
      <vt:lpstr>Recap: DDPM, DDIM</vt:lpstr>
      <vt:lpstr>Recap: Diffusion in Vision</vt:lpstr>
      <vt:lpstr>Recap: Diffusion in Vision</vt:lpstr>
      <vt:lpstr>Bringing Diffusion to Language</vt:lpstr>
      <vt:lpstr>Simple Rationale for Using Diffusion in Text</vt:lpstr>
      <vt:lpstr>Diffusion as the generalization of AR-based approach</vt:lpstr>
      <vt:lpstr>Why Use Diffusion Language Models?</vt:lpstr>
      <vt:lpstr>Why Use Diffusion Language Models?</vt:lpstr>
      <vt:lpstr>The Challenge: Discreteness of Text</vt:lpstr>
      <vt:lpstr>Why Diffusion Doesn’t Directly Work on Text</vt:lpstr>
      <vt:lpstr>Why Diffusion Doesn’t Directly Work on Text</vt:lpstr>
      <vt:lpstr>Fragility of Semantics</vt:lpstr>
      <vt:lpstr>Breaking Token-Level Coherence</vt:lpstr>
      <vt:lpstr>Two Big Families of DLMs</vt:lpstr>
      <vt:lpstr>Dealing with Discreteness</vt:lpstr>
      <vt:lpstr>Continuous Diffusion Language Model</vt:lpstr>
      <vt:lpstr>Discrete Diffusion Language Model</vt:lpstr>
      <vt:lpstr>Continuous VS. Discrete Diffusion</vt:lpstr>
      <vt:lpstr>Continuous Diffusion  Language Models</vt:lpstr>
      <vt:lpstr>Diffusion-LM</vt:lpstr>
      <vt:lpstr>Diffusion-LM</vt:lpstr>
      <vt:lpstr>Diffusion-LM</vt:lpstr>
      <vt:lpstr>Diffusion-LM</vt:lpstr>
      <vt:lpstr>DiffuSeq</vt:lpstr>
      <vt:lpstr>Difformer</vt:lpstr>
      <vt:lpstr>LD4LG</vt:lpstr>
      <vt:lpstr>SSD-LM</vt:lpstr>
      <vt:lpstr>Downstream Applications</vt:lpstr>
      <vt:lpstr>Downstream Applications</vt:lpstr>
      <vt:lpstr>Downstream Applications</vt:lpstr>
      <vt:lpstr>Downstream Applications</vt:lpstr>
      <vt:lpstr>Next week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이나경</dc:creator>
  <cp:lastModifiedBy>우진 김</cp:lastModifiedBy>
  <cp:revision>22</cp:revision>
  <dcterms:created xsi:type="dcterms:W3CDTF">2024-05-08T02:10:43Z</dcterms:created>
  <dcterms:modified xsi:type="dcterms:W3CDTF">2025-08-13T03:42:08Z</dcterms:modified>
</cp:coreProperties>
</file>