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tags/tag8.xml" ContentType="application/vnd.openxmlformats-officedocument.presentationml.tags+xml"/>
  <Override PartName="/ppt/notesSlides/notesSlide12.xml" ContentType="application/vnd.openxmlformats-officedocument.presentationml.notesSlide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tags/tag11.xml" ContentType="application/vnd.openxmlformats-officedocument.presentationml.tags+xml"/>
  <Override PartName="/ppt/notesSlides/notesSlide16.xml" ContentType="application/vnd.openxmlformats-officedocument.presentationml.notesSlide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4.xml" ContentType="application/vnd.openxmlformats-officedocument.presentationml.tags+xml"/>
  <Override PartName="/ppt/notesSlides/notesSlide20.xml" ContentType="application/vnd.openxmlformats-officedocument.presentationml.notesSlide+xml"/>
  <Override PartName="/ppt/tags/tag15.xml" ContentType="application/vnd.openxmlformats-officedocument.presentationml.tags+xml"/>
  <Override PartName="/ppt/notesSlides/notesSlide21.xml" ContentType="application/vnd.openxmlformats-officedocument.presentationml.notesSlide+xml"/>
  <Override PartName="/ppt/tags/tag16.xml" ContentType="application/vnd.openxmlformats-officedocument.presentationml.tags+xml"/>
  <Override PartName="/ppt/notesSlides/notesSlide22.xml" ContentType="application/vnd.openxmlformats-officedocument.presentationml.notesSlide+xml"/>
  <Override PartName="/ppt/tags/tag17.xml" ContentType="application/vnd.openxmlformats-officedocument.presentationml.tags+xml"/>
  <Override PartName="/ppt/notesSlides/notesSlide23.xml" ContentType="application/vnd.openxmlformats-officedocument.presentationml.notesSlide+xml"/>
  <Override PartName="/ppt/tags/tag18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9.xml" ContentType="application/vnd.openxmlformats-officedocument.presentationml.tags+xml"/>
  <Override PartName="/ppt/notesSlides/notesSlide26.xml" ContentType="application/vnd.openxmlformats-officedocument.presentationml.notesSlide+xml"/>
  <Override PartName="/ppt/tags/tag20.xml" ContentType="application/vnd.openxmlformats-officedocument.presentationml.tags+xml"/>
  <Override PartName="/ppt/notesSlides/notesSlide27.xml" ContentType="application/vnd.openxmlformats-officedocument.presentationml.notesSlide+xml"/>
  <Override PartName="/ppt/tags/tag21.xml" ContentType="application/vnd.openxmlformats-officedocument.presentationml.tags+xml"/>
  <Override PartName="/ppt/notesSlides/notesSlide28.xml" ContentType="application/vnd.openxmlformats-officedocument.presentationml.notesSlide+xml"/>
  <Override PartName="/ppt/tags/tag22.xml" ContentType="application/vnd.openxmlformats-officedocument.presentationml.tags+xml"/>
  <Override PartName="/ppt/notesSlides/notesSlide29.xml" ContentType="application/vnd.openxmlformats-officedocument.presentationml.notesSlide+xml"/>
  <Override PartName="/ppt/tags/tag23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3"/>
  </p:sldMasterIdLst>
  <p:notesMasterIdLst>
    <p:notesMasterId r:id="rId35"/>
  </p:notesMasterIdLst>
  <p:handoutMasterIdLst>
    <p:handoutMasterId r:id="rId36"/>
  </p:handoutMasterIdLst>
  <p:sldIdLst>
    <p:sldId id="324" r:id="rId4"/>
    <p:sldId id="378" r:id="rId5"/>
    <p:sldId id="379" r:id="rId6"/>
    <p:sldId id="426" r:id="rId7"/>
    <p:sldId id="427" r:id="rId8"/>
    <p:sldId id="429" r:id="rId9"/>
    <p:sldId id="428" r:id="rId10"/>
    <p:sldId id="441" r:id="rId11"/>
    <p:sldId id="430" r:id="rId12"/>
    <p:sldId id="431" r:id="rId13"/>
    <p:sldId id="436" r:id="rId14"/>
    <p:sldId id="437" r:id="rId15"/>
    <p:sldId id="432" r:id="rId16"/>
    <p:sldId id="433" r:id="rId17"/>
    <p:sldId id="438" r:id="rId18"/>
    <p:sldId id="439" r:id="rId19"/>
    <p:sldId id="440" r:id="rId20"/>
    <p:sldId id="442" r:id="rId21"/>
    <p:sldId id="434" r:id="rId22"/>
    <p:sldId id="443" r:id="rId23"/>
    <p:sldId id="444" r:id="rId24"/>
    <p:sldId id="445" r:id="rId25"/>
    <p:sldId id="446" r:id="rId26"/>
    <p:sldId id="447" r:id="rId27"/>
    <p:sldId id="435" r:id="rId28"/>
    <p:sldId id="449" r:id="rId29"/>
    <p:sldId id="450" r:id="rId30"/>
    <p:sldId id="453" r:id="rId31"/>
    <p:sldId id="451" r:id="rId32"/>
    <p:sldId id="452" r:id="rId33"/>
    <p:sldId id="362" r:id="rId34"/>
  </p:sldIdLst>
  <p:sldSz cx="12192000" cy="6858000"/>
  <p:notesSz cx="6858000" cy="9144000"/>
  <p:embeddedFontLst>
    <p:embeddedFont>
      <p:font typeface="Amazon Ember" panose="020B0600000101010101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Pretendard" panose="02000503000000020004" pitchFamily="2" charset="-127"/>
      <p:regular r:id="rId42"/>
      <p:bold r:id="rId43"/>
    </p:embeddedFont>
    <p:embeddedFont>
      <p:font typeface="Pretendard Medium" panose="02000603000000020004" pitchFamily="2" charset="-127"/>
      <p:regular r:id="rId44"/>
    </p:embeddedFont>
    <p:embeddedFont>
      <p:font typeface="Pretendard SemiBold" panose="02000703000000020004" pitchFamily="50" charset="-127"/>
      <p:regular r:id="rId45"/>
      <p:bold r:id="rId46"/>
    </p:embeddedFont>
    <p:embeddedFont>
      <p:font typeface="Pretendard Variable Black" panose="02000003000000020004" pitchFamily="2" charset="-127"/>
      <p:bold r:id="rId47"/>
    </p:embeddedFont>
    <p:embeddedFont>
      <p:font typeface="Pretendard Variable Medium" panose="02000003000000020004" pitchFamily="2" charset="-127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FA2F373-DADC-4C40-BF5E-7B5D25C153D3}">
          <p14:sldIdLst>
            <p14:sldId id="324"/>
          </p14:sldIdLst>
        </p14:section>
        <p14:section name="제목 없는 구역" id="{17FCF665-CD2B-44E4-996F-496B6D315D16}">
          <p14:sldIdLst>
            <p14:sldId id="378"/>
          </p14:sldIdLst>
        </p14:section>
        <p14:section name="Recap" id="{A40B485B-E797-4D29-9289-69C1575F4BA1}">
          <p14:sldIdLst>
            <p14:sldId id="379"/>
            <p14:sldId id="426"/>
            <p14:sldId id="427"/>
            <p14:sldId id="429"/>
            <p14:sldId id="428"/>
            <p14:sldId id="441"/>
            <p14:sldId id="430"/>
            <p14:sldId id="431"/>
            <p14:sldId id="436"/>
            <p14:sldId id="437"/>
            <p14:sldId id="432"/>
            <p14:sldId id="433"/>
            <p14:sldId id="438"/>
            <p14:sldId id="439"/>
            <p14:sldId id="440"/>
            <p14:sldId id="442"/>
            <p14:sldId id="434"/>
            <p14:sldId id="443"/>
            <p14:sldId id="444"/>
            <p14:sldId id="445"/>
            <p14:sldId id="446"/>
            <p14:sldId id="447"/>
            <p14:sldId id="435"/>
            <p14:sldId id="449"/>
            <p14:sldId id="450"/>
            <p14:sldId id="453"/>
            <p14:sldId id="451"/>
            <p14:sldId id="452"/>
            <p14:sldId id="36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F3E"/>
    <a:srgbClr val="FFAD97"/>
    <a:srgbClr val="9FFCEA"/>
    <a:srgbClr val="7CE8F4"/>
    <a:srgbClr val="FFD7BC"/>
    <a:srgbClr val="FFFFFF"/>
    <a:srgbClr val="191919"/>
    <a:srgbClr val="0000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A6356-FA8E-4E11-866E-CC6BBF058E55}" v="53" dt="2025-09-02T09:21:46.782"/>
    <p1510:client id="{280289FF-71E0-4B12-A980-F1406FCB80FB}" v="1166" dt="2025-09-03T02:47:13.542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03" autoAdjust="0"/>
    <p:restoredTop sz="94358" autoAdjust="0"/>
  </p:normalViewPr>
  <p:slideViewPr>
    <p:cSldViewPr snapToGrid="0">
      <p:cViewPr varScale="1">
        <p:scale>
          <a:sx n="105" d="100"/>
          <a:sy n="105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7" d="100"/>
          <a:sy n="57" d="100"/>
        </p:scale>
        <p:origin x="304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microsoft.com/office/2016/11/relationships/changesInfo" Target="changesInfos/changesInfo1.xml"/><Relationship Id="rId5" Type="http://schemas.openxmlformats.org/officeDocument/2006/relationships/slide" Target="slides/slide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7.xml"/><Relationship Id="rId41" Type="http://schemas.openxmlformats.org/officeDocument/2006/relationships/font" Target="fonts/font5.fntdata"/><Relationship Id="rId54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진 김" userId="9d5916cb77183fd7" providerId="LiveId" clId="{F9202396-4282-4284-9302-FA9E27C2F0E1}"/>
    <pc:docChg chg="undo custSel addSld modSld sldOrd modMainMaster">
      <pc:chgData name="우진 김" userId="9d5916cb77183fd7" providerId="LiveId" clId="{F9202396-4282-4284-9302-FA9E27C2F0E1}" dt="2025-08-08T08:07:20.721" v="5855"/>
      <pc:docMkLst>
        <pc:docMk/>
      </pc:docMkLst>
      <pc:sldChg chg="addSp delSp modSp mod modTransition modAnim">
        <pc:chgData name="우진 김" userId="9d5916cb77183fd7" providerId="LiveId" clId="{F9202396-4282-4284-9302-FA9E27C2F0E1}" dt="2025-08-08T07:49:16.680" v="5813"/>
        <pc:sldMkLst>
          <pc:docMk/>
          <pc:sldMk cId="2712422305" sldId="324"/>
        </pc:sldMkLst>
      </pc:sldChg>
      <pc:sldChg chg="addSp delSp modSp mod modTransition modNotesTx">
        <pc:chgData name="우진 김" userId="9d5916cb77183fd7" providerId="LiveId" clId="{F9202396-4282-4284-9302-FA9E27C2F0E1}" dt="2025-08-08T07:38:09.127" v="5801"/>
        <pc:sldMkLst>
          <pc:docMk/>
          <pc:sldMk cId="1661184582" sldId="362"/>
        </pc:sldMkLst>
        <pc:picChg chg="add mod">
          <ac:chgData name="우진 김" userId="9d5916cb77183fd7" providerId="LiveId" clId="{F9202396-4282-4284-9302-FA9E27C2F0E1}" dt="2025-08-08T05:03:47.011" v="5482"/>
          <ac:picMkLst>
            <pc:docMk/>
            <pc:sldMk cId="1661184582" sldId="362"/>
            <ac:picMk id="2" creationId="{D16E63F9-8302-7092-AF03-D57439901D95}"/>
          </ac:picMkLst>
        </pc:picChg>
        <pc:picChg chg="add mod">
          <ac:chgData name="우진 김" userId="9d5916cb77183fd7" providerId="LiveId" clId="{F9202396-4282-4284-9302-FA9E27C2F0E1}" dt="2025-08-08T07:38:09.127" v="5801"/>
          <ac:picMkLst>
            <pc:docMk/>
            <pc:sldMk cId="1661184582" sldId="362"/>
            <ac:picMk id="5" creationId="{CAB6615F-7987-1147-1054-DAF5C6ABBA88}"/>
          </ac:picMkLst>
        </pc:picChg>
      </pc:sldChg>
      <pc:sldChg chg="addSp delSp modSp mod modTransition modAnim">
        <pc:chgData name="우진 김" userId="9d5916cb77183fd7" providerId="LiveId" clId="{F9202396-4282-4284-9302-FA9E27C2F0E1}" dt="2025-08-08T05:32:42.156" v="5516"/>
        <pc:sldMkLst>
          <pc:docMk/>
          <pc:sldMk cId="2863175468" sldId="378"/>
        </pc:sldMkLst>
      </pc:sldChg>
      <pc:sldChg chg="addSp delSp modSp new mod modTransition modAnim">
        <pc:chgData name="우진 김" userId="9d5916cb77183fd7" providerId="LiveId" clId="{F9202396-4282-4284-9302-FA9E27C2F0E1}" dt="2025-08-08T05:33:39.306" v="5520"/>
        <pc:sldMkLst>
          <pc:docMk/>
          <pc:sldMk cId="1822041746" sldId="379"/>
        </pc:sldMkLst>
      </pc:sldChg>
      <pc:sldChg chg="addSp delSp modSp add mod ord modTransition">
        <pc:chgData name="우진 김" userId="9d5916cb77183fd7" providerId="LiveId" clId="{F9202396-4282-4284-9302-FA9E27C2F0E1}" dt="2025-08-08T05:34:33.134" v="5521"/>
        <pc:sldMkLst>
          <pc:docMk/>
          <pc:sldMk cId="1280036450" sldId="380"/>
        </pc:sldMkLst>
      </pc:sldChg>
      <pc:sldChg chg="addSp delSp modSp add mod modTransition modAnim">
        <pc:chgData name="우진 김" userId="9d5916cb77183fd7" providerId="LiveId" clId="{F9202396-4282-4284-9302-FA9E27C2F0E1}" dt="2025-08-08T07:51:52.224" v="5819"/>
        <pc:sldMkLst>
          <pc:docMk/>
          <pc:sldMk cId="2969185520" sldId="381"/>
        </pc:sldMkLst>
      </pc:sldChg>
      <pc:sldChg chg="addSp delSp modSp add mod modTransition modAnim">
        <pc:chgData name="우진 김" userId="9d5916cb77183fd7" providerId="LiveId" clId="{F9202396-4282-4284-9302-FA9E27C2F0E1}" dt="2025-08-08T05:41:39.689" v="5541"/>
        <pc:sldMkLst>
          <pc:docMk/>
          <pc:sldMk cId="2972959314" sldId="382"/>
        </pc:sldMkLst>
      </pc:sldChg>
      <pc:sldChg chg="addSp delSp modSp add mod modTransition modAnim">
        <pc:chgData name="우진 김" userId="9d5916cb77183fd7" providerId="LiveId" clId="{F9202396-4282-4284-9302-FA9E27C2F0E1}" dt="2025-08-08T07:55:31.877" v="5828"/>
        <pc:sldMkLst>
          <pc:docMk/>
          <pc:sldMk cId="3125816518" sldId="383"/>
        </pc:sldMkLst>
      </pc:sldChg>
      <pc:sldChg chg="addSp delSp modSp add mod ord modTransition modAnim modNotesTx">
        <pc:chgData name="우진 김" userId="9d5916cb77183fd7" providerId="LiveId" clId="{F9202396-4282-4284-9302-FA9E27C2F0E1}" dt="2025-08-08T05:49:28.879" v="5570"/>
        <pc:sldMkLst>
          <pc:docMk/>
          <pc:sldMk cId="1163096262" sldId="384"/>
        </pc:sldMkLst>
      </pc:sldChg>
      <pc:sldChg chg="addSp delSp modSp add mod ord modTransition modAnim modNotesTx">
        <pc:chgData name="우진 김" userId="9d5916cb77183fd7" providerId="LiveId" clId="{F9202396-4282-4284-9302-FA9E27C2F0E1}" dt="2025-08-08T06:00:01.483" v="5599"/>
        <pc:sldMkLst>
          <pc:docMk/>
          <pc:sldMk cId="3014498565" sldId="385"/>
        </pc:sldMkLst>
      </pc:sldChg>
      <pc:sldChg chg="addSp delSp modSp add mod modTransition modAnim">
        <pc:chgData name="우진 김" userId="9d5916cb77183fd7" providerId="LiveId" clId="{F9202396-4282-4284-9302-FA9E27C2F0E1}" dt="2025-08-08T07:57:54.030" v="5834"/>
        <pc:sldMkLst>
          <pc:docMk/>
          <pc:sldMk cId="736076436" sldId="386"/>
        </pc:sldMkLst>
      </pc:sldChg>
      <pc:sldChg chg="addSp delSp modSp add mod modTransition modAnim modNotesTx">
        <pc:chgData name="우진 김" userId="9d5916cb77183fd7" providerId="LiveId" clId="{F9202396-4282-4284-9302-FA9E27C2F0E1}" dt="2025-08-08T06:21:16.580" v="5669"/>
        <pc:sldMkLst>
          <pc:docMk/>
          <pc:sldMk cId="954211891" sldId="387"/>
        </pc:sldMkLst>
      </pc:sldChg>
      <pc:sldChg chg="addSp delSp modSp add mod modTransition modAnim modNotes">
        <pc:chgData name="우진 김" userId="9d5916cb77183fd7" providerId="LiveId" clId="{F9202396-4282-4284-9302-FA9E27C2F0E1}" dt="2025-08-08T06:24:45.418" v="5676"/>
        <pc:sldMkLst>
          <pc:docMk/>
          <pc:sldMk cId="796638153" sldId="388"/>
        </pc:sldMkLst>
      </pc:sldChg>
      <pc:sldChg chg="addSp delSp modSp add mod modTransition modAnim modNotes">
        <pc:chgData name="우진 김" userId="9d5916cb77183fd7" providerId="LiveId" clId="{F9202396-4282-4284-9302-FA9E27C2F0E1}" dt="2025-08-08T06:59:04.594" v="5698"/>
        <pc:sldMkLst>
          <pc:docMk/>
          <pc:sldMk cId="967856410" sldId="389"/>
        </pc:sldMkLst>
      </pc:sldChg>
      <pc:sldChg chg="addSp modSp add mod">
        <pc:chgData name="우진 김" userId="9d5916cb77183fd7" providerId="LiveId" clId="{F9202396-4282-4284-9302-FA9E27C2F0E1}" dt="2025-07-22T11:23:45.288" v="4905" actId="20577"/>
        <pc:sldMkLst>
          <pc:docMk/>
          <pc:sldMk cId="2119384900" sldId="390"/>
        </pc:sldMkLst>
      </pc:sldChg>
      <pc:sldChg chg="addSp delSp modSp add mod ord modTransition modAnim modNotes">
        <pc:chgData name="우진 김" userId="9d5916cb77183fd7" providerId="LiveId" clId="{F9202396-4282-4284-9302-FA9E27C2F0E1}" dt="2025-08-08T07:05:06.729" v="5715"/>
        <pc:sldMkLst>
          <pc:docMk/>
          <pc:sldMk cId="1196701872" sldId="391"/>
        </pc:sldMkLst>
      </pc:sldChg>
      <pc:sldChg chg="addSp delSp modSp add mod ord modTransition modAnim modNotes">
        <pc:chgData name="우진 김" userId="9d5916cb77183fd7" providerId="LiveId" clId="{F9202396-4282-4284-9302-FA9E27C2F0E1}" dt="2025-08-08T07:08:10.132" v="5722"/>
        <pc:sldMkLst>
          <pc:docMk/>
          <pc:sldMk cId="2198328896" sldId="392"/>
        </pc:sldMkLst>
      </pc:sldChg>
      <pc:sldChg chg="addSp delSp modSp add mod modTransition modAnim modNotesTx">
        <pc:chgData name="우진 김" userId="9d5916cb77183fd7" providerId="LiveId" clId="{F9202396-4282-4284-9302-FA9E27C2F0E1}" dt="2025-08-08T07:11:39.511" v="5726"/>
        <pc:sldMkLst>
          <pc:docMk/>
          <pc:sldMk cId="2802374561" sldId="393"/>
        </pc:sldMkLst>
      </pc:sldChg>
      <pc:sldChg chg="addSp delSp modSp add mod modTransition modAnim modNotesTx">
        <pc:chgData name="우진 김" userId="9d5916cb77183fd7" providerId="LiveId" clId="{F9202396-4282-4284-9302-FA9E27C2F0E1}" dt="2025-08-08T07:14:05.563" v="5733"/>
        <pc:sldMkLst>
          <pc:docMk/>
          <pc:sldMk cId="2518397829" sldId="394"/>
        </pc:sldMkLst>
      </pc:sldChg>
      <pc:sldChg chg="addSp delSp modSp add mod modTransition modAnim modNotes">
        <pc:chgData name="우진 김" userId="9d5916cb77183fd7" providerId="LiveId" clId="{F9202396-4282-4284-9302-FA9E27C2F0E1}" dt="2025-08-08T08:04:46.370" v="5849"/>
        <pc:sldMkLst>
          <pc:docMk/>
          <pc:sldMk cId="148147053" sldId="395"/>
        </pc:sldMkLst>
      </pc:sldChg>
      <pc:sldChg chg="addSp delSp modSp add mod modTransition modAnim modNotesTx">
        <pc:chgData name="우진 김" userId="9d5916cb77183fd7" providerId="LiveId" clId="{F9202396-4282-4284-9302-FA9E27C2F0E1}" dt="2025-08-08T08:07:20.721" v="5855"/>
        <pc:sldMkLst>
          <pc:docMk/>
          <pc:sldMk cId="2594974166" sldId="396"/>
        </pc:sldMkLst>
      </pc:sldChg>
      <pc:sldChg chg="addSp delSp modSp add mod modTransition modAnim modNotes">
        <pc:chgData name="우진 김" userId="9d5916cb77183fd7" providerId="LiveId" clId="{F9202396-4282-4284-9302-FA9E27C2F0E1}" dt="2025-08-08T07:28:33.078" v="5774"/>
        <pc:sldMkLst>
          <pc:docMk/>
          <pc:sldMk cId="1886081644" sldId="397"/>
        </pc:sldMkLst>
      </pc:sldChg>
      <pc:sldChg chg="addSp delSp modSp add mod">
        <pc:chgData name="우진 김" userId="9d5916cb77183fd7" providerId="LiveId" clId="{F9202396-4282-4284-9302-FA9E27C2F0E1}" dt="2025-07-21T07:45:11.795" v="1343" actId="20577"/>
        <pc:sldMkLst>
          <pc:docMk/>
          <pc:sldMk cId="2271484296" sldId="398"/>
        </pc:sldMkLst>
      </pc:sldChg>
      <pc:sldChg chg="addSp modSp add mod modTransition modNotes">
        <pc:chgData name="우진 김" userId="9d5916cb77183fd7" providerId="LiveId" clId="{F9202396-4282-4284-9302-FA9E27C2F0E1}" dt="2025-08-08T07:31:21.080" v="5779"/>
        <pc:sldMkLst>
          <pc:docMk/>
          <pc:sldMk cId="1260540756" sldId="399"/>
        </pc:sldMkLst>
      </pc:sldChg>
      <pc:sldChg chg="modSp add mod ord">
        <pc:chgData name="우진 김" userId="9d5916cb77183fd7" providerId="LiveId" clId="{F9202396-4282-4284-9302-FA9E27C2F0E1}" dt="2025-07-21T07:47:35.176" v="1368" actId="20577"/>
        <pc:sldMkLst>
          <pc:docMk/>
          <pc:sldMk cId="2991457619" sldId="400"/>
        </pc:sldMkLst>
      </pc:sldChg>
      <pc:sldChg chg="addSp delSp modSp add mod ord modTransition modAnim modNotes">
        <pc:chgData name="우진 김" userId="9d5916cb77183fd7" providerId="LiveId" clId="{F9202396-4282-4284-9302-FA9E27C2F0E1}" dt="2025-08-08T07:35:51.355" v="5793"/>
        <pc:sldMkLst>
          <pc:docMk/>
          <pc:sldMk cId="1734530735" sldId="401"/>
        </pc:sldMkLst>
      </pc:sldChg>
      <pc:sldChg chg="modSp add mod">
        <pc:chgData name="우진 김" userId="9d5916cb77183fd7" providerId="LiveId" clId="{F9202396-4282-4284-9302-FA9E27C2F0E1}" dt="2025-07-21T07:53:19.688" v="1480" actId="20577"/>
        <pc:sldMkLst>
          <pc:docMk/>
          <pc:sldMk cId="1044491356" sldId="402"/>
        </pc:sldMkLst>
      </pc:sldChg>
      <pc:sldChg chg="modSp add mod">
        <pc:chgData name="우진 김" userId="9d5916cb77183fd7" providerId="LiveId" clId="{F9202396-4282-4284-9302-FA9E27C2F0E1}" dt="2025-07-21T07:53:25.783" v="1491" actId="20577"/>
        <pc:sldMkLst>
          <pc:docMk/>
          <pc:sldMk cId="57628316" sldId="403"/>
        </pc:sldMkLst>
      </pc:sldChg>
      <pc:sldChg chg="addSp delSp modSp add mod modTransition delAnim modAnim modNotes">
        <pc:chgData name="우진 김" userId="9d5916cb77183fd7" providerId="LiveId" clId="{F9202396-4282-4284-9302-FA9E27C2F0E1}" dt="2025-08-08T07:37:47.322" v="5800"/>
        <pc:sldMkLst>
          <pc:docMk/>
          <pc:sldMk cId="3089082808" sldId="404"/>
        </pc:sldMkLst>
      </pc:sldChg>
      <pc:sldChg chg="addSp delSp modSp add mod ord modTransition delAnim modAnim modNotesTx">
        <pc:chgData name="우진 김" userId="9d5916cb77183fd7" providerId="LiveId" clId="{F9202396-4282-4284-9302-FA9E27C2F0E1}" dt="2025-08-08T05:52:41.350" v="5577"/>
        <pc:sldMkLst>
          <pc:docMk/>
          <pc:sldMk cId="1210876351" sldId="405"/>
        </pc:sldMkLst>
      </pc:sldChg>
      <pc:sldChg chg="addSp delSp modSp add mod modTransition modAnim modNotes">
        <pc:chgData name="우진 김" userId="9d5916cb77183fd7" providerId="LiveId" clId="{F9202396-4282-4284-9302-FA9E27C2F0E1}" dt="2025-08-08T07:01:18.158" v="5705"/>
        <pc:sldMkLst>
          <pc:docMk/>
          <pc:sldMk cId="1357024136" sldId="406"/>
        </pc:sldMkLst>
      </pc:sldChg>
      <pc:sldChg chg="addSp delSp modSp mod modTransition modAnim modNotes">
        <pc:chgData name="우진 김" userId="9d5916cb77183fd7" providerId="LiveId" clId="{F9202396-4282-4284-9302-FA9E27C2F0E1}" dt="2025-08-08T08:02:57.783" v="5846"/>
        <pc:sldMkLst>
          <pc:docMk/>
          <pc:sldMk cId="168993211" sldId="407"/>
        </pc:sldMkLst>
      </pc:sldChg>
      <pc:sldChg chg="addSp delSp modSp mod modTransition modAnim modNotes">
        <pc:chgData name="우진 김" userId="9d5916cb77183fd7" providerId="LiveId" clId="{F9202396-4282-4284-9302-FA9E27C2F0E1}" dt="2025-08-08T07:20:15.508" v="5751"/>
        <pc:sldMkLst>
          <pc:docMk/>
          <pc:sldMk cId="30979262" sldId="408"/>
        </pc:sldMkLst>
      </pc:sldChg>
      <pc:sldChg chg="addSp delSp modSp mod modTransition modAnim modNotes">
        <pc:chgData name="우진 김" userId="9d5916cb77183fd7" providerId="LiveId" clId="{F9202396-4282-4284-9302-FA9E27C2F0E1}" dt="2025-08-08T08:00:51.991" v="5840"/>
        <pc:sldMkLst>
          <pc:docMk/>
          <pc:sldMk cId="492626652" sldId="409"/>
        </pc:sldMkLst>
      </pc:sldChg>
      <pc:sldChg chg="addSp modSp modTransition modNotes">
        <pc:chgData name="우진 김" userId="9d5916cb77183fd7" providerId="LiveId" clId="{F9202396-4282-4284-9302-FA9E27C2F0E1}" dt="2025-08-08T07:24:12.637" v="5760"/>
        <pc:sldMkLst>
          <pc:docMk/>
          <pc:sldMk cId="2544759687" sldId="410"/>
        </pc:sldMkLst>
      </pc:sldChg>
      <pc:sldChg chg="addSp delSp modSp mod modTransition modAnim modNotes">
        <pc:chgData name="우진 김" userId="9d5916cb77183fd7" providerId="LiveId" clId="{F9202396-4282-4284-9302-FA9E27C2F0E1}" dt="2025-08-08T07:26:08.663" v="5764"/>
        <pc:sldMkLst>
          <pc:docMk/>
          <pc:sldMk cId="2925435494" sldId="411"/>
        </pc:sldMkLst>
      </pc:sldChg>
      <pc:sldChg chg="addSp delSp modSp mod modTransition modAnim modNotes">
        <pc:chgData name="우진 김" userId="9d5916cb77183fd7" providerId="LiveId" clId="{F9202396-4282-4284-9302-FA9E27C2F0E1}" dt="2025-08-08T07:29:37.435" v="5777"/>
        <pc:sldMkLst>
          <pc:docMk/>
          <pc:sldMk cId="964698161" sldId="413"/>
        </pc:sldMkLst>
      </pc:sldChg>
      <pc:sldChg chg="addSp modSp modTransition modNotes">
        <pc:chgData name="우진 김" userId="9d5916cb77183fd7" providerId="LiveId" clId="{F9202396-4282-4284-9302-FA9E27C2F0E1}" dt="2025-08-08T07:30:34.145" v="5778"/>
        <pc:sldMkLst>
          <pc:docMk/>
          <pc:sldMk cId="80486073" sldId="414"/>
        </pc:sldMkLst>
      </pc:sldChg>
      <pc:sldChg chg="addSp modSp modTransition modNotes">
        <pc:chgData name="우진 김" userId="9d5916cb77183fd7" providerId="LiveId" clId="{F9202396-4282-4284-9302-FA9E27C2F0E1}" dt="2025-08-08T07:32:00.943" v="5780"/>
        <pc:sldMkLst>
          <pc:docMk/>
          <pc:sldMk cId="2408156295" sldId="415"/>
        </pc:sldMkLst>
      </pc:sldChg>
      <pc:sldChg chg="addSp delSp modSp mod modTransition modAnim modNotes">
        <pc:chgData name="우진 김" userId="9d5916cb77183fd7" providerId="LiveId" clId="{F9202396-4282-4284-9302-FA9E27C2F0E1}" dt="2025-08-08T07:33:27.048" v="5784"/>
        <pc:sldMkLst>
          <pc:docMk/>
          <pc:sldMk cId="344128383" sldId="416"/>
        </pc:sldMkLst>
      </pc:sldChg>
      <pc:sldMasterChg chg="modSp mod modSldLayout">
        <pc:chgData name="우진 김" userId="9d5916cb77183fd7" providerId="LiveId" clId="{F9202396-4282-4284-9302-FA9E27C2F0E1}" dt="2025-07-30T03:44:14.909" v="5366" actId="478"/>
        <pc:sldMasterMkLst>
          <pc:docMk/>
          <pc:sldMasterMk cId="471148940" sldId="2147483648"/>
        </pc:sldMasterMkLst>
        <pc:sldLayoutChg chg="modSp mod">
          <pc:chgData name="우진 김" userId="9d5916cb77183fd7" providerId="LiveId" clId="{F9202396-4282-4284-9302-FA9E27C2F0E1}" dt="2025-07-30T03:41:14.709" v="5333" actId="20577"/>
          <pc:sldLayoutMkLst>
            <pc:docMk/>
            <pc:sldMasterMk cId="471148940" sldId="2147483648"/>
            <pc:sldLayoutMk cId="2597322292" sldId="2147483650"/>
          </pc:sldLayoutMkLst>
        </pc:sldLayoutChg>
        <pc:sldLayoutChg chg="modSp mod">
          <pc:chgData name="우진 김" userId="9d5916cb77183fd7" providerId="LiveId" clId="{F9202396-4282-4284-9302-FA9E27C2F0E1}" dt="2025-07-30T03:38:42.953" v="5321" actId="20577"/>
          <pc:sldLayoutMkLst>
            <pc:docMk/>
            <pc:sldMasterMk cId="471148940" sldId="2147483648"/>
            <pc:sldLayoutMk cId="1425795397" sldId="2147483654"/>
          </pc:sldLayoutMkLst>
        </pc:sldLayoutChg>
        <pc:sldLayoutChg chg="modSp mod">
          <pc:chgData name="우진 김" userId="9d5916cb77183fd7" providerId="LiveId" clId="{F9202396-4282-4284-9302-FA9E27C2F0E1}" dt="2025-07-30T03:41:34.484" v="5337" actId="20577"/>
          <pc:sldLayoutMkLst>
            <pc:docMk/>
            <pc:sldMasterMk cId="471148940" sldId="2147483648"/>
            <pc:sldLayoutMk cId="70614007" sldId="2147483661"/>
          </pc:sldLayoutMkLst>
        </pc:sldLayoutChg>
        <pc:sldLayoutChg chg="addSp delSp modSp mod">
          <pc:chgData name="우진 김" userId="9d5916cb77183fd7" providerId="LiveId" clId="{F9202396-4282-4284-9302-FA9E27C2F0E1}" dt="2025-07-30T03:40:56.049" v="5329"/>
          <pc:sldLayoutMkLst>
            <pc:docMk/>
            <pc:sldMasterMk cId="471148940" sldId="2147483648"/>
            <pc:sldLayoutMk cId="1024204732" sldId="2147483663"/>
          </pc:sldLayoutMkLst>
        </pc:sldLayoutChg>
        <pc:sldLayoutChg chg="addSp delSp modSp mod">
          <pc:chgData name="우진 김" userId="9d5916cb77183fd7" providerId="LiveId" clId="{F9202396-4282-4284-9302-FA9E27C2F0E1}" dt="2025-07-30T03:44:14.909" v="5366" actId="478"/>
          <pc:sldLayoutMkLst>
            <pc:docMk/>
            <pc:sldMasterMk cId="471148940" sldId="2147483648"/>
            <pc:sldLayoutMk cId="3174197712" sldId="2147483664"/>
          </pc:sldLayoutMkLst>
        </pc:sldLayoutChg>
      </pc:sldMasterChg>
    </pc:docChg>
  </pc:docChgLst>
  <pc:docChgLst>
    <pc:chgData name="우진 김" userId="9d5916cb77183fd7" providerId="LiveId" clId="{04DF9317-11A9-46EA-8704-4A033ACEB577}"/>
    <pc:docChg chg="undo custSel addSld delSld modSld sldOrd modSection">
      <pc:chgData name="우진 김" userId="9d5916cb77183fd7" providerId="LiveId" clId="{04DF9317-11A9-46EA-8704-4A033ACEB577}" dt="2025-08-20T00:48:56.719" v="7150" actId="20577"/>
      <pc:docMkLst>
        <pc:docMk/>
      </pc:docMkLst>
      <pc:sldChg chg="modSp mod">
        <pc:chgData name="우진 김" userId="9d5916cb77183fd7" providerId="LiveId" clId="{04DF9317-11A9-46EA-8704-4A033ACEB577}" dt="2025-08-19T13:25:26.731" v="3" actId="20577"/>
        <pc:sldMkLst>
          <pc:docMk/>
          <pc:sldMk cId="2712422305" sldId="324"/>
        </pc:sldMkLst>
        <pc:spChg chg="mod">
          <ac:chgData name="우진 김" userId="9d5916cb77183fd7" providerId="LiveId" clId="{04DF9317-11A9-46EA-8704-4A033ACEB577}" dt="2025-08-19T13:25:23.868" v="1" actId="20577"/>
          <ac:spMkLst>
            <pc:docMk/>
            <pc:sldMk cId="2712422305" sldId="324"/>
            <ac:spMk id="2" creationId="{451842AD-51B6-1C23-4E72-00565032CAFC}"/>
          </ac:spMkLst>
        </pc:spChg>
        <pc:spChg chg="mod">
          <ac:chgData name="우진 김" userId="9d5916cb77183fd7" providerId="LiveId" clId="{04DF9317-11A9-46EA-8704-4A033ACEB577}" dt="2025-08-19T13:25:26.731" v="3" actId="20577"/>
          <ac:spMkLst>
            <pc:docMk/>
            <pc:sldMk cId="2712422305" sldId="324"/>
            <ac:spMk id="4" creationId="{DAF71B29-AAE2-F406-9C3C-7F4D981833D2}"/>
          </ac:spMkLst>
        </pc:spChg>
      </pc:sldChg>
      <pc:sldChg chg="addSp modSp mod">
        <pc:chgData name="우진 김" userId="9d5916cb77183fd7" providerId="LiveId" clId="{04DF9317-11A9-46EA-8704-4A033ACEB577}" dt="2025-08-19T19:59:02.372" v="2742" actId="20577"/>
        <pc:sldMkLst>
          <pc:docMk/>
          <pc:sldMk cId="2863175468" sldId="378"/>
        </pc:sldMkLst>
        <pc:spChg chg="add mod">
          <ac:chgData name="우진 김" userId="9d5916cb77183fd7" providerId="LiveId" clId="{04DF9317-11A9-46EA-8704-4A033ACEB577}" dt="2025-08-19T14:02:36.498" v="200" actId="20577"/>
          <ac:spMkLst>
            <pc:docMk/>
            <pc:sldMk cId="2863175468" sldId="378"/>
            <ac:spMk id="5" creationId="{6A496198-2791-620A-ED56-4BB034F6324D}"/>
          </ac:spMkLst>
        </pc:spChg>
        <pc:spChg chg="mod">
          <ac:chgData name="우진 김" userId="9d5916cb77183fd7" providerId="LiveId" clId="{04DF9317-11A9-46EA-8704-4A033ACEB577}" dt="2025-08-19T14:06:15.516" v="222" actId="1076"/>
          <ac:spMkLst>
            <pc:docMk/>
            <pc:sldMk cId="2863175468" sldId="378"/>
            <ac:spMk id="7" creationId="{2655A25F-32D3-F5D3-6DCB-DD7CCC3167C5}"/>
          </ac:spMkLst>
        </pc:spChg>
        <pc:spChg chg="mod">
          <ac:chgData name="우진 김" userId="9d5916cb77183fd7" providerId="LiveId" clId="{04DF9317-11A9-46EA-8704-4A033ACEB577}" dt="2025-08-19T14:05:59.576" v="219" actId="1076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04DF9317-11A9-46EA-8704-4A033ACEB577}" dt="2025-08-19T14:06:07.533" v="220" actId="108"/>
          <ac:spMkLst>
            <pc:docMk/>
            <pc:sldMk cId="2863175468" sldId="378"/>
            <ac:spMk id="11" creationId="{37098ADA-7E7C-01A0-D824-16F9A71322D2}"/>
          </ac:spMkLst>
        </pc:spChg>
        <pc:spChg chg="add mod">
          <ac:chgData name="우진 김" userId="9d5916cb77183fd7" providerId="LiveId" clId="{04DF9317-11A9-46EA-8704-4A033ACEB577}" dt="2025-08-19T19:59:02.372" v="2742" actId="20577"/>
          <ac:spMkLst>
            <pc:docMk/>
            <pc:sldMk cId="2863175468" sldId="378"/>
            <ac:spMk id="14" creationId="{B8572546-B22A-D1AE-708A-6221A39D0682}"/>
          </ac:spMkLst>
        </pc:spChg>
        <pc:spChg chg="mod">
          <ac:chgData name="우진 김" userId="9d5916cb77183fd7" providerId="LiveId" clId="{04DF9317-11A9-46EA-8704-4A033ACEB577}" dt="2025-08-19T14:06:22.293" v="223" actId="108"/>
          <ac:spMkLst>
            <pc:docMk/>
            <pc:sldMk cId="2863175468" sldId="378"/>
            <ac:spMk id="17" creationId="{127FC307-63C8-069F-3B94-691EB7F5CD69}"/>
          </ac:spMkLst>
        </pc:spChg>
      </pc:sldChg>
      <pc:sldChg chg="modSp">
        <pc:chgData name="우진 김" userId="9d5916cb77183fd7" providerId="LiveId" clId="{04DF9317-11A9-46EA-8704-4A033ACEB577}" dt="2025-08-19T14:10:36.693" v="225"/>
        <pc:sldMkLst>
          <pc:docMk/>
          <pc:sldMk cId="1822041746" sldId="379"/>
        </pc:sldMkLst>
        <pc:spChg chg="mod">
          <ac:chgData name="우진 김" userId="9d5916cb77183fd7" providerId="LiveId" clId="{04DF9317-11A9-46EA-8704-4A033ACEB577}" dt="2025-08-19T14:10:36.693" v="225"/>
          <ac:spMkLst>
            <pc:docMk/>
            <pc:sldMk cId="1822041746" sldId="379"/>
            <ac:spMk id="2" creationId="{A8080E15-B7E4-9F16-A37B-594089A520EB}"/>
          </ac:spMkLst>
        </pc:spChg>
      </pc:sldChg>
      <pc:sldChg chg="del">
        <pc:chgData name="우진 김" userId="9d5916cb77183fd7" providerId="LiveId" clId="{04DF9317-11A9-46EA-8704-4A033ACEB577}" dt="2025-08-19T14:11:09.488" v="228" actId="2696"/>
        <pc:sldMkLst>
          <pc:docMk/>
          <pc:sldMk cId="3537827683" sldId="417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2188655536" sldId="418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2912142347" sldId="419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4107177209" sldId="420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2206224731" sldId="421"/>
        </pc:sldMkLst>
      </pc:sldChg>
      <pc:sldChg chg="del">
        <pc:chgData name="우진 김" userId="9d5916cb77183fd7" providerId="LiveId" clId="{04DF9317-11A9-46EA-8704-4A033ACEB577}" dt="2025-08-19T14:10:43.146" v="226" actId="2696"/>
        <pc:sldMkLst>
          <pc:docMk/>
          <pc:sldMk cId="359152800" sldId="422"/>
        </pc:sldMkLst>
      </pc:sldChg>
      <pc:sldChg chg="del">
        <pc:chgData name="우진 김" userId="9d5916cb77183fd7" providerId="LiveId" clId="{04DF9317-11A9-46EA-8704-4A033ACEB577}" dt="2025-08-19T14:10:49.310" v="227" actId="2696"/>
        <pc:sldMkLst>
          <pc:docMk/>
          <pc:sldMk cId="2934031354" sldId="423"/>
        </pc:sldMkLst>
      </pc:sldChg>
      <pc:sldChg chg="del">
        <pc:chgData name="우진 김" userId="9d5916cb77183fd7" providerId="LiveId" clId="{04DF9317-11A9-46EA-8704-4A033ACEB577}" dt="2025-08-19T14:10:49.310" v="227" actId="2696"/>
        <pc:sldMkLst>
          <pc:docMk/>
          <pc:sldMk cId="2710845988" sldId="424"/>
        </pc:sldMkLst>
      </pc:sldChg>
      <pc:sldChg chg="modSp mod">
        <pc:chgData name="우진 김" userId="9d5916cb77183fd7" providerId="LiveId" clId="{04DF9317-11A9-46EA-8704-4A033ACEB577}" dt="2025-08-19T14:13:15.980" v="266" actId="20577"/>
        <pc:sldMkLst>
          <pc:docMk/>
          <pc:sldMk cId="2400302449" sldId="425"/>
        </pc:sldMkLst>
      </pc:sldChg>
      <pc:sldChg chg="modSp mod">
        <pc:chgData name="우진 김" userId="9d5916cb77183fd7" providerId="LiveId" clId="{04DF9317-11A9-46EA-8704-4A033ACEB577}" dt="2025-08-19T16:00:16.834" v="271" actId="20577"/>
        <pc:sldMkLst>
          <pc:docMk/>
          <pc:sldMk cId="3531411043" sldId="426"/>
        </pc:sldMkLst>
        <pc:spChg chg="mod">
          <ac:chgData name="우진 김" userId="9d5916cb77183fd7" providerId="LiveId" clId="{04DF9317-11A9-46EA-8704-4A033ACEB577}" dt="2025-08-19T16:00:16.834" v="271" actId="20577"/>
          <ac:spMkLst>
            <pc:docMk/>
            <pc:sldMk cId="3531411043" sldId="426"/>
            <ac:spMk id="2" creationId="{FE8F7421-9B52-F382-C306-9E50B9740D75}"/>
          </ac:spMkLst>
        </pc:spChg>
      </pc:sldChg>
      <pc:sldChg chg="addSp delSp modSp mod">
        <pc:chgData name="우진 김" userId="9d5916cb77183fd7" providerId="LiveId" clId="{04DF9317-11A9-46EA-8704-4A033ACEB577}" dt="2025-08-19T16:00:22.925" v="273"/>
        <pc:sldMkLst>
          <pc:docMk/>
          <pc:sldMk cId="2536581800" sldId="427"/>
        </pc:sldMkLst>
      </pc:sldChg>
      <pc:sldChg chg="del">
        <pc:chgData name="우진 김" userId="9d5916cb77183fd7" providerId="LiveId" clId="{04DF9317-11A9-46EA-8704-4A033ACEB577}" dt="2025-08-19T14:11:33.031" v="229" actId="2696"/>
        <pc:sldMkLst>
          <pc:docMk/>
          <pc:sldMk cId="2343617760" sldId="428"/>
        </pc:sldMkLst>
      </pc:sldChg>
      <pc:sldChg chg="del">
        <pc:chgData name="우진 김" userId="9d5916cb77183fd7" providerId="LiveId" clId="{04DF9317-11A9-46EA-8704-4A033ACEB577}" dt="2025-08-19T14:11:54.172" v="234" actId="2696"/>
        <pc:sldMkLst>
          <pc:docMk/>
          <pc:sldMk cId="4135360270" sldId="429"/>
        </pc:sldMkLst>
      </pc:sldChg>
      <pc:sldChg chg="addSp delSp modSp mod ord">
        <pc:chgData name="우진 김" userId="9d5916cb77183fd7" providerId="LiveId" clId="{04DF9317-11A9-46EA-8704-4A033ACEB577}" dt="2025-08-19T16:00:26.078" v="275"/>
        <pc:sldMkLst>
          <pc:docMk/>
          <pc:sldMk cId="740634538" sldId="435"/>
        </pc:sldMkLst>
      </pc:sldChg>
      <pc:sldChg chg="del ord">
        <pc:chgData name="우진 김" userId="9d5916cb77183fd7" providerId="LiveId" clId="{04DF9317-11A9-46EA-8704-4A033ACEB577}" dt="2025-08-19T14:12:11.314" v="235" actId="2696"/>
        <pc:sldMkLst>
          <pc:docMk/>
          <pc:sldMk cId="2202930638" sldId="436"/>
        </pc:sldMkLst>
      </pc:sldChg>
      <pc:sldChg chg="del ord">
        <pc:chgData name="우진 김" userId="9d5916cb77183fd7" providerId="LiveId" clId="{04DF9317-11A9-46EA-8704-4A033ACEB577}" dt="2025-08-19T14:12:11.314" v="235" actId="2696"/>
        <pc:sldMkLst>
          <pc:docMk/>
          <pc:sldMk cId="1101785127" sldId="437"/>
        </pc:sldMkLst>
      </pc:sldChg>
      <pc:sldChg chg="addSp delSp modSp mod ord">
        <pc:chgData name="우진 김" userId="9d5916cb77183fd7" providerId="LiveId" clId="{04DF9317-11A9-46EA-8704-4A033ACEB577}" dt="2025-08-19T16:00:32.965" v="277"/>
        <pc:sldMkLst>
          <pc:docMk/>
          <pc:sldMk cId="1005495404" sldId="439"/>
        </pc:sldMkLst>
      </pc:sldChg>
      <pc:sldChg chg="modSp mod">
        <pc:chgData name="우진 김" userId="9d5916cb77183fd7" providerId="LiveId" clId="{04DF9317-11A9-46EA-8704-4A033ACEB577}" dt="2025-08-19T18:54:37.549" v="2440" actId="20577"/>
        <pc:sldMkLst>
          <pc:docMk/>
          <pc:sldMk cId="1147131642" sldId="440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139442293" sldId="441"/>
        </pc:sldMkLst>
      </pc:sldChg>
      <pc:sldChg chg="addSp delSp modSp mod ord">
        <pc:chgData name="우진 김" userId="9d5916cb77183fd7" providerId="LiveId" clId="{04DF9317-11A9-46EA-8704-4A033ACEB577}" dt="2025-08-19T19:08:03.841" v="2538"/>
        <pc:sldMkLst>
          <pc:docMk/>
          <pc:sldMk cId="2587390173" sldId="442"/>
        </pc:sldMkLst>
      </pc:sldChg>
      <pc:sldChg chg="del">
        <pc:chgData name="우진 김" userId="9d5916cb77183fd7" providerId="LiveId" clId="{04DF9317-11A9-46EA-8704-4A033ACEB577}" dt="2025-08-19T19:49:01.333" v="2628" actId="2696"/>
        <pc:sldMkLst>
          <pc:docMk/>
          <pc:sldMk cId="4258911746" sldId="443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2414032160" sldId="444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1815798053" sldId="445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97616189" sldId="446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491416665" sldId="447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025201000" sldId="448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191578725" sldId="449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49146373" sldId="450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918876948" sldId="451"/>
        </pc:sldMkLst>
      </pc:sldChg>
      <pc:sldChg chg="del">
        <pc:chgData name="우진 김" userId="9d5916cb77183fd7" providerId="LiveId" clId="{04DF9317-11A9-46EA-8704-4A033ACEB577}" dt="2025-08-19T19:48:57.616" v="2627" actId="2696"/>
        <pc:sldMkLst>
          <pc:docMk/>
          <pc:sldMk cId="3726051797" sldId="452"/>
        </pc:sldMkLst>
      </pc:sldChg>
      <pc:sldChg chg="addSp delSp modSp add mod ord">
        <pc:chgData name="우진 김" userId="9d5916cb77183fd7" providerId="LiveId" clId="{04DF9317-11A9-46EA-8704-4A033ACEB577}" dt="2025-08-19T16:13:33.470" v="420" actId="113"/>
        <pc:sldMkLst>
          <pc:docMk/>
          <pc:sldMk cId="776872451" sldId="453"/>
        </pc:sldMkLst>
      </pc:sldChg>
      <pc:sldChg chg="del">
        <pc:chgData name="우진 김" userId="9d5916cb77183fd7" providerId="LiveId" clId="{04DF9317-11A9-46EA-8704-4A033ACEB577}" dt="2025-08-19T14:10:49.310" v="227" actId="2696"/>
        <pc:sldMkLst>
          <pc:docMk/>
          <pc:sldMk cId="2157467786" sldId="453"/>
        </pc:sldMkLst>
      </pc:sldChg>
      <pc:sldChg chg="addSp delSp modSp add mod">
        <pc:chgData name="우진 김" userId="9d5916cb77183fd7" providerId="LiveId" clId="{04DF9317-11A9-46EA-8704-4A033ACEB577}" dt="2025-08-19T17:16:18.548" v="1624" actId="20577"/>
        <pc:sldMkLst>
          <pc:docMk/>
          <pc:sldMk cId="304622955" sldId="454"/>
        </pc:sldMkLst>
      </pc:sldChg>
      <pc:sldChg chg="addSp delSp modSp add mod">
        <pc:chgData name="우진 김" userId="9d5916cb77183fd7" providerId="LiveId" clId="{04DF9317-11A9-46EA-8704-4A033ACEB577}" dt="2025-08-19T17:16:23.849" v="1627"/>
        <pc:sldMkLst>
          <pc:docMk/>
          <pc:sldMk cId="4238253505" sldId="455"/>
        </pc:sldMkLst>
      </pc:sldChg>
      <pc:sldChg chg="addSp delSp modSp add mod">
        <pc:chgData name="우진 김" userId="9d5916cb77183fd7" providerId="LiveId" clId="{04DF9317-11A9-46EA-8704-4A033ACEB577}" dt="2025-08-19T17:16:27.297" v="1629"/>
        <pc:sldMkLst>
          <pc:docMk/>
          <pc:sldMk cId="2403790899" sldId="456"/>
        </pc:sldMkLst>
      </pc:sldChg>
      <pc:sldChg chg="addSp delSp modSp add mod">
        <pc:chgData name="우진 김" userId="9d5916cb77183fd7" providerId="LiveId" clId="{04DF9317-11A9-46EA-8704-4A033ACEB577}" dt="2025-08-19T18:24:54.520" v="1940"/>
        <pc:sldMkLst>
          <pc:docMk/>
          <pc:sldMk cId="1242238927" sldId="457"/>
        </pc:sldMkLst>
      </pc:sldChg>
      <pc:sldChg chg="addSp delSp modSp add mod ord">
        <pc:chgData name="우진 김" userId="9d5916cb77183fd7" providerId="LiveId" clId="{04DF9317-11A9-46EA-8704-4A033ACEB577}" dt="2025-08-19T18:09:30.251" v="1857" actId="1076"/>
        <pc:sldMkLst>
          <pc:docMk/>
          <pc:sldMk cId="3465738632" sldId="458"/>
        </pc:sldMkLst>
      </pc:sldChg>
      <pc:sldChg chg="addSp delSp modSp add mod">
        <pc:chgData name="우진 김" userId="9d5916cb77183fd7" providerId="LiveId" clId="{04DF9317-11A9-46EA-8704-4A033ACEB577}" dt="2025-08-19T23:11:16.289" v="5574" actId="1076"/>
        <pc:sldMkLst>
          <pc:docMk/>
          <pc:sldMk cId="2953655984" sldId="459"/>
        </pc:sldMkLst>
      </pc:sldChg>
      <pc:sldChg chg="addSp delSp modSp add mod">
        <pc:chgData name="우진 김" userId="9d5916cb77183fd7" providerId="LiveId" clId="{04DF9317-11A9-46EA-8704-4A033ACEB577}" dt="2025-08-19T20:35:21.117" v="2921"/>
        <pc:sldMkLst>
          <pc:docMk/>
          <pc:sldMk cId="3723981995" sldId="460"/>
        </pc:sldMkLst>
      </pc:sldChg>
      <pc:sldChg chg="addSp delSp modSp add mod">
        <pc:chgData name="우진 김" userId="9d5916cb77183fd7" providerId="LiveId" clId="{04DF9317-11A9-46EA-8704-4A033ACEB577}" dt="2025-08-19T23:54:15.051" v="6589" actId="207"/>
        <pc:sldMkLst>
          <pc:docMk/>
          <pc:sldMk cId="2261924794" sldId="461"/>
        </pc:sldMkLst>
      </pc:sldChg>
      <pc:sldChg chg="modSp add del mod">
        <pc:chgData name="우진 김" userId="9d5916cb77183fd7" providerId="LiveId" clId="{04DF9317-11A9-46EA-8704-4A033ACEB577}" dt="2025-08-19T22:22:08.850" v="4641" actId="2696"/>
        <pc:sldMkLst>
          <pc:docMk/>
          <pc:sldMk cId="1740793535" sldId="462"/>
        </pc:sldMkLst>
      </pc:sldChg>
      <pc:sldChg chg="addSp modSp add mod modAnim">
        <pc:chgData name="우진 김" userId="9d5916cb77183fd7" providerId="LiveId" clId="{04DF9317-11A9-46EA-8704-4A033ACEB577}" dt="2025-08-19T22:37:03.398" v="4833" actId="1076"/>
        <pc:sldMkLst>
          <pc:docMk/>
          <pc:sldMk cId="2196882934" sldId="463"/>
        </pc:sldMkLst>
      </pc:sldChg>
      <pc:sldChg chg="modSp add del mod ord">
        <pc:chgData name="우진 김" userId="9d5916cb77183fd7" providerId="LiveId" clId="{04DF9317-11A9-46EA-8704-4A033ACEB577}" dt="2025-08-19T23:33:01.968" v="6189" actId="2696"/>
        <pc:sldMkLst>
          <pc:docMk/>
          <pc:sldMk cId="8790274" sldId="464"/>
        </pc:sldMkLst>
      </pc:sldChg>
      <pc:sldChg chg="addSp modSp add mod">
        <pc:chgData name="우진 김" userId="9d5916cb77183fd7" providerId="LiveId" clId="{04DF9317-11A9-46EA-8704-4A033ACEB577}" dt="2025-08-20T00:23:34.491" v="6702" actId="20577"/>
        <pc:sldMkLst>
          <pc:docMk/>
          <pc:sldMk cId="3522871725" sldId="465"/>
        </pc:sldMkLst>
      </pc:sldChg>
      <pc:sldChg chg="addSp delSp modSp add mod">
        <pc:chgData name="우진 김" userId="9d5916cb77183fd7" providerId="LiveId" clId="{04DF9317-11A9-46EA-8704-4A033ACEB577}" dt="2025-08-19T23:52:29.784" v="6587" actId="1076"/>
        <pc:sldMkLst>
          <pc:docMk/>
          <pc:sldMk cId="1809259166" sldId="466"/>
        </pc:sldMkLst>
      </pc:sldChg>
      <pc:sldChg chg="modSp add mod ord">
        <pc:chgData name="우진 김" userId="9d5916cb77183fd7" providerId="LiveId" clId="{04DF9317-11A9-46EA-8704-4A033ACEB577}" dt="2025-08-19T19:54:54.973" v="2707" actId="20577"/>
        <pc:sldMkLst>
          <pc:docMk/>
          <pc:sldMk cId="1097575580" sldId="467"/>
        </pc:sldMkLst>
      </pc:sldChg>
      <pc:sldChg chg="modSp add mod ord">
        <pc:chgData name="우진 김" userId="9d5916cb77183fd7" providerId="LiveId" clId="{04DF9317-11A9-46EA-8704-4A033ACEB577}" dt="2025-08-19T19:57:54.226" v="2730" actId="20577"/>
        <pc:sldMkLst>
          <pc:docMk/>
          <pc:sldMk cId="4201449618" sldId="468"/>
        </pc:sldMkLst>
      </pc:sldChg>
      <pc:sldChg chg="modSp add mod">
        <pc:chgData name="우진 김" userId="9d5916cb77183fd7" providerId="LiveId" clId="{04DF9317-11A9-46EA-8704-4A033ACEB577}" dt="2025-08-19T19:58:44.317" v="2733" actId="20577"/>
        <pc:sldMkLst>
          <pc:docMk/>
          <pc:sldMk cId="639584539" sldId="469"/>
        </pc:sldMkLst>
      </pc:sldChg>
      <pc:sldChg chg="modSp add mod ord">
        <pc:chgData name="우진 김" userId="9d5916cb77183fd7" providerId="LiveId" clId="{04DF9317-11A9-46EA-8704-4A033ACEB577}" dt="2025-08-19T19:59:26.173" v="2769" actId="20577"/>
        <pc:sldMkLst>
          <pc:docMk/>
          <pc:sldMk cId="3204268027" sldId="470"/>
        </pc:sldMkLst>
      </pc:sldChg>
      <pc:sldChg chg="modSp add mod ord">
        <pc:chgData name="우진 김" userId="9d5916cb77183fd7" providerId="LiveId" clId="{04DF9317-11A9-46EA-8704-4A033ACEB577}" dt="2025-08-19T20:12:46.412" v="2806" actId="20577"/>
        <pc:sldMkLst>
          <pc:docMk/>
          <pc:sldMk cId="487528784" sldId="471"/>
        </pc:sldMkLst>
      </pc:sldChg>
      <pc:sldChg chg="modSp add mod">
        <pc:chgData name="우진 김" userId="9d5916cb77183fd7" providerId="LiveId" clId="{04DF9317-11A9-46EA-8704-4A033ACEB577}" dt="2025-08-19T20:13:43.462" v="2809" actId="20577"/>
        <pc:sldMkLst>
          <pc:docMk/>
          <pc:sldMk cId="696651168" sldId="472"/>
        </pc:sldMkLst>
      </pc:sldChg>
      <pc:sldChg chg="addSp delSp modSp add mod">
        <pc:chgData name="우진 김" userId="9d5916cb77183fd7" providerId="LiveId" clId="{04DF9317-11A9-46EA-8704-4A033ACEB577}" dt="2025-08-19T21:03:14.522" v="3472" actId="6549"/>
        <pc:sldMkLst>
          <pc:docMk/>
          <pc:sldMk cId="2897082227" sldId="473"/>
        </pc:sldMkLst>
      </pc:sldChg>
      <pc:sldChg chg="addSp delSp modSp add mod">
        <pc:chgData name="우진 김" userId="9d5916cb77183fd7" providerId="LiveId" clId="{04DF9317-11A9-46EA-8704-4A033ACEB577}" dt="2025-08-20T00:17:27.496" v="6624" actId="1037"/>
        <pc:sldMkLst>
          <pc:docMk/>
          <pc:sldMk cId="1451802265" sldId="474"/>
        </pc:sldMkLst>
      </pc:sldChg>
      <pc:sldChg chg="addSp delSp modSp add mod">
        <pc:chgData name="우진 김" userId="9d5916cb77183fd7" providerId="LiveId" clId="{04DF9317-11A9-46EA-8704-4A033ACEB577}" dt="2025-08-19T21:53:41.749" v="4366" actId="20577"/>
        <pc:sldMkLst>
          <pc:docMk/>
          <pc:sldMk cId="2926133949" sldId="475"/>
        </pc:sldMkLst>
      </pc:sldChg>
      <pc:sldChg chg="addSp delSp modSp add mod">
        <pc:chgData name="우진 김" userId="9d5916cb77183fd7" providerId="LiveId" clId="{04DF9317-11A9-46EA-8704-4A033ACEB577}" dt="2025-08-19T23:54:43.152" v="6596" actId="14100"/>
        <pc:sldMkLst>
          <pc:docMk/>
          <pc:sldMk cId="3443473973" sldId="476"/>
        </pc:sldMkLst>
      </pc:sldChg>
      <pc:sldChg chg="addSp delSp modSp add mod delAnim">
        <pc:chgData name="우진 김" userId="9d5916cb77183fd7" providerId="LiveId" clId="{04DF9317-11A9-46EA-8704-4A033ACEB577}" dt="2025-08-19T22:54:12.747" v="5102" actId="20577"/>
        <pc:sldMkLst>
          <pc:docMk/>
          <pc:sldMk cId="563214293" sldId="477"/>
        </pc:sldMkLst>
      </pc:sldChg>
      <pc:sldChg chg="addSp delSp modSp add mod ord">
        <pc:chgData name="우진 김" userId="9d5916cb77183fd7" providerId="LiveId" clId="{04DF9317-11A9-46EA-8704-4A033ACEB577}" dt="2025-08-19T23:33:53.958" v="6242" actId="20577"/>
        <pc:sldMkLst>
          <pc:docMk/>
          <pc:sldMk cId="3253752242" sldId="478"/>
        </pc:sldMkLst>
      </pc:sldChg>
      <pc:sldChg chg="addSp delSp modSp add mod">
        <pc:chgData name="우진 김" userId="9d5916cb77183fd7" providerId="LiveId" clId="{04DF9317-11A9-46EA-8704-4A033ACEB577}" dt="2025-08-20T00:24:07.301" v="6704" actId="20577"/>
        <pc:sldMkLst>
          <pc:docMk/>
          <pc:sldMk cId="2465326408" sldId="479"/>
        </pc:sldMkLst>
      </pc:sldChg>
      <pc:sldChg chg="addSp delSp modSp add mod">
        <pc:chgData name="우진 김" userId="9d5916cb77183fd7" providerId="LiveId" clId="{04DF9317-11A9-46EA-8704-4A033ACEB577}" dt="2025-08-19T23:23:23.470" v="5873" actId="1076"/>
        <pc:sldMkLst>
          <pc:docMk/>
          <pc:sldMk cId="1157082269" sldId="480"/>
        </pc:sldMkLst>
      </pc:sldChg>
      <pc:sldChg chg="addSp delSp modSp add mod">
        <pc:chgData name="우진 김" userId="9d5916cb77183fd7" providerId="LiveId" clId="{04DF9317-11A9-46EA-8704-4A033ACEB577}" dt="2025-08-19T23:29:44.087" v="6188" actId="20577"/>
        <pc:sldMkLst>
          <pc:docMk/>
          <pc:sldMk cId="2991378904" sldId="481"/>
        </pc:sldMkLst>
      </pc:sldChg>
      <pc:sldChg chg="addSp delSp modSp add mod">
        <pc:chgData name="우진 김" userId="9d5916cb77183fd7" providerId="LiveId" clId="{04DF9317-11A9-46EA-8704-4A033ACEB577}" dt="2025-08-19T23:46:20.574" v="6401" actId="2711"/>
        <pc:sldMkLst>
          <pc:docMk/>
          <pc:sldMk cId="2512301338" sldId="482"/>
        </pc:sldMkLst>
      </pc:sldChg>
      <pc:sldChg chg="addSp delSp modSp add mod">
        <pc:chgData name="우진 김" userId="9d5916cb77183fd7" providerId="LiveId" clId="{04DF9317-11A9-46EA-8704-4A033ACEB577}" dt="2025-08-19T23:46:11.915" v="6400" actId="2711"/>
        <pc:sldMkLst>
          <pc:docMk/>
          <pc:sldMk cId="2489608038" sldId="483"/>
        </pc:sldMkLst>
      </pc:sldChg>
      <pc:sldChg chg="addSp delSp modSp add mod delAnim modAnim">
        <pc:chgData name="우진 김" userId="9d5916cb77183fd7" providerId="LiveId" clId="{04DF9317-11A9-46EA-8704-4A033ACEB577}" dt="2025-08-20T00:29:01.549" v="6886" actId="404"/>
        <pc:sldMkLst>
          <pc:docMk/>
          <pc:sldMk cId="759818394" sldId="484"/>
        </pc:sldMkLst>
      </pc:sldChg>
      <pc:sldChg chg="addSp delSp modSp add mod delAnim">
        <pc:chgData name="우진 김" userId="9d5916cb77183fd7" providerId="LiveId" clId="{04DF9317-11A9-46EA-8704-4A033ACEB577}" dt="2025-08-20T00:37:22.715" v="7014" actId="1076"/>
        <pc:sldMkLst>
          <pc:docMk/>
          <pc:sldMk cId="2326108383" sldId="485"/>
        </pc:sldMkLst>
      </pc:sldChg>
      <pc:sldChg chg="addSp delSp modSp add mod">
        <pc:chgData name="우진 김" userId="9d5916cb77183fd7" providerId="LiveId" clId="{04DF9317-11A9-46EA-8704-4A033ACEB577}" dt="2025-08-20T00:48:56.719" v="7150" actId="20577"/>
        <pc:sldMkLst>
          <pc:docMk/>
          <pc:sldMk cId="4154395349" sldId="486"/>
        </pc:sldMkLst>
      </pc:sldChg>
    </pc:docChg>
  </pc:docChgLst>
  <pc:docChgLst>
    <pc:chgData name="우진 김" userId="9d5916cb77183fd7" providerId="LiveId" clId="{FDF37458-B840-4E5E-B3AD-909E5C62266E}"/>
    <pc:docChg chg="undo custSel addSld delSld modSld sldOrd modMainMaster addSection modSection">
      <pc:chgData name="우진 김" userId="9d5916cb77183fd7" providerId="LiveId" clId="{FDF37458-B840-4E5E-B3AD-909E5C62266E}" dt="2025-07-24T14:41:26.121" v="6000" actId="20577"/>
      <pc:docMkLst>
        <pc:docMk/>
      </pc:docMkLst>
      <pc:sldChg chg="modNotesTx">
        <pc:chgData name="우진 김" userId="9d5916cb77183fd7" providerId="LiveId" clId="{FDF37458-B840-4E5E-B3AD-909E5C62266E}" dt="2025-07-24T14:13:59.288" v="5900" actId="20577"/>
        <pc:sldMkLst>
          <pc:docMk/>
          <pc:sldMk cId="2712422305" sldId="324"/>
        </pc:sldMkLst>
      </pc:sldChg>
      <pc:sldChg chg="addSp delSp modSp mod modNotesTx">
        <pc:chgData name="우진 김" userId="9d5916cb77183fd7" providerId="LiveId" clId="{FDF37458-B840-4E5E-B3AD-909E5C62266E}" dt="2025-07-24T14:15:51.524" v="5901" actId="20577"/>
        <pc:sldMkLst>
          <pc:docMk/>
          <pc:sldMk cId="2863175468" sldId="378"/>
        </pc:sldMkLst>
      </pc:sldChg>
      <pc:sldChg chg="modNotesTx">
        <pc:chgData name="우진 김" userId="9d5916cb77183fd7" providerId="LiveId" clId="{FDF37458-B840-4E5E-B3AD-909E5C62266E}" dt="2025-07-24T14:17:42.783" v="5902" actId="20577"/>
        <pc:sldMkLst>
          <pc:docMk/>
          <pc:sldMk cId="1822041746" sldId="379"/>
        </pc:sldMkLst>
      </pc:sldChg>
      <pc:sldChg chg="addSp delSp modSp mod modNotesTx">
        <pc:chgData name="우진 김" userId="9d5916cb77183fd7" providerId="LiveId" clId="{FDF37458-B840-4E5E-B3AD-909E5C62266E}" dt="2025-07-24T14:22:19.223" v="5907" actId="20577"/>
        <pc:sldMkLst>
          <pc:docMk/>
          <pc:sldMk cId="1280036450" sldId="380"/>
        </pc:sldMkLst>
      </pc:sldChg>
      <pc:sldChg chg="addSp delSp modSp mod modAnim modNotes modNotesTx">
        <pc:chgData name="우진 김" userId="9d5916cb77183fd7" providerId="LiveId" clId="{FDF37458-B840-4E5E-B3AD-909E5C62266E}" dt="2025-07-24T14:29:40.621" v="5925" actId="20577"/>
        <pc:sldMkLst>
          <pc:docMk/>
          <pc:sldMk cId="2969185520" sldId="381"/>
        </pc:sldMkLst>
      </pc:sldChg>
      <pc:sldChg chg="addSp delSp modSp mod modAnim modNotes modNotesTx">
        <pc:chgData name="우진 김" userId="9d5916cb77183fd7" providerId="LiveId" clId="{FDF37458-B840-4E5E-B3AD-909E5C62266E}" dt="2025-07-24T14:36:12.120" v="5975" actId="20577"/>
        <pc:sldMkLst>
          <pc:docMk/>
          <pc:sldMk cId="2972959314" sldId="382"/>
        </pc:sldMkLst>
      </pc:sldChg>
      <pc:sldChg chg="addSp modSp mod modAnim modNotesTx">
        <pc:chgData name="우진 김" userId="9d5916cb77183fd7" providerId="LiveId" clId="{FDF37458-B840-4E5E-B3AD-909E5C62266E}" dt="2025-07-24T14:41:26.121" v="6000" actId="20577"/>
        <pc:sldMkLst>
          <pc:docMk/>
          <pc:sldMk cId="3125816518" sldId="383"/>
        </pc:sldMkLst>
      </pc:sldChg>
      <pc:sldChg chg="addSp delSp modSp mod modAnim">
        <pc:chgData name="우진 김" userId="9d5916cb77183fd7" providerId="LiveId" clId="{FDF37458-B840-4E5E-B3AD-909E5C62266E}" dt="2025-07-21T20:10:44.044" v="903"/>
        <pc:sldMkLst>
          <pc:docMk/>
          <pc:sldMk cId="3014498565" sldId="385"/>
        </pc:sldMkLst>
      </pc:sldChg>
      <pc:sldChg chg="addSp delSp modSp mod">
        <pc:chgData name="우진 김" userId="9d5916cb77183fd7" providerId="LiveId" clId="{FDF37458-B840-4E5E-B3AD-909E5C62266E}" dt="2025-07-21T20:36:28.760" v="1285" actId="164"/>
        <pc:sldMkLst>
          <pc:docMk/>
          <pc:sldMk cId="736076436" sldId="386"/>
        </pc:sldMkLst>
      </pc:sldChg>
      <pc:sldChg chg="addSp modSp modAnim">
        <pc:chgData name="우진 김" userId="9d5916cb77183fd7" providerId="LiveId" clId="{FDF37458-B840-4E5E-B3AD-909E5C62266E}" dt="2025-07-22T15:00:06.960" v="1293"/>
        <pc:sldMkLst>
          <pc:docMk/>
          <pc:sldMk cId="954211891" sldId="387"/>
        </pc:sldMkLst>
      </pc:sldChg>
      <pc:sldChg chg="addSp modSp mod modAnim">
        <pc:chgData name="우진 김" userId="9d5916cb77183fd7" providerId="LiveId" clId="{FDF37458-B840-4E5E-B3AD-909E5C62266E}" dt="2025-07-22T15:02:03.339" v="1311"/>
        <pc:sldMkLst>
          <pc:docMk/>
          <pc:sldMk cId="796638153" sldId="388"/>
        </pc:sldMkLst>
      </pc:sldChg>
      <pc:sldChg chg="addSp modSp modAnim">
        <pc:chgData name="우진 김" userId="9d5916cb77183fd7" providerId="LiveId" clId="{FDF37458-B840-4E5E-B3AD-909E5C62266E}" dt="2025-07-22T15:02:45.653" v="1318"/>
        <pc:sldMkLst>
          <pc:docMk/>
          <pc:sldMk cId="967856410" sldId="389"/>
        </pc:sldMkLst>
      </pc:sldChg>
      <pc:sldChg chg="del">
        <pc:chgData name="우진 김" userId="9d5916cb77183fd7" providerId="LiveId" clId="{FDF37458-B840-4E5E-B3AD-909E5C62266E}" dt="2025-07-22T22:59:01.555" v="5755" actId="2696"/>
        <pc:sldMkLst>
          <pc:docMk/>
          <pc:sldMk cId="2119384900" sldId="390"/>
        </pc:sldMkLst>
      </pc:sldChg>
      <pc:sldChg chg="addSp delSp modSp mod modAnim">
        <pc:chgData name="우진 김" userId="9d5916cb77183fd7" providerId="LiveId" clId="{FDF37458-B840-4E5E-B3AD-909E5C62266E}" dt="2025-07-22T15:14:36.394" v="1422"/>
        <pc:sldMkLst>
          <pc:docMk/>
          <pc:sldMk cId="2198328896" sldId="392"/>
        </pc:sldMkLst>
      </pc:sldChg>
      <pc:sldChg chg="addSp delSp modSp mod modAnim">
        <pc:chgData name="우진 김" userId="9d5916cb77183fd7" providerId="LiveId" clId="{FDF37458-B840-4E5E-B3AD-909E5C62266E}" dt="2025-07-22T20:25:58.142" v="3938" actId="1076"/>
        <pc:sldMkLst>
          <pc:docMk/>
          <pc:sldMk cId="2802374561" sldId="393"/>
        </pc:sldMkLst>
      </pc:sldChg>
      <pc:sldChg chg="addSp delSp modSp mod delAnim modAnim">
        <pc:chgData name="우진 김" userId="9d5916cb77183fd7" providerId="LiveId" clId="{FDF37458-B840-4E5E-B3AD-909E5C62266E}" dt="2025-07-22T22:45:09.495" v="5688"/>
        <pc:sldMkLst>
          <pc:docMk/>
          <pc:sldMk cId="2518397829" sldId="394"/>
        </pc:sldMkLst>
      </pc:sldChg>
      <pc:sldChg chg="addSp modSp mod modAnim">
        <pc:chgData name="우진 김" userId="9d5916cb77183fd7" providerId="LiveId" clId="{FDF37458-B840-4E5E-B3AD-909E5C62266E}" dt="2025-07-22T22:45:27.435" v="5691"/>
        <pc:sldMkLst>
          <pc:docMk/>
          <pc:sldMk cId="148147053" sldId="395"/>
        </pc:sldMkLst>
      </pc:sldChg>
      <pc:sldChg chg="addSp delSp modSp mod modAnim">
        <pc:chgData name="우진 김" userId="9d5916cb77183fd7" providerId="LiveId" clId="{FDF37458-B840-4E5E-B3AD-909E5C62266E}" dt="2025-07-23T02:34:35.759" v="5863" actId="20577"/>
        <pc:sldMkLst>
          <pc:docMk/>
          <pc:sldMk cId="2594974166" sldId="396"/>
        </pc:sldMkLst>
      </pc:sldChg>
      <pc:sldChg chg="addSp modSp mod">
        <pc:chgData name="우진 김" userId="9d5916cb77183fd7" providerId="LiveId" clId="{FDF37458-B840-4E5E-B3AD-909E5C62266E}" dt="2025-07-22T21:06:01.412" v="4292" actId="1076"/>
        <pc:sldMkLst>
          <pc:docMk/>
          <pc:sldMk cId="1886081644" sldId="397"/>
        </pc:sldMkLst>
      </pc:sldChg>
      <pc:sldChg chg="addSp delSp modSp del mod">
        <pc:chgData name="우진 김" userId="9d5916cb77183fd7" providerId="LiveId" clId="{FDF37458-B840-4E5E-B3AD-909E5C62266E}" dt="2025-07-22T22:15:03.610" v="5101" actId="2696"/>
        <pc:sldMkLst>
          <pc:docMk/>
          <pc:sldMk cId="2271484296" sldId="398"/>
        </pc:sldMkLst>
      </pc:sldChg>
      <pc:sldChg chg="addSp modSp mod">
        <pc:chgData name="우진 김" userId="9d5916cb77183fd7" providerId="LiveId" clId="{FDF37458-B840-4E5E-B3AD-909E5C62266E}" dt="2025-07-22T22:30:13.679" v="5537"/>
        <pc:sldMkLst>
          <pc:docMk/>
          <pc:sldMk cId="1260540756" sldId="399"/>
        </pc:sldMkLst>
      </pc:sldChg>
      <pc:sldChg chg="del">
        <pc:chgData name="우진 김" userId="9d5916cb77183fd7" providerId="LiveId" clId="{FDF37458-B840-4E5E-B3AD-909E5C62266E}" dt="2025-07-22T22:19:15.780" v="5224" actId="47"/>
        <pc:sldMkLst>
          <pc:docMk/>
          <pc:sldMk cId="2991457619" sldId="400"/>
        </pc:sldMkLst>
      </pc:sldChg>
      <pc:sldChg chg="addSp delSp modSp mod modAnim">
        <pc:chgData name="우진 김" userId="9d5916cb77183fd7" providerId="LiveId" clId="{FDF37458-B840-4E5E-B3AD-909E5C62266E}" dt="2025-07-22T22:25:26.372" v="5460" actId="2711"/>
        <pc:sldMkLst>
          <pc:docMk/>
          <pc:sldMk cId="1734530735" sldId="401"/>
        </pc:sldMkLst>
      </pc:sldChg>
      <pc:sldChg chg="del">
        <pc:chgData name="우진 김" userId="9d5916cb77183fd7" providerId="LiveId" clId="{FDF37458-B840-4E5E-B3AD-909E5C62266E}" dt="2025-07-22T22:22:29.462" v="5404" actId="2696"/>
        <pc:sldMkLst>
          <pc:docMk/>
          <pc:sldMk cId="1044491356" sldId="402"/>
        </pc:sldMkLst>
      </pc:sldChg>
      <pc:sldChg chg="del">
        <pc:chgData name="우진 김" userId="9d5916cb77183fd7" providerId="LiveId" clId="{FDF37458-B840-4E5E-B3AD-909E5C62266E}" dt="2025-07-22T22:22:32.038" v="5405" actId="2696"/>
        <pc:sldMkLst>
          <pc:docMk/>
          <pc:sldMk cId="57628316" sldId="403"/>
        </pc:sldMkLst>
      </pc:sldChg>
      <pc:sldChg chg="addSp delSp modSp mod modAnim">
        <pc:chgData name="우진 김" userId="9d5916cb77183fd7" providerId="LiveId" clId="{FDF37458-B840-4E5E-B3AD-909E5C62266E}" dt="2025-07-22T15:11:36.829" v="1402"/>
        <pc:sldMkLst>
          <pc:docMk/>
          <pc:sldMk cId="1357024136" sldId="406"/>
        </pc:sldMkLst>
      </pc:sldChg>
      <pc:sldChg chg="addSp delSp modSp add mod modAnim">
        <pc:chgData name="우진 김" userId="9d5916cb77183fd7" providerId="LiveId" clId="{FDF37458-B840-4E5E-B3AD-909E5C62266E}" dt="2025-07-22T22:45:40.960" v="5694"/>
        <pc:sldMkLst>
          <pc:docMk/>
          <pc:sldMk cId="168993211" sldId="407"/>
        </pc:sldMkLst>
      </pc:sldChg>
      <pc:sldChg chg="addSp delSp modSp add mod modAnim">
        <pc:chgData name="우진 김" userId="9d5916cb77183fd7" providerId="LiveId" clId="{FDF37458-B840-4E5E-B3AD-909E5C62266E}" dt="2025-07-22T22:45:53.233" v="5696"/>
        <pc:sldMkLst>
          <pc:docMk/>
          <pc:sldMk cId="30979262" sldId="408"/>
        </pc:sldMkLst>
      </pc:sldChg>
      <pc:sldChg chg="addSp delSp modSp add mod">
        <pc:chgData name="우진 김" userId="9d5916cb77183fd7" providerId="LiveId" clId="{FDF37458-B840-4E5E-B3AD-909E5C62266E}" dt="2025-07-22T18:22:25.966" v="3452" actId="1076"/>
        <pc:sldMkLst>
          <pc:docMk/>
          <pc:sldMk cId="492626652" sldId="409"/>
        </pc:sldMkLst>
      </pc:sldChg>
      <pc:sldChg chg="addSp delSp modSp add mod modAnim">
        <pc:chgData name="우진 김" userId="9d5916cb77183fd7" providerId="LiveId" clId="{FDF37458-B840-4E5E-B3AD-909E5C62266E}" dt="2025-07-22T22:46:46.183" v="5703"/>
        <pc:sldMkLst>
          <pc:docMk/>
          <pc:sldMk cId="2544759687" sldId="410"/>
        </pc:sldMkLst>
      </pc:sldChg>
      <pc:sldChg chg="addSp delSp modSp add mod modAnim">
        <pc:chgData name="우진 김" userId="9d5916cb77183fd7" providerId="LiveId" clId="{FDF37458-B840-4E5E-B3AD-909E5C62266E}" dt="2025-07-22T22:46:55.860" v="5704"/>
        <pc:sldMkLst>
          <pc:docMk/>
          <pc:sldMk cId="2925435494" sldId="411"/>
        </pc:sldMkLst>
      </pc:sldChg>
      <pc:sldChg chg="addSp modSp add del mod ord">
        <pc:chgData name="우진 김" userId="9d5916cb77183fd7" providerId="LiveId" clId="{FDF37458-B840-4E5E-B3AD-909E5C62266E}" dt="2025-07-22T22:15:03.610" v="5101" actId="2696"/>
        <pc:sldMkLst>
          <pc:docMk/>
          <pc:sldMk cId="4077780084" sldId="412"/>
        </pc:sldMkLst>
      </pc:sldChg>
      <pc:sldChg chg="addSp delSp modSp add mod ord modAnim">
        <pc:chgData name="우진 김" userId="9d5916cb77183fd7" providerId="LiveId" clId="{FDF37458-B840-4E5E-B3AD-909E5C62266E}" dt="2025-07-22T22:47:19.512" v="5707"/>
        <pc:sldMkLst>
          <pc:docMk/>
          <pc:sldMk cId="964698161" sldId="413"/>
        </pc:sldMkLst>
      </pc:sldChg>
      <pc:sldChg chg="addSp delSp modSp add mod modAnim">
        <pc:chgData name="우진 김" userId="9d5916cb77183fd7" providerId="LiveId" clId="{FDF37458-B840-4E5E-B3AD-909E5C62266E}" dt="2025-07-22T22:47:57.998" v="5727" actId="14100"/>
        <pc:sldMkLst>
          <pc:docMk/>
          <pc:sldMk cId="80486073" sldId="414"/>
        </pc:sldMkLst>
      </pc:sldChg>
      <pc:sldChg chg="addSp delSp modSp add mod modAnim">
        <pc:chgData name="우진 김" userId="9d5916cb77183fd7" providerId="LiveId" clId="{FDF37458-B840-4E5E-B3AD-909E5C62266E}" dt="2025-07-22T22:48:21.763" v="5730"/>
        <pc:sldMkLst>
          <pc:docMk/>
          <pc:sldMk cId="2408156295" sldId="415"/>
        </pc:sldMkLst>
      </pc:sldChg>
      <pc:sldChg chg="addSp delSp modSp add mod modAnim">
        <pc:chgData name="우진 김" userId="9d5916cb77183fd7" providerId="LiveId" clId="{FDF37458-B840-4E5E-B3AD-909E5C62266E}" dt="2025-07-23T02:44:50.227" v="5865" actId="20577"/>
        <pc:sldMkLst>
          <pc:docMk/>
          <pc:sldMk cId="344128383" sldId="416"/>
        </pc:sldMkLst>
      </pc:sldChg>
      <pc:sldMasterChg chg="modSldLayout">
        <pc:chgData name="우진 김" userId="9d5916cb77183fd7" providerId="LiveId" clId="{FDF37458-B840-4E5E-B3AD-909E5C62266E}" dt="2025-07-21T17:03:20.911" v="4" actId="1076"/>
        <pc:sldMasterMkLst>
          <pc:docMk/>
          <pc:sldMasterMk cId="471148940" sldId="2147483648"/>
        </pc:sldMasterMkLst>
        <pc:sldLayoutChg chg="addSp modSp mod">
          <pc:chgData name="우진 김" userId="9d5916cb77183fd7" providerId="LiveId" clId="{FDF37458-B840-4E5E-B3AD-909E5C62266E}" dt="2025-07-21T17:03:20.911" v="4" actId="1076"/>
          <pc:sldLayoutMkLst>
            <pc:docMk/>
            <pc:sldMasterMk cId="471148940" sldId="2147483648"/>
            <pc:sldLayoutMk cId="3174197712" sldId="2147483664"/>
          </pc:sldLayoutMkLst>
        </pc:sldLayoutChg>
      </pc:sldMasterChg>
    </pc:docChg>
  </pc:docChgLst>
  <pc:docChgLst>
    <pc:chgData name="우진 김" userId="9d5916cb77183fd7" providerId="LiveId" clId="{73E18906-EDC1-493C-A223-1245781D7ADD}"/>
    <pc:docChg chg="undo custSel addSld delSld modSld sldOrd delSection modSection modShowInfo">
      <pc:chgData name="우진 김" userId="9d5916cb77183fd7" providerId="LiveId" clId="{73E18906-EDC1-493C-A223-1245781D7ADD}" dt="2025-08-13T05:06:09.378" v="507" actId="2744"/>
      <pc:docMkLst>
        <pc:docMk/>
      </pc:docMkLst>
      <pc:sldChg chg="addSp delSp modSp mod">
        <pc:chgData name="우진 김" userId="9d5916cb77183fd7" providerId="LiveId" clId="{73E18906-EDC1-493C-A223-1245781D7ADD}" dt="2025-08-13T04:59:34.878" v="506"/>
        <pc:sldMkLst>
          <pc:docMk/>
          <pc:sldMk cId="2863175468" sldId="378"/>
        </pc:sldMkLst>
        <pc:spChg chg="add mod">
          <ac:chgData name="우진 김" userId="9d5916cb77183fd7" providerId="LiveId" clId="{73E18906-EDC1-493C-A223-1245781D7ADD}" dt="2025-08-13T04:59:34.878" v="506"/>
          <ac:spMkLst>
            <pc:docMk/>
            <pc:sldMk cId="2863175468" sldId="378"/>
            <ac:spMk id="3" creationId="{03860D58-90AF-9954-7508-26AD398B5ACD}"/>
          </ac:spMkLst>
        </pc:spChg>
      </pc:sldChg>
      <pc:sldChg chg="delSp modSp mod delAnim modAnim">
        <pc:chgData name="우진 김" userId="9d5916cb77183fd7" providerId="LiveId" clId="{73E18906-EDC1-493C-A223-1245781D7ADD}" dt="2025-08-13T02:44:23.876" v="155"/>
        <pc:sldMkLst>
          <pc:docMk/>
          <pc:sldMk cId="3089082808" sldId="404"/>
        </pc:sldMkLst>
      </pc:sldChg>
      <pc:sldChg chg="addSp delSp modSp mod">
        <pc:chgData name="우진 김" userId="9d5916cb77183fd7" providerId="LiveId" clId="{73E18906-EDC1-493C-A223-1245781D7ADD}" dt="2025-08-13T04:59:07.024" v="489"/>
        <pc:sldMkLst>
          <pc:docMk/>
          <pc:sldMk cId="3537827683" sldId="417"/>
        </pc:sldMkLst>
      </pc:sldChg>
      <pc:sldChg chg="addSp delSp modSp mod modAnim">
        <pc:chgData name="우진 김" userId="9d5916cb77183fd7" providerId="LiveId" clId="{73E18906-EDC1-493C-A223-1245781D7ADD}" dt="2025-08-13T04:59:31.261" v="504"/>
        <pc:sldMkLst>
          <pc:docMk/>
          <pc:sldMk cId="2188655536" sldId="418"/>
        </pc:sldMkLst>
      </pc:sldChg>
      <pc:sldChg chg="addSp delSp modSp mod modAnim">
        <pc:chgData name="우진 김" userId="9d5916cb77183fd7" providerId="LiveId" clId="{73E18906-EDC1-493C-A223-1245781D7ADD}" dt="2025-08-13T04:59:27.410" v="502"/>
        <pc:sldMkLst>
          <pc:docMk/>
          <pc:sldMk cId="2912142347" sldId="419"/>
        </pc:sldMkLst>
      </pc:sldChg>
      <pc:sldChg chg="addSp delSp modSp mod modAnim">
        <pc:chgData name="우진 김" userId="9d5916cb77183fd7" providerId="LiveId" clId="{73E18906-EDC1-493C-A223-1245781D7ADD}" dt="2025-08-13T04:59:24.595" v="500"/>
        <pc:sldMkLst>
          <pc:docMk/>
          <pc:sldMk cId="4107177209" sldId="420"/>
        </pc:sldMkLst>
      </pc:sldChg>
      <pc:sldChg chg="addSp delSp modSp mod modAnim">
        <pc:chgData name="우진 김" userId="9d5916cb77183fd7" providerId="LiveId" clId="{73E18906-EDC1-493C-A223-1245781D7ADD}" dt="2025-08-13T04:59:21.211" v="498"/>
        <pc:sldMkLst>
          <pc:docMk/>
          <pc:sldMk cId="2206224731" sldId="421"/>
        </pc:sldMkLst>
      </pc:sldChg>
      <pc:sldChg chg="addSp delSp modSp mod">
        <pc:chgData name="우진 김" userId="9d5916cb77183fd7" providerId="LiveId" clId="{73E18906-EDC1-493C-A223-1245781D7ADD}" dt="2025-08-13T04:59:17.185" v="496"/>
        <pc:sldMkLst>
          <pc:docMk/>
          <pc:sldMk cId="359152800" sldId="422"/>
        </pc:sldMkLst>
      </pc:sldChg>
      <pc:sldChg chg="addSp delSp modSp mod modAnim">
        <pc:chgData name="우진 김" userId="9d5916cb77183fd7" providerId="LiveId" clId="{73E18906-EDC1-493C-A223-1245781D7ADD}" dt="2025-08-13T04:59:13.387" v="494"/>
        <pc:sldMkLst>
          <pc:docMk/>
          <pc:sldMk cId="2934031354" sldId="423"/>
        </pc:sldMkLst>
      </pc:sldChg>
      <pc:sldChg chg="ord">
        <pc:chgData name="우진 김" userId="9d5916cb77183fd7" providerId="LiveId" clId="{73E18906-EDC1-493C-A223-1245781D7ADD}" dt="2025-08-13T03:12:30.048" v="162"/>
        <pc:sldMkLst>
          <pc:docMk/>
          <pc:sldMk cId="2710845988" sldId="424"/>
        </pc:sldMkLst>
      </pc:sldChg>
      <pc:sldChg chg="delSp mod delAnim">
        <pc:chgData name="우진 김" userId="9d5916cb77183fd7" providerId="LiveId" clId="{73E18906-EDC1-493C-A223-1245781D7ADD}" dt="2025-08-13T01:57:16.086" v="22" actId="478"/>
        <pc:sldMkLst>
          <pc:docMk/>
          <pc:sldMk cId="2400302449" sldId="425"/>
        </pc:sldMkLst>
      </pc:sldChg>
      <pc:sldChg chg="addSp delSp modSp mod">
        <pc:chgData name="우진 김" userId="9d5916cb77183fd7" providerId="LiveId" clId="{73E18906-EDC1-493C-A223-1245781D7ADD}" dt="2025-08-13T04:59:03.884" v="487"/>
        <pc:sldMkLst>
          <pc:docMk/>
          <pc:sldMk cId="3531411043" sldId="426"/>
        </pc:sldMkLst>
        <pc:spChg chg="add mod">
          <ac:chgData name="우진 김" userId="9d5916cb77183fd7" providerId="LiveId" clId="{73E18906-EDC1-493C-A223-1245781D7ADD}" dt="2025-08-13T04:59:03.884" v="487"/>
          <ac:spMkLst>
            <pc:docMk/>
            <pc:sldMk cId="3531411043" sldId="426"/>
            <ac:spMk id="3" creationId="{AE65147C-EC62-D620-5389-0C084B42FC41}"/>
          </ac:spMkLst>
        </pc:spChg>
      </pc:sldChg>
      <pc:sldChg chg="addSp delSp modSp mod modAnim">
        <pc:chgData name="우진 김" userId="9d5916cb77183fd7" providerId="LiveId" clId="{73E18906-EDC1-493C-A223-1245781D7ADD}" dt="2025-08-13T04:59:00.402" v="485"/>
        <pc:sldMkLst>
          <pc:docMk/>
          <pc:sldMk cId="2536581800" sldId="427"/>
        </pc:sldMkLst>
      </pc:sldChg>
      <pc:sldChg chg="addSp delSp modSp mod modAnim">
        <pc:chgData name="우진 김" userId="9d5916cb77183fd7" providerId="LiveId" clId="{73E18906-EDC1-493C-A223-1245781D7ADD}" dt="2025-08-13T04:58:57.497" v="483"/>
        <pc:sldMkLst>
          <pc:docMk/>
          <pc:sldMk cId="2343617760" sldId="428"/>
        </pc:sldMkLst>
      </pc:sldChg>
      <pc:sldChg chg="addSp delSp modSp mod">
        <pc:chgData name="우진 김" userId="9d5916cb77183fd7" providerId="LiveId" clId="{73E18906-EDC1-493C-A223-1245781D7ADD}" dt="2025-08-13T04:58:54.095" v="481"/>
        <pc:sldMkLst>
          <pc:docMk/>
          <pc:sldMk cId="740634538" sldId="435"/>
        </pc:sldMkLst>
      </pc:sldChg>
      <pc:sldChg chg="addSp delSp modSp mod modAnim">
        <pc:chgData name="우진 김" userId="9d5916cb77183fd7" providerId="LiveId" clId="{73E18906-EDC1-493C-A223-1245781D7ADD}" dt="2025-08-13T04:58:50.770" v="479"/>
        <pc:sldMkLst>
          <pc:docMk/>
          <pc:sldMk cId="2202930638" sldId="436"/>
        </pc:sldMkLst>
      </pc:sldChg>
      <pc:sldChg chg="addSp delSp modSp mod modAnim">
        <pc:chgData name="우진 김" userId="9d5916cb77183fd7" providerId="LiveId" clId="{73E18906-EDC1-493C-A223-1245781D7ADD}" dt="2025-08-13T04:58:48.543" v="477"/>
        <pc:sldMkLst>
          <pc:docMk/>
          <pc:sldMk cId="1101785127" sldId="437"/>
        </pc:sldMkLst>
      </pc:sldChg>
      <pc:sldChg chg="addSp delSp modSp mod modAnim">
        <pc:chgData name="우진 김" userId="9d5916cb77183fd7" providerId="LiveId" clId="{73E18906-EDC1-493C-A223-1245781D7ADD}" dt="2025-08-13T04:58:45.322" v="475"/>
        <pc:sldMkLst>
          <pc:docMk/>
          <pc:sldMk cId="1005495404" sldId="439"/>
        </pc:sldMkLst>
      </pc:sldChg>
      <pc:sldChg chg="addSp delSp modSp mod modAnim">
        <pc:chgData name="우진 김" userId="9d5916cb77183fd7" providerId="LiveId" clId="{73E18906-EDC1-493C-A223-1245781D7ADD}" dt="2025-08-13T04:58:35.152" v="469"/>
        <pc:sldMkLst>
          <pc:docMk/>
          <pc:sldMk cId="139442293" sldId="441"/>
        </pc:sldMkLst>
      </pc:sldChg>
      <pc:sldChg chg="addSp delSp modSp mod">
        <pc:chgData name="우진 김" userId="9d5916cb77183fd7" providerId="LiveId" clId="{73E18906-EDC1-493C-A223-1245781D7ADD}" dt="2025-08-13T04:58:41.443" v="473"/>
        <pc:sldMkLst>
          <pc:docMk/>
          <pc:sldMk cId="2587390173" sldId="442"/>
        </pc:sldMkLst>
      </pc:sldChg>
      <pc:sldChg chg="addSp delSp modSp mod modAnim">
        <pc:chgData name="우진 김" userId="9d5916cb77183fd7" providerId="LiveId" clId="{73E18906-EDC1-493C-A223-1245781D7ADD}" dt="2025-08-13T04:58:38.291" v="471"/>
        <pc:sldMkLst>
          <pc:docMk/>
          <pc:sldMk cId="4258911746" sldId="443"/>
        </pc:sldMkLst>
      </pc:sldChg>
      <pc:sldChg chg="addSp delSp modSp mod modAnim">
        <pc:chgData name="우진 김" userId="9d5916cb77183fd7" providerId="LiveId" clId="{73E18906-EDC1-493C-A223-1245781D7ADD}" dt="2025-08-13T04:58:31.508" v="467"/>
        <pc:sldMkLst>
          <pc:docMk/>
          <pc:sldMk cId="2414032160" sldId="444"/>
        </pc:sldMkLst>
      </pc:sldChg>
      <pc:sldChg chg="addSp delSp modSp mod modAnim">
        <pc:chgData name="우진 김" userId="9d5916cb77183fd7" providerId="LiveId" clId="{73E18906-EDC1-493C-A223-1245781D7ADD}" dt="2025-08-13T04:58:28.495" v="465"/>
        <pc:sldMkLst>
          <pc:docMk/>
          <pc:sldMk cId="1815798053" sldId="445"/>
        </pc:sldMkLst>
      </pc:sldChg>
      <pc:sldChg chg="addSp delSp modSp mod modAnim">
        <pc:chgData name="우진 김" userId="9d5916cb77183fd7" providerId="LiveId" clId="{73E18906-EDC1-493C-A223-1245781D7ADD}" dt="2025-08-13T04:58:26.063" v="463"/>
        <pc:sldMkLst>
          <pc:docMk/>
          <pc:sldMk cId="397616189" sldId="446"/>
        </pc:sldMkLst>
      </pc:sldChg>
      <pc:sldChg chg="addSp delSp modSp mod modAnim">
        <pc:chgData name="우진 김" userId="9d5916cb77183fd7" providerId="LiveId" clId="{73E18906-EDC1-493C-A223-1245781D7ADD}" dt="2025-08-13T04:58:22.123" v="461"/>
        <pc:sldMkLst>
          <pc:docMk/>
          <pc:sldMk cId="491416665" sldId="447"/>
        </pc:sldMkLst>
      </pc:sldChg>
      <pc:sldChg chg="addSp delSp modSp mod modAnim">
        <pc:chgData name="우진 김" userId="9d5916cb77183fd7" providerId="LiveId" clId="{73E18906-EDC1-493C-A223-1245781D7ADD}" dt="2025-08-13T04:58:19.297" v="458"/>
        <pc:sldMkLst>
          <pc:docMk/>
          <pc:sldMk cId="3025201000" sldId="448"/>
        </pc:sldMkLst>
      </pc:sldChg>
      <pc:sldChg chg="addSp delSp modSp mod modAnim">
        <pc:chgData name="우진 김" userId="9d5916cb77183fd7" providerId="LiveId" clId="{73E18906-EDC1-493C-A223-1245781D7ADD}" dt="2025-08-13T04:58:16.850" v="456"/>
        <pc:sldMkLst>
          <pc:docMk/>
          <pc:sldMk cId="191578725" sldId="449"/>
        </pc:sldMkLst>
      </pc:sldChg>
      <pc:sldChg chg="addSp delSp modSp mod modAnim">
        <pc:chgData name="우진 김" userId="9d5916cb77183fd7" providerId="LiveId" clId="{73E18906-EDC1-493C-A223-1245781D7ADD}" dt="2025-08-13T04:58:09.712" v="452"/>
        <pc:sldMkLst>
          <pc:docMk/>
          <pc:sldMk cId="349146373" sldId="450"/>
        </pc:sldMkLst>
      </pc:sldChg>
      <pc:sldChg chg="addSp delSp modSp mod modAnim">
        <pc:chgData name="우진 김" userId="9d5916cb77183fd7" providerId="LiveId" clId="{73E18906-EDC1-493C-A223-1245781D7ADD}" dt="2025-08-13T04:58:13.670" v="454"/>
        <pc:sldMkLst>
          <pc:docMk/>
          <pc:sldMk cId="918876948" sldId="451"/>
        </pc:sldMkLst>
      </pc:sldChg>
      <pc:sldChg chg="modSp mod modAnim">
        <pc:chgData name="우진 김" userId="9d5916cb77183fd7" providerId="LiveId" clId="{73E18906-EDC1-493C-A223-1245781D7ADD}" dt="2025-08-13T04:58:04.640" v="450" actId="20577"/>
        <pc:sldMkLst>
          <pc:docMk/>
          <pc:sldMk cId="3726051797" sldId="452"/>
        </pc:sldMkLst>
      </pc:sldChg>
      <pc:sldChg chg="addSp delSp modSp add mod delAnim">
        <pc:chgData name="우진 김" userId="9d5916cb77183fd7" providerId="LiveId" clId="{73E18906-EDC1-493C-A223-1245781D7ADD}" dt="2025-08-13T04:59:10.486" v="492"/>
        <pc:sldMkLst>
          <pc:docMk/>
          <pc:sldMk cId="2157467786" sldId="453"/>
        </pc:sldMkLst>
      </pc:sldChg>
      <pc:sldChg chg="addSp delSp modSp add del mod delAnim">
        <pc:chgData name="우진 김" userId="9d5916cb77183fd7" providerId="LiveId" clId="{73E18906-EDC1-493C-A223-1245781D7ADD}" dt="2025-08-13T03:23:41.650" v="379" actId="2696"/>
        <pc:sldMkLst>
          <pc:docMk/>
          <pc:sldMk cId="2365381654" sldId="453"/>
        </pc:sldMkLst>
      </pc:sldChg>
      <pc:sldChg chg="add del">
        <pc:chgData name="우진 김" userId="9d5916cb77183fd7" providerId="LiveId" clId="{73E18906-EDC1-493C-A223-1245781D7ADD}" dt="2025-08-13T03:12:33.245" v="163" actId="2696"/>
        <pc:sldMkLst>
          <pc:docMk/>
          <pc:sldMk cId="3984371042" sldId="453"/>
        </pc:sldMkLst>
      </pc:sldChg>
    </pc:docChg>
  </pc:docChgLst>
  <pc:docChgLst>
    <pc:chgData name="우진 김" userId="9d5916cb77183fd7" providerId="LiveId" clId="{42CA3157-B955-44A3-9721-9B5AE803B38A}"/>
    <pc:docChg chg="undo custSel addSld delSld modSld modSection">
      <pc:chgData name="우진 김" userId="9d5916cb77183fd7" providerId="LiveId" clId="{42CA3157-B955-44A3-9721-9B5AE803B38A}" dt="2025-08-20T04:32:02.176" v="1817" actId="20577"/>
      <pc:docMkLst>
        <pc:docMk/>
      </pc:docMkLst>
      <pc:sldChg chg="delSp modSp mod">
        <pc:chgData name="우진 김" userId="9d5916cb77183fd7" providerId="LiveId" clId="{42CA3157-B955-44A3-9721-9B5AE803B38A}" dt="2025-08-20T03:47:05.839" v="1197" actId="20577"/>
        <pc:sldMkLst>
          <pc:docMk/>
          <pc:sldMk cId="2863175468" sldId="378"/>
        </pc:sldMkLst>
        <pc:spChg chg="mod">
          <ac:chgData name="우진 김" userId="9d5916cb77183fd7" providerId="LiveId" clId="{42CA3157-B955-44A3-9721-9B5AE803B38A}" dt="2025-08-20T03:47:05.839" v="1197" actId="20577"/>
          <ac:spMkLst>
            <pc:docMk/>
            <pc:sldMk cId="2863175468" sldId="378"/>
            <ac:spMk id="5" creationId="{6A496198-2791-620A-ED56-4BB034F6324D}"/>
          </ac:spMkLst>
        </pc:spChg>
        <pc:spChg chg="mod">
          <ac:chgData name="우진 김" userId="9d5916cb77183fd7" providerId="LiveId" clId="{42CA3157-B955-44A3-9721-9B5AE803B38A}" dt="2025-08-20T03:47:01.843" v="1193" actId="1076"/>
          <ac:spMkLst>
            <pc:docMk/>
            <pc:sldMk cId="2863175468" sldId="378"/>
            <ac:spMk id="14" creationId="{B8572546-B22A-D1AE-708A-6221A39D0682}"/>
          </ac:spMkLst>
        </pc:spChg>
        <pc:spChg chg="mod">
          <ac:chgData name="우진 김" userId="9d5916cb77183fd7" providerId="LiveId" clId="{42CA3157-B955-44A3-9721-9B5AE803B38A}" dt="2025-08-20T03:47:04.225" v="1195" actId="20577"/>
          <ac:spMkLst>
            <pc:docMk/>
            <pc:sldMk cId="2863175468" sldId="378"/>
            <ac:spMk id="16" creationId="{F544F41E-C3FF-2493-5332-681DF6828475}"/>
          </ac:spMkLst>
        </pc:spChg>
        <pc:spChg chg="mod">
          <ac:chgData name="우진 김" userId="9d5916cb77183fd7" providerId="LiveId" clId="{42CA3157-B955-44A3-9721-9B5AE803B38A}" dt="2025-08-20T03:47:01.843" v="1193" actId="1076"/>
          <ac:spMkLst>
            <pc:docMk/>
            <pc:sldMk cId="2863175468" sldId="378"/>
            <ac:spMk id="17" creationId="{127FC307-63C8-069F-3B94-691EB7F5CD69}"/>
          </ac:spMkLst>
        </pc:spChg>
      </pc:sldChg>
      <pc:sldChg chg="addSp delSp modSp mod delAnim modAnim">
        <pc:chgData name="우진 김" userId="9d5916cb77183fd7" providerId="LiveId" clId="{42CA3157-B955-44A3-9721-9B5AE803B38A}" dt="2025-08-20T04:06:49.366" v="1483" actId="1076"/>
        <pc:sldMkLst>
          <pc:docMk/>
          <pc:sldMk cId="3089082808" sldId="404"/>
        </pc:sldMkLst>
      </pc:sldChg>
      <pc:sldChg chg="modAnim">
        <pc:chgData name="우진 김" userId="9d5916cb77183fd7" providerId="LiveId" clId="{42CA3157-B955-44A3-9721-9B5AE803B38A}" dt="2025-08-20T03:47:31.871" v="1198"/>
        <pc:sldMkLst>
          <pc:docMk/>
          <pc:sldMk cId="2536581800" sldId="427"/>
        </pc:sldMkLst>
      </pc:sldChg>
      <pc:sldChg chg="delSp mod modAnim">
        <pc:chgData name="우진 김" userId="9d5916cb77183fd7" providerId="LiveId" clId="{42CA3157-B955-44A3-9721-9B5AE803B38A}" dt="2025-08-20T03:47:44.928" v="1203" actId="478"/>
        <pc:sldMkLst>
          <pc:docMk/>
          <pc:sldMk cId="1005495404" sldId="439"/>
        </pc:sldMkLst>
      </pc:sldChg>
      <pc:sldChg chg="modAnim">
        <pc:chgData name="우진 김" userId="9d5916cb77183fd7" providerId="LiveId" clId="{42CA3157-B955-44A3-9721-9B5AE803B38A}" dt="2025-08-20T03:47:58.284" v="1206"/>
        <pc:sldMkLst>
          <pc:docMk/>
          <pc:sldMk cId="776872451" sldId="453"/>
        </pc:sldMkLst>
      </pc:sldChg>
      <pc:sldChg chg="modAnim">
        <pc:chgData name="우진 김" userId="9d5916cb77183fd7" providerId="LiveId" clId="{42CA3157-B955-44A3-9721-9B5AE803B38A}" dt="2025-08-20T03:48:21.266" v="1210"/>
        <pc:sldMkLst>
          <pc:docMk/>
          <pc:sldMk cId="304622955" sldId="454"/>
        </pc:sldMkLst>
      </pc:sldChg>
      <pc:sldChg chg="addSp modSp mod modAnim">
        <pc:chgData name="우진 김" userId="9d5916cb77183fd7" providerId="LiveId" clId="{42CA3157-B955-44A3-9721-9B5AE803B38A}" dt="2025-08-20T04:26:24.738" v="1815"/>
        <pc:sldMkLst>
          <pc:docMk/>
          <pc:sldMk cId="4238253505" sldId="455"/>
        </pc:sldMkLst>
      </pc:sldChg>
      <pc:sldChg chg="modAnim">
        <pc:chgData name="우진 김" userId="9d5916cb77183fd7" providerId="LiveId" clId="{42CA3157-B955-44A3-9721-9B5AE803B38A}" dt="2025-08-20T03:48:55.380" v="1216"/>
        <pc:sldMkLst>
          <pc:docMk/>
          <pc:sldMk cId="2403790899" sldId="456"/>
        </pc:sldMkLst>
      </pc:sldChg>
      <pc:sldChg chg="addSp modSp mod modAnim">
        <pc:chgData name="우진 김" userId="9d5916cb77183fd7" providerId="LiveId" clId="{42CA3157-B955-44A3-9721-9B5AE803B38A}" dt="2025-08-20T03:52:39.869" v="1320"/>
        <pc:sldMkLst>
          <pc:docMk/>
          <pc:sldMk cId="3465738632" sldId="458"/>
        </pc:sldMkLst>
      </pc:sldChg>
      <pc:sldChg chg="modSp mod modAnim">
        <pc:chgData name="우진 김" userId="9d5916cb77183fd7" providerId="LiveId" clId="{42CA3157-B955-44A3-9721-9B5AE803B38A}" dt="2025-08-20T03:55:10.769" v="1336"/>
        <pc:sldMkLst>
          <pc:docMk/>
          <pc:sldMk cId="2953655984" sldId="459"/>
        </pc:sldMkLst>
      </pc:sldChg>
      <pc:sldChg chg="addSp modSp mod modAnim">
        <pc:chgData name="우진 김" userId="9d5916cb77183fd7" providerId="LiveId" clId="{42CA3157-B955-44A3-9721-9B5AE803B38A}" dt="2025-08-20T04:32:02.176" v="1817" actId="20577"/>
        <pc:sldMkLst>
          <pc:docMk/>
          <pc:sldMk cId="3723981995" sldId="460"/>
        </pc:sldMkLst>
      </pc:sldChg>
      <pc:sldChg chg="addSp modSp mod modAnim">
        <pc:chgData name="우진 김" userId="9d5916cb77183fd7" providerId="LiveId" clId="{42CA3157-B955-44A3-9721-9B5AE803B38A}" dt="2025-08-20T03:56:42.155" v="1352"/>
        <pc:sldMkLst>
          <pc:docMk/>
          <pc:sldMk cId="2261924794" sldId="461"/>
        </pc:sldMkLst>
      </pc:sldChg>
      <pc:sldChg chg="modAnim">
        <pc:chgData name="우진 김" userId="9d5916cb77183fd7" providerId="LiveId" clId="{42CA3157-B955-44A3-9721-9B5AE803B38A}" dt="2025-08-20T03:58:32.576" v="1364"/>
        <pc:sldMkLst>
          <pc:docMk/>
          <pc:sldMk cId="2196882934" sldId="463"/>
        </pc:sldMkLst>
      </pc:sldChg>
      <pc:sldChg chg="modSp mod modAnim">
        <pc:chgData name="우진 김" userId="9d5916cb77183fd7" providerId="LiveId" clId="{42CA3157-B955-44A3-9721-9B5AE803B38A}" dt="2025-08-20T04:00:06.665" v="1375"/>
        <pc:sldMkLst>
          <pc:docMk/>
          <pc:sldMk cId="3522871725" sldId="465"/>
        </pc:sldMkLst>
      </pc:sldChg>
      <pc:sldChg chg="addSp delSp modSp mod modAnim">
        <pc:chgData name="우진 김" userId="9d5916cb77183fd7" providerId="LiveId" clId="{42CA3157-B955-44A3-9721-9B5AE803B38A}" dt="2025-08-20T04:03:06.491" v="1430"/>
        <pc:sldMkLst>
          <pc:docMk/>
          <pc:sldMk cId="1809259166" sldId="466"/>
        </pc:sldMkLst>
      </pc:sldChg>
      <pc:sldChg chg="del">
        <pc:chgData name="우진 김" userId="9d5916cb77183fd7" providerId="LiveId" clId="{42CA3157-B955-44A3-9721-9B5AE803B38A}" dt="2025-08-20T03:43:17.753" v="983" actId="2696"/>
        <pc:sldMkLst>
          <pc:docMk/>
          <pc:sldMk cId="1097575580" sldId="467"/>
        </pc:sldMkLst>
      </pc:sldChg>
      <pc:sldChg chg="del">
        <pc:chgData name="우진 김" userId="9d5916cb77183fd7" providerId="LiveId" clId="{42CA3157-B955-44A3-9721-9B5AE803B38A}" dt="2025-08-20T03:43:17.753" v="983" actId="2696"/>
        <pc:sldMkLst>
          <pc:docMk/>
          <pc:sldMk cId="4201449618" sldId="468"/>
        </pc:sldMkLst>
      </pc:sldChg>
      <pc:sldChg chg="del">
        <pc:chgData name="우진 김" userId="9d5916cb77183fd7" providerId="LiveId" clId="{42CA3157-B955-44A3-9721-9B5AE803B38A}" dt="2025-08-20T03:43:17.753" v="983" actId="2696"/>
        <pc:sldMkLst>
          <pc:docMk/>
          <pc:sldMk cId="639584539" sldId="469"/>
        </pc:sldMkLst>
      </pc:sldChg>
      <pc:sldChg chg="modSp">
        <pc:chgData name="우진 김" userId="9d5916cb77183fd7" providerId="LiveId" clId="{42CA3157-B955-44A3-9721-9B5AE803B38A}" dt="2025-08-20T02:46:57.324" v="107"/>
        <pc:sldMkLst>
          <pc:docMk/>
          <pc:sldMk cId="3204268027" sldId="470"/>
        </pc:sldMkLst>
      </pc:sldChg>
      <pc:sldChg chg="addSp delSp modSp mod modAnim">
        <pc:chgData name="우진 김" userId="9d5916cb77183fd7" providerId="LiveId" clId="{42CA3157-B955-44A3-9721-9B5AE803B38A}" dt="2025-08-20T04:04:40.304" v="1457"/>
        <pc:sldMkLst>
          <pc:docMk/>
          <pc:sldMk cId="487528784" sldId="471"/>
        </pc:sldMkLst>
      </pc:sldChg>
      <pc:sldChg chg="addSp delSp modSp mod modAnim">
        <pc:chgData name="우진 김" userId="9d5916cb77183fd7" providerId="LiveId" clId="{42CA3157-B955-44A3-9721-9B5AE803B38A}" dt="2025-08-20T04:06:28.394" v="1481"/>
        <pc:sldMkLst>
          <pc:docMk/>
          <pc:sldMk cId="696651168" sldId="472"/>
        </pc:sldMkLst>
      </pc:sldChg>
      <pc:sldChg chg="modAnim">
        <pc:chgData name="우진 김" userId="9d5916cb77183fd7" providerId="LiveId" clId="{42CA3157-B955-44A3-9721-9B5AE803B38A}" dt="2025-08-20T03:55:57.873" v="1343"/>
        <pc:sldMkLst>
          <pc:docMk/>
          <pc:sldMk cId="2897082227" sldId="473"/>
        </pc:sldMkLst>
      </pc:sldChg>
      <pc:sldChg chg="modAnim">
        <pc:chgData name="우진 김" userId="9d5916cb77183fd7" providerId="LiveId" clId="{42CA3157-B955-44A3-9721-9B5AE803B38A}" dt="2025-08-20T03:56:12.484" v="1346"/>
        <pc:sldMkLst>
          <pc:docMk/>
          <pc:sldMk cId="1451802265" sldId="474"/>
        </pc:sldMkLst>
      </pc:sldChg>
      <pc:sldChg chg="modAnim">
        <pc:chgData name="우진 김" userId="9d5916cb77183fd7" providerId="LiveId" clId="{42CA3157-B955-44A3-9721-9B5AE803B38A}" dt="2025-08-20T03:57:12.423" v="1354"/>
        <pc:sldMkLst>
          <pc:docMk/>
          <pc:sldMk cId="2926133949" sldId="475"/>
        </pc:sldMkLst>
      </pc:sldChg>
      <pc:sldChg chg="modAnim">
        <pc:chgData name="우진 김" userId="9d5916cb77183fd7" providerId="LiveId" clId="{42CA3157-B955-44A3-9721-9B5AE803B38A}" dt="2025-08-20T03:57:23.721" v="1356"/>
        <pc:sldMkLst>
          <pc:docMk/>
          <pc:sldMk cId="3443473973" sldId="476"/>
        </pc:sldMkLst>
      </pc:sldChg>
      <pc:sldChg chg="modAnim">
        <pc:chgData name="우진 김" userId="9d5916cb77183fd7" providerId="LiveId" clId="{42CA3157-B955-44A3-9721-9B5AE803B38A}" dt="2025-08-20T03:59:08.727" v="1368"/>
        <pc:sldMkLst>
          <pc:docMk/>
          <pc:sldMk cId="563214293" sldId="477"/>
        </pc:sldMkLst>
      </pc:sldChg>
      <pc:sldChg chg="addSp delSp modSp mod">
        <pc:chgData name="우진 김" userId="9d5916cb77183fd7" providerId="LiveId" clId="{42CA3157-B955-44A3-9721-9B5AE803B38A}" dt="2025-08-20T04:23:01.891" v="1800" actId="478"/>
        <pc:sldMkLst>
          <pc:docMk/>
          <pc:sldMk cId="3253752242" sldId="478"/>
        </pc:sldMkLst>
      </pc:sldChg>
      <pc:sldChg chg="modSp mod modAnim">
        <pc:chgData name="우진 김" userId="9d5916cb77183fd7" providerId="LiveId" clId="{42CA3157-B955-44A3-9721-9B5AE803B38A}" dt="2025-08-20T04:00:51.195" v="1408"/>
        <pc:sldMkLst>
          <pc:docMk/>
          <pc:sldMk cId="2465326408" sldId="479"/>
        </pc:sldMkLst>
      </pc:sldChg>
      <pc:sldChg chg="modAnim">
        <pc:chgData name="우진 김" userId="9d5916cb77183fd7" providerId="LiveId" clId="{42CA3157-B955-44A3-9721-9B5AE803B38A}" dt="2025-08-20T04:01:01.831" v="1410"/>
        <pc:sldMkLst>
          <pc:docMk/>
          <pc:sldMk cId="1157082269" sldId="480"/>
        </pc:sldMkLst>
      </pc:sldChg>
      <pc:sldChg chg="modAnim">
        <pc:chgData name="우진 김" userId="9d5916cb77183fd7" providerId="LiveId" clId="{42CA3157-B955-44A3-9721-9B5AE803B38A}" dt="2025-08-20T04:01:32.597" v="1417"/>
        <pc:sldMkLst>
          <pc:docMk/>
          <pc:sldMk cId="2991378904" sldId="481"/>
        </pc:sldMkLst>
      </pc:sldChg>
      <pc:sldChg chg="modAnim">
        <pc:chgData name="우진 김" userId="9d5916cb77183fd7" providerId="LiveId" clId="{42CA3157-B955-44A3-9721-9B5AE803B38A}" dt="2025-08-20T04:01:48.154" v="1419"/>
        <pc:sldMkLst>
          <pc:docMk/>
          <pc:sldMk cId="2512301338" sldId="482"/>
        </pc:sldMkLst>
      </pc:sldChg>
      <pc:sldChg chg="modAnim">
        <pc:chgData name="우진 김" userId="9d5916cb77183fd7" providerId="LiveId" clId="{42CA3157-B955-44A3-9721-9B5AE803B38A}" dt="2025-08-20T04:01:58.880" v="1420"/>
        <pc:sldMkLst>
          <pc:docMk/>
          <pc:sldMk cId="2489608038" sldId="483"/>
        </pc:sldMkLst>
      </pc:sldChg>
      <pc:sldChg chg="modSp mod modAnim">
        <pc:chgData name="우진 김" userId="9d5916cb77183fd7" providerId="LiveId" clId="{42CA3157-B955-44A3-9721-9B5AE803B38A}" dt="2025-08-20T04:03:36.352" v="1433"/>
        <pc:sldMkLst>
          <pc:docMk/>
          <pc:sldMk cId="759818394" sldId="484"/>
        </pc:sldMkLst>
      </pc:sldChg>
      <pc:sldChg chg="modAnim">
        <pc:chgData name="우진 김" userId="9d5916cb77183fd7" providerId="LiveId" clId="{42CA3157-B955-44A3-9721-9B5AE803B38A}" dt="2025-08-20T04:03:49.869" v="1435"/>
        <pc:sldMkLst>
          <pc:docMk/>
          <pc:sldMk cId="2326108383" sldId="485"/>
        </pc:sldMkLst>
      </pc:sldChg>
      <pc:sldChg chg="addSp modSp mod modAnim">
        <pc:chgData name="우진 김" userId="9d5916cb77183fd7" providerId="LiveId" clId="{42CA3157-B955-44A3-9721-9B5AE803B38A}" dt="2025-08-20T04:04:22.647" v="1454"/>
        <pc:sldMkLst>
          <pc:docMk/>
          <pc:sldMk cId="4154395349" sldId="486"/>
        </pc:sldMkLst>
      </pc:sldChg>
      <pc:sldChg chg="addSp delSp modSp add mod">
        <pc:chgData name="우진 김" userId="9d5916cb77183fd7" providerId="LiveId" clId="{42CA3157-B955-44A3-9721-9B5AE803B38A}" dt="2025-08-20T02:23:05.254" v="46" actId="1076"/>
        <pc:sldMkLst>
          <pc:docMk/>
          <pc:sldMk cId="674465903" sldId="487"/>
        </pc:sldMkLst>
      </pc:sldChg>
      <pc:sldChg chg="addSp delSp modSp add mod">
        <pc:chgData name="우진 김" userId="9d5916cb77183fd7" providerId="LiveId" clId="{42CA3157-B955-44A3-9721-9B5AE803B38A}" dt="2025-08-20T02:40:09.466" v="80" actId="20577"/>
        <pc:sldMkLst>
          <pc:docMk/>
          <pc:sldMk cId="3246334430" sldId="488"/>
        </pc:sldMkLst>
      </pc:sldChg>
      <pc:sldChg chg="addSp delSp modSp add mod modAnim">
        <pc:chgData name="우진 김" userId="9d5916cb77183fd7" providerId="LiveId" clId="{42CA3157-B955-44A3-9721-9B5AE803B38A}" dt="2025-08-20T04:05:02" v="1462"/>
        <pc:sldMkLst>
          <pc:docMk/>
          <pc:sldMk cId="294527521" sldId="489"/>
        </pc:sldMkLst>
      </pc:sldChg>
      <pc:sldChg chg="addSp delSp modSp add mod modAnim">
        <pc:chgData name="우진 김" userId="9d5916cb77183fd7" providerId="LiveId" clId="{42CA3157-B955-44A3-9721-9B5AE803B38A}" dt="2025-08-20T04:05:15.992" v="1464"/>
        <pc:sldMkLst>
          <pc:docMk/>
          <pc:sldMk cId="3677101665" sldId="490"/>
        </pc:sldMkLst>
      </pc:sldChg>
      <pc:sldChg chg="addSp delSp modSp add mod modAnim">
        <pc:chgData name="우진 김" userId="9d5916cb77183fd7" providerId="LiveId" clId="{42CA3157-B955-44A3-9721-9B5AE803B38A}" dt="2025-08-20T04:05:51.014" v="1472"/>
        <pc:sldMkLst>
          <pc:docMk/>
          <pc:sldMk cId="1674397431" sldId="491"/>
        </pc:sldMkLst>
      </pc:sldChg>
      <pc:sldChg chg="addSp delSp modSp add mod modAnim">
        <pc:chgData name="우진 김" userId="9d5916cb77183fd7" providerId="LiveId" clId="{42CA3157-B955-44A3-9721-9B5AE803B38A}" dt="2025-08-20T04:06:11.776" v="1478" actId="113"/>
        <pc:sldMkLst>
          <pc:docMk/>
          <pc:sldMk cId="2365598571" sldId="492"/>
        </pc:sldMkLst>
      </pc:sldChg>
      <pc:sldChg chg="addSp delSp modSp add mod">
        <pc:chgData name="우진 김" userId="9d5916cb77183fd7" providerId="LiveId" clId="{42CA3157-B955-44A3-9721-9B5AE803B38A}" dt="2025-08-20T04:22:56.981" v="1799" actId="552"/>
        <pc:sldMkLst>
          <pc:docMk/>
          <pc:sldMk cId="4143103900" sldId="493"/>
        </pc:sldMkLst>
      </pc:sldChg>
    </pc:docChg>
  </pc:docChgLst>
  <pc:docChgLst>
    <pc:chgData name="우진 김" userId="9d5916cb77183fd7" providerId="LiveId" clId="{0ADA6356-FA8E-4E11-866E-CC6BBF058E55}"/>
    <pc:docChg chg="undo custSel addSld delSld modSld sldOrd modMainMaster modSection">
      <pc:chgData name="우진 김" userId="9d5916cb77183fd7" providerId="LiveId" clId="{0ADA6356-FA8E-4E11-866E-CC6BBF058E55}" dt="2025-09-02T09:21:46.782" v="551"/>
      <pc:docMkLst>
        <pc:docMk/>
      </pc:docMkLst>
      <pc:sldChg chg="modSp mod">
        <pc:chgData name="우진 김" userId="9d5916cb77183fd7" providerId="LiveId" clId="{0ADA6356-FA8E-4E11-866E-CC6BBF058E55}" dt="2025-09-02T08:23:17.141" v="46" actId="20577"/>
        <pc:sldMkLst>
          <pc:docMk/>
          <pc:sldMk cId="2712422305" sldId="324"/>
        </pc:sldMkLst>
        <pc:spChg chg="mod">
          <ac:chgData name="우진 김" userId="9d5916cb77183fd7" providerId="LiveId" clId="{0ADA6356-FA8E-4E11-866E-CC6BBF058E55}" dt="2025-09-02T08:23:17.141" v="46" actId="20577"/>
          <ac:spMkLst>
            <pc:docMk/>
            <pc:sldMk cId="2712422305" sldId="324"/>
            <ac:spMk id="2" creationId="{451842AD-51B6-1C23-4E72-00565032CAFC}"/>
          </ac:spMkLst>
        </pc:spChg>
        <pc:spChg chg="mod">
          <ac:chgData name="우진 김" userId="9d5916cb77183fd7" providerId="LiveId" clId="{0ADA6356-FA8E-4E11-866E-CC6BBF058E55}" dt="2025-09-02T08:23:04.909" v="2" actId="20577"/>
          <ac:spMkLst>
            <pc:docMk/>
            <pc:sldMk cId="2712422305" sldId="324"/>
            <ac:spMk id="4" creationId="{DAF71B29-AAE2-F406-9C3C-7F4D981833D2}"/>
          </ac:spMkLst>
        </pc:spChg>
      </pc:sldChg>
      <pc:sldChg chg="modSp mod">
        <pc:chgData name="우진 김" userId="9d5916cb77183fd7" providerId="LiveId" clId="{0ADA6356-FA8E-4E11-866E-CC6BBF058E55}" dt="2025-09-02T08:31:09.611" v="191" actId="1076"/>
        <pc:sldMkLst>
          <pc:docMk/>
          <pc:sldMk cId="2863175468" sldId="378"/>
        </pc:sldMkLst>
        <pc:spChg chg="mod">
          <ac:chgData name="우진 김" userId="9d5916cb77183fd7" providerId="LiveId" clId="{0ADA6356-FA8E-4E11-866E-CC6BBF058E55}" dt="2025-09-02T08:31:09.611" v="191" actId="1076"/>
          <ac:spMkLst>
            <pc:docMk/>
            <pc:sldMk cId="2863175468" sldId="378"/>
            <ac:spMk id="7" creationId="{2655A25F-32D3-F5D3-6DCB-DD7CCC3167C5}"/>
          </ac:spMkLst>
        </pc:spChg>
        <pc:spChg chg="mod">
          <ac:chgData name="우진 김" userId="9d5916cb77183fd7" providerId="LiveId" clId="{0ADA6356-FA8E-4E11-866E-CC6BBF058E55}" dt="2025-09-02T08:30:26.961" v="145" actId="20577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0ADA6356-FA8E-4E11-866E-CC6BBF058E55}" dt="2025-09-02T08:30:18.039" v="130" actId="20577"/>
          <ac:spMkLst>
            <pc:docMk/>
            <pc:sldMk cId="2863175468" sldId="378"/>
            <ac:spMk id="11" creationId="{37098ADA-7E7C-01A0-D824-16F9A71322D2}"/>
          </ac:spMkLst>
        </pc:spChg>
        <pc:spChg chg="mod">
          <ac:chgData name="우진 김" userId="9d5916cb77183fd7" providerId="LiveId" clId="{0ADA6356-FA8E-4E11-866E-CC6BBF058E55}" dt="2025-09-02T08:30:58.406" v="189" actId="20577"/>
          <ac:spMkLst>
            <pc:docMk/>
            <pc:sldMk cId="2863175468" sldId="378"/>
            <ac:spMk id="14" creationId="{B8572546-B22A-D1AE-708A-6221A39D0682}"/>
          </ac:spMkLst>
        </pc:spChg>
        <pc:spChg chg="mod">
          <ac:chgData name="우진 김" userId="9d5916cb77183fd7" providerId="LiveId" clId="{0ADA6356-FA8E-4E11-866E-CC6BBF058E55}" dt="2025-09-02T08:30:43.717" v="161" actId="20577"/>
          <ac:spMkLst>
            <pc:docMk/>
            <pc:sldMk cId="2863175468" sldId="378"/>
            <ac:spMk id="17" creationId="{127FC307-63C8-069F-3B94-691EB7F5CD69}"/>
          </ac:spMkLst>
        </pc:spChg>
      </pc:sldChg>
      <pc:sldChg chg="delSp modSp mod delAnim">
        <pc:chgData name="우진 김" userId="9d5916cb77183fd7" providerId="LiveId" clId="{0ADA6356-FA8E-4E11-866E-CC6BBF058E55}" dt="2025-09-02T08:33:28.278" v="222" actId="478"/>
        <pc:sldMkLst>
          <pc:docMk/>
          <pc:sldMk cId="1822041746" sldId="379"/>
        </pc:sldMkLst>
        <pc:spChg chg="mod">
          <ac:chgData name="우진 김" userId="9d5916cb77183fd7" providerId="LiveId" clId="{0ADA6356-FA8E-4E11-866E-CC6BBF058E55}" dt="2025-09-02T08:31:14.522" v="193" actId="20577"/>
          <ac:spMkLst>
            <pc:docMk/>
            <pc:sldMk cId="1822041746" sldId="379"/>
            <ac:spMk id="2" creationId="{A8080E15-B7E4-9F16-A37B-594089A520EB}"/>
          </ac:spMkLst>
        </pc:spChg>
        <pc:picChg chg="del">
          <ac:chgData name="우진 김" userId="9d5916cb77183fd7" providerId="LiveId" clId="{0ADA6356-FA8E-4E11-866E-CC6BBF058E55}" dt="2025-09-02T08:33:28.278" v="222" actId="478"/>
          <ac:picMkLst>
            <pc:docMk/>
            <pc:sldMk cId="1822041746" sldId="379"/>
            <ac:picMk id="12" creationId="{379B0289-AE39-E031-1EA2-4B6D1A4F918F}"/>
          </ac:picMkLst>
        </pc:picChg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3089082808" sldId="404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400302449" sldId="425"/>
        </pc:sldMkLst>
      </pc:sldChg>
      <pc:sldChg chg="addSp delSp modSp mod delAnim modAnim">
        <pc:chgData name="우진 김" userId="9d5916cb77183fd7" providerId="LiveId" clId="{0ADA6356-FA8E-4E11-866E-CC6BBF058E55}" dt="2025-09-02T08:37:21.865" v="252" actId="1076"/>
        <pc:sldMkLst>
          <pc:docMk/>
          <pc:sldMk cId="3531411043" sldId="426"/>
        </pc:sldMkLst>
        <pc:spChg chg="mod">
          <ac:chgData name="우진 김" userId="9d5916cb77183fd7" providerId="LiveId" clId="{0ADA6356-FA8E-4E11-866E-CC6BBF058E55}" dt="2025-09-02T08:31:24.216" v="212" actId="20577"/>
          <ac:spMkLst>
            <pc:docMk/>
            <pc:sldMk cId="3531411043" sldId="426"/>
            <ac:spMk id="2" creationId="{FE8F7421-9B52-F382-C306-9E50B9740D75}"/>
          </ac:spMkLst>
        </pc:spChg>
        <pc:spChg chg="mod">
          <ac:chgData name="우진 김" userId="9d5916cb77183fd7" providerId="LiveId" clId="{0ADA6356-FA8E-4E11-866E-CC6BBF058E55}" dt="2025-09-02T08:33:36.263" v="225" actId="20577"/>
          <ac:spMkLst>
            <pc:docMk/>
            <pc:sldMk cId="3531411043" sldId="426"/>
            <ac:spMk id="3" creationId="{AE65147C-EC62-D620-5389-0C084B42FC41}"/>
          </ac:spMkLst>
        </pc:spChg>
        <pc:spChg chg="add del mod">
          <ac:chgData name="우진 김" userId="9d5916cb77183fd7" providerId="LiveId" clId="{0ADA6356-FA8E-4E11-866E-CC6BBF058E55}" dt="2025-09-02T08:34:01.746" v="229"/>
          <ac:spMkLst>
            <pc:docMk/>
            <pc:sldMk cId="3531411043" sldId="426"/>
            <ac:spMk id="4" creationId="{BD7D1C39-6018-B85A-A4B9-97CD2719AB19}"/>
          </ac:spMkLst>
        </pc:spChg>
        <pc:spChg chg="add del mod">
          <ac:chgData name="우진 김" userId="9d5916cb77183fd7" providerId="LiveId" clId="{0ADA6356-FA8E-4E11-866E-CC6BBF058E55}" dt="2025-09-02T08:32:40.910" v="219" actId="478"/>
          <ac:spMkLst>
            <pc:docMk/>
            <pc:sldMk cId="3531411043" sldId="426"/>
            <ac:spMk id="6" creationId="{02BC540A-DF37-E1E4-5653-C41004C2A070}"/>
          </ac:spMkLst>
        </pc:spChg>
        <pc:spChg chg="add mod">
          <ac:chgData name="우진 김" userId="9d5916cb77183fd7" providerId="LiveId" clId="{0ADA6356-FA8E-4E11-866E-CC6BBF058E55}" dt="2025-09-02T08:32:28.467" v="215"/>
          <ac:spMkLst>
            <pc:docMk/>
            <pc:sldMk cId="3531411043" sldId="426"/>
            <ac:spMk id="7" creationId="{728DA369-8CA8-F79F-2234-97481C690214}"/>
          </ac:spMkLst>
        </pc:spChg>
        <pc:spChg chg="add mod">
          <ac:chgData name="우진 김" userId="9d5916cb77183fd7" providerId="LiveId" clId="{0ADA6356-FA8E-4E11-866E-CC6BBF058E55}" dt="2025-09-02T08:32:28.467" v="215"/>
          <ac:spMkLst>
            <pc:docMk/>
            <pc:sldMk cId="3531411043" sldId="426"/>
            <ac:spMk id="8" creationId="{026280D9-F75F-996A-F297-65F76A2C2C3C}"/>
          </ac:spMkLst>
        </pc:spChg>
        <pc:spChg chg="del">
          <ac:chgData name="우진 김" userId="9d5916cb77183fd7" providerId="LiveId" clId="{0ADA6356-FA8E-4E11-866E-CC6BBF058E55}" dt="2025-09-02T08:32:26.367" v="213" actId="478"/>
          <ac:spMkLst>
            <pc:docMk/>
            <pc:sldMk cId="3531411043" sldId="426"/>
            <ac:spMk id="10" creationId="{AE54312F-565B-5C51-6F83-A82396C36081}"/>
          </ac:spMkLst>
        </pc:spChg>
        <pc:spChg chg="add mod">
          <ac:chgData name="우진 김" userId="9d5916cb77183fd7" providerId="LiveId" clId="{0ADA6356-FA8E-4E11-866E-CC6BBF058E55}" dt="2025-09-02T08:32:28.467" v="215"/>
          <ac:spMkLst>
            <pc:docMk/>
            <pc:sldMk cId="3531411043" sldId="426"/>
            <ac:spMk id="11" creationId="{B7F196B8-D97C-082D-232F-E8FF77222F86}"/>
          </ac:spMkLst>
        </pc:spChg>
        <pc:spChg chg="add mod">
          <ac:chgData name="우진 김" userId="9d5916cb77183fd7" providerId="LiveId" clId="{0ADA6356-FA8E-4E11-866E-CC6BBF058E55}" dt="2025-09-02T08:32:28.467" v="215"/>
          <ac:spMkLst>
            <pc:docMk/>
            <pc:sldMk cId="3531411043" sldId="426"/>
            <ac:spMk id="12" creationId="{45AF3FFB-8781-3369-B897-B8B54C04AAD9}"/>
          </ac:spMkLst>
        </pc:spChg>
        <pc:spChg chg="add mod">
          <ac:chgData name="우진 김" userId="9d5916cb77183fd7" providerId="LiveId" clId="{0ADA6356-FA8E-4E11-866E-CC6BBF058E55}" dt="2025-09-02T08:32:28.467" v="215"/>
          <ac:spMkLst>
            <pc:docMk/>
            <pc:sldMk cId="3531411043" sldId="426"/>
            <ac:spMk id="15" creationId="{D85B0D90-09BA-7C90-7DEB-B3F60199308A}"/>
          </ac:spMkLst>
        </pc:spChg>
        <pc:spChg chg="add mod">
          <ac:chgData name="우진 김" userId="9d5916cb77183fd7" providerId="LiveId" clId="{0ADA6356-FA8E-4E11-866E-CC6BBF058E55}" dt="2025-09-02T08:32:34.444" v="217"/>
          <ac:spMkLst>
            <pc:docMk/>
            <pc:sldMk cId="3531411043" sldId="426"/>
            <ac:spMk id="16" creationId="{44769020-A168-4B4A-F83F-2CCCCBC4D840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18" creationId="{EAF7733C-4923-DFA3-6FCA-B7284C9CB206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19" creationId="{6954FE22-5423-4454-527D-CC85CA690094}"/>
          </ac:spMkLst>
        </pc:spChg>
        <pc:spChg chg="del">
          <ac:chgData name="우진 김" userId="9d5916cb77183fd7" providerId="LiveId" clId="{0ADA6356-FA8E-4E11-866E-CC6BBF058E55}" dt="2025-09-02T08:32:26.367" v="213" actId="478"/>
          <ac:spMkLst>
            <pc:docMk/>
            <pc:sldMk cId="3531411043" sldId="426"/>
            <ac:spMk id="20" creationId="{0C65981D-3DA2-CF8A-DC77-6F80A68BCDC3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21" creationId="{55492753-4FF4-AC60-035E-8CCDDEC9544B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23" creationId="{3C59FF7C-A55F-E5FA-400D-A40C0180ACD7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30" creationId="{C993B49A-009E-310E-0DDB-E9221BE2F935}"/>
          </ac:spMkLst>
        </pc:spChg>
        <pc:spChg chg="del">
          <ac:chgData name="우진 김" userId="9d5916cb77183fd7" providerId="LiveId" clId="{0ADA6356-FA8E-4E11-866E-CC6BBF058E55}" dt="2025-09-02T08:32:26.367" v="213" actId="478"/>
          <ac:spMkLst>
            <pc:docMk/>
            <pc:sldMk cId="3531411043" sldId="426"/>
            <ac:spMk id="33" creationId="{92194694-4AE2-A937-1D8F-D031FF247358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35" creationId="{6336A85F-FDD1-7927-EC04-1EC3773EE6DF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37" creationId="{FA0E889E-F56E-FA60-AEA8-3F004B76A3F3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39" creationId="{8E7C5BAC-9D11-9FCC-F153-FE5511BCECC9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40" creationId="{F2A88593-A42E-33C0-D40F-239D308CCA14}"/>
          </ac:spMkLst>
        </pc:spChg>
        <pc:spChg chg="mod">
          <ac:chgData name="우진 김" userId="9d5916cb77183fd7" providerId="LiveId" clId="{0ADA6356-FA8E-4E11-866E-CC6BBF058E55}" dt="2025-09-02T08:34:21.912" v="231" actId="1076"/>
          <ac:spMkLst>
            <pc:docMk/>
            <pc:sldMk cId="3531411043" sldId="426"/>
            <ac:spMk id="44" creationId="{D0A4C19D-FB5E-C5CC-3069-8587F9F129AF}"/>
          </ac:spMkLst>
        </pc:spChg>
        <pc:spChg chg="add del mod">
          <ac:chgData name="우진 김" userId="9d5916cb77183fd7" providerId="LiveId" clId="{0ADA6356-FA8E-4E11-866E-CC6BBF058E55}" dt="2025-09-02T08:34:42.245" v="235" actId="478"/>
          <ac:spMkLst>
            <pc:docMk/>
            <pc:sldMk cId="3531411043" sldId="426"/>
            <ac:spMk id="47" creationId="{DA9678FC-2D02-1F5D-EEA4-DBC3160A8282}"/>
          </ac:spMkLst>
        </pc:spChg>
        <pc:spChg chg="add del mod">
          <ac:chgData name="우진 김" userId="9d5916cb77183fd7" providerId="LiveId" clId="{0ADA6356-FA8E-4E11-866E-CC6BBF058E55}" dt="2025-09-02T08:34:42.245" v="235" actId="478"/>
          <ac:spMkLst>
            <pc:docMk/>
            <pc:sldMk cId="3531411043" sldId="426"/>
            <ac:spMk id="48" creationId="{D6E2D123-85CA-5F29-0578-A63A0E20056F}"/>
          </ac:spMkLst>
        </pc:spChg>
        <pc:spChg chg="add del mod">
          <ac:chgData name="우진 김" userId="9d5916cb77183fd7" providerId="LiveId" clId="{0ADA6356-FA8E-4E11-866E-CC6BBF058E55}" dt="2025-09-02T08:34:42.245" v="235" actId="478"/>
          <ac:spMkLst>
            <pc:docMk/>
            <pc:sldMk cId="3531411043" sldId="426"/>
            <ac:spMk id="51" creationId="{B67B313D-897A-BCB6-2540-90290C8F3866}"/>
          </ac:spMkLst>
        </pc:spChg>
        <pc:spChg chg="add 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54" creationId="{D581588B-CA32-2451-6454-F074BBDF248B}"/>
          </ac:spMkLst>
        </pc:spChg>
        <pc:spChg chg="add 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55" creationId="{19AFF795-B8AD-6CFD-F42A-7A0D17974FFF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57" creationId="{58246AA1-D5ED-4F98-5BEC-F45C740B025D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58" creationId="{9522530F-4C18-7D54-E131-D0F983E01FE3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59" creationId="{5D65062E-0FC6-E4FB-4C9A-5E976F7AFA52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61" creationId="{B195DEE8-684A-92B2-F599-F44EC269B935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65" creationId="{AE37FED5-040B-FDC6-24EF-84B0A70B74EA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71" creationId="{30B436F5-B385-6B4C-5828-A1F42EEB794A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72" creationId="{65068E3F-1E73-FE6C-CBE4-5DB693E56006}"/>
          </ac:spMkLst>
        </pc:spChg>
        <pc:spChg chg="mod">
          <ac:chgData name="우진 김" userId="9d5916cb77183fd7" providerId="LiveId" clId="{0ADA6356-FA8E-4E11-866E-CC6BBF058E55}" dt="2025-09-02T08:34:47.331" v="236"/>
          <ac:spMkLst>
            <pc:docMk/>
            <pc:sldMk cId="3531411043" sldId="426"/>
            <ac:spMk id="76" creationId="{8003C711-3BD1-7113-9EF9-20879B7ACD44}"/>
          </ac:spMkLst>
        </pc:spChg>
        <pc:spChg chg="add mod">
          <ac:chgData name="우진 김" userId="9d5916cb77183fd7" providerId="LiveId" clId="{0ADA6356-FA8E-4E11-866E-CC6BBF058E55}" dt="2025-09-02T08:37:21.865" v="252" actId="1076"/>
          <ac:spMkLst>
            <pc:docMk/>
            <pc:sldMk cId="3531411043" sldId="426"/>
            <ac:spMk id="78" creationId="{43B47F24-9A86-E512-0732-472CAC6BE985}"/>
          </ac:spMkLst>
        </pc:spChg>
        <pc:grpChg chg="del">
          <ac:chgData name="우진 김" userId="9d5916cb77183fd7" providerId="LiveId" clId="{0ADA6356-FA8E-4E11-866E-CC6BBF058E55}" dt="2025-09-02T08:34:42.245" v="235" actId="478"/>
          <ac:grpSpMkLst>
            <pc:docMk/>
            <pc:sldMk cId="3531411043" sldId="426"/>
            <ac:grpSpMk id="17" creationId="{2D30FAC6-F903-31E6-9AC4-6254F13E07C3}"/>
          </ac:grpSpMkLst>
        </pc:grpChg>
        <pc:grpChg chg="del">
          <ac:chgData name="우진 김" userId="9d5916cb77183fd7" providerId="LiveId" clId="{0ADA6356-FA8E-4E11-866E-CC6BBF058E55}" dt="2025-09-02T08:34:42.245" v="235" actId="478"/>
          <ac:grpSpMkLst>
            <pc:docMk/>
            <pc:sldMk cId="3531411043" sldId="426"/>
            <ac:grpSpMk id="22" creationId="{226EEF28-921C-4C84-71CE-9ADEE5B2A6E7}"/>
          </ac:grpSpMkLst>
        </pc:grpChg>
        <pc:grpChg chg="del">
          <ac:chgData name="우진 김" userId="9d5916cb77183fd7" providerId="LiveId" clId="{0ADA6356-FA8E-4E11-866E-CC6BBF058E55}" dt="2025-09-02T08:34:42.245" v="235" actId="478"/>
          <ac:grpSpMkLst>
            <pc:docMk/>
            <pc:sldMk cId="3531411043" sldId="426"/>
            <ac:grpSpMk id="36" creationId="{5BCCC79B-B69A-4C1F-A108-91E38732071E}"/>
          </ac:grpSpMkLst>
        </pc:grpChg>
        <pc:grpChg chg="del">
          <ac:chgData name="우진 김" userId="9d5916cb77183fd7" providerId="LiveId" clId="{0ADA6356-FA8E-4E11-866E-CC6BBF058E55}" dt="2025-09-02T08:34:42.245" v="235" actId="478"/>
          <ac:grpSpMkLst>
            <pc:docMk/>
            <pc:sldMk cId="3531411043" sldId="426"/>
            <ac:grpSpMk id="42" creationId="{C3A687CC-4D20-1B58-C662-264F8119D288}"/>
          </ac:grpSpMkLst>
        </pc:grpChg>
        <pc:graphicFrameChg chg="del">
          <ac:chgData name="우진 김" userId="9d5916cb77183fd7" providerId="LiveId" clId="{0ADA6356-FA8E-4E11-866E-CC6BBF058E55}" dt="2025-09-02T08:32:26.367" v="213" actId="478"/>
          <ac:graphicFrameMkLst>
            <pc:docMk/>
            <pc:sldMk cId="3531411043" sldId="426"/>
            <ac:graphicFrameMk id="26" creationId="{1D27D894-8F72-AD1A-4466-C253BBAF64AC}"/>
          </ac:graphicFrameMkLst>
        </pc:graphicFrameChg>
        <pc:graphicFrameChg chg="del">
          <ac:chgData name="우진 김" userId="9d5916cb77183fd7" providerId="LiveId" clId="{0ADA6356-FA8E-4E11-866E-CC6BBF058E55}" dt="2025-09-02T08:32:26.367" v="213" actId="478"/>
          <ac:graphicFrameMkLst>
            <pc:docMk/>
            <pc:sldMk cId="3531411043" sldId="426"/>
            <ac:graphicFrameMk id="27" creationId="{EBEFFA60-5876-AF8C-48D3-6703C2D42B7E}"/>
          </ac:graphicFrameMkLst>
        </pc:graphicFrameChg>
        <pc:graphicFrameChg chg="del">
          <ac:chgData name="우진 김" userId="9d5916cb77183fd7" providerId="LiveId" clId="{0ADA6356-FA8E-4E11-866E-CC6BBF058E55}" dt="2025-09-02T08:32:26.367" v="213" actId="478"/>
          <ac:graphicFrameMkLst>
            <pc:docMk/>
            <pc:sldMk cId="3531411043" sldId="426"/>
            <ac:graphicFrameMk id="32" creationId="{BDBF3872-D36B-A20D-4CB4-217D58A3112A}"/>
          </ac:graphicFrameMkLst>
        </pc:graphicFrameChg>
        <pc:picChg chg="add mod">
          <ac:chgData name="우진 김" userId="9d5916cb77183fd7" providerId="LiveId" clId="{0ADA6356-FA8E-4E11-866E-CC6BBF058E55}" dt="2025-09-02T08:32:28.467" v="215"/>
          <ac:picMkLst>
            <pc:docMk/>
            <pc:sldMk cId="3531411043" sldId="426"/>
            <ac:picMk id="9" creationId="{170C0C81-A34B-9C17-14FE-07943F1D01EA}"/>
          </ac:picMkLst>
        </pc:picChg>
        <pc:picChg chg="add mod">
          <ac:chgData name="우진 김" userId="9d5916cb77183fd7" providerId="LiveId" clId="{0ADA6356-FA8E-4E11-866E-CC6BBF058E55}" dt="2025-09-02T08:32:28.467" v="215"/>
          <ac:picMkLst>
            <pc:docMk/>
            <pc:sldMk cId="3531411043" sldId="426"/>
            <ac:picMk id="13" creationId="{2516FA3E-065F-4F7B-90C3-6050A00054A8}"/>
          </ac:picMkLst>
        </pc:picChg>
        <pc:picChg chg="add del mod">
          <ac:chgData name="우진 김" userId="9d5916cb77183fd7" providerId="LiveId" clId="{0ADA6356-FA8E-4E11-866E-CC6BBF058E55}" dt="2025-09-02T08:34:42.245" v="235" actId="478"/>
          <ac:picMkLst>
            <pc:docMk/>
            <pc:sldMk cId="3531411043" sldId="426"/>
            <ac:picMk id="46" creationId="{15E5A86F-D314-7C17-669A-402F24A0E23C}"/>
          </ac:picMkLst>
        </pc:picChg>
        <pc:picChg chg="add del mod">
          <ac:chgData name="우진 김" userId="9d5916cb77183fd7" providerId="LiveId" clId="{0ADA6356-FA8E-4E11-866E-CC6BBF058E55}" dt="2025-09-02T08:34:42.245" v="235" actId="478"/>
          <ac:picMkLst>
            <pc:docMk/>
            <pc:sldMk cId="3531411043" sldId="426"/>
            <ac:picMk id="49" creationId="{D676103C-72CB-4DA7-0370-30F901CACDCE}"/>
          </ac:picMkLst>
        </pc:picChg>
        <pc:cxnChg chg="add mod">
          <ac:chgData name="우진 김" userId="9d5916cb77183fd7" providerId="LiveId" clId="{0ADA6356-FA8E-4E11-866E-CC6BBF058E55}" dt="2025-09-02T08:32:28.467" v="215"/>
          <ac:cxnSpMkLst>
            <pc:docMk/>
            <pc:sldMk cId="3531411043" sldId="426"/>
            <ac:cxnSpMk id="14" creationId="{7A4E709E-26D8-B862-9840-64C305118CB0}"/>
          </ac:cxnSpMkLst>
        </pc:cxnChg>
        <pc:cxnChg chg="del">
          <ac:chgData name="우진 김" userId="9d5916cb77183fd7" providerId="LiveId" clId="{0ADA6356-FA8E-4E11-866E-CC6BBF058E55}" dt="2025-09-02T08:32:26.367" v="213" actId="478"/>
          <ac:cxnSpMkLst>
            <pc:docMk/>
            <pc:sldMk cId="3531411043" sldId="426"/>
            <ac:cxnSpMk id="29" creationId="{5034A274-20E2-A412-C82F-A87429C483ED}"/>
          </ac:cxnSpMkLst>
        </pc:cxnChg>
        <pc:cxnChg chg="del">
          <ac:chgData name="우진 김" userId="9d5916cb77183fd7" providerId="LiveId" clId="{0ADA6356-FA8E-4E11-866E-CC6BBF058E55}" dt="2025-09-02T08:32:26.367" v="213" actId="478"/>
          <ac:cxnSpMkLst>
            <pc:docMk/>
            <pc:sldMk cId="3531411043" sldId="426"/>
            <ac:cxnSpMk id="31" creationId="{A15DAF56-3610-AA9A-BAC3-E16E50E636F3}"/>
          </ac:cxnSpMkLst>
        </pc:cxnChg>
        <pc:cxnChg chg="add del mod">
          <ac:chgData name="우진 김" userId="9d5916cb77183fd7" providerId="LiveId" clId="{0ADA6356-FA8E-4E11-866E-CC6BBF058E55}" dt="2025-09-02T08:34:42.245" v="235" actId="478"/>
          <ac:cxnSpMkLst>
            <pc:docMk/>
            <pc:sldMk cId="3531411043" sldId="426"/>
            <ac:cxnSpMk id="50" creationId="{1ECD19C1-5515-D884-275D-70953EDAA117}"/>
          </ac:cxnSpMkLst>
        </pc:cxnChg>
        <pc:cxnChg chg="add">
          <ac:chgData name="우진 김" userId="9d5916cb77183fd7" providerId="LiveId" clId="{0ADA6356-FA8E-4E11-866E-CC6BBF058E55}" dt="2025-09-02T08:34:36.623" v="234" actId="11529"/>
          <ac:cxnSpMkLst>
            <pc:docMk/>
            <pc:sldMk cId="3531411043" sldId="426"/>
            <ac:cxnSpMk id="53" creationId="{763FCD89-40E5-825B-4780-66EF0DA56E87}"/>
          </ac:cxnSpMkLst>
        </pc:cxnChg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536581800" sldId="427"/>
        </pc:sldMkLst>
      </pc:sldChg>
      <pc:sldChg chg="addSp delSp modSp add modAnim">
        <pc:chgData name="우진 김" userId="9d5916cb77183fd7" providerId="LiveId" clId="{0ADA6356-FA8E-4E11-866E-CC6BBF058E55}" dt="2025-09-02T08:35:00.023" v="239"/>
        <pc:sldMkLst>
          <pc:docMk/>
          <pc:sldMk cId="3234548425" sldId="427"/>
        </pc:sldMkLst>
        <pc:spChg chg="add mod">
          <ac:chgData name="우진 김" userId="9d5916cb77183fd7" providerId="LiveId" clId="{0ADA6356-FA8E-4E11-866E-CC6BBF058E55}" dt="2025-09-02T08:35:00.023" v="239"/>
          <ac:spMkLst>
            <pc:docMk/>
            <pc:sldMk cId="3234548425" sldId="427"/>
            <ac:spMk id="5" creationId="{8567C2B1-5149-65A3-3716-0FE82C61D268}"/>
          </ac:spMkLst>
        </pc:spChg>
        <pc:spChg chg="add mod">
          <ac:chgData name="우진 김" userId="9d5916cb77183fd7" providerId="LiveId" clId="{0ADA6356-FA8E-4E11-866E-CC6BBF058E55}" dt="2025-09-02T08:35:00.023" v="239"/>
          <ac:spMkLst>
            <pc:docMk/>
            <pc:sldMk cId="3234548425" sldId="427"/>
            <ac:spMk id="6" creationId="{60A85872-A987-AB55-6413-9BAFEBE77BF7}"/>
          </ac:spMkLst>
        </pc:spChg>
        <pc:spChg chg="add mod">
          <ac:chgData name="우진 김" userId="9d5916cb77183fd7" providerId="LiveId" clId="{0ADA6356-FA8E-4E11-866E-CC6BBF058E55}" dt="2025-09-02T08:35:00.023" v="239"/>
          <ac:spMkLst>
            <pc:docMk/>
            <pc:sldMk cId="3234548425" sldId="427"/>
            <ac:spMk id="7" creationId="{FDA4FCB4-5556-66FF-49EF-983C3A2E6D45}"/>
          </ac:spMkLst>
        </pc:spChg>
        <pc:spChg chg="add mod">
          <ac:chgData name="우진 김" userId="9d5916cb77183fd7" providerId="LiveId" clId="{0ADA6356-FA8E-4E11-866E-CC6BBF058E55}" dt="2025-09-02T08:35:00.023" v="239"/>
          <ac:spMkLst>
            <pc:docMk/>
            <pc:sldMk cId="3234548425" sldId="427"/>
            <ac:spMk id="9" creationId="{607F4053-82A7-532C-AABD-6B67112AA304}"/>
          </ac:spMkLst>
        </pc:spChg>
        <pc:spChg chg="add mod">
          <ac:chgData name="우진 김" userId="9d5916cb77183fd7" providerId="LiveId" clId="{0ADA6356-FA8E-4E11-866E-CC6BBF058E55}" dt="2025-09-02T08:35:00.023" v="239"/>
          <ac:spMkLst>
            <pc:docMk/>
            <pc:sldMk cId="3234548425" sldId="427"/>
            <ac:spMk id="10" creationId="{5CD56AA5-C01F-A216-A5EE-D4BF5C0FDD38}"/>
          </ac:spMkLst>
        </pc:spChg>
        <pc:spChg chg="add mod">
          <ac:chgData name="우진 김" userId="9d5916cb77183fd7" providerId="LiveId" clId="{0ADA6356-FA8E-4E11-866E-CC6BBF058E55}" dt="2025-09-02T08:35:00.023" v="239"/>
          <ac:spMkLst>
            <pc:docMk/>
            <pc:sldMk cId="3234548425" sldId="427"/>
            <ac:spMk id="13" creationId="{89E31AAE-AA30-FD13-57C0-59CC6EE8CFF2}"/>
          </ac:spMkLst>
        </pc:spChg>
        <pc:spChg chg="del">
          <ac:chgData name="우진 김" userId="9d5916cb77183fd7" providerId="LiveId" clId="{0ADA6356-FA8E-4E11-866E-CC6BBF058E55}" dt="2025-09-02T08:34:52.517" v="238" actId="478"/>
          <ac:spMkLst>
            <pc:docMk/>
            <pc:sldMk cId="3234548425" sldId="427"/>
            <ac:spMk id="54" creationId="{81D08BC3-7297-4CE5-FD2C-669E278129F9}"/>
          </ac:spMkLst>
        </pc:spChg>
        <pc:spChg chg="del">
          <ac:chgData name="우진 김" userId="9d5916cb77183fd7" providerId="LiveId" clId="{0ADA6356-FA8E-4E11-866E-CC6BBF058E55}" dt="2025-09-02T08:34:52.517" v="238" actId="478"/>
          <ac:spMkLst>
            <pc:docMk/>
            <pc:sldMk cId="3234548425" sldId="427"/>
            <ac:spMk id="55" creationId="{CAC512BA-8E14-1A71-05E7-5272A41B4465}"/>
          </ac:spMkLst>
        </pc:spChg>
        <pc:grpChg chg="del">
          <ac:chgData name="우진 김" userId="9d5916cb77183fd7" providerId="LiveId" clId="{0ADA6356-FA8E-4E11-866E-CC6BBF058E55}" dt="2025-09-02T08:34:52.517" v="238" actId="478"/>
          <ac:grpSpMkLst>
            <pc:docMk/>
            <pc:sldMk cId="3234548425" sldId="427"/>
            <ac:grpSpMk id="56" creationId="{7F951E96-C551-AC4D-C4E3-C2DF7D797635}"/>
          </ac:grpSpMkLst>
        </pc:grpChg>
        <pc:grpChg chg="del">
          <ac:chgData name="우진 김" userId="9d5916cb77183fd7" providerId="LiveId" clId="{0ADA6356-FA8E-4E11-866E-CC6BBF058E55}" dt="2025-09-02T08:34:52.517" v="238" actId="478"/>
          <ac:grpSpMkLst>
            <pc:docMk/>
            <pc:sldMk cId="3234548425" sldId="427"/>
            <ac:grpSpMk id="60" creationId="{C84FFEBF-FD8A-44AB-375F-86F574955771}"/>
          </ac:grpSpMkLst>
        </pc:grpChg>
        <pc:grpChg chg="del">
          <ac:chgData name="우진 김" userId="9d5916cb77183fd7" providerId="LiveId" clId="{0ADA6356-FA8E-4E11-866E-CC6BBF058E55}" dt="2025-09-02T08:34:52.517" v="238" actId="478"/>
          <ac:grpSpMkLst>
            <pc:docMk/>
            <pc:sldMk cId="3234548425" sldId="427"/>
            <ac:grpSpMk id="68" creationId="{2F2EA197-5F3E-3210-C536-AF14E6A5789A}"/>
          </ac:grpSpMkLst>
        </pc:grpChg>
        <pc:grpChg chg="del">
          <ac:chgData name="우진 김" userId="9d5916cb77183fd7" providerId="LiveId" clId="{0ADA6356-FA8E-4E11-866E-CC6BBF058E55}" dt="2025-09-02T08:34:52.517" v="238" actId="478"/>
          <ac:grpSpMkLst>
            <pc:docMk/>
            <pc:sldMk cId="3234548425" sldId="427"/>
            <ac:grpSpMk id="74" creationId="{775A9C1A-FAB5-0448-20F5-7DC4F53587BC}"/>
          </ac:grpSpMkLst>
        </pc:grpChg>
        <pc:picChg chg="add mod">
          <ac:chgData name="우진 김" userId="9d5916cb77183fd7" providerId="LiveId" clId="{0ADA6356-FA8E-4E11-866E-CC6BBF058E55}" dt="2025-09-02T08:35:00.023" v="239"/>
          <ac:picMkLst>
            <pc:docMk/>
            <pc:sldMk cId="3234548425" sldId="427"/>
            <ac:picMk id="8" creationId="{67E3C7F7-CA93-F783-3385-BD089A389255}"/>
          </ac:picMkLst>
        </pc:picChg>
        <pc:picChg chg="add mod">
          <ac:chgData name="우진 김" userId="9d5916cb77183fd7" providerId="LiveId" clId="{0ADA6356-FA8E-4E11-866E-CC6BBF058E55}" dt="2025-09-02T08:35:00.023" v="239"/>
          <ac:picMkLst>
            <pc:docMk/>
            <pc:sldMk cId="3234548425" sldId="427"/>
            <ac:picMk id="11" creationId="{4454D857-A953-937E-47BE-B57D6F067FD7}"/>
          </ac:picMkLst>
        </pc:picChg>
        <pc:cxnChg chg="add mod">
          <ac:chgData name="우진 김" userId="9d5916cb77183fd7" providerId="LiveId" clId="{0ADA6356-FA8E-4E11-866E-CC6BBF058E55}" dt="2025-09-02T08:35:00.023" v="239"/>
          <ac:cxnSpMkLst>
            <pc:docMk/>
            <pc:sldMk cId="3234548425" sldId="427"/>
            <ac:cxnSpMk id="12" creationId="{8A8A2862-0250-BEB6-8D13-5B4626ED841C}"/>
          </ac:cxnSpMkLst>
        </pc:cxnChg>
      </pc:sldChg>
      <pc:sldChg chg="addSp delSp modSp add">
        <pc:chgData name="우진 김" userId="9d5916cb77183fd7" providerId="LiveId" clId="{0ADA6356-FA8E-4E11-866E-CC6BBF058E55}" dt="2025-09-02T08:37:44.048" v="253"/>
        <pc:sldMkLst>
          <pc:docMk/>
          <pc:sldMk cId="984742111" sldId="428"/>
        </pc:sldMkLst>
        <pc:spChg chg="mod">
          <ac:chgData name="우진 김" userId="9d5916cb77183fd7" providerId="LiveId" clId="{0ADA6356-FA8E-4E11-866E-CC6BBF058E55}" dt="2025-09-02T08:35:50.935" v="242"/>
          <ac:spMkLst>
            <pc:docMk/>
            <pc:sldMk cId="984742111" sldId="428"/>
            <ac:spMk id="4" creationId="{3EF22195-2508-B215-79CE-B6D6EE12EDFC}"/>
          </ac:spMkLst>
        </pc:spChg>
        <pc:spChg chg="del">
          <ac:chgData name="우진 김" userId="9d5916cb77183fd7" providerId="LiveId" clId="{0ADA6356-FA8E-4E11-866E-CC6BBF058E55}" dt="2025-09-02T08:35:06.112" v="241" actId="478"/>
          <ac:spMkLst>
            <pc:docMk/>
            <pc:sldMk cId="984742111" sldId="428"/>
            <ac:spMk id="5" creationId="{F7730445-83C3-1D1F-C6E4-D4392BE27D01}"/>
          </ac:spMkLst>
        </pc:spChg>
        <pc:spChg chg="del">
          <ac:chgData name="우진 김" userId="9d5916cb77183fd7" providerId="LiveId" clId="{0ADA6356-FA8E-4E11-866E-CC6BBF058E55}" dt="2025-09-02T08:35:06.112" v="241" actId="478"/>
          <ac:spMkLst>
            <pc:docMk/>
            <pc:sldMk cId="984742111" sldId="428"/>
            <ac:spMk id="6" creationId="{90923373-CFE5-77F9-11EC-9299F64B5603}"/>
          </ac:spMkLst>
        </pc:spChg>
        <pc:spChg chg="del">
          <ac:chgData name="우진 김" userId="9d5916cb77183fd7" providerId="LiveId" clId="{0ADA6356-FA8E-4E11-866E-CC6BBF058E55}" dt="2025-09-02T08:35:06.112" v="241" actId="478"/>
          <ac:spMkLst>
            <pc:docMk/>
            <pc:sldMk cId="984742111" sldId="428"/>
            <ac:spMk id="7" creationId="{2E0941B5-4C83-38B6-B017-282CE56E5DC3}"/>
          </ac:spMkLst>
        </pc:spChg>
        <pc:spChg chg="del">
          <ac:chgData name="우진 김" userId="9d5916cb77183fd7" providerId="LiveId" clId="{0ADA6356-FA8E-4E11-866E-CC6BBF058E55}" dt="2025-09-02T08:35:06.112" v="241" actId="478"/>
          <ac:spMkLst>
            <pc:docMk/>
            <pc:sldMk cId="984742111" sldId="428"/>
            <ac:spMk id="9" creationId="{A7ADAADA-F7F3-062B-6E8F-D8C7C64E6255}"/>
          </ac:spMkLst>
        </pc:spChg>
        <pc:spChg chg="del">
          <ac:chgData name="우진 김" userId="9d5916cb77183fd7" providerId="LiveId" clId="{0ADA6356-FA8E-4E11-866E-CC6BBF058E55}" dt="2025-09-02T08:35:06.112" v="241" actId="478"/>
          <ac:spMkLst>
            <pc:docMk/>
            <pc:sldMk cId="984742111" sldId="428"/>
            <ac:spMk id="10" creationId="{F7E8367B-2EDA-6E0E-5938-CB142F1C2254}"/>
          </ac:spMkLst>
        </pc:spChg>
        <pc:spChg chg="del">
          <ac:chgData name="우진 김" userId="9d5916cb77183fd7" providerId="LiveId" clId="{0ADA6356-FA8E-4E11-866E-CC6BBF058E55}" dt="2025-09-02T08:35:06.112" v="241" actId="478"/>
          <ac:spMkLst>
            <pc:docMk/>
            <pc:sldMk cId="984742111" sldId="428"/>
            <ac:spMk id="13" creationId="{F2B4E26F-3A06-08F9-B5D0-C2D8AD2B0477}"/>
          </ac:spMkLst>
        </pc:spChg>
        <pc:spChg chg="add mod">
          <ac:chgData name="우진 김" userId="9d5916cb77183fd7" providerId="LiveId" clId="{0ADA6356-FA8E-4E11-866E-CC6BBF058E55}" dt="2025-09-02T08:37:44.048" v="253"/>
          <ac:spMkLst>
            <pc:docMk/>
            <pc:sldMk cId="984742111" sldId="428"/>
            <ac:spMk id="15" creationId="{F2B76D65-D163-2846-219D-20961BC59812}"/>
          </ac:spMkLst>
        </pc:spChg>
        <pc:picChg chg="del">
          <ac:chgData name="우진 김" userId="9d5916cb77183fd7" providerId="LiveId" clId="{0ADA6356-FA8E-4E11-866E-CC6BBF058E55}" dt="2025-09-02T08:35:06.112" v="241" actId="478"/>
          <ac:picMkLst>
            <pc:docMk/>
            <pc:sldMk cId="984742111" sldId="428"/>
            <ac:picMk id="8" creationId="{D52F1222-DC6B-92C1-CEEE-F3D0D7A67433}"/>
          </ac:picMkLst>
        </pc:picChg>
        <pc:picChg chg="del">
          <ac:chgData name="우진 김" userId="9d5916cb77183fd7" providerId="LiveId" clId="{0ADA6356-FA8E-4E11-866E-CC6BBF058E55}" dt="2025-09-02T08:35:06.112" v="241" actId="478"/>
          <ac:picMkLst>
            <pc:docMk/>
            <pc:sldMk cId="984742111" sldId="428"/>
            <ac:picMk id="11" creationId="{D17C2445-739B-F278-04FC-443D0E6637B3}"/>
          </ac:picMkLst>
        </pc:picChg>
        <pc:picChg chg="add mod">
          <ac:chgData name="우진 김" userId="9d5916cb77183fd7" providerId="LiveId" clId="{0ADA6356-FA8E-4E11-866E-CC6BBF058E55}" dt="2025-09-02T08:36:05.339" v="243"/>
          <ac:picMkLst>
            <pc:docMk/>
            <pc:sldMk cId="984742111" sldId="428"/>
            <ac:picMk id="14" creationId="{3C5848E1-A172-A4D4-A3E7-CA10823A31FE}"/>
          </ac:picMkLst>
        </pc:picChg>
        <pc:cxnChg chg="del">
          <ac:chgData name="우진 김" userId="9d5916cb77183fd7" providerId="LiveId" clId="{0ADA6356-FA8E-4E11-866E-CC6BBF058E55}" dt="2025-09-02T08:35:06.112" v="241" actId="478"/>
          <ac:cxnSpMkLst>
            <pc:docMk/>
            <pc:sldMk cId="984742111" sldId="428"/>
            <ac:cxnSpMk id="12" creationId="{9B71967A-1AE8-0459-5D9D-F8A3DFDBB661}"/>
          </ac:cxnSpMkLst>
        </pc:cxnChg>
      </pc:sldChg>
      <pc:sldChg chg="addSp delSp modSp add mod modAnim">
        <pc:chgData name="우진 김" userId="9d5916cb77183fd7" providerId="LiveId" clId="{0ADA6356-FA8E-4E11-866E-CC6BBF058E55}" dt="2025-09-02T08:36:55.375" v="250"/>
        <pc:sldMkLst>
          <pc:docMk/>
          <pc:sldMk cId="1109582225" sldId="429"/>
        </pc:sldMkLst>
        <pc:spChg chg="mod">
          <ac:chgData name="우진 김" userId="9d5916cb77183fd7" providerId="LiveId" clId="{0ADA6356-FA8E-4E11-866E-CC6BBF058E55}" dt="2025-09-02T08:36:52.265" v="248" actId="1076"/>
          <ac:spMkLst>
            <pc:docMk/>
            <pc:sldMk cId="1109582225" sldId="429"/>
            <ac:spMk id="4" creationId="{114320B3-F4C5-A879-FA35-87DC6E020A6C}"/>
          </ac:spMkLst>
        </pc:spChg>
        <pc:spChg chg="del">
          <ac:chgData name="우진 김" userId="9d5916cb77183fd7" providerId="LiveId" clId="{0ADA6356-FA8E-4E11-866E-CC6BBF058E55}" dt="2025-09-02T08:36:55.044" v="249" actId="478"/>
          <ac:spMkLst>
            <pc:docMk/>
            <pc:sldMk cId="1109582225" sldId="429"/>
            <ac:spMk id="5" creationId="{48BD7987-0F55-A091-7191-17852C5C2407}"/>
          </ac:spMkLst>
        </pc:spChg>
        <pc:spChg chg="del">
          <ac:chgData name="우진 김" userId="9d5916cb77183fd7" providerId="LiveId" clId="{0ADA6356-FA8E-4E11-866E-CC6BBF058E55}" dt="2025-09-02T08:36:55.044" v="249" actId="478"/>
          <ac:spMkLst>
            <pc:docMk/>
            <pc:sldMk cId="1109582225" sldId="429"/>
            <ac:spMk id="6" creationId="{33E5608D-9E11-E62E-31F1-3C1787A2DE7E}"/>
          </ac:spMkLst>
        </pc:spChg>
        <pc:spChg chg="del">
          <ac:chgData name="우진 김" userId="9d5916cb77183fd7" providerId="LiveId" clId="{0ADA6356-FA8E-4E11-866E-CC6BBF058E55}" dt="2025-09-02T08:36:55.044" v="249" actId="478"/>
          <ac:spMkLst>
            <pc:docMk/>
            <pc:sldMk cId="1109582225" sldId="429"/>
            <ac:spMk id="7" creationId="{C396B5D3-BBE3-F265-2728-ED7F8BAA43CB}"/>
          </ac:spMkLst>
        </pc:spChg>
        <pc:spChg chg="del">
          <ac:chgData name="우진 김" userId="9d5916cb77183fd7" providerId="LiveId" clId="{0ADA6356-FA8E-4E11-866E-CC6BBF058E55}" dt="2025-09-02T08:36:55.044" v="249" actId="478"/>
          <ac:spMkLst>
            <pc:docMk/>
            <pc:sldMk cId="1109582225" sldId="429"/>
            <ac:spMk id="9" creationId="{DC72E01F-3673-F83A-2A72-190B1885BB07}"/>
          </ac:spMkLst>
        </pc:spChg>
        <pc:spChg chg="del">
          <ac:chgData name="우진 김" userId="9d5916cb77183fd7" providerId="LiveId" clId="{0ADA6356-FA8E-4E11-866E-CC6BBF058E55}" dt="2025-09-02T08:36:55.044" v="249" actId="478"/>
          <ac:spMkLst>
            <pc:docMk/>
            <pc:sldMk cId="1109582225" sldId="429"/>
            <ac:spMk id="10" creationId="{AD4AF50D-D970-7E66-F3A6-EA819A823FF3}"/>
          </ac:spMkLst>
        </pc:spChg>
        <pc:spChg chg="del">
          <ac:chgData name="우진 김" userId="9d5916cb77183fd7" providerId="LiveId" clId="{0ADA6356-FA8E-4E11-866E-CC6BBF058E55}" dt="2025-09-02T08:36:55.044" v="249" actId="478"/>
          <ac:spMkLst>
            <pc:docMk/>
            <pc:sldMk cId="1109582225" sldId="429"/>
            <ac:spMk id="13" creationId="{99ABF5C0-4BC4-A586-355C-AE7DADDF7E52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16" creationId="{73B8A9C8-5B00-5F7B-C3D6-C2D590AFA41C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17" creationId="{9D53D285-7F57-174D-0311-3683F53B49A8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19" creationId="{A19B2051-F08F-F0F2-A0CB-3F0AFE0EC7FC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21" creationId="{90646030-C04A-174E-E5A1-D2D50BD19AE6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23" creationId="{05545F55-1E1F-F7BA-9D2B-DFA0CC59C672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25" creationId="{DA583134-0B37-DA00-4ADF-8F2C44E03231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27" creationId="{9EFDCC24-797C-CEE4-5F33-9494FC687F46}"/>
          </ac:spMkLst>
        </pc:spChg>
        <pc:spChg chg="mod">
          <ac:chgData name="우진 김" userId="9d5916cb77183fd7" providerId="LiveId" clId="{0ADA6356-FA8E-4E11-866E-CC6BBF058E55}" dt="2025-09-02T08:36:55.375" v="250"/>
          <ac:spMkLst>
            <pc:docMk/>
            <pc:sldMk cId="1109582225" sldId="429"/>
            <ac:spMk id="29" creationId="{FAE6865D-F089-BDDD-9949-D90A78B6A044}"/>
          </ac:spMkLst>
        </pc:spChg>
        <pc:picChg chg="del">
          <ac:chgData name="우진 김" userId="9d5916cb77183fd7" providerId="LiveId" clId="{0ADA6356-FA8E-4E11-866E-CC6BBF058E55}" dt="2025-09-02T08:36:55.044" v="249" actId="478"/>
          <ac:picMkLst>
            <pc:docMk/>
            <pc:sldMk cId="1109582225" sldId="429"/>
            <ac:picMk id="8" creationId="{D666C7E3-D517-E6EF-49F8-DBC63C39D035}"/>
          </ac:picMkLst>
        </pc:picChg>
        <pc:picChg chg="del">
          <ac:chgData name="우진 김" userId="9d5916cb77183fd7" providerId="LiveId" clId="{0ADA6356-FA8E-4E11-866E-CC6BBF058E55}" dt="2025-09-02T08:36:55.044" v="249" actId="478"/>
          <ac:picMkLst>
            <pc:docMk/>
            <pc:sldMk cId="1109582225" sldId="429"/>
            <ac:picMk id="11" creationId="{C882CE6F-C9BD-A844-3049-B36E9AAA2AC8}"/>
          </ac:picMkLst>
        </pc:picChg>
        <pc:picChg chg="mod">
          <ac:chgData name="우진 김" userId="9d5916cb77183fd7" providerId="LiveId" clId="{0ADA6356-FA8E-4E11-866E-CC6BBF058E55}" dt="2025-09-02T08:36:55.375" v="250"/>
          <ac:picMkLst>
            <pc:docMk/>
            <pc:sldMk cId="1109582225" sldId="429"/>
            <ac:picMk id="20" creationId="{1A52D414-4F15-11D2-53B5-C198DEB61245}"/>
          </ac:picMkLst>
        </pc:picChg>
        <pc:picChg chg="mod">
          <ac:chgData name="우진 김" userId="9d5916cb77183fd7" providerId="LiveId" clId="{0ADA6356-FA8E-4E11-866E-CC6BBF058E55}" dt="2025-09-02T08:36:55.375" v="250"/>
          <ac:picMkLst>
            <pc:docMk/>
            <pc:sldMk cId="1109582225" sldId="429"/>
            <ac:picMk id="28" creationId="{6DFA8C65-173B-8D24-5525-A8B998238539}"/>
          </ac:picMkLst>
        </pc:picChg>
        <pc:cxnChg chg="del">
          <ac:chgData name="우진 김" userId="9d5916cb77183fd7" providerId="LiveId" clId="{0ADA6356-FA8E-4E11-866E-CC6BBF058E55}" dt="2025-09-02T08:36:55.044" v="249" actId="478"/>
          <ac:cxnSpMkLst>
            <pc:docMk/>
            <pc:sldMk cId="1109582225" sldId="429"/>
            <ac:cxnSpMk id="12" creationId="{56787C82-88BD-FB5C-B456-F94E7608C0E2}"/>
          </ac:cxnSpMkLst>
        </pc:cxnChg>
      </pc:sldChg>
      <pc:sldChg chg="add del">
        <pc:chgData name="우진 김" userId="9d5916cb77183fd7" providerId="LiveId" clId="{0ADA6356-FA8E-4E11-866E-CC6BBF058E55}" dt="2025-09-02T08:36:39.373" v="245"/>
        <pc:sldMkLst>
          <pc:docMk/>
          <pc:sldMk cId="1751057242" sldId="429"/>
        </pc:sldMkLst>
      </pc:sldChg>
      <pc:sldChg chg="modSp add mod ord">
        <pc:chgData name="우진 김" userId="9d5916cb77183fd7" providerId="LiveId" clId="{0ADA6356-FA8E-4E11-866E-CC6BBF058E55}" dt="2025-09-02T08:38:11.298" v="292" actId="20577"/>
        <pc:sldMkLst>
          <pc:docMk/>
          <pc:sldMk cId="2587882209" sldId="430"/>
        </pc:sldMkLst>
        <pc:spChg chg="mod">
          <ac:chgData name="우진 김" userId="9d5916cb77183fd7" providerId="LiveId" clId="{0ADA6356-FA8E-4E11-866E-CC6BBF058E55}" dt="2025-09-02T08:38:11.298" v="292" actId="20577"/>
          <ac:spMkLst>
            <pc:docMk/>
            <pc:sldMk cId="2587882209" sldId="430"/>
            <ac:spMk id="2" creationId="{B2CAA97A-CAC2-15BC-C974-A27D81728533}"/>
          </ac:spMkLst>
        </pc:spChg>
      </pc:sldChg>
      <pc:sldChg chg="addSp delSp modSp add mod ord">
        <pc:chgData name="우진 김" userId="9d5916cb77183fd7" providerId="LiveId" clId="{0ADA6356-FA8E-4E11-866E-CC6BBF058E55}" dt="2025-09-02T09:17:09.063" v="501" actId="1076"/>
        <pc:sldMkLst>
          <pc:docMk/>
          <pc:sldMk cId="1000430744" sldId="431"/>
        </pc:sldMkLst>
        <pc:spChg chg="mod">
          <ac:chgData name="우진 김" userId="9d5916cb77183fd7" providerId="LiveId" clId="{0ADA6356-FA8E-4E11-866E-CC6BBF058E55}" dt="2025-09-02T08:38:26.258" v="319" actId="20577"/>
          <ac:spMkLst>
            <pc:docMk/>
            <pc:sldMk cId="1000430744" sldId="431"/>
            <ac:spMk id="2" creationId="{E09B207A-AC6C-4BED-403C-FAFF2E8BF9CB}"/>
          </ac:spMkLst>
        </pc:spChg>
        <pc:spChg chg="mod">
          <ac:chgData name="우진 김" userId="9d5916cb77183fd7" providerId="LiveId" clId="{0ADA6356-FA8E-4E11-866E-CC6BBF058E55}" dt="2025-09-02T08:57:36.496" v="449" actId="20577"/>
          <ac:spMkLst>
            <pc:docMk/>
            <pc:sldMk cId="1000430744" sldId="431"/>
            <ac:spMk id="4" creationId="{DDE6D3B5-1E1C-1414-9026-A06991A5DBDF}"/>
          </ac:spMkLst>
        </pc:spChg>
        <pc:spChg chg="add mod">
          <ac:chgData name="우진 김" userId="9d5916cb77183fd7" providerId="LiveId" clId="{0ADA6356-FA8E-4E11-866E-CC6BBF058E55}" dt="2025-09-02T08:55:38.428" v="448" actId="20577"/>
          <ac:spMkLst>
            <pc:docMk/>
            <pc:sldMk cId="1000430744" sldId="431"/>
            <ac:spMk id="7" creationId="{14DB6354-9FED-0B05-8864-1A2D15E0FD26}"/>
          </ac:spMkLst>
        </pc:spChg>
        <pc:spChg chg="add mod">
          <ac:chgData name="우진 김" userId="9d5916cb77183fd7" providerId="LiveId" clId="{0ADA6356-FA8E-4E11-866E-CC6BBF058E55}" dt="2025-09-02T09:16:42.296" v="497" actId="113"/>
          <ac:spMkLst>
            <pc:docMk/>
            <pc:sldMk cId="1000430744" sldId="431"/>
            <ac:spMk id="8" creationId="{C519E15D-81E3-6935-B055-8430EA67075B}"/>
          </ac:spMkLst>
        </pc:spChg>
        <pc:spChg chg="add mod">
          <ac:chgData name="우진 김" userId="9d5916cb77183fd7" providerId="LiveId" clId="{0ADA6356-FA8E-4E11-866E-CC6BBF058E55}" dt="2025-09-02T09:15:30.356" v="474" actId="20577"/>
          <ac:spMkLst>
            <pc:docMk/>
            <pc:sldMk cId="1000430744" sldId="431"/>
            <ac:spMk id="9" creationId="{3BB73C76-D988-58DE-F281-1B36832D265F}"/>
          </ac:spMkLst>
        </pc:spChg>
        <pc:spChg chg="add mod">
          <ac:chgData name="우진 김" userId="9d5916cb77183fd7" providerId="LiveId" clId="{0ADA6356-FA8E-4E11-866E-CC6BBF058E55}" dt="2025-09-02T09:17:09.063" v="501" actId="1076"/>
          <ac:spMkLst>
            <pc:docMk/>
            <pc:sldMk cId="1000430744" sldId="431"/>
            <ac:spMk id="10" creationId="{F2F3F6EF-C330-289C-3C93-602E2BDD397F}"/>
          </ac:spMkLst>
        </pc:spChg>
        <pc:spChg chg="mod">
          <ac:chgData name="우진 김" userId="9d5916cb77183fd7" providerId="LiveId" clId="{0ADA6356-FA8E-4E11-866E-CC6BBF058E55}" dt="2025-09-02T08:54:40.884" v="421" actId="1076"/>
          <ac:spMkLst>
            <pc:docMk/>
            <pc:sldMk cId="1000430744" sldId="431"/>
            <ac:spMk id="15" creationId="{556AD904-2C1B-8555-1698-665FEF4F21A2}"/>
          </ac:spMkLst>
        </pc:spChg>
        <pc:picChg chg="add mod">
          <ac:chgData name="우진 김" userId="9d5916cb77183fd7" providerId="LiveId" clId="{0ADA6356-FA8E-4E11-866E-CC6BBF058E55}" dt="2025-09-02T09:16:02.342" v="481" actId="1076"/>
          <ac:picMkLst>
            <pc:docMk/>
            <pc:sldMk cId="1000430744" sldId="431"/>
            <ac:picMk id="6" creationId="{153ADC07-8DED-E1EE-D35D-E147C37B9336}"/>
          </ac:picMkLst>
        </pc:picChg>
        <pc:picChg chg="del">
          <ac:chgData name="우진 김" userId="9d5916cb77183fd7" providerId="LiveId" clId="{0ADA6356-FA8E-4E11-866E-CC6BBF058E55}" dt="2025-09-02T08:43:06.911" v="350" actId="478"/>
          <ac:picMkLst>
            <pc:docMk/>
            <pc:sldMk cId="1000430744" sldId="431"/>
            <ac:picMk id="14" creationId="{04AE8663-16A6-0250-70D9-533EBE344E66}"/>
          </ac:picMkLst>
        </pc:picChg>
      </pc:sldChg>
      <pc:sldChg chg="modSp add mod">
        <pc:chgData name="우진 김" userId="9d5916cb77183fd7" providerId="LiveId" clId="{0ADA6356-FA8E-4E11-866E-CC6BBF058E55}" dt="2025-09-02T08:48:44.952" v="382" actId="20577"/>
        <pc:sldMkLst>
          <pc:docMk/>
          <pc:sldMk cId="1534413224" sldId="432"/>
        </pc:sldMkLst>
        <pc:spChg chg="mod">
          <ac:chgData name="우진 김" userId="9d5916cb77183fd7" providerId="LiveId" clId="{0ADA6356-FA8E-4E11-866E-CC6BBF058E55}" dt="2025-09-02T08:48:44.952" v="382" actId="20577"/>
          <ac:spMkLst>
            <pc:docMk/>
            <pc:sldMk cId="1534413224" sldId="432"/>
            <ac:spMk id="4" creationId="{05CE9E5B-3082-DA88-C219-036921C2E5A2}"/>
          </ac:spMkLst>
        </pc:spChg>
      </pc:sldChg>
      <pc:sldChg chg="modSp add mod ord">
        <pc:chgData name="우진 김" userId="9d5916cb77183fd7" providerId="LiveId" clId="{0ADA6356-FA8E-4E11-866E-CC6BBF058E55}" dt="2025-09-02T09:21:18.932" v="517" actId="20577"/>
        <pc:sldMkLst>
          <pc:docMk/>
          <pc:sldMk cId="3640477961" sldId="433"/>
        </pc:sldMkLst>
        <pc:spChg chg="mod">
          <ac:chgData name="우진 김" userId="9d5916cb77183fd7" providerId="LiveId" clId="{0ADA6356-FA8E-4E11-866E-CC6BBF058E55}" dt="2025-09-02T09:21:18.932" v="517" actId="20577"/>
          <ac:spMkLst>
            <pc:docMk/>
            <pc:sldMk cId="3640477961" sldId="433"/>
            <ac:spMk id="2" creationId="{C99E1251-17EC-E3BB-848D-DA29433A81FF}"/>
          </ac:spMkLst>
        </pc:spChg>
      </pc:sldChg>
      <pc:sldChg chg="modSp add mod ord">
        <pc:chgData name="우진 김" userId="9d5916cb77183fd7" providerId="LiveId" clId="{0ADA6356-FA8E-4E11-866E-CC6BBF058E55}" dt="2025-09-02T09:21:35.747" v="549" actId="20577"/>
        <pc:sldMkLst>
          <pc:docMk/>
          <pc:sldMk cId="4187693382" sldId="434"/>
        </pc:sldMkLst>
        <pc:spChg chg="mod">
          <ac:chgData name="우진 김" userId="9d5916cb77183fd7" providerId="LiveId" clId="{0ADA6356-FA8E-4E11-866E-CC6BBF058E55}" dt="2025-09-02T09:21:35.747" v="549" actId="20577"/>
          <ac:spMkLst>
            <pc:docMk/>
            <pc:sldMk cId="4187693382" sldId="434"/>
            <ac:spMk id="2" creationId="{739C3EAD-F4FA-5774-B838-23A991815DFF}"/>
          </ac:spMkLst>
        </pc:spChg>
      </pc:sldChg>
      <pc:sldChg chg="modSp add">
        <pc:chgData name="우진 김" userId="9d5916cb77183fd7" providerId="LiveId" clId="{0ADA6356-FA8E-4E11-866E-CC6BBF058E55}" dt="2025-09-02T09:21:46.782" v="551"/>
        <pc:sldMkLst>
          <pc:docMk/>
          <pc:sldMk cId="90265305" sldId="435"/>
        </pc:sldMkLst>
        <pc:spChg chg="mod">
          <ac:chgData name="우진 김" userId="9d5916cb77183fd7" providerId="LiveId" clId="{0ADA6356-FA8E-4E11-866E-CC6BBF058E55}" dt="2025-09-02T09:21:46.782" v="551"/>
          <ac:spMkLst>
            <pc:docMk/>
            <pc:sldMk cId="90265305" sldId="435"/>
            <ac:spMk id="2" creationId="{2608D40F-60FD-232C-6067-EEF8FA3C50E7}"/>
          </ac:spMkLst>
        </pc:spChg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740634538" sldId="435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1005495404" sldId="439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1147131642" sldId="440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587390173" sldId="442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776872451" sldId="453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304622955" sldId="454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4238253505" sldId="455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403790899" sldId="456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1242238927" sldId="457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3465738632" sldId="458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953655984" sldId="459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3723981995" sldId="460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261924794" sldId="461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196882934" sldId="463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3522871725" sldId="465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1809259166" sldId="466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3204268027" sldId="470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487528784" sldId="471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696651168" sldId="472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897082227" sldId="473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1451802265" sldId="474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2926133949" sldId="475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3443473973" sldId="476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563214293" sldId="477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3253752242" sldId="478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465326408" sldId="479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1157082269" sldId="480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991378904" sldId="481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512301338" sldId="482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489608038" sldId="483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759818394" sldId="484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326108383" sldId="485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4154395349" sldId="486"/>
        </pc:sldMkLst>
      </pc:sldChg>
      <pc:sldChg chg="del">
        <pc:chgData name="우진 김" userId="9d5916cb77183fd7" providerId="LiveId" clId="{0ADA6356-FA8E-4E11-866E-CC6BBF058E55}" dt="2025-09-02T08:32:59.576" v="220" actId="2696"/>
        <pc:sldMkLst>
          <pc:docMk/>
          <pc:sldMk cId="674465903" sldId="487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3246334430" sldId="488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94527521" sldId="489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3677101665" sldId="490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1674397431" sldId="491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2365598571" sldId="492"/>
        </pc:sldMkLst>
      </pc:sldChg>
      <pc:sldChg chg="del">
        <pc:chgData name="우진 김" userId="9d5916cb77183fd7" providerId="LiveId" clId="{0ADA6356-FA8E-4E11-866E-CC6BBF058E55}" dt="2025-09-02T08:33:21.088" v="221" actId="2696"/>
        <pc:sldMkLst>
          <pc:docMk/>
          <pc:sldMk cId="4143103900" sldId="493"/>
        </pc:sldMkLst>
      </pc:sldChg>
      <pc:sldMasterChg chg="modSldLayout">
        <pc:chgData name="우진 김" userId="9d5916cb77183fd7" providerId="LiveId" clId="{0ADA6356-FA8E-4E11-866E-CC6BBF058E55}" dt="2025-09-02T08:33:47.762" v="228" actId="20577"/>
        <pc:sldMasterMkLst>
          <pc:docMk/>
          <pc:sldMasterMk cId="471148940" sldId="2147483648"/>
        </pc:sldMasterMkLst>
        <pc:sldLayoutChg chg="modSp mod">
          <pc:chgData name="우진 김" userId="9d5916cb77183fd7" providerId="LiveId" clId="{0ADA6356-FA8E-4E11-866E-CC6BBF058E55}" dt="2025-09-02T08:33:47.762" v="228" actId="20577"/>
          <pc:sldLayoutMkLst>
            <pc:docMk/>
            <pc:sldMasterMk cId="471148940" sldId="2147483648"/>
            <pc:sldLayoutMk cId="1425795397" sldId="2147483654"/>
          </pc:sldLayoutMkLst>
          <pc:spChg chg="mod">
            <ac:chgData name="우진 김" userId="9d5916cb77183fd7" providerId="LiveId" clId="{0ADA6356-FA8E-4E11-866E-CC6BBF058E55}" dt="2025-09-02T08:33:47.762" v="228" actId="20577"/>
            <ac:spMkLst>
              <pc:docMk/>
              <pc:sldMasterMk cId="471148940" sldId="2147483648"/>
              <pc:sldLayoutMk cId="1425795397" sldId="2147483654"/>
              <ac:spMk id="5" creationId="{6D907AE9-2A8E-446F-AC5C-E522F1C0231C}"/>
            </ac:spMkLst>
          </pc:spChg>
        </pc:sldLayoutChg>
      </pc:sldMasterChg>
    </pc:docChg>
  </pc:docChgLst>
  <pc:docChgLst>
    <pc:chgData name="우진 김" userId="9d5916cb77183fd7" providerId="LiveId" clId="{AF309A99-F3F2-4757-9B2E-37E289642162}"/>
    <pc:docChg chg="undo redo custSel addSld delSld modSld sldOrd modMainMaster modSection">
      <pc:chgData name="우진 김" userId="9d5916cb77183fd7" providerId="LiveId" clId="{AF309A99-F3F2-4757-9B2E-37E289642162}" dt="2025-08-12T20:59:40.599" v="4318" actId="20577"/>
      <pc:docMkLst>
        <pc:docMk/>
      </pc:docMkLst>
      <pc:sldChg chg="delSp modSp mod delAnim modNotesTx">
        <pc:chgData name="우진 김" userId="9d5916cb77183fd7" providerId="LiveId" clId="{AF309A99-F3F2-4757-9B2E-37E289642162}" dt="2025-08-12T16:06:45.864" v="512" actId="20577"/>
        <pc:sldMkLst>
          <pc:docMk/>
          <pc:sldMk cId="2712422305" sldId="324"/>
        </pc:sldMkLst>
        <pc:spChg chg="mod">
          <ac:chgData name="우진 김" userId="9d5916cb77183fd7" providerId="LiveId" clId="{AF309A99-F3F2-4757-9B2E-37E289642162}" dt="2025-08-12T15:12:18.270" v="35" actId="20577"/>
          <ac:spMkLst>
            <pc:docMk/>
            <pc:sldMk cId="2712422305" sldId="324"/>
            <ac:spMk id="2" creationId="{451842AD-51B6-1C23-4E72-00565032CAFC}"/>
          </ac:spMkLst>
        </pc:spChg>
        <pc:spChg chg="mod">
          <ac:chgData name="우진 김" userId="9d5916cb77183fd7" providerId="LiveId" clId="{AF309A99-F3F2-4757-9B2E-37E289642162}" dt="2025-08-12T16:06:45.864" v="512" actId="20577"/>
          <ac:spMkLst>
            <pc:docMk/>
            <pc:sldMk cId="2712422305" sldId="324"/>
            <ac:spMk id="4" creationId="{DAF71B29-AAE2-F406-9C3C-7F4D981833D2}"/>
          </ac:spMkLst>
        </pc:spChg>
      </pc:sldChg>
      <pc:sldChg chg="modNotesTx">
        <pc:chgData name="우진 김" userId="9d5916cb77183fd7" providerId="LiveId" clId="{AF309A99-F3F2-4757-9B2E-37E289642162}" dt="2025-08-12T20:59:40.599" v="4318" actId="20577"/>
        <pc:sldMkLst>
          <pc:docMk/>
          <pc:sldMk cId="1661184582" sldId="362"/>
        </pc:sldMkLst>
      </pc:sldChg>
      <pc:sldChg chg="addSp delSp modSp mod delAnim modNotesTx">
        <pc:chgData name="우진 김" userId="9d5916cb77183fd7" providerId="LiveId" clId="{AF309A99-F3F2-4757-9B2E-37E289642162}" dt="2025-08-12T20:32:39.326" v="3490" actId="1035"/>
        <pc:sldMkLst>
          <pc:docMk/>
          <pc:sldMk cId="2863175468" sldId="378"/>
        </pc:sldMkLst>
        <pc:spChg chg="mod">
          <ac:chgData name="우진 김" userId="9d5916cb77183fd7" providerId="LiveId" clId="{AF309A99-F3F2-4757-9B2E-37E289642162}" dt="2025-08-12T15:46:31.419" v="256" actId="20577"/>
          <ac:spMkLst>
            <pc:docMk/>
            <pc:sldMk cId="2863175468" sldId="378"/>
            <ac:spMk id="7" creationId="{2655A25F-32D3-F5D3-6DCB-DD7CCC3167C5}"/>
          </ac:spMkLst>
        </pc:spChg>
        <pc:spChg chg="mod">
          <ac:chgData name="우진 김" userId="9d5916cb77183fd7" providerId="LiveId" clId="{AF309A99-F3F2-4757-9B2E-37E289642162}" dt="2025-08-12T15:46:52.393" v="258"/>
          <ac:spMkLst>
            <pc:docMk/>
            <pc:sldMk cId="2863175468" sldId="378"/>
            <ac:spMk id="10" creationId="{4F7C254B-29A7-DB4B-5ADB-F319162EC361}"/>
          </ac:spMkLst>
        </pc:spChg>
        <pc:spChg chg="mod">
          <ac:chgData name="우진 김" userId="9d5916cb77183fd7" providerId="LiveId" clId="{AF309A99-F3F2-4757-9B2E-37E289642162}" dt="2025-08-12T15:46:43.405" v="257"/>
          <ac:spMkLst>
            <pc:docMk/>
            <pc:sldMk cId="2863175468" sldId="378"/>
            <ac:spMk id="11" creationId="{37098ADA-7E7C-01A0-D824-16F9A71322D2}"/>
          </ac:spMkLst>
        </pc:spChg>
        <pc:spChg chg="add mod">
          <ac:chgData name="우진 김" userId="9d5916cb77183fd7" providerId="LiveId" clId="{AF309A99-F3F2-4757-9B2E-37E289642162}" dt="2025-08-12T20:32:39.326" v="3490" actId="1035"/>
          <ac:spMkLst>
            <pc:docMk/>
            <pc:sldMk cId="2863175468" sldId="378"/>
            <ac:spMk id="16" creationId="{F544F41E-C3FF-2493-5332-681DF6828475}"/>
          </ac:spMkLst>
        </pc:spChg>
        <pc:spChg chg="add mod">
          <ac:chgData name="우진 김" userId="9d5916cb77183fd7" providerId="LiveId" clId="{AF309A99-F3F2-4757-9B2E-37E289642162}" dt="2025-08-12T20:32:39.326" v="3490" actId="1035"/>
          <ac:spMkLst>
            <pc:docMk/>
            <pc:sldMk cId="2863175468" sldId="378"/>
            <ac:spMk id="17" creationId="{127FC307-63C8-069F-3B94-691EB7F5CD69}"/>
          </ac:spMkLst>
        </pc:spChg>
      </pc:sldChg>
      <pc:sldChg chg="modSp mod modNotesTx">
        <pc:chgData name="우진 김" userId="9d5916cb77183fd7" providerId="LiveId" clId="{AF309A99-F3F2-4757-9B2E-37E289642162}" dt="2025-08-12T15:50:00.316" v="347" actId="1076"/>
        <pc:sldMkLst>
          <pc:docMk/>
          <pc:sldMk cId="1822041746" sldId="379"/>
        </pc:sldMkLst>
        <pc:spChg chg="mod">
          <ac:chgData name="우진 김" userId="9d5916cb77183fd7" providerId="LiveId" clId="{AF309A99-F3F2-4757-9B2E-37E289642162}" dt="2025-08-12T15:50:00.316" v="347" actId="1076"/>
          <ac:spMkLst>
            <pc:docMk/>
            <pc:sldMk cId="1822041746" sldId="379"/>
            <ac:spMk id="2" creationId="{A8080E15-B7E4-9F16-A37B-594089A520EB}"/>
          </ac:spMkLst>
        </pc:spChg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80036450" sldId="380"/>
        </pc:sldMkLst>
      </pc:sldChg>
      <pc:sldChg chg="del modNotesTx">
        <pc:chgData name="우진 김" userId="9d5916cb77183fd7" providerId="LiveId" clId="{AF309A99-F3F2-4757-9B2E-37E289642162}" dt="2025-08-12T19:36:03.194" v="2575" actId="2696"/>
        <pc:sldMkLst>
          <pc:docMk/>
          <pc:sldMk cId="2969185520" sldId="38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972959314" sldId="382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125816518" sldId="38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163096262" sldId="38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014498565" sldId="38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736076436" sldId="38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54211891" sldId="38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796638153" sldId="388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67856410" sldId="38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196701872" sldId="39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198328896" sldId="392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802374561" sldId="39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18397829" sldId="39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48147053" sldId="39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94974166" sldId="39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886081644" sldId="39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60540756" sldId="39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734530735" sldId="401"/>
        </pc:sldMkLst>
      </pc:sldChg>
      <pc:sldChg chg="addSp modSp mod modAnim modNotesTx">
        <pc:chgData name="우진 김" userId="9d5916cb77183fd7" providerId="LiveId" clId="{AF309A99-F3F2-4757-9B2E-37E289642162}" dt="2025-08-12T20:59:38.423" v="4317" actId="20577"/>
        <pc:sldMkLst>
          <pc:docMk/>
          <pc:sldMk cId="3089082808" sldId="40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210876351" sldId="40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357024136" sldId="406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168993211" sldId="407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0979262" sldId="408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492626652" sldId="409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544759687" sldId="410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925435494" sldId="411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964698161" sldId="413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80486073" sldId="414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2408156295" sldId="415"/>
        </pc:sldMkLst>
      </pc:sldChg>
      <pc:sldChg chg="del">
        <pc:chgData name="우진 김" userId="9d5916cb77183fd7" providerId="LiveId" clId="{AF309A99-F3F2-4757-9B2E-37E289642162}" dt="2025-08-12T19:36:03.194" v="2575" actId="2696"/>
        <pc:sldMkLst>
          <pc:docMk/>
          <pc:sldMk cId="344128383" sldId="416"/>
        </pc:sldMkLst>
      </pc:sldChg>
      <pc:sldChg chg="addSp delSp modSp add mod ord delAnim modNotesTx">
        <pc:chgData name="우진 김" userId="9d5916cb77183fd7" providerId="LiveId" clId="{AF309A99-F3F2-4757-9B2E-37E289642162}" dt="2025-08-12T18:49:54.916" v="1440" actId="20577"/>
        <pc:sldMkLst>
          <pc:docMk/>
          <pc:sldMk cId="3537827683" sldId="417"/>
        </pc:sldMkLst>
      </pc:sldChg>
      <pc:sldChg chg="addSp delSp modSp add mod ord delAnim modNotesTx">
        <pc:chgData name="우진 김" userId="9d5916cb77183fd7" providerId="LiveId" clId="{AF309A99-F3F2-4757-9B2E-37E289642162}" dt="2025-08-12T16:10:29.017" v="558" actId="313"/>
        <pc:sldMkLst>
          <pc:docMk/>
          <pc:sldMk cId="2188655536" sldId="418"/>
        </pc:sldMkLst>
      </pc:sldChg>
      <pc:sldChg chg="addSp delSp modSp add mod">
        <pc:chgData name="우진 김" userId="9d5916cb77183fd7" providerId="LiveId" clId="{AF309A99-F3F2-4757-9B2E-37E289642162}" dt="2025-08-12T16:12:45.727" v="599" actId="1076"/>
        <pc:sldMkLst>
          <pc:docMk/>
          <pc:sldMk cId="2912142347" sldId="419"/>
        </pc:sldMkLst>
      </pc:sldChg>
      <pc:sldChg chg="addSp delSp modSp add mod">
        <pc:chgData name="우진 김" userId="9d5916cb77183fd7" providerId="LiveId" clId="{AF309A99-F3F2-4757-9B2E-37E289642162}" dt="2025-08-12T16:17:57.197" v="733" actId="1076"/>
        <pc:sldMkLst>
          <pc:docMk/>
          <pc:sldMk cId="4107177209" sldId="420"/>
        </pc:sldMkLst>
      </pc:sldChg>
      <pc:sldChg chg="addSp delSp modSp add mod">
        <pc:chgData name="우진 김" userId="9d5916cb77183fd7" providerId="LiveId" clId="{AF309A99-F3F2-4757-9B2E-37E289642162}" dt="2025-08-12T17:40:38.391" v="880" actId="1076"/>
        <pc:sldMkLst>
          <pc:docMk/>
          <pc:sldMk cId="2206224731" sldId="421"/>
        </pc:sldMkLst>
      </pc:sldChg>
      <pc:sldChg chg="addSp delSp modSp add mod">
        <pc:chgData name="우진 김" userId="9d5916cb77183fd7" providerId="LiveId" clId="{AF309A99-F3F2-4757-9B2E-37E289642162}" dt="2025-08-12T17:48:35.529" v="956" actId="1076"/>
        <pc:sldMkLst>
          <pc:docMk/>
          <pc:sldMk cId="359152800" sldId="422"/>
        </pc:sldMkLst>
      </pc:sldChg>
      <pc:sldChg chg="addSp delSp modSp add mod">
        <pc:chgData name="우진 김" userId="9d5916cb77183fd7" providerId="LiveId" clId="{AF309A99-F3F2-4757-9B2E-37E289642162}" dt="2025-08-12T17:57:08.617" v="1184" actId="1035"/>
        <pc:sldMkLst>
          <pc:docMk/>
          <pc:sldMk cId="2934031354" sldId="423"/>
        </pc:sldMkLst>
      </pc:sldChg>
      <pc:sldChg chg="addSp delSp modSp add mod delAnim modNotesTx">
        <pc:chgData name="우진 김" userId="9d5916cb77183fd7" providerId="LiveId" clId="{AF309A99-F3F2-4757-9B2E-37E289642162}" dt="2025-08-12T17:59:24.778" v="1189" actId="20577"/>
        <pc:sldMkLst>
          <pc:docMk/>
          <pc:sldMk cId="2710845988" sldId="424"/>
        </pc:sldMkLst>
      </pc:sldChg>
      <pc:sldChg chg="modSp add ord">
        <pc:chgData name="우진 김" userId="9d5916cb77183fd7" providerId="LiveId" clId="{AF309A99-F3F2-4757-9B2E-37E289642162}" dt="2025-08-12T18:49:46.999" v="1438"/>
        <pc:sldMkLst>
          <pc:docMk/>
          <pc:sldMk cId="2400302449" sldId="425"/>
        </pc:sldMkLst>
      </pc:sldChg>
      <pc:sldChg chg="addSp delSp modSp add mod modAnim">
        <pc:chgData name="우진 김" userId="9d5916cb77183fd7" providerId="LiveId" clId="{AF309A99-F3F2-4757-9B2E-37E289642162}" dt="2025-08-12T18:50:00.809" v="1442"/>
        <pc:sldMkLst>
          <pc:docMk/>
          <pc:sldMk cId="3531411043" sldId="426"/>
        </pc:sldMkLst>
        <pc:spChg chg="add mod">
          <ac:chgData name="우진 김" userId="9d5916cb77183fd7" providerId="LiveId" clId="{AF309A99-F3F2-4757-9B2E-37E289642162}" dt="2025-08-12T18:50:00.809" v="1442"/>
          <ac:spMkLst>
            <pc:docMk/>
            <pc:sldMk cId="3531411043" sldId="426"/>
            <ac:spMk id="2" creationId="{FE8F7421-9B52-F382-C306-9E50B9740D75}"/>
          </ac:spMkLst>
        </pc:spChg>
      </pc:sldChg>
      <pc:sldChg chg="addSp delSp modSp add mod delAnim">
        <pc:chgData name="우진 김" userId="9d5916cb77183fd7" providerId="LiveId" clId="{AF309A99-F3F2-4757-9B2E-37E289642162}" dt="2025-08-12T18:50:04.754" v="1444"/>
        <pc:sldMkLst>
          <pc:docMk/>
          <pc:sldMk cId="2536581800" sldId="427"/>
        </pc:sldMkLst>
      </pc:sldChg>
      <pc:sldChg chg="addSp delSp modSp add mod">
        <pc:chgData name="우진 김" userId="9d5916cb77183fd7" providerId="LiveId" clId="{AF309A99-F3F2-4757-9B2E-37E289642162}" dt="2025-08-12T18:50:07.155" v="1446"/>
        <pc:sldMkLst>
          <pc:docMk/>
          <pc:sldMk cId="2343617760" sldId="428"/>
        </pc:sldMkLst>
      </pc:sldChg>
      <pc:sldChg chg="add ord">
        <pc:chgData name="우진 김" userId="9d5916cb77183fd7" providerId="LiveId" clId="{AF309A99-F3F2-4757-9B2E-37E289642162}" dt="2025-08-12T18:49:45.120" v="1436"/>
        <pc:sldMkLst>
          <pc:docMk/>
          <pc:sldMk cId="4135360270" sldId="429"/>
        </pc:sldMkLst>
      </pc:sldChg>
      <pc:sldChg chg="delSp modSp add mod delAnim modNotesTx">
        <pc:chgData name="우진 김" userId="9d5916cb77183fd7" providerId="LiveId" clId="{AF309A99-F3F2-4757-9B2E-37E289642162}" dt="2025-08-12T18:56:06.669" v="1589" actId="6549"/>
        <pc:sldMkLst>
          <pc:docMk/>
          <pc:sldMk cId="740634538" sldId="435"/>
        </pc:sldMkLst>
      </pc:sldChg>
      <pc:sldChg chg="addSp delSp modSp add mod delAnim modNotesTx">
        <pc:chgData name="우진 김" userId="9d5916cb77183fd7" providerId="LiveId" clId="{AF309A99-F3F2-4757-9B2E-37E289642162}" dt="2025-08-12T18:56:03.206" v="1588" actId="6549"/>
        <pc:sldMkLst>
          <pc:docMk/>
          <pc:sldMk cId="2202930638" sldId="436"/>
        </pc:sldMkLst>
      </pc:sldChg>
      <pc:sldChg chg="addSp delSp modSp add mod delAnim modNotesTx">
        <pc:chgData name="우진 김" userId="9d5916cb77183fd7" providerId="LiveId" clId="{AF309A99-F3F2-4757-9B2E-37E289642162}" dt="2025-08-12T18:55:57.373" v="1586" actId="6549"/>
        <pc:sldMkLst>
          <pc:docMk/>
          <pc:sldMk cId="1101785127" sldId="437"/>
        </pc:sldMkLst>
      </pc:sldChg>
      <pc:sldChg chg="addSp delSp modSp add del mod">
        <pc:chgData name="우진 김" userId="9d5916cb77183fd7" providerId="LiveId" clId="{AF309A99-F3F2-4757-9B2E-37E289642162}" dt="2025-08-12T18:52:55.257" v="1467" actId="2696"/>
        <pc:sldMkLst>
          <pc:docMk/>
          <pc:sldMk cId="1082338921" sldId="438"/>
        </pc:sldMkLst>
      </pc:sldChg>
      <pc:sldChg chg="addSp delSp modSp add mod delAnim modNotesTx">
        <pc:chgData name="우진 김" userId="9d5916cb77183fd7" providerId="LiveId" clId="{AF309A99-F3F2-4757-9B2E-37E289642162}" dt="2025-08-12T18:55:59.989" v="1587" actId="6549"/>
        <pc:sldMkLst>
          <pc:docMk/>
          <pc:sldMk cId="1005495404" sldId="439"/>
        </pc:sldMkLst>
      </pc:sldChg>
      <pc:sldChg chg="delSp modSp add mod ord delAnim">
        <pc:chgData name="우진 김" userId="9d5916cb77183fd7" providerId="LiveId" clId="{AF309A99-F3F2-4757-9B2E-37E289642162}" dt="2025-08-12T18:55:12.490" v="1529" actId="478"/>
        <pc:sldMkLst>
          <pc:docMk/>
          <pc:sldMk cId="1147131642" sldId="440"/>
        </pc:sldMkLst>
      </pc:sldChg>
      <pc:sldChg chg="addSp delSp modSp add mod ord modNotesTx">
        <pc:chgData name="우진 김" userId="9d5916cb77183fd7" providerId="LiveId" clId="{AF309A99-F3F2-4757-9B2E-37E289642162}" dt="2025-08-12T19:25:52.856" v="2183" actId="1076"/>
        <pc:sldMkLst>
          <pc:docMk/>
          <pc:sldMk cId="139442293" sldId="441"/>
        </pc:sldMkLst>
      </pc:sldChg>
      <pc:sldChg chg="addSp delSp modSp add mod ord">
        <pc:chgData name="우진 김" userId="9d5916cb77183fd7" providerId="LiveId" clId="{AF309A99-F3F2-4757-9B2E-37E289642162}" dt="2025-08-12T19:05:26.870" v="1697" actId="1076"/>
        <pc:sldMkLst>
          <pc:docMk/>
          <pc:sldMk cId="2587390173" sldId="442"/>
        </pc:sldMkLst>
      </pc:sldChg>
      <pc:sldChg chg="addSp delSp modSp add mod">
        <pc:chgData name="우진 김" userId="9d5916cb77183fd7" providerId="LiveId" clId="{AF309A99-F3F2-4757-9B2E-37E289642162}" dt="2025-08-12T19:14:06.046" v="1935" actId="1076"/>
        <pc:sldMkLst>
          <pc:docMk/>
          <pc:sldMk cId="4258911746" sldId="443"/>
        </pc:sldMkLst>
      </pc:sldChg>
      <pc:sldChg chg="addSp delSp modSp add mod">
        <pc:chgData name="우진 김" userId="9d5916cb77183fd7" providerId="LiveId" clId="{AF309A99-F3F2-4757-9B2E-37E289642162}" dt="2025-08-12T19:35:29.296" v="2574" actId="14100"/>
        <pc:sldMkLst>
          <pc:docMk/>
          <pc:sldMk cId="2414032160" sldId="444"/>
        </pc:sldMkLst>
      </pc:sldChg>
      <pc:sldChg chg="addSp delSp modSp add mod">
        <pc:chgData name="우진 김" userId="9d5916cb77183fd7" providerId="LiveId" clId="{AF309A99-F3F2-4757-9B2E-37E289642162}" dt="2025-08-12T19:43:33.067" v="2727" actId="20577"/>
        <pc:sldMkLst>
          <pc:docMk/>
          <pc:sldMk cId="1815798053" sldId="445"/>
        </pc:sldMkLst>
      </pc:sldChg>
      <pc:sldChg chg="addSp delSp modSp add mod">
        <pc:chgData name="우진 김" userId="9d5916cb77183fd7" providerId="LiveId" clId="{AF309A99-F3F2-4757-9B2E-37E289642162}" dt="2025-08-12T20:18:45.803" v="2842" actId="113"/>
        <pc:sldMkLst>
          <pc:docMk/>
          <pc:sldMk cId="397616189" sldId="446"/>
        </pc:sldMkLst>
      </pc:sldChg>
      <pc:sldChg chg="addSp delSp modSp add mod">
        <pc:chgData name="우진 김" userId="9d5916cb77183fd7" providerId="LiveId" clId="{AF309A99-F3F2-4757-9B2E-37E289642162}" dt="2025-08-12T20:21:20.652" v="2983" actId="1076"/>
        <pc:sldMkLst>
          <pc:docMk/>
          <pc:sldMk cId="491416665" sldId="447"/>
        </pc:sldMkLst>
      </pc:sldChg>
      <pc:sldChg chg="addSp delSp modSp add mod">
        <pc:chgData name="우진 김" userId="9d5916cb77183fd7" providerId="LiveId" clId="{AF309A99-F3F2-4757-9B2E-37E289642162}" dt="2025-08-12T20:30:06.449" v="3480" actId="1076"/>
        <pc:sldMkLst>
          <pc:docMk/>
          <pc:sldMk cId="3025201000" sldId="448"/>
        </pc:sldMkLst>
      </pc:sldChg>
      <pc:sldChg chg="addSp delSp modSp add mod">
        <pc:chgData name="우진 김" userId="9d5916cb77183fd7" providerId="LiveId" clId="{AF309A99-F3F2-4757-9B2E-37E289642162}" dt="2025-08-12T20:40:36.111" v="3667" actId="20577"/>
        <pc:sldMkLst>
          <pc:docMk/>
          <pc:sldMk cId="191578725" sldId="449"/>
        </pc:sldMkLst>
      </pc:sldChg>
      <pc:sldChg chg="addSp delSp modSp add mod">
        <pc:chgData name="우진 김" userId="9d5916cb77183fd7" providerId="LiveId" clId="{AF309A99-F3F2-4757-9B2E-37E289642162}" dt="2025-08-12T20:53:39.126" v="3969" actId="20577"/>
        <pc:sldMkLst>
          <pc:docMk/>
          <pc:sldMk cId="349146373" sldId="450"/>
        </pc:sldMkLst>
      </pc:sldChg>
      <pc:sldChg chg="modSp add mod ord">
        <pc:chgData name="우진 김" userId="9d5916cb77183fd7" providerId="LiveId" clId="{AF309A99-F3F2-4757-9B2E-37E289642162}" dt="2025-08-12T20:48:56.402" v="3814" actId="1076"/>
        <pc:sldMkLst>
          <pc:docMk/>
          <pc:sldMk cId="918876948" sldId="451"/>
        </pc:sldMkLst>
      </pc:sldChg>
      <pc:sldChg chg="addSp delSp modSp add mod">
        <pc:chgData name="우진 김" userId="9d5916cb77183fd7" providerId="LiveId" clId="{AF309A99-F3F2-4757-9B2E-37E289642162}" dt="2025-08-12T20:56:51.106" v="4078" actId="20577"/>
        <pc:sldMkLst>
          <pc:docMk/>
          <pc:sldMk cId="3726051797" sldId="452"/>
        </pc:sldMkLst>
      </pc:sldChg>
      <pc:sldMasterChg chg="modSldLayout">
        <pc:chgData name="우진 김" userId="9d5916cb77183fd7" providerId="LiveId" clId="{AF309A99-F3F2-4757-9B2E-37E289642162}" dt="2025-08-12T18:51:16.116" v="1455"/>
        <pc:sldMasterMkLst>
          <pc:docMk/>
          <pc:sldMasterMk cId="471148940" sldId="2147483648"/>
        </pc:sldMasterMkLst>
        <pc:sldLayoutChg chg="addSp delSp modSp mod">
          <pc:chgData name="우진 김" userId="9d5916cb77183fd7" providerId="LiveId" clId="{AF309A99-F3F2-4757-9B2E-37E289642162}" dt="2025-08-12T18:51:16.116" v="1455"/>
          <pc:sldLayoutMkLst>
            <pc:docMk/>
            <pc:sldMasterMk cId="471148940" sldId="2147483648"/>
            <pc:sldLayoutMk cId="1425795397" sldId="2147483654"/>
          </pc:sldLayoutMkLst>
          <pc:cxnChg chg="add mod">
            <ac:chgData name="우진 김" userId="9d5916cb77183fd7" providerId="LiveId" clId="{AF309A99-F3F2-4757-9B2E-37E289642162}" dt="2025-08-12T18:01:16.604" v="1205"/>
            <ac:cxnSpMkLst>
              <pc:docMk/>
              <pc:sldMasterMk cId="471148940" sldId="2147483648"/>
              <pc:sldLayoutMk cId="1425795397" sldId="2147483654"/>
              <ac:cxnSpMk id="3" creationId="{AAE592DD-0C68-200B-28E2-2DEFACDCF9AF}"/>
            </ac:cxnSpMkLst>
          </pc:cxnChg>
        </pc:sldLayoutChg>
      </pc:sldMasterChg>
    </pc:docChg>
  </pc:docChgLst>
  <pc:docChgLst>
    <pc:chgData name="우진 김" userId="9d5916cb77183fd7" providerId="LiveId" clId="{280289FF-71E0-4B12-A980-F1406FCB80FB}"/>
    <pc:docChg chg="undo custSel addSld delSld modSld sldOrd modSection">
      <pc:chgData name="우진 김" userId="9d5916cb77183fd7" providerId="LiveId" clId="{280289FF-71E0-4B12-A980-F1406FCB80FB}" dt="2025-09-03T02:47:44.081" v="3420" actId="2696"/>
      <pc:docMkLst>
        <pc:docMk/>
      </pc:docMkLst>
      <pc:sldChg chg="modSp mod">
        <pc:chgData name="우진 김" userId="9d5916cb77183fd7" providerId="LiveId" clId="{280289FF-71E0-4B12-A980-F1406FCB80FB}" dt="2025-09-03T01:20:24.334" v="1980" actId="20577"/>
        <pc:sldMkLst>
          <pc:docMk/>
          <pc:sldMk cId="2863175468" sldId="378"/>
        </pc:sldMkLst>
        <pc:spChg chg="mod">
          <ac:chgData name="우진 김" userId="9d5916cb77183fd7" providerId="LiveId" clId="{280289FF-71E0-4B12-A980-F1406FCB80FB}" dt="2025-09-03T01:20:24.334" v="1980" actId="20577"/>
          <ac:spMkLst>
            <pc:docMk/>
            <pc:sldMk cId="2863175468" sldId="378"/>
            <ac:spMk id="17" creationId="{127FC307-63C8-069F-3B94-691EB7F5CD69}"/>
          </ac:spMkLst>
        </pc:spChg>
      </pc:sldChg>
      <pc:sldChg chg="modSp mod modAnim">
        <pc:chgData name="우진 김" userId="9d5916cb77183fd7" providerId="LiveId" clId="{280289FF-71E0-4B12-A980-F1406FCB80FB}" dt="2025-09-03T02:45:50.819" v="3407"/>
        <pc:sldMkLst>
          <pc:docMk/>
          <pc:sldMk cId="1000430744" sldId="431"/>
        </pc:sldMkLst>
        <pc:spChg chg="mod">
          <ac:chgData name="우진 김" userId="9d5916cb77183fd7" providerId="LiveId" clId="{280289FF-71E0-4B12-A980-F1406FCB80FB}" dt="2025-09-02T17:13:14.281" v="5" actId="20577"/>
          <ac:spMkLst>
            <pc:docMk/>
            <pc:sldMk cId="1000430744" sldId="431"/>
            <ac:spMk id="9" creationId="{3BB73C76-D988-58DE-F281-1B36832D265F}"/>
          </ac:spMkLst>
        </pc:spChg>
        <pc:spChg chg="mod">
          <ac:chgData name="우진 김" userId="9d5916cb77183fd7" providerId="LiveId" clId="{280289FF-71E0-4B12-A980-F1406FCB80FB}" dt="2025-09-02T17:13:20.671" v="7" actId="20577"/>
          <ac:spMkLst>
            <pc:docMk/>
            <pc:sldMk cId="1000430744" sldId="431"/>
            <ac:spMk id="10" creationId="{F2F3F6EF-C330-289C-3C93-602E2BDD397F}"/>
          </ac:spMkLst>
        </pc:spChg>
        <pc:picChg chg="mod">
          <ac:chgData name="우진 김" userId="9d5916cb77183fd7" providerId="LiveId" clId="{280289FF-71E0-4B12-A980-F1406FCB80FB}" dt="2025-09-02T16:59:17.284" v="0" actId="1076"/>
          <ac:picMkLst>
            <pc:docMk/>
            <pc:sldMk cId="1000430744" sldId="431"/>
            <ac:picMk id="6" creationId="{153ADC07-8DED-E1EE-D35D-E147C37B9336}"/>
          </ac:picMkLst>
        </pc:picChg>
      </pc:sldChg>
      <pc:sldChg chg="addSp delSp modSp mod modAnim">
        <pc:chgData name="우진 김" userId="9d5916cb77183fd7" providerId="LiveId" clId="{280289FF-71E0-4B12-A980-F1406FCB80FB}" dt="2025-09-03T02:47:04.427" v="3418"/>
        <pc:sldMkLst>
          <pc:docMk/>
          <pc:sldMk cId="1534413224" sldId="432"/>
        </pc:sldMkLst>
        <pc:spChg chg="mod">
          <ac:chgData name="우진 김" userId="9d5916cb77183fd7" providerId="LiveId" clId="{280289FF-71E0-4B12-A980-F1406FCB80FB}" dt="2025-09-02T19:30:42.700" v="491" actId="20577"/>
          <ac:spMkLst>
            <pc:docMk/>
            <pc:sldMk cId="1534413224" sldId="432"/>
            <ac:spMk id="4" creationId="{05CE9E5B-3082-DA88-C219-036921C2E5A2}"/>
          </ac:spMkLst>
        </pc:spChg>
        <pc:spChg chg="add mod">
          <ac:chgData name="우진 김" userId="9d5916cb77183fd7" providerId="LiveId" clId="{280289FF-71E0-4B12-A980-F1406FCB80FB}" dt="2025-09-02T19:31:22.119" v="528" actId="20577"/>
          <ac:spMkLst>
            <pc:docMk/>
            <pc:sldMk cId="1534413224" sldId="432"/>
            <ac:spMk id="5" creationId="{BC04709A-DF9A-DC22-E41C-EF39D29042A7}"/>
          </ac:spMkLst>
        </pc:spChg>
        <pc:spChg chg="add mod">
          <ac:chgData name="우진 김" userId="9d5916cb77183fd7" providerId="LiveId" clId="{280289FF-71E0-4B12-A980-F1406FCB80FB}" dt="2025-09-02T19:32:41.130" v="572" actId="1076"/>
          <ac:spMkLst>
            <pc:docMk/>
            <pc:sldMk cId="1534413224" sldId="432"/>
            <ac:spMk id="6" creationId="{F4D8D8B9-0B9B-62F7-1E32-7397E55DBAE0}"/>
          </ac:spMkLst>
        </pc:spChg>
        <pc:spChg chg="add mod">
          <ac:chgData name="우진 김" userId="9d5916cb77183fd7" providerId="LiveId" clId="{280289FF-71E0-4B12-A980-F1406FCB80FB}" dt="2025-09-02T19:33:13.607" v="639" actId="20577"/>
          <ac:spMkLst>
            <pc:docMk/>
            <pc:sldMk cId="1534413224" sldId="432"/>
            <ac:spMk id="7" creationId="{E76E14AB-D8CC-B5E7-A994-F2A05B5E5397}"/>
          </ac:spMkLst>
        </pc:spChg>
        <pc:spChg chg="add mod">
          <ac:chgData name="우진 김" userId="9d5916cb77183fd7" providerId="LiveId" clId="{280289FF-71E0-4B12-A980-F1406FCB80FB}" dt="2025-09-02T19:35:20.734" v="722" actId="20577"/>
          <ac:spMkLst>
            <pc:docMk/>
            <pc:sldMk cId="1534413224" sldId="432"/>
            <ac:spMk id="8" creationId="{77AADD3A-FB13-6DF0-FD61-03ED4BF3B497}"/>
          </ac:spMkLst>
        </pc:spChg>
        <pc:spChg chg="add mod">
          <ac:chgData name="우진 김" userId="9d5916cb77183fd7" providerId="LiveId" clId="{280289FF-71E0-4B12-A980-F1406FCB80FB}" dt="2025-09-02T19:36:24.437" v="744" actId="1076"/>
          <ac:spMkLst>
            <pc:docMk/>
            <pc:sldMk cId="1534413224" sldId="432"/>
            <ac:spMk id="9" creationId="{ED55F323-D83D-8E35-70AA-260E1A3D6A12}"/>
          </ac:spMkLst>
        </pc:spChg>
        <pc:spChg chg="add mod">
          <ac:chgData name="우진 김" userId="9d5916cb77183fd7" providerId="LiveId" clId="{280289FF-71E0-4B12-A980-F1406FCB80FB}" dt="2025-09-03T02:41:44.599" v="3331"/>
          <ac:spMkLst>
            <pc:docMk/>
            <pc:sldMk cId="1534413224" sldId="432"/>
            <ac:spMk id="10" creationId="{369F37F6-0C9B-F6AE-5E86-F11F78B04DA0}"/>
          </ac:spMkLst>
        </pc:spChg>
        <pc:spChg chg="add del mod">
          <ac:chgData name="우진 김" userId="9d5916cb77183fd7" providerId="LiveId" clId="{280289FF-71E0-4B12-A980-F1406FCB80FB}" dt="2025-09-02T19:36:45.137" v="747" actId="478"/>
          <ac:spMkLst>
            <pc:docMk/>
            <pc:sldMk cId="1534413224" sldId="432"/>
            <ac:spMk id="10" creationId="{ACA280F4-FFF5-A33B-F32F-CF36ECC84AC2}"/>
          </ac:spMkLst>
        </pc:spChg>
        <pc:spChg chg="add mod">
          <ac:chgData name="우진 김" userId="9d5916cb77183fd7" providerId="LiveId" clId="{280289FF-71E0-4B12-A980-F1406FCB80FB}" dt="2025-09-02T19:37:30.372" v="779" actId="1076"/>
          <ac:spMkLst>
            <pc:docMk/>
            <pc:sldMk cId="1534413224" sldId="432"/>
            <ac:spMk id="13" creationId="{714997BB-918C-6DED-DB69-6D9222F515BF}"/>
          </ac:spMkLst>
        </pc:spChg>
        <pc:spChg chg="add mod">
          <ac:chgData name="우진 김" userId="9d5916cb77183fd7" providerId="LiveId" clId="{280289FF-71E0-4B12-A980-F1406FCB80FB}" dt="2025-09-02T19:37:45.602" v="782" actId="208"/>
          <ac:spMkLst>
            <pc:docMk/>
            <pc:sldMk cId="1534413224" sldId="432"/>
            <ac:spMk id="14" creationId="{87749F6C-68DA-BC60-9084-B6DFBD93FFBC}"/>
          </ac:spMkLst>
        </pc:spChg>
        <pc:spChg chg="del">
          <ac:chgData name="우진 김" userId="9d5916cb77183fd7" providerId="LiveId" clId="{280289FF-71E0-4B12-A980-F1406FCB80FB}" dt="2025-09-03T02:41:42.139" v="3330" actId="478"/>
          <ac:spMkLst>
            <pc:docMk/>
            <pc:sldMk cId="1534413224" sldId="432"/>
            <ac:spMk id="15" creationId="{767355FA-31E4-0ED3-BC38-ED2614CEFD82}"/>
          </ac:spMkLst>
        </pc:spChg>
        <pc:spChg chg="add mod">
          <ac:chgData name="우진 김" userId="9d5916cb77183fd7" providerId="LiveId" clId="{280289FF-71E0-4B12-A980-F1406FCB80FB}" dt="2025-09-02T19:38:25.403" v="873" actId="14100"/>
          <ac:spMkLst>
            <pc:docMk/>
            <pc:sldMk cId="1534413224" sldId="432"/>
            <ac:spMk id="18" creationId="{1DF68470-04F2-368E-B10F-451475BBE278}"/>
          </ac:spMkLst>
        </pc:spChg>
        <pc:cxnChg chg="add mod">
          <ac:chgData name="우진 김" userId="9d5916cb77183fd7" providerId="LiveId" clId="{280289FF-71E0-4B12-A980-F1406FCB80FB}" dt="2025-09-02T19:36:56.531" v="750" actId="208"/>
          <ac:cxnSpMkLst>
            <pc:docMk/>
            <pc:sldMk cId="1534413224" sldId="432"/>
            <ac:cxnSpMk id="12" creationId="{F45004BF-0D96-A309-0E0E-4778F3D2D88F}"/>
          </ac:cxnSpMkLst>
        </pc:cxnChg>
        <pc:cxnChg chg="add">
          <ac:chgData name="우진 김" userId="9d5916cb77183fd7" providerId="LiveId" clId="{280289FF-71E0-4B12-A980-F1406FCB80FB}" dt="2025-09-02T19:37:53.896" v="783" actId="11529"/>
          <ac:cxnSpMkLst>
            <pc:docMk/>
            <pc:sldMk cId="1534413224" sldId="432"/>
            <ac:cxnSpMk id="17" creationId="{DE21EA1B-C282-6623-E815-147E44E1A472}"/>
          </ac:cxnSpMkLst>
        </pc:cxnChg>
      </pc:sldChg>
      <pc:sldChg chg="modSp mod">
        <pc:chgData name="우진 김" userId="9d5916cb77183fd7" providerId="LiveId" clId="{280289FF-71E0-4B12-A980-F1406FCB80FB}" dt="2025-09-03T01:20:31.432" v="1994" actId="20577"/>
        <pc:sldMkLst>
          <pc:docMk/>
          <pc:sldMk cId="4187693382" sldId="434"/>
        </pc:sldMkLst>
        <pc:spChg chg="mod">
          <ac:chgData name="우진 김" userId="9d5916cb77183fd7" providerId="LiveId" clId="{280289FF-71E0-4B12-A980-F1406FCB80FB}" dt="2025-09-03T01:20:31.432" v="1994" actId="20577"/>
          <ac:spMkLst>
            <pc:docMk/>
            <pc:sldMk cId="4187693382" sldId="434"/>
            <ac:spMk id="2" creationId="{739C3EAD-F4FA-5774-B838-23A991815DFF}"/>
          </ac:spMkLst>
        </pc:spChg>
      </pc:sldChg>
      <pc:sldChg chg="addSp delSp modSp add mod modAnim">
        <pc:chgData name="우진 김" userId="9d5916cb77183fd7" providerId="LiveId" clId="{280289FF-71E0-4B12-A980-F1406FCB80FB}" dt="2025-09-03T02:46:03.317" v="3409"/>
        <pc:sldMkLst>
          <pc:docMk/>
          <pc:sldMk cId="1425424553" sldId="436"/>
        </pc:sldMkLst>
        <pc:spChg chg="mod">
          <ac:chgData name="우진 김" userId="9d5916cb77183fd7" providerId="LiveId" clId="{280289FF-71E0-4B12-A980-F1406FCB80FB}" dt="2025-09-02T17:16:03.593" v="11"/>
          <ac:spMkLst>
            <pc:docMk/>
            <pc:sldMk cId="1425424553" sldId="436"/>
            <ac:spMk id="4" creationId="{CE844F49-1210-4552-D0AE-B8FCBDA83B85}"/>
          </ac:spMkLst>
        </pc:spChg>
        <pc:spChg chg="mod">
          <ac:chgData name="우진 김" userId="9d5916cb77183fd7" providerId="LiveId" clId="{280289FF-71E0-4B12-A980-F1406FCB80FB}" dt="2025-09-02T17:16:19.798" v="15" actId="113"/>
          <ac:spMkLst>
            <pc:docMk/>
            <pc:sldMk cId="1425424553" sldId="436"/>
            <ac:spMk id="8" creationId="{C0D2334F-D53C-12FF-B795-47DBAB716A1E}"/>
          </ac:spMkLst>
        </pc:spChg>
        <pc:spChg chg="mod">
          <ac:chgData name="우진 김" userId="9d5916cb77183fd7" providerId="LiveId" clId="{280289FF-71E0-4B12-A980-F1406FCB80FB}" dt="2025-09-02T17:16:28.970" v="17"/>
          <ac:spMkLst>
            <pc:docMk/>
            <pc:sldMk cId="1425424553" sldId="436"/>
            <ac:spMk id="9" creationId="{CF2869F4-DAB6-37C3-99DA-7F60AC07A2D1}"/>
          </ac:spMkLst>
        </pc:spChg>
        <pc:spChg chg="del mod">
          <ac:chgData name="우진 김" userId="9d5916cb77183fd7" providerId="LiveId" clId="{280289FF-71E0-4B12-A980-F1406FCB80FB}" dt="2025-09-02T17:17:05.123" v="19" actId="478"/>
          <ac:spMkLst>
            <pc:docMk/>
            <pc:sldMk cId="1425424553" sldId="436"/>
            <ac:spMk id="10" creationId="{F40E5A9E-D28B-0E84-D3D5-55AD6F6BA9AC}"/>
          </ac:spMkLst>
        </pc:spChg>
        <pc:spChg chg="add mod">
          <ac:chgData name="우진 김" userId="9d5916cb77183fd7" providerId="LiveId" clId="{280289FF-71E0-4B12-A980-F1406FCB80FB}" dt="2025-09-02T17:18:22.328" v="38" actId="1076"/>
          <ac:spMkLst>
            <pc:docMk/>
            <pc:sldMk cId="1425424553" sldId="436"/>
            <ac:spMk id="14" creationId="{52024BFB-3095-6707-C597-F40E8F6473E8}"/>
          </ac:spMkLst>
        </pc:spChg>
        <pc:spChg chg="add mod">
          <ac:chgData name="우진 김" userId="9d5916cb77183fd7" providerId="LiveId" clId="{280289FF-71E0-4B12-A980-F1406FCB80FB}" dt="2025-09-02T17:18:45.175" v="46" actId="113"/>
          <ac:spMkLst>
            <pc:docMk/>
            <pc:sldMk cId="1425424553" sldId="436"/>
            <ac:spMk id="18" creationId="{341AC7D8-81A4-4908-E268-8E4F60480EDD}"/>
          </ac:spMkLst>
        </pc:spChg>
        <pc:spChg chg="add mod">
          <ac:chgData name="우진 김" userId="9d5916cb77183fd7" providerId="LiveId" clId="{280289FF-71E0-4B12-A980-F1406FCB80FB}" dt="2025-09-02T17:51:41.615" v="151" actId="1076"/>
          <ac:spMkLst>
            <pc:docMk/>
            <pc:sldMk cId="1425424553" sldId="436"/>
            <ac:spMk id="19" creationId="{A7DF0A0E-3612-2B63-7E60-45548D47E258}"/>
          </ac:spMkLst>
        </pc:spChg>
        <pc:spChg chg="add mod">
          <ac:chgData name="우진 김" userId="9d5916cb77183fd7" providerId="LiveId" clId="{280289FF-71E0-4B12-A980-F1406FCB80FB}" dt="2025-09-02T17:52:42.754" v="192" actId="1076"/>
          <ac:spMkLst>
            <pc:docMk/>
            <pc:sldMk cId="1425424553" sldId="436"/>
            <ac:spMk id="20" creationId="{A127653B-F9CA-DADC-7040-8C00C90DF5D9}"/>
          </ac:spMkLst>
        </pc:spChg>
        <pc:picChg chg="del">
          <ac:chgData name="우진 김" userId="9d5916cb77183fd7" providerId="LiveId" clId="{280289FF-71E0-4B12-A980-F1406FCB80FB}" dt="2025-09-02T17:17:05.552" v="20" actId="478"/>
          <ac:picMkLst>
            <pc:docMk/>
            <pc:sldMk cId="1425424553" sldId="436"/>
            <ac:picMk id="6" creationId="{CD769B63-A901-452E-2FD4-219C0CA38672}"/>
          </ac:picMkLst>
        </pc:picChg>
        <pc:picChg chg="add del">
          <ac:chgData name="우진 김" userId="9d5916cb77183fd7" providerId="LiveId" clId="{280289FF-71E0-4B12-A980-F1406FCB80FB}" dt="2025-09-02T17:17:19.561" v="22" actId="478"/>
          <ac:picMkLst>
            <pc:docMk/>
            <pc:sldMk cId="1425424553" sldId="436"/>
            <ac:picMk id="11" creationId="{5EDC17B8-5030-0D85-2A62-6422C0F5031C}"/>
          </ac:picMkLst>
        </pc:picChg>
        <pc:picChg chg="add del mod">
          <ac:chgData name="우진 김" userId="9d5916cb77183fd7" providerId="LiveId" clId="{280289FF-71E0-4B12-A980-F1406FCB80FB}" dt="2025-09-02T17:52:38.047" v="191" actId="478"/>
          <ac:picMkLst>
            <pc:docMk/>
            <pc:sldMk cId="1425424553" sldId="436"/>
            <ac:picMk id="13" creationId="{938A2B8D-45B2-321E-FC4C-04290952AB94}"/>
          </ac:picMkLst>
        </pc:picChg>
        <pc:picChg chg="add del mod">
          <ac:chgData name="우진 김" userId="9d5916cb77183fd7" providerId="LiveId" clId="{280289FF-71E0-4B12-A980-F1406FCB80FB}" dt="2025-09-02T17:51:37.386" v="150" actId="478"/>
          <ac:picMkLst>
            <pc:docMk/>
            <pc:sldMk cId="1425424553" sldId="436"/>
            <ac:picMk id="17" creationId="{13A7F501-9EF9-F309-4FF8-E81EC426A640}"/>
          </ac:picMkLst>
        </pc:picChg>
      </pc:sldChg>
      <pc:sldChg chg="addSp delSp modSp add mod modAnim">
        <pc:chgData name="우진 김" userId="9d5916cb77183fd7" providerId="LiveId" clId="{280289FF-71E0-4B12-A980-F1406FCB80FB}" dt="2025-09-03T02:46:36.956" v="3413"/>
        <pc:sldMkLst>
          <pc:docMk/>
          <pc:sldMk cId="2438194585" sldId="437"/>
        </pc:sldMkLst>
        <pc:spChg chg="mod">
          <ac:chgData name="우진 김" userId="9d5916cb77183fd7" providerId="LiveId" clId="{280289FF-71E0-4B12-A980-F1406FCB80FB}" dt="2025-09-02T17:19:53.631" v="75" actId="6549"/>
          <ac:spMkLst>
            <pc:docMk/>
            <pc:sldMk cId="2438194585" sldId="437"/>
            <ac:spMk id="4" creationId="{99853001-A454-38E5-7EE4-322E80370953}"/>
          </ac:spMkLst>
        </pc:spChg>
        <pc:spChg chg="add mod">
          <ac:chgData name="우진 김" userId="9d5916cb77183fd7" providerId="LiveId" clId="{280289FF-71E0-4B12-A980-F1406FCB80FB}" dt="2025-09-02T17:53:02.228" v="194" actId="1076"/>
          <ac:spMkLst>
            <pc:docMk/>
            <pc:sldMk cId="2438194585" sldId="437"/>
            <ac:spMk id="5" creationId="{B3C7D80E-3785-6220-8BE6-EC1CC4F09B9F}"/>
          </ac:spMkLst>
        </pc:spChg>
        <pc:spChg chg="mod">
          <ac:chgData name="우진 김" userId="9d5916cb77183fd7" providerId="LiveId" clId="{280289FF-71E0-4B12-A980-F1406FCB80FB}" dt="2025-09-03T02:41:37.401" v="3329" actId="20577"/>
          <ac:spMkLst>
            <pc:docMk/>
            <pc:sldMk cId="2438194585" sldId="437"/>
            <ac:spMk id="7" creationId="{139E4F72-8E56-5B4A-540E-F125E2072224}"/>
          </ac:spMkLst>
        </pc:spChg>
        <pc:spChg chg="mod">
          <ac:chgData name="우진 김" userId="9d5916cb77183fd7" providerId="LiveId" clId="{280289FF-71E0-4B12-A980-F1406FCB80FB}" dt="2025-09-02T17:53:53.125" v="270" actId="20577"/>
          <ac:spMkLst>
            <pc:docMk/>
            <pc:sldMk cId="2438194585" sldId="437"/>
            <ac:spMk id="8" creationId="{D9C4AE56-2CD2-3535-4949-6DBDFC8C5F2C}"/>
          </ac:spMkLst>
        </pc:spChg>
        <pc:spChg chg="del">
          <ac:chgData name="우진 김" userId="9d5916cb77183fd7" providerId="LiveId" clId="{280289FF-71E0-4B12-A980-F1406FCB80FB}" dt="2025-09-02T17:21:20.997" v="76" actId="478"/>
          <ac:spMkLst>
            <pc:docMk/>
            <pc:sldMk cId="2438194585" sldId="437"/>
            <ac:spMk id="9" creationId="{CBA84E54-B39A-9540-E5A8-4FA4C6CB942F}"/>
          </ac:spMkLst>
        </pc:spChg>
        <pc:spChg chg="add mod">
          <ac:chgData name="우진 김" userId="9d5916cb77183fd7" providerId="LiveId" clId="{280289FF-71E0-4B12-A980-F1406FCB80FB}" dt="2025-09-02T17:54:55.999" v="314" actId="21"/>
          <ac:spMkLst>
            <pc:docMk/>
            <pc:sldMk cId="2438194585" sldId="437"/>
            <ac:spMk id="11" creationId="{69682156-A4B9-DDC5-B299-223A35AD1785}"/>
          </ac:spMkLst>
        </pc:spChg>
        <pc:spChg chg="add mod">
          <ac:chgData name="우진 김" userId="9d5916cb77183fd7" providerId="LiveId" clId="{280289FF-71E0-4B12-A980-F1406FCB80FB}" dt="2025-09-02T17:59:24.271" v="344" actId="14100"/>
          <ac:spMkLst>
            <pc:docMk/>
            <pc:sldMk cId="2438194585" sldId="437"/>
            <ac:spMk id="12" creationId="{F66C5C67-E36D-483F-726E-F2B19A98C402}"/>
          </ac:spMkLst>
        </pc:spChg>
        <pc:spChg chg="del">
          <ac:chgData name="우진 김" userId="9d5916cb77183fd7" providerId="LiveId" clId="{280289FF-71E0-4B12-A980-F1406FCB80FB}" dt="2025-09-02T17:21:20.997" v="76" actId="478"/>
          <ac:spMkLst>
            <pc:docMk/>
            <pc:sldMk cId="2438194585" sldId="437"/>
            <ac:spMk id="14" creationId="{EDFCE11B-D330-0F34-CA6B-9451A086A4DD}"/>
          </ac:spMkLst>
        </pc:spChg>
        <pc:spChg chg="del">
          <ac:chgData name="우진 김" userId="9d5916cb77183fd7" providerId="LiveId" clId="{280289FF-71E0-4B12-A980-F1406FCB80FB}" dt="2025-09-03T02:41:12.033" v="3298" actId="478"/>
          <ac:spMkLst>
            <pc:docMk/>
            <pc:sldMk cId="2438194585" sldId="437"/>
            <ac:spMk id="15" creationId="{E8775BA6-E66B-16E5-5C39-F5EA21368577}"/>
          </ac:spMkLst>
        </pc:spChg>
        <pc:spChg chg="del">
          <ac:chgData name="우진 김" userId="9d5916cb77183fd7" providerId="LiveId" clId="{280289FF-71E0-4B12-A980-F1406FCB80FB}" dt="2025-09-02T17:21:20.997" v="76" actId="478"/>
          <ac:spMkLst>
            <pc:docMk/>
            <pc:sldMk cId="2438194585" sldId="437"/>
            <ac:spMk id="18" creationId="{74A0126C-63BB-92DE-D5BD-82DE59BB45F4}"/>
          </ac:spMkLst>
        </pc:spChg>
        <pc:spChg chg="add del">
          <ac:chgData name="우진 김" userId="9d5916cb77183fd7" providerId="LiveId" clId="{280289FF-71E0-4B12-A980-F1406FCB80FB}" dt="2025-09-02T17:58:35.552" v="334" actId="22"/>
          <ac:spMkLst>
            <pc:docMk/>
            <pc:sldMk cId="2438194585" sldId="437"/>
            <ac:spMk id="19" creationId="{381E5EFB-D25A-47DA-843D-E964A8263468}"/>
          </ac:spMkLst>
        </pc:spChg>
        <pc:spChg chg="add del mod">
          <ac:chgData name="우진 김" userId="9d5916cb77183fd7" providerId="LiveId" clId="{280289FF-71E0-4B12-A980-F1406FCB80FB}" dt="2025-09-02T17:59:19.328" v="343" actId="478"/>
          <ac:spMkLst>
            <pc:docMk/>
            <pc:sldMk cId="2438194585" sldId="437"/>
            <ac:spMk id="21" creationId="{388EB894-A524-BD45-BC48-664DF33D379E}"/>
          </ac:spMkLst>
        </pc:spChg>
        <pc:spChg chg="add mod">
          <ac:chgData name="우진 김" userId="9d5916cb77183fd7" providerId="LiveId" clId="{280289FF-71E0-4B12-A980-F1406FCB80FB}" dt="2025-09-02T17:59:41.804" v="351" actId="1076"/>
          <ac:spMkLst>
            <pc:docMk/>
            <pc:sldMk cId="2438194585" sldId="437"/>
            <ac:spMk id="22" creationId="{5AD52314-494B-CA66-518D-E2187657F1DF}"/>
          </ac:spMkLst>
        </pc:spChg>
        <pc:spChg chg="add mod">
          <ac:chgData name="우진 김" userId="9d5916cb77183fd7" providerId="LiveId" clId="{280289FF-71E0-4B12-A980-F1406FCB80FB}" dt="2025-09-02T18:00:38.754" v="392" actId="1076"/>
          <ac:spMkLst>
            <pc:docMk/>
            <pc:sldMk cId="2438194585" sldId="437"/>
            <ac:spMk id="23" creationId="{EC17EF67-43D1-C7F9-A569-EA3A2D98B919}"/>
          </ac:spMkLst>
        </pc:spChg>
        <pc:spChg chg="add mod">
          <ac:chgData name="우진 김" userId="9d5916cb77183fd7" providerId="LiveId" clId="{280289FF-71E0-4B12-A980-F1406FCB80FB}" dt="2025-09-02T19:13:09.386" v="451" actId="1076"/>
          <ac:spMkLst>
            <pc:docMk/>
            <pc:sldMk cId="2438194585" sldId="437"/>
            <ac:spMk id="26" creationId="{6AD0AD2B-A626-5D71-5D20-52DA5F230D29}"/>
          </ac:spMkLst>
        </pc:spChg>
        <pc:spChg chg="add mod">
          <ac:chgData name="우진 김" userId="9d5916cb77183fd7" providerId="LiveId" clId="{280289FF-71E0-4B12-A980-F1406FCB80FB}" dt="2025-09-02T19:13:38.977" v="453" actId="1076"/>
          <ac:spMkLst>
            <pc:docMk/>
            <pc:sldMk cId="2438194585" sldId="437"/>
            <ac:spMk id="28" creationId="{21AB5F89-742B-D5A1-2022-41B9B2D4AC9E}"/>
          </ac:spMkLst>
        </pc:spChg>
        <pc:spChg chg="add del mod">
          <ac:chgData name="우진 김" userId="9d5916cb77183fd7" providerId="LiveId" clId="{280289FF-71E0-4B12-A980-F1406FCB80FB}" dt="2025-09-02T19:13:44.437" v="454" actId="478"/>
          <ac:spMkLst>
            <pc:docMk/>
            <pc:sldMk cId="2438194585" sldId="437"/>
            <ac:spMk id="29" creationId="{37BF974C-1EBE-AAFA-6F1C-3D2AE61E595E}"/>
          </ac:spMkLst>
        </pc:spChg>
        <pc:spChg chg="add mod">
          <ac:chgData name="우진 김" userId="9d5916cb77183fd7" providerId="LiveId" clId="{280289FF-71E0-4B12-A980-F1406FCB80FB}" dt="2025-09-02T19:15:08.105" v="490" actId="1076"/>
          <ac:spMkLst>
            <pc:docMk/>
            <pc:sldMk cId="2438194585" sldId="437"/>
            <ac:spMk id="30" creationId="{D3DAAF5D-D676-30EC-0FE3-EE6E4421AA45}"/>
          </ac:spMkLst>
        </pc:spChg>
        <pc:picChg chg="del">
          <ac:chgData name="우진 김" userId="9d5916cb77183fd7" providerId="LiveId" clId="{280289FF-71E0-4B12-A980-F1406FCB80FB}" dt="2025-09-02T17:21:20.997" v="76" actId="478"/>
          <ac:picMkLst>
            <pc:docMk/>
            <pc:sldMk cId="2438194585" sldId="437"/>
            <ac:picMk id="13" creationId="{DA15C16C-CFCB-ADB1-B43A-4C59762C2977}"/>
          </ac:picMkLst>
        </pc:picChg>
        <pc:picChg chg="del">
          <ac:chgData name="우진 김" userId="9d5916cb77183fd7" providerId="LiveId" clId="{280289FF-71E0-4B12-A980-F1406FCB80FB}" dt="2025-09-02T17:21:20.997" v="76" actId="478"/>
          <ac:picMkLst>
            <pc:docMk/>
            <pc:sldMk cId="2438194585" sldId="437"/>
            <ac:picMk id="17" creationId="{9F3D4564-057B-8558-358E-ECE9181E95A3}"/>
          </ac:picMkLst>
        </pc:picChg>
        <pc:cxnChg chg="add mod">
          <ac:chgData name="우진 김" userId="9d5916cb77183fd7" providerId="LiveId" clId="{280289FF-71E0-4B12-A980-F1406FCB80FB}" dt="2025-09-02T17:54:03.854" v="272" actId="1076"/>
          <ac:cxnSpMkLst>
            <pc:docMk/>
            <pc:sldMk cId="2438194585" sldId="437"/>
            <ac:cxnSpMk id="10" creationId="{3D79F86D-AC0D-9C45-CFAD-0B2A1FE62B3D}"/>
          </ac:cxnSpMkLst>
        </pc:cxnChg>
        <pc:cxnChg chg="add mod">
          <ac:chgData name="우진 김" userId="9d5916cb77183fd7" providerId="LiveId" clId="{280289FF-71E0-4B12-A980-F1406FCB80FB}" dt="2025-09-02T19:11:22.627" v="395" actId="1076"/>
          <ac:cxnSpMkLst>
            <pc:docMk/>
            <pc:sldMk cId="2438194585" sldId="437"/>
            <ac:cxnSpMk id="25" creationId="{1B881EC3-22DA-84F2-EC7C-583626ECD758}"/>
          </ac:cxnSpMkLst>
        </pc:cxnChg>
        <pc:cxnChg chg="add mod">
          <ac:chgData name="우진 김" userId="9d5916cb77183fd7" providerId="LiveId" clId="{280289FF-71E0-4B12-A980-F1406FCB80FB}" dt="2025-09-02T19:13:38.977" v="453" actId="1076"/>
          <ac:cxnSpMkLst>
            <pc:docMk/>
            <pc:sldMk cId="2438194585" sldId="437"/>
            <ac:cxnSpMk id="27" creationId="{1D9CE6F6-7481-A266-083B-7073EBB4ED9E}"/>
          </ac:cxnSpMkLst>
        </pc:cxnChg>
      </pc:sldChg>
      <pc:sldChg chg="addSp delSp modSp add mod ord modAnim">
        <pc:chgData name="우진 김" userId="9d5916cb77183fd7" providerId="LiveId" clId="{280289FF-71E0-4B12-A980-F1406FCB80FB}" dt="2025-09-03T02:47:13.542" v="3419"/>
        <pc:sldMkLst>
          <pc:docMk/>
          <pc:sldMk cId="831114939" sldId="438"/>
        </pc:sldMkLst>
        <pc:spChg chg="mod">
          <ac:chgData name="우진 김" userId="9d5916cb77183fd7" providerId="LiveId" clId="{280289FF-71E0-4B12-A980-F1406FCB80FB}" dt="2025-09-02T19:39:31.341" v="891" actId="20577"/>
          <ac:spMkLst>
            <pc:docMk/>
            <pc:sldMk cId="831114939" sldId="438"/>
            <ac:spMk id="2" creationId="{CDCEA8DC-4064-B91A-CB13-80B5346FE085}"/>
          </ac:spMkLst>
        </pc:spChg>
        <pc:spChg chg="mod">
          <ac:chgData name="우진 김" userId="9d5916cb77183fd7" providerId="LiveId" clId="{280289FF-71E0-4B12-A980-F1406FCB80FB}" dt="2025-09-02T19:41:19.310" v="915" actId="20577"/>
          <ac:spMkLst>
            <pc:docMk/>
            <pc:sldMk cId="831114939" sldId="438"/>
            <ac:spMk id="4" creationId="{7F53D7C0-5955-FBF6-491F-9C66E4C07373}"/>
          </ac:spMkLst>
        </pc:spChg>
        <pc:spChg chg="mod">
          <ac:chgData name="우진 김" userId="9d5916cb77183fd7" providerId="LiveId" clId="{280289FF-71E0-4B12-A980-F1406FCB80FB}" dt="2025-09-02T19:41:39.014" v="920" actId="113"/>
          <ac:spMkLst>
            <pc:docMk/>
            <pc:sldMk cId="831114939" sldId="438"/>
            <ac:spMk id="5" creationId="{2D5B6F45-F8F9-753F-4458-F810FEA14649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6" creationId="{0DA0E899-169F-0FC0-931B-E758704DDB24}"/>
          </ac:spMkLst>
        </pc:spChg>
        <pc:spChg chg="add mod">
          <ac:chgData name="우진 김" userId="9d5916cb77183fd7" providerId="LiveId" clId="{280289FF-71E0-4B12-A980-F1406FCB80FB}" dt="2025-09-03T02:43:03.556" v="3355" actId="20577"/>
          <ac:spMkLst>
            <pc:docMk/>
            <pc:sldMk cId="831114939" sldId="438"/>
            <ac:spMk id="6" creationId="{25CA715D-910E-EE41-BC35-66F3B579C424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7" creationId="{D574B2A3-3BDD-628E-3255-8FCA180FD313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8" creationId="{06FF5C23-6484-25B6-CC36-B835CC58F727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9" creationId="{66CE3855-BC2F-BDD3-ED1F-09D014C51462}"/>
          </ac:spMkLst>
        </pc:spChg>
        <pc:spChg chg="add mod">
          <ac:chgData name="우진 김" userId="9d5916cb77183fd7" providerId="LiveId" clId="{280289FF-71E0-4B12-A980-F1406FCB80FB}" dt="2025-09-02T19:54:26.469" v="956" actId="1076"/>
          <ac:spMkLst>
            <pc:docMk/>
            <pc:sldMk cId="831114939" sldId="438"/>
            <ac:spMk id="10" creationId="{928EBE51-AFB8-13D7-88C5-1E5F630BCF0C}"/>
          </ac:spMkLst>
        </pc:spChg>
        <pc:spChg chg="add mod">
          <ac:chgData name="우진 김" userId="9d5916cb77183fd7" providerId="LiveId" clId="{280289FF-71E0-4B12-A980-F1406FCB80FB}" dt="2025-09-02T19:42:18.889" v="929"/>
          <ac:spMkLst>
            <pc:docMk/>
            <pc:sldMk cId="831114939" sldId="438"/>
            <ac:spMk id="11" creationId="{9CB63E70-DC61-51C5-22F2-4845ACFDE042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13" creationId="{EB2267FB-D765-111D-8475-67DB0A676189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14" creationId="{B50B4AB8-7B01-1F96-4181-6446BB0A4C6A}"/>
          </ac:spMkLst>
        </pc:spChg>
        <pc:spChg chg="del">
          <ac:chgData name="우진 김" userId="9d5916cb77183fd7" providerId="LiveId" clId="{280289FF-71E0-4B12-A980-F1406FCB80FB}" dt="2025-09-03T02:41:49.243" v="3332" actId="478"/>
          <ac:spMkLst>
            <pc:docMk/>
            <pc:sldMk cId="831114939" sldId="438"/>
            <ac:spMk id="15" creationId="{3D52B964-3D33-2BDD-B291-B1BC52882E13}"/>
          </ac:spMkLst>
        </pc:spChg>
        <pc:spChg chg="add del">
          <ac:chgData name="우진 김" userId="9d5916cb77183fd7" providerId="LiveId" clId="{280289FF-71E0-4B12-A980-F1406FCB80FB}" dt="2025-09-02T19:42:31.716" v="931" actId="478"/>
          <ac:spMkLst>
            <pc:docMk/>
            <pc:sldMk cId="831114939" sldId="438"/>
            <ac:spMk id="16" creationId="{1524B3BD-432B-8268-B2F7-2BDB9E852381}"/>
          </ac:spMkLst>
        </pc:spChg>
        <pc:spChg chg="del">
          <ac:chgData name="우진 김" userId="9d5916cb77183fd7" providerId="LiveId" clId="{280289FF-71E0-4B12-A980-F1406FCB80FB}" dt="2025-09-02T19:41:21.902" v="916" actId="478"/>
          <ac:spMkLst>
            <pc:docMk/>
            <pc:sldMk cId="831114939" sldId="438"/>
            <ac:spMk id="18" creationId="{44194736-2CCD-F919-411F-2BAAE01BC975}"/>
          </ac:spMkLst>
        </pc:spChg>
        <pc:spChg chg="add mod">
          <ac:chgData name="우진 김" userId="9d5916cb77183fd7" providerId="LiveId" clId="{280289FF-71E0-4B12-A980-F1406FCB80FB}" dt="2025-09-02T19:42:53.554" v="938" actId="1076"/>
          <ac:spMkLst>
            <pc:docMk/>
            <pc:sldMk cId="831114939" sldId="438"/>
            <ac:spMk id="19" creationId="{99E8BE6D-0898-6F9D-2262-C6F33C8E100F}"/>
          </ac:spMkLst>
        </pc:spChg>
        <pc:spChg chg="add mod">
          <ac:chgData name="우진 김" userId="9d5916cb77183fd7" providerId="LiveId" clId="{280289FF-71E0-4B12-A980-F1406FCB80FB}" dt="2025-09-02T19:43:08.125" v="953" actId="1076"/>
          <ac:spMkLst>
            <pc:docMk/>
            <pc:sldMk cId="831114939" sldId="438"/>
            <ac:spMk id="20" creationId="{72EB2B43-09B9-22D3-4754-38C65414A822}"/>
          </ac:spMkLst>
        </pc:spChg>
        <pc:spChg chg="add mod">
          <ac:chgData name="우진 김" userId="9d5916cb77183fd7" providerId="LiveId" clId="{280289FF-71E0-4B12-A980-F1406FCB80FB}" dt="2025-09-02T19:54:33.955" v="970" actId="20577"/>
          <ac:spMkLst>
            <pc:docMk/>
            <pc:sldMk cId="831114939" sldId="438"/>
            <ac:spMk id="21" creationId="{30D688B2-251B-9DB5-744C-AD20AC83E5FC}"/>
          </ac:spMkLst>
        </pc:spChg>
        <pc:spChg chg="add mod">
          <ac:chgData name="우진 김" userId="9d5916cb77183fd7" providerId="LiveId" clId="{280289FF-71E0-4B12-A980-F1406FCB80FB}" dt="2025-09-02T19:54:57.056" v="976" actId="1076"/>
          <ac:spMkLst>
            <pc:docMk/>
            <pc:sldMk cId="831114939" sldId="438"/>
            <ac:spMk id="22" creationId="{16612C5A-3385-EDD6-246D-774859CE9B63}"/>
          </ac:spMkLst>
        </pc:spChg>
        <pc:spChg chg="add mod">
          <ac:chgData name="우진 김" userId="9d5916cb77183fd7" providerId="LiveId" clId="{280289FF-71E0-4B12-A980-F1406FCB80FB}" dt="2025-09-02T19:55:52.087" v="1036" actId="1076"/>
          <ac:spMkLst>
            <pc:docMk/>
            <pc:sldMk cId="831114939" sldId="438"/>
            <ac:spMk id="23" creationId="{FDDC0BA7-364D-49FA-A009-77DA00868E5A}"/>
          </ac:spMkLst>
        </pc:spChg>
        <pc:spChg chg="add mod">
          <ac:chgData name="우진 김" userId="9d5916cb77183fd7" providerId="LiveId" clId="{280289FF-71E0-4B12-A980-F1406FCB80FB}" dt="2025-09-02T19:55:55.905" v="1037" actId="1076"/>
          <ac:spMkLst>
            <pc:docMk/>
            <pc:sldMk cId="831114939" sldId="438"/>
            <ac:spMk id="24" creationId="{FC155F6A-874B-C685-1B56-ADFA5F074E6F}"/>
          </ac:spMkLst>
        </pc:spChg>
        <pc:spChg chg="add mod">
          <ac:chgData name="우진 김" userId="9d5916cb77183fd7" providerId="LiveId" clId="{280289FF-71E0-4B12-A980-F1406FCB80FB}" dt="2025-09-02T19:57:19.274" v="1075" actId="20577"/>
          <ac:spMkLst>
            <pc:docMk/>
            <pc:sldMk cId="831114939" sldId="438"/>
            <ac:spMk id="25" creationId="{9071F240-E8A5-C3E2-C12F-609859ACAA1C}"/>
          </ac:spMkLst>
        </pc:spChg>
        <pc:spChg chg="add del mod">
          <ac:chgData name="우진 김" userId="9d5916cb77183fd7" providerId="LiveId" clId="{280289FF-71E0-4B12-A980-F1406FCB80FB}" dt="2025-09-02T20:30:25.621" v="1358" actId="478"/>
          <ac:spMkLst>
            <pc:docMk/>
            <pc:sldMk cId="831114939" sldId="438"/>
            <ac:spMk id="26" creationId="{3C8B7134-E807-E90F-894A-D0DE17B8A1EC}"/>
          </ac:spMkLst>
        </pc:spChg>
        <pc:spChg chg="add mod">
          <ac:chgData name="우진 김" userId="9d5916cb77183fd7" providerId="LiveId" clId="{280289FF-71E0-4B12-A980-F1406FCB80FB}" dt="2025-09-03T00:35:20.895" v="1511" actId="1036"/>
          <ac:spMkLst>
            <pc:docMk/>
            <pc:sldMk cId="831114939" sldId="438"/>
            <ac:spMk id="27" creationId="{37699D20-ED97-EA7F-DE03-AD5756E807A9}"/>
          </ac:spMkLst>
        </pc:spChg>
        <pc:spChg chg="add mod">
          <ac:chgData name="우진 김" userId="9d5916cb77183fd7" providerId="LiveId" clId="{280289FF-71E0-4B12-A980-F1406FCB80FB}" dt="2025-09-03T00:35:42.080" v="1516" actId="1076"/>
          <ac:spMkLst>
            <pc:docMk/>
            <pc:sldMk cId="831114939" sldId="438"/>
            <ac:spMk id="28" creationId="{5EB3D2FE-B048-A244-02F7-8B59905223A5}"/>
          </ac:spMkLst>
        </pc:spChg>
        <pc:cxnChg chg="del">
          <ac:chgData name="우진 김" userId="9d5916cb77183fd7" providerId="LiveId" clId="{280289FF-71E0-4B12-A980-F1406FCB80FB}" dt="2025-09-02T19:41:21.902" v="916" actId="478"/>
          <ac:cxnSpMkLst>
            <pc:docMk/>
            <pc:sldMk cId="831114939" sldId="438"/>
            <ac:cxnSpMk id="12" creationId="{D349F317-DD58-0B1A-9CD9-7F661E3D17C9}"/>
          </ac:cxnSpMkLst>
        </pc:cxnChg>
        <pc:cxnChg chg="del">
          <ac:chgData name="우진 김" userId="9d5916cb77183fd7" providerId="LiveId" clId="{280289FF-71E0-4B12-A980-F1406FCB80FB}" dt="2025-09-02T19:41:21.902" v="916" actId="478"/>
          <ac:cxnSpMkLst>
            <pc:docMk/>
            <pc:sldMk cId="831114939" sldId="438"/>
            <ac:cxnSpMk id="17" creationId="{7930B59F-DB53-A004-FF06-02696FF8F911}"/>
          </ac:cxnSpMkLst>
        </pc:cxnChg>
      </pc:sldChg>
      <pc:sldChg chg="addSp delSp modSp add mod">
        <pc:chgData name="우진 김" userId="9d5916cb77183fd7" providerId="LiveId" clId="{280289FF-71E0-4B12-A980-F1406FCB80FB}" dt="2025-09-03T02:43:32.199" v="3357"/>
        <pc:sldMkLst>
          <pc:docMk/>
          <pc:sldMk cId="1035318549" sldId="439"/>
        </pc:sldMkLst>
        <pc:spChg chg="add mod">
          <ac:chgData name="우진 김" userId="9d5916cb77183fd7" providerId="LiveId" clId="{280289FF-71E0-4B12-A980-F1406FCB80FB}" dt="2025-09-03T02:43:32.199" v="3357"/>
          <ac:spMkLst>
            <pc:docMk/>
            <pc:sldMk cId="1035318549" sldId="439"/>
            <ac:spMk id="5" creationId="{0361A50E-9F44-69A6-E82A-ED45C0564CB6}"/>
          </ac:spMkLst>
        </pc:spChg>
        <pc:spChg chg="del">
          <ac:chgData name="우진 김" userId="9d5916cb77183fd7" providerId="LiveId" clId="{280289FF-71E0-4B12-A980-F1406FCB80FB}" dt="2025-09-02T20:01:35.309" v="1201" actId="478"/>
          <ac:spMkLst>
            <pc:docMk/>
            <pc:sldMk cId="1035318549" sldId="439"/>
            <ac:spMk id="5" creationId="{25AB2A53-66F2-4210-16A6-E7E3973B42C0}"/>
          </ac:spMkLst>
        </pc:spChg>
        <pc:spChg chg="add mod">
          <ac:chgData name="우진 김" userId="9d5916cb77183fd7" providerId="LiveId" clId="{280289FF-71E0-4B12-A980-F1406FCB80FB}" dt="2025-09-03T00:35:47.210" v="1517" actId="1076"/>
          <ac:spMkLst>
            <pc:docMk/>
            <pc:sldMk cId="1035318549" sldId="439"/>
            <ac:spMk id="6" creationId="{3111E52D-8C33-07C4-74D4-16EAF528AEAF}"/>
          </ac:spMkLst>
        </pc:spChg>
        <pc:spChg chg="add del mod">
          <ac:chgData name="우진 김" userId="9d5916cb77183fd7" providerId="LiveId" clId="{280289FF-71E0-4B12-A980-F1406FCB80FB}" dt="2025-09-02T20:30:41.406" v="1363" actId="478"/>
          <ac:spMkLst>
            <pc:docMk/>
            <pc:sldMk cId="1035318549" sldId="439"/>
            <ac:spMk id="7" creationId="{FB817E17-701B-215E-BF45-2A00D5E6086E}"/>
          </ac:spMkLst>
        </pc:spChg>
        <pc:spChg chg="del">
          <ac:chgData name="우진 김" userId="9d5916cb77183fd7" providerId="LiveId" clId="{280289FF-71E0-4B12-A980-F1406FCB80FB}" dt="2025-09-02T20:01:35.309" v="1201" actId="478"/>
          <ac:spMkLst>
            <pc:docMk/>
            <pc:sldMk cId="1035318549" sldId="439"/>
            <ac:spMk id="10" creationId="{7FF1557E-4936-5B06-DC05-69899EEB8876}"/>
          </ac:spMkLst>
        </pc:spChg>
        <pc:spChg chg="del">
          <ac:chgData name="우진 김" userId="9d5916cb77183fd7" providerId="LiveId" clId="{280289FF-71E0-4B12-A980-F1406FCB80FB}" dt="2025-09-02T20:01:35.309" v="1201" actId="478"/>
          <ac:spMkLst>
            <pc:docMk/>
            <pc:sldMk cId="1035318549" sldId="439"/>
            <ac:spMk id="11" creationId="{8ADEAD21-2261-90C4-8766-06EA790C172E}"/>
          </ac:spMkLst>
        </pc:spChg>
        <pc:spChg chg="del">
          <ac:chgData name="우진 김" userId="9d5916cb77183fd7" providerId="LiveId" clId="{280289FF-71E0-4B12-A980-F1406FCB80FB}" dt="2025-09-03T02:43:32.018" v="3356" actId="478"/>
          <ac:spMkLst>
            <pc:docMk/>
            <pc:sldMk cId="1035318549" sldId="439"/>
            <ac:spMk id="15" creationId="{6A0EB380-0F19-2263-F288-6CDDE41FC327}"/>
          </ac:spMkLst>
        </pc:spChg>
        <pc:spChg chg="del">
          <ac:chgData name="우진 김" userId="9d5916cb77183fd7" providerId="LiveId" clId="{280289FF-71E0-4B12-A980-F1406FCB80FB}" dt="2025-09-02T20:01:35.309" v="1201" actId="478"/>
          <ac:spMkLst>
            <pc:docMk/>
            <pc:sldMk cId="1035318549" sldId="439"/>
            <ac:spMk id="19" creationId="{776771DF-2F84-9A71-7734-04CB42675BA7}"/>
          </ac:spMkLst>
        </pc:spChg>
        <pc:spChg chg="del">
          <ac:chgData name="우진 김" userId="9d5916cb77183fd7" providerId="LiveId" clId="{280289FF-71E0-4B12-A980-F1406FCB80FB}" dt="2025-09-02T20:01:35.309" v="1201" actId="478"/>
          <ac:spMkLst>
            <pc:docMk/>
            <pc:sldMk cId="1035318549" sldId="439"/>
            <ac:spMk id="20" creationId="{1816ED09-3F1F-D19E-4D55-5B7992DD9845}"/>
          </ac:spMkLst>
        </pc:spChg>
        <pc:spChg chg="del">
          <ac:chgData name="우진 김" userId="9d5916cb77183fd7" providerId="LiveId" clId="{280289FF-71E0-4B12-A980-F1406FCB80FB}" dt="2025-09-02T20:02:55.723" v="1202" actId="478"/>
          <ac:spMkLst>
            <pc:docMk/>
            <pc:sldMk cId="1035318549" sldId="439"/>
            <ac:spMk id="21" creationId="{EC390F9D-432D-C7AE-9620-FDD9FDED3738}"/>
          </ac:spMkLst>
        </pc:spChg>
        <pc:spChg chg="mod">
          <ac:chgData name="우진 김" userId="9d5916cb77183fd7" providerId="LiveId" clId="{280289FF-71E0-4B12-A980-F1406FCB80FB}" dt="2025-09-02T20:03:12.444" v="1232" actId="20577"/>
          <ac:spMkLst>
            <pc:docMk/>
            <pc:sldMk cId="1035318549" sldId="439"/>
            <ac:spMk id="22" creationId="{7E9EF59B-9643-57D0-AE0C-2862A948F53A}"/>
          </ac:spMkLst>
        </pc:spChg>
        <pc:spChg chg="del">
          <ac:chgData name="우진 김" userId="9d5916cb77183fd7" providerId="LiveId" clId="{280289FF-71E0-4B12-A980-F1406FCB80FB}" dt="2025-09-02T20:03:15.644" v="1233" actId="478"/>
          <ac:spMkLst>
            <pc:docMk/>
            <pc:sldMk cId="1035318549" sldId="439"/>
            <ac:spMk id="23" creationId="{511E2A87-7D24-7E84-074F-31E3C2BD22DE}"/>
          </ac:spMkLst>
        </pc:spChg>
        <pc:spChg chg="del">
          <ac:chgData name="우진 김" userId="9d5916cb77183fd7" providerId="LiveId" clId="{280289FF-71E0-4B12-A980-F1406FCB80FB}" dt="2025-09-02T20:03:15.644" v="1233" actId="478"/>
          <ac:spMkLst>
            <pc:docMk/>
            <pc:sldMk cId="1035318549" sldId="439"/>
            <ac:spMk id="24" creationId="{8EA2C971-F4CA-EF9A-B330-50584E30DB2B}"/>
          </ac:spMkLst>
        </pc:spChg>
        <pc:spChg chg="del">
          <ac:chgData name="우진 김" userId="9d5916cb77183fd7" providerId="LiveId" clId="{280289FF-71E0-4B12-A980-F1406FCB80FB}" dt="2025-09-02T20:03:15.644" v="1233" actId="478"/>
          <ac:spMkLst>
            <pc:docMk/>
            <pc:sldMk cId="1035318549" sldId="439"/>
            <ac:spMk id="25" creationId="{4B5DE87F-1320-5B56-E330-C0A7D9F0D8C2}"/>
          </ac:spMkLst>
        </pc:spChg>
        <pc:spChg chg="del">
          <ac:chgData name="우진 김" userId="9d5916cb77183fd7" providerId="LiveId" clId="{280289FF-71E0-4B12-A980-F1406FCB80FB}" dt="2025-09-02T20:03:15.644" v="1233" actId="478"/>
          <ac:spMkLst>
            <pc:docMk/>
            <pc:sldMk cId="1035318549" sldId="439"/>
            <ac:spMk id="26" creationId="{C27D1778-14DB-C037-91ED-4D409FC89A02}"/>
          </ac:spMkLst>
        </pc:spChg>
        <pc:spChg chg="del">
          <ac:chgData name="우진 김" userId="9d5916cb77183fd7" providerId="LiveId" clId="{280289FF-71E0-4B12-A980-F1406FCB80FB}" dt="2025-09-02T20:03:15.644" v="1233" actId="478"/>
          <ac:spMkLst>
            <pc:docMk/>
            <pc:sldMk cId="1035318549" sldId="439"/>
            <ac:spMk id="27" creationId="{DC71D055-7AA4-476E-7C6C-5968A7863CC3}"/>
          </ac:spMkLst>
        </pc:spChg>
        <pc:spChg chg="del">
          <ac:chgData name="우진 김" userId="9d5916cb77183fd7" providerId="LiveId" clId="{280289FF-71E0-4B12-A980-F1406FCB80FB}" dt="2025-09-02T20:03:15.644" v="1233" actId="478"/>
          <ac:spMkLst>
            <pc:docMk/>
            <pc:sldMk cId="1035318549" sldId="439"/>
            <ac:spMk id="28" creationId="{2B9C5BCA-2704-7D19-6436-6296C82D2E72}"/>
          </ac:spMkLst>
        </pc:spChg>
        <pc:picChg chg="add mod">
          <ac:chgData name="우진 김" userId="9d5916cb77183fd7" providerId="LiveId" clId="{280289FF-71E0-4B12-A980-F1406FCB80FB}" dt="2025-09-02T20:32:54.414" v="1371" actId="14100"/>
          <ac:picMkLst>
            <pc:docMk/>
            <pc:sldMk cId="1035318549" sldId="439"/>
            <ac:picMk id="9" creationId="{CF67A8CC-DB53-AAA5-EF08-F0FD51A1699E}"/>
          </ac:picMkLst>
        </pc:picChg>
        <pc:picChg chg="add mod">
          <ac:chgData name="우진 김" userId="9d5916cb77183fd7" providerId="LiveId" clId="{280289FF-71E0-4B12-A980-F1406FCB80FB}" dt="2025-09-02T20:32:57.316" v="1373" actId="1076"/>
          <ac:picMkLst>
            <pc:docMk/>
            <pc:sldMk cId="1035318549" sldId="439"/>
            <ac:picMk id="13" creationId="{F3AFF3F4-8854-5D9E-9EE1-FC38232A94A9}"/>
          </ac:picMkLst>
        </pc:picChg>
      </pc:sldChg>
      <pc:sldChg chg="addSp delSp modSp add mod">
        <pc:chgData name="우진 김" userId="9d5916cb77183fd7" providerId="LiveId" clId="{280289FF-71E0-4B12-A980-F1406FCB80FB}" dt="2025-09-03T02:44:34.310" v="3383" actId="20577"/>
        <pc:sldMkLst>
          <pc:docMk/>
          <pc:sldMk cId="2058659763" sldId="440"/>
        </pc:sldMkLst>
        <pc:spChg chg="mod">
          <ac:chgData name="우진 김" userId="9d5916cb77183fd7" providerId="LiveId" clId="{280289FF-71E0-4B12-A980-F1406FCB80FB}" dt="2025-09-02T20:33:26.450" v="1385" actId="20577"/>
          <ac:spMkLst>
            <pc:docMk/>
            <pc:sldMk cId="2058659763" sldId="440"/>
            <ac:spMk id="4" creationId="{1DE98290-1D5A-0A9D-CE46-28F9E2209DCB}"/>
          </ac:spMkLst>
        </pc:spChg>
        <pc:spChg chg="add del mod">
          <ac:chgData name="우진 김" userId="9d5916cb77183fd7" providerId="LiveId" clId="{280289FF-71E0-4B12-A980-F1406FCB80FB}" dt="2025-09-03T00:42:33.006" v="1522" actId="478"/>
          <ac:spMkLst>
            <pc:docMk/>
            <pc:sldMk cId="2058659763" sldId="440"/>
            <ac:spMk id="5" creationId="{1B62AB82-85DD-0E34-4CEA-134AF9B65782}"/>
          </ac:spMkLst>
        </pc:spChg>
        <pc:spChg chg="del">
          <ac:chgData name="우진 김" userId="9d5916cb77183fd7" providerId="LiveId" clId="{280289FF-71E0-4B12-A980-F1406FCB80FB}" dt="2025-09-02T20:33:29.210" v="1386" actId="478"/>
          <ac:spMkLst>
            <pc:docMk/>
            <pc:sldMk cId="2058659763" sldId="440"/>
            <ac:spMk id="6" creationId="{D0894E8A-53D6-012C-5EC0-1FC6592D79DB}"/>
          </ac:spMkLst>
        </pc:spChg>
        <pc:spChg chg="add mod">
          <ac:chgData name="우진 김" userId="9d5916cb77183fd7" providerId="LiveId" clId="{280289FF-71E0-4B12-A980-F1406FCB80FB}" dt="2025-09-03T00:46:43.182" v="1736" actId="113"/>
          <ac:spMkLst>
            <pc:docMk/>
            <pc:sldMk cId="2058659763" sldId="440"/>
            <ac:spMk id="6" creationId="{F6642F41-EDFC-AB73-5D48-C8F05DDC2BCD}"/>
          </ac:spMkLst>
        </pc:spChg>
        <pc:spChg chg="add mod">
          <ac:chgData name="우진 김" userId="9d5916cb77183fd7" providerId="LiveId" clId="{280289FF-71E0-4B12-A980-F1406FCB80FB}" dt="2025-09-03T00:47:13.825" v="1750" actId="20577"/>
          <ac:spMkLst>
            <pc:docMk/>
            <pc:sldMk cId="2058659763" sldId="440"/>
            <ac:spMk id="8" creationId="{F792D8FB-2117-1332-8413-684BEA6C3AC1}"/>
          </ac:spMkLst>
        </pc:spChg>
        <pc:spChg chg="add mod">
          <ac:chgData name="우진 김" userId="9d5916cb77183fd7" providerId="LiveId" clId="{280289FF-71E0-4B12-A980-F1406FCB80FB}" dt="2025-09-03T00:48:09.710" v="1809" actId="20577"/>
          <ac:spMkLst>
            <pc:docMk/>
            <pc:sldMk cId="2058659763" sldId="440"/>
            <ac:spMk id="9" creationId="{F124D035-6CFF-ED63-A42D-9763462F30C7}"/>
          </ac:spMkLst>
        </pc:spChg>
        <pc:spChg chg="mod">
          <ac:chgData name="우진 김" userId="9d5916cb77183fd7" providerId="LiveId" clId="{280289FF-71E0-4B12-A980-F1406FCB80FB}" dt="2025-09-03T02:44:34.310" v="3383" actId="20577"/>
          <ac:spMkLst>
            <pc:docMk/>
            <pc:sldMk cId="2058659763" sldId="440"/>
            <ac:spMk id="15" creationId="{6C9705C2-94AA-277F-04D6-781B8D6804B8}"/>
          </ac:spMkLst>
        </pc:spChg>
        <pc:spChg chg="mod">
          <ac:chgData name="우진 김" userId="9d5916cb77183fd7" providerId="LiveId" clId="{280289FF-71E0-4B12-A980-F1406FCB80FB}" dt="2025-09-02T20:38:05.087" v="1500" actId="20577"/>
          <ac:spMkLst>
            <pc:docMk/>
            <pc:sldMk cId="2058659763" sldId="440"/>
            <ac:spMk id="22" creationId="{D71D7EEC-DEA3-32E2-78C1-A5792549F236}"/>
          </ac:spMkLst>
        </pc:spChg>
        <pc:picChg chg="add mod">
          <ac:chgData name="우진 김" userId="9d5916cb77183fd7" providerId="LiveId" clId="{280289FF-71E0-4B12-A980-F1406FCB80FB}" dt="2025-09-03T00:50:45.251" v="1813" actId="1076"/>
          <ac:picMkLst>
            <pc:docMk/>
            <pc:sldMk cId="2058659763" sldId="440"/>
            <ac:picMk id="7" creationId="{B09FEE47-8011-E53D-95FE-33973D69C326}"/>
          </ac:picMkLst>
        </pc:picChg>
        <pc:picChg chg="del">
          <ac:chgData name="우진 김" userId="9d5916cb77183fd7" providerId="LiveId" clId="{280289FF-71E0-4B12-A980-F1406FCB80FB}" dt="2025-09-02T20:33:29.210" v="1386" actId="478"/>
          <ac:picMkLst>
            <pc:docMk/>
            <pc:sldMk cId="2058659763" sldId="440"/>
            <ac:picMk id="9" creationId="{727BEDD0-2824-476D-2952-5848C7E5513D}"/>
          </ac:picMkLst>
        </pc:picChg>
        <pc:picChg chg="del">
          <ac:chgData name="우진 김" userId="9d5916cb77183fd7" providerId="LiveId" clId="{280289FF-71E0-4B12-A980-F1406FCB80FB}" dt="2025-09-02T20:33:29.210" v="1386" actId="478"/>
          <ac:picMkLst>
            <pc:docMk/>
            <pc:sldMk cId="2058659763" sldId="440"/>
            <ac:picMk id="13" creationId="{0CFDD4B0-F67C-D5B4-1C9F-0E6234E3EB95}"/>
          </ac:picMkLst>
        </pc:picChg>
      </pc:sldChg>
      <pc:sldChg chg="addSp delSp modSp add mod">
        <pc:chgData name="우진 김" userId="9d5916cb77183fd7" providerId="LiveId" clId="{280289FF-71E0-4B12-A980-F1406FCB80FB}" dt="2025-09-03T02:40:04.515" v="3297" actId="20577"/>
        <pc:sldMkLst>
          <pc:docMk/>
          <pc:sldMk cId="1634372671" sldId="441"/>
        </pc:sldMkLst>
        <pc:spChg chg="mod">
          <ac:chgData name="우진 김" userId="9d5916cb77183fd7" providerId="LiveId" clId="{280289FF-71E0-4B12-A980-F1406FCB80FB}" dt="2025-09-03T02:40:04.515" v="3297" actId="20577"/>
          <ac:spMkLst>
            <pc:docMk/>
            <pc:sldMk cId="1634372671" sldId="441"/>
            <ac:spMk id="15" creationId="{4CBBB3EB-7555-E3FF-EF16-1080FDB36406}"/>
          </ac:spMkLst>
        </pc:spChg>
        <pc:picChg chg="add mod">
          <ac:chgData name="우진 김" userId="9d5916cb77183fd7" providerId="LiveId" clId="{280289FF-71E0-4B12-A980-F1406FCB80FB}" dt="2025-09-03T00:53:37.099" v="1820" actId="1076"/>
          <ac:picMkLst>
            <pc:docMk/>
            <pc:sldMk cId="1634372671" sldId="441"/>
            <ac:picMk id="6" creationId="{751AD22F-EEE0-FE94-B14E-6279147E8575}"/>
          </ac:picMkLst>
        </pc:picChg>
        <pc:picChg chg="del">
          <ac:chgData name="우진 김" userId="9d5916cb77183fd7" providerId="LiveId" clId="{280289FF-71E0-4B12-A980-F1406FCB80FB}" dt="2025-09-03T00:53:16.825" v="1815" actId="478"/>
          <ac:picMkLst>
            <pc:docMk/>
            <pc:sldMk cId="1634372671" sldId="441"/>
            <ac:picMk id="14" creationId="{D7F06212-D6C8-3035-2E24-0A60904700A9}"/>
          </ac:picMkLst>
        </pc:picChg>
      </pc:sldChg>
      <pc:sldChg chg="addSp delSp modSp add mod">
        <pc:chgData name="우진 김" userId="9d5916cb77183fd7" providerId="LiveId" clId="{280289FF-71E0-4B12-A980-F1406FCB80FB}" dt="2025-09-03T02:44:40.158" v="3384" actId="478"/>
        <pc:sldMkLst>
          <pc:docMk/>
          <pc:sldMk cId="2903383888" sldId="442"/>
        </pc:sldMkLst>
        <pc:spChg chg="mod">
          <ac:chgData name="우진 김" userId="9d5916cb77183fd7" providerId="LiveId" clId="{280289FF-71E0-4B12-A980-F1406FCB80FB}" dt="2025-09-03T01:14:40.008" v="1838" actId="20577"/>
          <ac:spMkLst>
            <pc:docMk/>
            <pc:sldMk cId="2903383888" sldId="442"/>
            <ac:spMk id="4" creationId="{EFC42B39-185E-2FA0-C7C9-A0AA018C0646}"/>
          </ac:spMkLst>
        </pc:spChg>
        <pc:spChg chg="add mod">
          <ac:chgData name="우진 김" userId="9d5916cb77183fd7" providerId="LiveId" clId="{280289FF-71E0-4B12-A980-F1406FCB80FB}" dt="2025-09-03T01:15:47.396" v="1927" actId="20577"/>
          <ac:spMkLst>
            <pc:docMk/>
            <pc:sldMk cId="2903383888" sldId="442"/>
            <ac:spMk id="5" creationId="{216BFC12-C228-5CDE-6794-C8A0F13F1345}"/>
          </ac:spMkLst>
        </pc:spChg>
        <pc:spChg chg="del">
          <ac:chgData name="우진 김" userId="9d5916cb77183fd7" providerId="LiveId" clId="{280289FF-71E0-4B12-A980-F1406FCB80FB}" dt="2025-09-03T01:15:17.642" v="1867" actId="478"/>
          <ac:spMkLst>
            <pc:docMk/>
            <pc:sldMk cId="2903383888" sldId="442"/>
            <ac:spMk id="6" creationId="{B2A86528-D6F4-6DD5-AA30-38B5FAB1DB9E}"/>
          </ac:spMkLst>
        </pc:spChg>
        <pc:spChg chg="del">
          <ac:chgData name="우진 김" userId="9d5916cb77183fd7" providerId="LiveId" clId="{280289FF-71E0-4B12-A980-F1406FCB80FB}" dt="2025-09-03T01:15:16.490" v="1865" actId="478"/>
          <ac:spMkLst>
            <pc:docMk/>
            <pc:sldMk cId="2903383888" sldId="442"/>
            <ac:spMk id="8" creationId="{9C2A4478-305A-388C-E246-85342F294564}"/>
          </ac:spMkLst>
        </pc:spChg>
        <pc:spChg chg="del">
          <ac:chgData name="우진 김" userId="9d5916cb77183fd7" providerId="LiveId" clId="{280289FF-71E0-4B12-A980-F1406FCB80FB}" dt="2025-09-03T01:15:16.490" v="1865" actId="478"/>
          <ac:spMkLst>
            <pc:docMk/>
            <pc:sldMk cId="2903383888" sldId="442"/>
            <ac:spMk id="9" creationId="{8A59E9AC-ADF0-9C3D-5B0F-602D1C317D6D}"/>
          </ac:spMkLst>
        </pc:spChg>
        <pc:spChg chg="add mod">
          <ac:chgData name="우진 김" userId="9d5916cb77183fd7" providerId="LiveId" clId="{280289FF-71E0-4B12-A980-F1406FCB80FB}" dt="2025-09-03T01:16:07.160" v="1951" actId="113"/>
          <ac:spMkLst>
            <pc:docMk/>
            <pc:sldMk cId="2903383888" sldId="442"/>
            <ac:spMk id="10" creationId="{80DF49CD-0319-CCB6-06DF-BB072AE04D5B}"/>
          </ac:spMkLst>
        </pc:spChg>
        <pc:spChg chg="del">
          <ac:chgData name="우진 김" userId="9d5916cb77183fd7" providerId="LiveId" clId="{280289FF-71E0-4B12-A980-F1406FCB80FB}" dt="2025-09-03T02:44:40.158" v="3384" actId="478"/>
          <ac:spMkLst>
            <pc:docMk/>
            <pc:sldMk cId="2903383888" sldId="442"/>
            <ac:spMk id="15" creationId="{6AA2D101-80CE-6A4B-5B0F-A727B187CB66}"/>
          </ac:spMkLst>
        </pc:spChg>
        <pc:spChg chg="mod">
          <ac:chgData name="우진 김" userId="9d5916cb77183fd7" providerId="LiveId" clId="{280289FF-71E0-4B12-A980-F1406FCB80FB}" dt="2025-09-03T01:15:13.786" v="1864" actId="20577"/>
          <ac:spMkLst>
            <pc:docMk/>
            <pc:sldMk cId="2903383888" sldId="442"/>
            <ac:spMk id="22" creationId="{FE45FA22-D8EF-FAEC-0963-22194F304EF7}"/>
          </ac:spMkLst>
        </pc:spChg>
        <pc:picChg chg="del">
          <ac:chgData name="우진 김" userId="9d5916cb77183fd7" providerId="LiveId" clId="{280289FF-71E0-4B12-A980-F1406FCB80FB}" dt="2025-09-03T01:15:17.002" v="1866" actId="478"/>
          <ac:picMkLst>
            <pc:docMk/>
            <pc:sldMk cId="2903383888" sldId="442"/>
            <ac:picMk id="7" creationId="{A6DE0CA7-E164-CEFB-11B5-152012095247}"/>
          </ac:picMkLst>
        </pc:picChg>
        <pc:picChg chg="add mod modCrop">
          <ac:chgData name="우진 김" userId="9d5916cb77183fd7" providerId="LiveId" clId="{280289FF-71E0-4B12-A980-F1406FCB80FB}" dt="2025-09-03T01:17:59.061" v="1966" actId="1076"/>
          <ac:picMkLst>
            <pc:docMk/>
            <pc:sldMk cId="2903383888" sldId="442"/>
            <ac:picMk id="12" creationId="{6174C62B-12A7-F25A-27B3-AFD9F08F1B57}"/>
          </ac:picMkLst>
        </pc:picChg>
        <pc:picChg chg="add mod">
          <ac:chgData name="우진 김" userId="9d5916cb77183fd7" providerId="LiveId" clId="{280289FF-71E0-4B12-A980-F1406FCB80FB}" dt="2025-09-03T01:17:59.061" v="1966" actId="1076"/>
          <ac:picMkLst>
            <pc:docMk/>
            <pc:sldMk cId="2903383888" sldId="442"/>
            <ac:picMk id="14" creationId="{F8A555F1-489E-51A4-77F8-FEC42C2B480B}"/>
          </ac:picMkLst>
        </pc:picChg>
      </pc:sldChg>
      <pc:sldChg chg="addSp delSp modSp add mod ord">
        <pc:chgData name="우진 김" userId="9d5916cb77183fd7" providerId="LiveId" clId="{280289FF-71E0-4B12-A980-F1406FCB80FB}" dt="2025-09-03T02:44:44.163" v="3386"/>
        <pc:sldMkLst>
          <pc:docMk/>
          <pc:sldMk cId="1285609854" sldId="443"/>
        </pc:sldMkLst>
        <pc:spChg chg="mod">
          <ac:chgData name="우진 김" userId="9d5916cb77183fd7" providerId="LiveId" clId="{280289FF-71E0-4B12-A980-F1406FCB80FB}" dt="2025-09-03T01:20:45.024" v="2013" actId="20577"/>
          <ac:spMkLst>
            <pc:docMk/>
            <pc:sldMk cId="1285609854" sldId="443"/>
            <ac:spMk id="2" creationId="{C42D123F-A2B3-FBCF-5316-98BB7559D822}"/>
          </ac:spMkLst>
        </pc:spChg>
        <pc:spChg chg="mod">
          <ac:chgData name="우진 김" userId="9d5916cb77183fd7" providerId="LiveId" clId="{280289FF-71E0-4B12-A980-F1406FCB80FB}" dt="2025-09-03T01:25:17.572" v="2039" actId="20577"/>
          <ac:spMkLst>
            <pc:docMk/>
            <pc:sldMk cId="1285609854" sldId="443"/>
            <ac:spMk id="4" creationId="{9D0F73F0-C390-81C6-A0FE-D38015A2640A}"/>
          </ac:spMkLst>
        </pc:spChg>
        <pc:spChg chg="mod">
          <ac:chgData name="우진 김" userId="9d5916cb77183fd7" providerId="LiveId" clId="{280289FF-71E0-4B12-A980-F1406FCB80FB}" dt="2025-09-03T01:28:22.889" v="2112" actId="20577"/>
          <ac:spMkLst>
            <pc:docMk/>
            <pc:sldMk cId="1285609854" sldId="443"/>
            <ac:spMk id="5" creationId="{8A6DAD54-014E-6579-BBB6-1B9735A7F63D}"/>
          </ac:spMkLst>
        </pc:spChg>
        <pc:spChg chg="add mod">
          <ac:chgData name="우진 김" userId="9d5916cb77183fd7" providerId="LiveId" clId="{280289FF-71E0-4B12-A980-F1406FCB80FB}" dt="2025-09-03T01:29:08.081" v="2125" actId="113"/>
          <ac:spMkLst>
            <pc:docMk/>
            <pc:sldMk cId="1285609854" sldId="443"/>
            <ac:spMk id="6" creationId="{087812DE-48DE-9263-E93A-6B916014FF40}"/>
          </ac:spMkLst>
        </pc:spChg>
        <pc:spChg chg="add mod">
          <ac:chgData name="우진 김" userId="9d5916cb77183fd7" providerId="LiveId" clId="{280289FF-71E0-4B12-A980-F1406FCB80FB}" dt="2025-09-03T02:44:44.163" v="3386"/>
          <ac:spMkLst>
            <pc:docMk/>
            <pc:sldMk cId="1285609854" sldId="443"/>
            <ac:spMk id="9" creationId="{69983A0B-8D5C-A3B9-C18E-186529A8EB24}"/>
          </ac:spMkLst>
        </pc:spChg>
        <pc:spChg chg="mod">
          <ac:chgData name="우진 김" userId="9d5916cb77183fd7" providerId="LiveId" clId="{280289FF-71E0-4B12-A980-F1406FCB80FB}" dt="2025-09-03T01:28:42.753" v="2119" actId="108"/>
          <ac:spMkLst>
            <pc:docMk/>
            <pc:sldMk cId="1285609854" sldId="443"/>
            <ac:spMk id="10" creationId="{220A225D-48FD-254E-9AE2-C36371AA5BB1}"/>
          </ac:spMkLst>
        </pc:spChg>
        <pc:spChg chg="del">
          <ac:chgData name="우진 김" userId="9d5916cb77183fd7" providerId="LiveId" clId="{280289FF-71E0-4B12-A980-F1406FCB80FB}" dt="2025-09-03T02:44:44.015" v="3385" actId="478"/>
          <ac:spMkLst>
            <pc:docMk/>
            <pc:sldMk cId="1285609854" sldId="443"/>
            <ac:spMk id="15" creationId="{50558BFF-B0EC-D817-5BE6-0DF36F8C6306}"/>
          </ac:spMkLst>
        </pc:spChg>
        <pc:spChg chg="mod">
          <ac:chgData name="우진 김" userId="9d5916cb77183fd7" providerId="LiveId" clId="{280289FF-71E0-4B12-A980-F1406FCB80FB}" dt="2025-09-03T01:37:48.207" v="2169" actId="20577"/>
          <ac:spMkLst>
            <pc:docMk/>
            <pc:sldMk cId="1285609854" sldId="443"/>
            <ac:spMk id="22" creationId="{7E9376C8-6145-DBF4-86B5-2212D82ABB2F}"/>
          </ac:spMkLst>
        </pc:spChg>
        <pc:picChg chg="add mod">
          <ac:chgData name="우진 김" userId="9d5916cb77183fd7" providerId="LiveId" clId="{280289FF-71E0-4B12-A980-F1406FCB80FB}" dt="2025-09-03T01:29:45.633" v="2131" actId="1076"/>
          <ac:picMkLst>
            <pc:docMk/>
            <pc:sldMk cId="1285609854" sldId="443"/>
            <ac:picMk id="8" creationId="{6F35B94F-E642-70AF-DF9E-A739FF6EBEFE}"/>
          </ac:picMkLst>
        </pc:picChg>
        <pc:picChg chg="del">
          <ac:chgData name="우진 김" userId="9d5916cb77183fd7" providerId="LiveId" clId="{280289FF-71E0-4B12-A980-F1406FCB80FB}" dt="2025-09-03T01:28:45.825" v="2120" actId="478"/>
          <ac:picMkLst>
            <pc:docMk/>
            <pc:sldMk cId="1285609854" sldId="443"/>
            <ac:picMk id="12" creationId="{66176F27-4148-A604-9C12-AE54728230CA}"/>
          </ac:picMkLst>
        </pc:picChg>
        <pc:picChg chg="del">
          <ac:chgData name="우진 김" userId="9d5916cb77183fd7" providerId="LiveId" clId="{280289FF-71E0-4B12-A980-F1406FCB80FB}" dt="2025-09-03T01:28:45.825" v="2120" actId="478"/>
          <ac:picMkLst>
            <pc:docMk/>
            <pc:sldMk cId="1285609854" sldId="443"/>
            <ac:picMk id="14" creationId="{894E665B-10A5-E314-6D52-8C1BDE7BF126}"/>
          </ac:picMkLst>
        </pc:picChg>
      </pc:sldChg>
      <pc:sldChg chg="addSp delSp modSp add mod">
        <pc:chgData name="우진 김" userId="9d5916cb77183fd7" providerId="LiveId" clId="{280289FF-71E0-4B12-A980-F1406FCB80FB}" dt="2025-09-03T02:44:46.860" v="3388"/>
        <pc:sldMkLst>
          <pc:docMk/>
          <pc:sldMk cId="3144678180" sldId="444"/>
        </pc:sldMkLst>
        <pc:spChg chg="mod">
          <ac:chgData name="우진 김" userId="9d5916cb77183fd7" providerId="LiveId" clId="{280289FF-71E0-4B12-A980-F1406FCB80FB}" dt="2025-09-03T01:30:53.626" v="2160" actId="20577"/>
          <ac:spMkLst>
            <pc:docMk/>
            <pc:sldMk cId="3144678180" sldId="444"/>
            <ac:spMk id="4" creationId="{3E61BF47-4E99-25C2-229C-C88C0D2B8BDA}"/>
          </ac:spMkLst>
        </pc:spChg>
        <pc:spChg chg="del">
          <ac:chgData name="우진 김" userId="9d5916cb77183fd7" providerId="LiveId" clId="{280289FF-71E0-4B12-A980-F1406FCB80FB}" dt="2025-09-03T01:37:08.364" v="2161" actId="478"/>
          <ac:spMkLst>
            <pc:docMk/>
            <pc:sldMk cId="3144678180" sldId="444"/>
            <ac:spMk id="5" creationId="{048B5588-C0C7-2C0B-7406-AE5482BAF057}"/>
          </ac:spMkLst>
        </pc:spChg>
        <pc:spChg chg="del">
          <ac:chgData name="우진 김" userId="9d5916cb77183fd7" providerId="LiveId" clId="{280289FF-71E0-4B12-A980-F1406FCB80FB}" dt="2025-09-03T01:37:09.780" v="2163" actId="478"/>
          <ac:spMkLst>
            <pc:docMk/>
            <pc:sldMk cId="3144678180" sldId="444"/>
            <ac:spMk id="6" creationId="{0B237E16-D276-C9F0-9A98-4D2E58A6E348}"/>
          </ac:spMkLst>
        </pc:spChg>
        <pc:spChg chg="del">
          <ac:chgData name="우진 김" userId="9d5916cb77183fd7" providerId="LiveId" clId="{280289FF-71E0-4B12-A980-F1406FCB80FB}" dt="2025-09-03T01:37:09.235" v="2162" actId="478"/>
          <ac:spMkLst>
            <pc:docMk/>
            <pc:sldMk cId="3144678180" sldId="444"/>
            <ac:spMk id="10" creationId="{2FE22CA9-913E-10DE-9740-C22330F3C0FF}"/>
          </ac:spMkLst>
        </pc:spChg>
        <pc:spChg chg="add mod">
          <ac:chgData name="우진 김" userId="9d5916cb77183fd7" providerId="LiveId" clId="{280289FF-71E0-4B12-A980-F1406FCB80FB}" dt="2025-09-03T01:39:53.291" v="2260" actId="113"/>
          <ac:spMkLst>
            <pc:docMk/>
            <pc:sldMk cId="3144678180" sldId="444"/>
            <ac:spMk id="11" creationId="{920A4100-BCC5-D1D0-62A8-E083E922AC95}"/>
          </ac:spMkLst>
        </pc:spChg>
        <pc:spChg chg="add del mod">
          <ac:chgData name="우진 김" userId="9d5916cb77183fd7" providerId="LiveId" clId="{280289FF-71E0-4B12-A980-F1406FCB80FB}" dt="2025-09-03T01:39:27.213" v="2243" actId="478"/>
          <ac:spMkLst>
            <pc:docMk/>
            <pc:sldMk cId="3144678180" sldId="444"/>
            <ac:spMk id="12" creationId="{A0B1B30A-FAF9-CAE0-FAF0-4B4DA2FA5AAA}"/>
          </ac:spMkLst>
        </pc:spChg>
        <pc:spChg chg="add del mod">
          <ac:chgData name="우진 김" userId="9d5916cb77183fd7" providerId="LiveId" clId="{280289FF-71E0-4B12-A980-F1406FCB80FB}" dt="2025-09-03T01:50:16.161" v="2510" actId="478"/>
          <ac:spMkLst>
            <pc:docMk/>
            <pc:sldMk cId="3144678180" sldId="444"/>
            <ac:spMk id="13" creationId="{D4F7B934-1458-6858-409E-9169177DF179}"/>
          </ac:spMkLst>
        </pc:spChg>
        <pc:spChg chg="add del mod">
          <ac:chgData name="우진 김" userId="9d5916cb77183fd7" providerId="LiveId" clId="{280289FF-71E0-4B12-A980-F1406FCB80FB}" dt="2025-09-03T01:50:14.641" v="2509" actId="478"/>
          <ac:spMkLst>
            <pc:docMk/>
            <pc:sldMk cId="3144678180" sldId="444"/>
            <ac:spMk id="14" creationId="{507F3E94-3B89-F83C-8D79-9929D7541AA8}"/>
          </ac:spMkLst>
        </pc:spChg>
        <pc:spChg chg="del">
          <ac:chgData name="우진 김" userId="9d5916cb77183fd7" providerId="LiveId" clId="{280289FF-71E0-4B12-A980-F1406FCB80FB}" dt="2025-09-03T02:44:46.687" v="3387" actId="478"/>
          <ac:spMkLst>
            <pc:docMk/>
            <pc:sldMk cId="3144678180" sldId="444"/>
            <ac:spMk id="15" creationId="{BB7503D3-A526-6509-E2F8-1F64791FC9A1}"/>
          </ac:spMkLst>
        </pc:spChg>
        <pc:spChg chg="add del mod">
          <ac:chgData name="우진 김" userId="9d5916cb77183fd7" providerId="LiveId" clId="{280289FF-71E0-4B12-A980-F1406FCB80FB}" dt="2025-09-03T01:50:16.769" v="2511" actId="478"/>
          <ac:spMkLst>
            <pc:docMk/>
            <pc:sldMk cId="3144678180" sldId="444"/>
            <ac:spMk id="16" creationId="{64567353-AAF6-F7C9-0F27-EC6CD5BB3529}"/>
          </ac:spMkLst>
        </pc:spChg>
        <pc:spChg chg="add del mod">
          <ac:chgData name="우진 김" userId="9d5916cb77183fd7" providerId="LiveId" clId="{280289FF-71E0-4B12-A980-F1406FCB80FB}" dt="2025-09-03T01:50:14.641" v="2509" actId="478"/>
          <ac:spMkLst>
            <pc:docMk/>
            <pc:sldMk cId="3144678180" sldId="444"/>
            <ac:spMk id="17" creationId="{39E76E0F-EEBC-C613-518B-14198BA843E2}"/>
          </ac:spMkLst>
        </pc:spChg>
        <pc:spChg chg="add del mod">
          <ac:chgData name="우진 김" userId="9d5916cb77183fd7" providerId="LiveId" clId="{280289FF-71E0-4B12-A980-F1406FCB80FB}" dt="2025-09-03T01:50:14.641" v="2509" actId="478"/>
          <ac:spMkLst>
            <pc:docMk/>
            <pc:sldMk cId="3144678180" sldId="444"/>
            <ac:spMk id="18" creationId="{2C0D3396-24C0-B75C-AD0B-FDF1331535CF}"/>
          </ac:spMkLst>
        </pc:spChg>
        <pc:spChg chg="add del mod">
          <ac:chgData name="우진 김" userId="9d5916cb77183fd7" providerId="LiveId" clId="{280289FF-71E0-4B12-A980-F1406FCB80FB}" dt="2025-09-03T01:50:17.586" v="2512" actId="478"/>
          <ac:spMkLst>
            <pc:docMk/>
            <pc:sldMk cId="3144678180" sldId="444"/>
            <ac:spMk id="19" creationId="{FF77BE8F-BC70-E21A-61F3-62D2211976E3}"/>
          </ac:spMkLst>
        </pc:spChg>
        <pc:spChg chg="add del mod">
          <ac:chgData name="우진 김" userId="9d5916cb77183fd7" providerId="LiveId" clId="{280289FF-71E0-4B12-A980-F1406FCB80FB}" dt="2025-09-03T01:48:13.401" v="2416" actId="478"/>
          <ac:spMkLst>
            <pc:docMk/>
            <pc:sldMk cId="3144678180" sldId="444"/>
            <ac:spMk id="21" creationId="{40651FDA-7BE9-B5A6-8935-4A33D140A868}"/>
          </ac:spMkLst>
        </pc:spChg>
        <pc:spChg chg="del">
          <ac:chgData name="우진 김" userId="9d5916cb77183fd7" providerId="LiveId" clId="{280289FF-71E0-4B12-A980-F1406FCB80FB}" dt="2025-09-03T01:37:42.046" v="2167" actId="478"/>
          <ac:spMkLst>
            <pc:docMk/>
            <pc:sldMk cId="3144678180" sldId="444"/>
            <ac:spMk id="22" creationId="{44208CC9-343D-D609-4CA4-F88246901543}"/>
          </ac:spMkLst>
        </pc:spChg>
        <pc:spChg chg="add mod">
          <ac:chgData name="우진 김" userId="9d5916cb77183fd7" providerId="LiveId" clId="{280289FF-71E0-4B12-A980-F1406FCB80FB}" dt="2025-09-03T02:44:46.860" v="3388"/>
          <ac:spMkLst>
            <pc:docMk/>
            <pc:sldMk cId="3144678180" sldId="444"/>
            <ac:spMk id="27" creationId="{5524CB57-2212-830C-F157-85C2F5FE2693}"/>
          </ac:spMkLst>
        </pc:spChg>
        <pc:picChg chg="del">
          <ac:chgData name="우진 김" userId="9d5916cb77183fd7" providerId="LiveId" clId="{280289FF-71E0-4B12-A980-F1406FCB80FB}" dt="2025-09-03T01:37:10.411" v="2164" actId="478"/>
          <ac:picMkLst>
            <pc:docMk/>
            <pc:sldMk cId="3144678180" sldId="444"/>
            <ac:picMk id="8" creationId="{4A8BAF9B-6348-CC64-E16D-3610844CF591}"/>
          </ac:picMkLst>
        </pc:picChg>
        <pc:picChg chg="add mod">
          <ac:chgData name="우진 김" userId="9d5916cb77183fd7" providerId="LiveId" clId="{280289FF-71E0-4B12-A980-F1406FCB80FB}" dt="2025-09-03T01:49:18.939" v="2490" actId="1076"/>
          <ac:picMkLst>
            <pc:docMk/>
            <pc:sldMk cId="3144678180" sldId="444"/>
            <ac:picMk id="9" creationId="{D1AEEA2A-7A0F-6A2F-FC64-F9E8B122E5C5}"/>
          </ac:picMkLst>
        </pc:picChg>
        <pc:picChg chg="add del">
          <ac:chgData name="우진 김" userId="9d5916cb77183fd7" providerId="LiveId" clId="{280289FF-71E0-4B12-A980-F1406FCB80FB}" dt="2025-09-03T01:49:46.615" v="2496" actId="478"/>
          <ac:picMkLst>
            <pc:docMk/>
            <pc:sldMk cId="3144678180" sldId="444"/>
            <ac:picMk id="24" creationId="{59D74DE4-8811-743E-3AD2-F294C27AA875}"/>
          </ac:picMkLst>
        </pc:picChg>
        <pc:picChg chg="add del mod">
          <ac:chgData name="우진 김" userId="9d5916cb77183fd7" providerId="LiveId" clId="{280289FF-71E0-4B12-A980-F1406FCB80FB}" dt="2025-09-03T01:49:47.175" v="2497" actId="478"/>
          <ac:picMkLst>
            <pc:docMk/>
            <pc:sldMk cId="3144678180" sldId="444"/>
            <ac:picMk id="26" creationId="{AE266416-E2BF-9D02-A45C-43DA6920C0EB}"/>
          </ac:picMkLst>
        </pc:picChg>
      </pc:sldChg>
      <pc:sldChg chg="add del">
        <pc:chgData name="우진 김" userId="9d5916cb77183fd7" providerId="LiveId" clId="{280289FF-71E0-4B12-A980-F1406FCB80FB}" dt="2025-09-03T01:49:15.339" v="2489"/>
        <pc:sldMkLst>
          <pc:docMk/>
          <pc:sldMk cId="1194180577" sldId="445"/>
        </pc:sldMkLst>
      </pc:sldChg>
      <pc:sldChg chg="addSp delSp modSp add mod">
        <pc:chgData name="우진 김" userId="9d5916cb77183fd7" providerId="LiveId" clId="{280289FF-71E0-4B12-A980-F1406FCB80FB}" dt="2025-09-03T02:44:49.803" v="3390"/>
        <pc:sldMkLst>
          <pc:docMk/>
          <pc:sldMk cId="1744540494" sldId="445"/>
        </pc:sldMkLst>
        <pc:spChg chg="add mod">
          <ac:chgData name="우진 김" userId="9d5916cb77183fd7" providerId="LiveId" clId="{280289FF-71E0-4B12-A980-F1406FCB80FB}" dt="2025-09-03T02:44:49.803" v="3390"/>
          <ac:spMkLst>
            <pc:docMk/>
            <pc:sldMk cId="1744540494" sldId="445"/>
            <ac:spMk id="5" creationId="{564C4A6E-3FDB-95C8-6DC4-FDEDE249607E}"/>
          </ac:spMkLst>
        </pc:spChg>
        <pc:spChg chg="del">
          <ac:chgData name="우진 김" userId="9d5916cb77183fd7" providerId="LiveId" clId="{280289FF-71E0-4B12-A980-F1406FCB80FB}" dt="2025-09-03T02:44:49.639" v="3389" actId="478"/>
          <ac:spMkLst>
            <pc:docMk/>
            <pc:sldMk cId="1744540494" sldId="445"/>
            <ac:spMk id="15" creationId="{F8CCBC63-2D3E-2568-69B1-7F0634D52401}"/>
          </ac:spMkLst>
        </pc:spChg>
        <pc:spChg chg="add del">
          <ac:chgData name="우진 김" userId="9d5916cb77183fd7" providerId="LiveId" clId="{280289FF-71E0-4B12-A980-F1406FCB80FB}" dt="2025-09-03T01:50:31.724" v="2514" actId="478"/>
          <ac:spMkLst>
            <pc:docMk/>
            <pc:sldMk cId="1744540494" sldId="445"/>
            <ac:spMk id="16" creationId="{E9C292A4-F56F-F24D-CFF2-0065E53C7396}"/>
          </ac:spMkLst>
        </pc:spChg>
        <pc:spChg chg="add del">
          <ac:chgData name="우진 김" userId="9d5916cb77183fd7" providerId="LiveId" clId="{280289FF-71E0-4B12-A980-F1406FCB80FB}" dt="2025-09-03T01:50:31.724" v="2514" actId="478"/>
          <ac:spMkLst>
            <pc:docMk/>
            <pc:sldMk cId="1744540494" sldId="445"/>
            <ac:spMk id="17" creationId="{987B1689-A4B4-1533-D695-F3FD3103C40C}"/>
          </ac:spMkLst>
        </pc:spChg>
        <pc:spChg chg="add del">
          <ac:chgData name="우진 김" userId="9d5916cb77183fd7" providerId="LiveId" clId="{280289FF-71E0-4B12-A980-F1406FCB80FB}" dt="2025-09-03T01:50:31.724" v="2514" actId="478"/>
          <ac:spMkLst>
            <pc:docMk/>
            <pc:sldMk cId="1744540494" sldId="445"/>
            <ac:spMk id="18" creationId="{850D3313-85DB-E16C-581B-8C78158ED8A1}"/>
          </ac:spMkLst>
        </pc:spChg>
        <pc:spChg chg="add del mod">
          <ac:chgData name="우진 김" userId="9d5916cb77183fd7" providerId="LiveId" clId="{280289FF-71E0-4B12-A980-F1406FCB80FB}" dt="2025-09-03T01:50:35.299" v="2515" actId="478"/>
          <ac:spMkLst>
            <pc:docMk/>
            <pc:sldMk cId="1744540494" sldId="445"/>
            <ac:spMk id="19" creationId="{402D11C3-8ABF-AFD6-9C2A-43718E3373B1}"/>
          </ac:spMkLst>
        </pc:spChg>
        <pc:picChg chg="del">
          <ac:chgData name="우진 김" userId="9d5916cb77183fd7" providerId="LiveId" clId="{280289FF-71E0-4B12-A980-F1406FCB80FB}" dt="2025-09-03T01:49:48.990" v="2498" actId="478"/>
          <ac:picMkLst>
            <pc:docMk/>
            <pc:sldMk cId="1744540494" sldId="445"/>
            <ac:picMk id="9" creationId="{93B887FB-3EAA-9BA2-7E29-766F3FCF540B}"/>
          </ac:picMkLst>
        </pc:picChg>
        <pc:picChg chg="mod">
          <ac:chgData name="우진 김" userId="9d5916cb77183fd7" providerId="LiveId" clId="{280289FF-71E0-4B12-A980-F1406FCB80FB}" dt="2025-09-03T01:49:53.716" v="2501" actId="1076"/>
          <ac:picMkLst>
            <pc:docMk/>
            <pc:sldMk cId="1744540494" sldId="445"/>
            <ac:picMk id="24" creationId="{1B3EB16A-8ABA-FE39-EF57-4994C4809542}"/>
          </ac:picMkLst>
        </pc:picChg>
        <pc:picChg chg="del">
          <ac:chgData name="우진 김" userId="9d5916cb77183fd7" providerId="LiveId" clId="{280289FF-71E0-4B12-A980-F1406FCB80FB}" dt="2025-09-03T01:50:03.408" v="2507" actId="478"/>
          <ac:picMkLst>
            <pc:docMk/>
            <pc:sldMk cId="1744540494" sldId="445"/>
            <ac:picMk id="26" creationId="{AA38A03C-AD9D-E429-0AEA-334CD3BAA6CE}"/>
          </ac:picMkLst>
        </pc:picChg>
      </pc:sldChg>
      <pc:sldChg chg="addSp delSp modSp add mod">
        <pc:chgData name="우진 김" userId="9d5916cb77183fd7" providerId="LiveId" clId="{280289FF-71E0-4B12-A980-F1406FCB80FB}" dt="2025-09-03T02:44:53.156" v="3392"/>
        <pc:sldMkLst>
          <pc:docMk/>
          <pc:sldMk cId="56734991" sldId="446"/>
        </pc:sldMkLst>
        <pc:spChg chg="add mod">
          <ac:chgData name="우진 김" userId="9d5916cb77183fd7" providerId="LiveId" clId="{280289FF-71E0-4B12-A980-F1406FCB80FB}" dt="2025-09-03T02:44:53.156" v="3392"/>
          <ac:spMkLst>
            <pc:docMk/>
            <pc:sldMk cId="56734991" sldId="446"/>
            <ac:spMk id="5" creationId="{A93FE6FC-75B5-3848-531D-B9D05521165A}"/>
          </ac:spMkLst>
        </pc:spChg>
        <pc:spChg chg="del">
          <ac:chgData name="우진 김" userId="9d5916cb77183fd7" providerId="LiveId" clId="{280289FF-71E0-4B12-A980-F1406FCB80FB}" dt="2025-09-03T02:44:52.976" v="3391" actId="478"/>
          <ac:spMkLst>
            <pc:docMk/>
            <pc:sldMk cId="56734991" sldId="446"/>
            <ac:spMk id="15" creationId="{307E52B2-9C3E-94C5-A33D-58C5C7DA333C}"/>
          </ac:spMkLst>
        </pc:spChg>
        <pc:picChg chg="del">
          <ac:chgData name="우진 김" userId="9d5916cb77183fd7" providerId="LiveId" clId="{280289FF-71E0-4B12-A980-F1406FCB80FB}" dt="2025-09-03T01:49:56.776" v="2502" actId="478"/>
          <ac:picMkLst>
            <pc:docMk/>
            <pc:sldMk cId="56734991" sldId="446"/>
            <ac:picMk id="9" creationId="{D4AE4852-BBEA-785E-82F1-CB468460991D}"/>
          </ac:picMkLst>
        </pc:picChg>
        <pc:picChg chg="del">
          <ac:chgData name="우진 김" userId="9d5916cb77183fd7" providerId="LiveId" clId="{280289FF-71E0-4B12-A980-F1406FCB80FB}" dt="2025-09-03T01:49:57.144" v="2503" actId="478"/>
          <ac:picMkLst>
            <pc:docMk/>
            <pc:sldMk cId="56734991" sldId="446"/>
            <ac:picMk id="24" creationId="{7BD04CA3-BA19-A05B-3997-60EE4E8C8EAE}"/>
          </ac:picMkLst>
        </pc:picChg>
        <pc:picChg chg="mod">
          <ac:chgData name="우진 김" userId="9d5916cb77183fd7" providerId="LiveId" clId="{280289FF-71E0-4B12-A980-F1406FCB80FB}" dt="2025-09-03T01:50:00.595" v="2506" actId="1076"/>
          <ac:picMkLst>
            <pc:docMk/>
            <pc:sldMk cId="56734991" sldId="446"/>
            <ac:picMk id="26" creationId="{DF6A8EE2-137A-8965-D86F-44CBA550BB59}"/>
          </ac:picMkLst>
        </pc:picChg>
      </pc:sldChg>
      <pc:sldChg chg="addSp delSp modSp add mod">
        <pc:chgData name="우진 김" userId="9d5916cb77183fd7" providerId="LiveId" clId="{280289FF-71E0-4B12-A980-F1406FCB80FB}" dt="2025-09-03T02:44:58.364" v="3396"/>
        <pc:sldMkLst>
          <pc:docMk/>
          <pc:sldMk cId="1463973607" sldId="447"/>
        </pc:sldMkLst>
        <pc:spChg chg="add mod">
          <ac:chgData name="우진 김" userId="9d5916cb77183fd7" providerId="LiveId" clId="{280289FF-71E0-4B12-A980-F1406FCB80FB}" dt="2025-09-03T01:53:18.769" v="2655" actId="113"/>
          <ac:spMkLst>
            <pc:docMk/>
            <pc:sldMk cId="1463973607" sldId="447"/>
            <ac:spMk id="7" creationId="{D6FFC8FF-96CB-2516-5011-881D8D013FC1}"/>
          </ac:spMkLst>
        </pc:spChg>
        <pc:spChg chg="add mod">
          <ac:chgData name="우진 김" userId="9d5916cb77183fd7" providerId="LiveId" clId="{280289FF-71E0-4B12-A980-F1406FCB80FB}" dt="2025-09-03T01:53:21.796" v="2656" actId="113"/>
          <ac:spMkLst>
            <pc:docMk/>
            <pc:sldMk cId="1463973607" sldId="447"/>
            <ac:spMk id="8" creationId="{58F1ACA9-E21D-2159-4CF4-22028B3F31F9}"/>
          </ac:spMkLst>
        </pc:spChg>
        <pc:spChg chg="add mod">
          <ac:chgData name="우진 김" userId="9d5916cb77183fd7" providerId="LiveId" clId="{280289FF-71E0-4B12-A980-F1406FCB80FB}" dt="2025-09-03T02:44:58.364" v="3396"/>
          <ac:spMkLst>
            <pc:docMk/>
            <pc:sldMk cId="1463973607" sldId="447"/>
            <ac:spMk id="9" creationId="{6A9AC0B8-1B06-B81C-15BF-332BA9A90210}"/>
          </ac:spMkLst>
        </pc:spChg>
        <pc:spChg chg="del">
          <ac:chgData name="우진 김" userId="9d5916cb77183fd7" providerId="LiveId" clId="{280289FF-71E0-4B12-A980-F1406FCB80FB}" dt="2025-09-03T01:51:54.640" v="2522" actId="478"/>
          <ac:spMkLst>
            <pc:docMk/>
            <pc:sldMk cId="1463973607" sldId="447"/>
            <ac:spMk id="11" creationId="{684D4CB0-CC00-B1D0-1927-0F93C46C1EC4}"/>
          </ac:spMkLst>
        </pc:spChg>
        <pc:spChg chg="del">
          <ac:chgData name="우진 김" userId="9d5916cb77183fd7" providerId="LiveId" clId="{280289FF-71E0-4B12-A980-F1406FCB80FB}" dt="2025-09-03T01:51:55.520" v="2523" actId="478"/>
          <ac:spMkLst>
            <pc:docMk/>
            <pc:sldMk cId="1463973607" sldId="447"/>
            <ac:spMk id="13" creationId="{A1BF21A6-F950-BF90-9ACA-1A0B12CDCC33}"/>
          </ac:spMkLst>
        </pc:spChg>
        <pc:spChg chg="del">
          <ac:chgData name="우진 김" userId="9d5916cb77183fd7" providerId="LiveId" clId="{280289FF-71E0-4B12-A980-F1406FCB80FB}" dt="2025-09-03T01:51:59.832" v="2527" actId="478"/>
          <ac:spMkLst>
            <pc:docMk/>
            <pc:sldMk cId="1463973607" sldId="447"/>
            <ac:spMk id="14" creationId="{E457ECD0-F422-20DC-88B9-A99F9B3FA0DF}"/>
          </ac:spMkLst>
        </pc:spChg>
        <pc:spChg chg="del">
          <ac:chgData name="우진 김" userId="9d5916cb77183fd7" providerId="LiveId" clId="{280289FF-71E0-4B12-A980-F1406FCB80FB}" dt="2025-09-03T02:44:58.224" v="3395" actId="478"/>
          <ac:spMkLst>
            <pc:docMk/>
            <pc:sldMk cId="1463973607" sldId="447"/>
            <ac:spMk id="15" creationId="{5FC4DAA3-B644-C88A-A944-6EE5112B8F7D}"/>
          </ac:spMkLst>
        </pc:spChg>
        <pc:spChg chg="del">
          <ac:chgData name="우진 김" userId="9d5916cb77183fd7" providerId="LiveId" clId="{280289FF-71E0-4B12-A980-F1406FCB80FB}" dt="2025-09-03T01:51:59.832" v="2527" actId="478"/>
          <ac:spMkLst>
            <pc:docMk/>
            <pc:sldMk cId="1463973607" sldId="447"/>
            <ac:spMk id="16" creationId="{5C8476CD-B2E3-0FEB-D2C9-0CD5CE509194}"/>
          </ac:spMkLst>
        </pc:spChg>
        <pc:spChg chg="del">
          <ac:chgData name="우진 김" userId="9d5916cb77183fd7" providerId="LiveId" clId="{280289FF-71E0-4B12-A980-F1406FCB80FB}" dt="2025-09-03T01:51:59.832" v="2527" actId="478"/>
          <ac:spMkLst>
            <pc:docMk/>
            <pc:sldMk cId="1463973607" sldId="447"/>
            <ac:spMk id="17" creationId="{12D0C9EA-4834-F7D5-7D85-AE9043A5DD02}"/>
          </ac:spMkLst>
        </pc:spChg>
        <pc:spChg chg="del">
          <ac:chgData name="우진 김" userId="9d5916cb77183fd7" providerId="LiveId" clId="{280289FF-71E0-4B12-A980-F1406FCB80FB}" dt="2025-09-03T01:51:59.832" v="2527" actId="478"/>
          <ac:spMkLst>
            <pc:docMk/>
            <pc:sldMk cId="1463973607" sldId="447"/>
            <ac:spMk id="18" creationId="{C8C9358D-D78D-A6D9-0473-24597731C77A}"/>
          </ac:spMkLst>
        </pc:spChg>
        <pc:spChg chg="del">
          <ac:chgData name="우진 김" userId="9d5916cb77183fd7" providerId="LiveId" clId="{280289FF-71E0-4B12-A980-F1406FCB80FB}" dt="2025-09-03T01:51:59.832" v="2527" actId="478"/>
          <ac:spMkLst>
            <pc:docMk/>
            <pc:sldMk cId="1463973607" sldId="447"/>
            <ac:spMk id="19" creationId="{594C99C9-6A0D-81C3-C2E1-DB9CA8FD6F53}"/>
          </ac:spMkLst>
        </pc:spChg>
        <pc:picChg chg="add mod">
          <ac:chgData name="우진 김" userId="9d5916cb77183fd7" providerId="LiveId" clId="{280289FF-71E0-4B12-A980-F1406FCB80FB}" dt="2025-09-03T01:52:59.564" v="2605" actId="1076"/>
          <ac:picMkLst>
            <pc:docMk/>
            <pc:sldMk cId="1463973607" sldId="447"/>
            <ac:picMk id="6" creationId="{5FF9F1DA-F5B6-4FF4-4F98-87562AB53CE3}"/>
          </ac:picMkLst>
        </pc:picChg>
        <pc:picChg chg="del">
          <ac:chgData name="우진 김" userId="9d5916cb77183fd7" providerId="LiveId" clId="{280289FF-71E0-4B12-A980-F1406FCB80FB}" dt="2025-09-03T01:51:56.864" v="2525" actId="478"/>
          <ac:picMkLst>
            <pc:docMk/>
            <pc:sldMk cId="1463973607" sldId="447"/>
            <ac:picMk id="26" creationId="{5B683F8C-6935-138A-5BF2-3747133409CF}"/>
          </ac:picMkLst>
        </pc:picChg>
      </pc:sldChg>
      <pc:sldChg chg="addSp delSp modSp add del mod ord">
        <pc:chgData name="우진 김" userId="9d5916cb77183fd7" providerId="LiveId" clId="{280289FF-71E0-4B12-A980-F1406FCB80FB}" dt="2025-09-03T02:47:44.081" v="3420" actId="2696"/>
        <pc:sldMkLst>
          <pc:docMk/>
          <pc:sldMk cId="1882403512" sldId="448"/>
        </pc:sldMkLst>
        <pc:spChg chg="add mod">
          <ac:chgData name="우진 김" userId="9d5916cb77183fd7" providerId="LiveId" clId="{280289FF-71E0-4B12-A980-F1406FCB80FB}" dt="2025-09-03T02:44:55.620" v="3394"/>
          <ac:spMkLst>
            <pc:docMk/>
            <pc:sldMk cId="1882403512" sldId="448"/>
            <ac:spMk id="5" creationId="{46F85DD5-A7AA-8852-6EF1-3ECA9C443053}"/>
          </ac:spMkLst>
        </pc:spChg>
        <pc:spChg chg="del">
          <ac:chgData name="우진 김" userId="9d5916cb77183fd7" providerId="LiveId" clId="{280289FF-71E0-4B12-A980-F1406FCB80FB}" dt="2025-09-03T02:44:55.440" v="3393" actId="478"/>
          <ac:spMkLst>
            <pc:docMk/>
            <pc:sldMk cId="1882403512" sldId="448"/>
            <ac:spMk id="15" creationId="{F7F3C57F-CBCA-EDE2-5A0B-00B651724960}"/>
          </ac:spMkLst>
        </pc:spChg>
        <pc:picChg chg="del">
          <ac:chgData name="우진 김" userId="9d5916cb77183fd7" providerId="LiveId" clId="{280289FF-71E0-4B12-A980-F1406FCB80FB}" dt="2025-09-03T01:51:49.423" v="2519" actId="478"/>
          <ac:picMkLst>
            <pc:docMk/>
            <pc:sldMk cId="1882403512" sldId="448"/>
            <ac:picMk id="6" creationId="{F26F39FB-F3EA-B3F1-D381-36E21CD63945}"/>
          </ac:picMkLst>
        </pc:picChg>
      </pc:sldChg>
      <pc:sldChg chg="addSp delSp modSp add mod ord modAnim">
        <pc:chgData name="우진 김" userId="9d5916cb77183fd7" providerId="LiveId" clId="{280289FF-71E0-4B12-A980-F1406FCB80FB}" dt="2025-09-03T02:45:13.288" v="3400" actId="478"/>
        <pc:sldMkLst>
          <pc:docMk/>
          <pc:sldMk cId="3778144634" sldId="449"/>
        </pc:sldMkLst>
        <pc:spChg chg="mod">
          <ac:chgData name="우진 김" userId="9d5916cb77183fd7" providerId="LiveId" clId="{280289FF-71E0-4B12-A980-F1406FCB80FB}" dt="2025-09-03T01:54:40.604" v="2689" actId="20577"/>
          <ac:spMkLst>
            <pc:docMk/>
            <pc:sldMk cId="3778144634" sldId="449"/>
            <ac:spMk id="2" creationId="{61B897D0-94BE-8EEE-0F94-6C2374E3B009}"/>
          </ac:spMkLst>
        </pc:spChg>
        <pc:spChg chg="mod">
          <ac:chgData name="우진 김" userId="9d5916cb77183fd7" providerId="LiveId" clId="{280289FF-71E0-4B12-A980-F1406FCB80FB}" dt="2025-09-03T02:14:13.075" v="2713" actId="20577"/>
          <ac:spMkLst>
            <pc:docMk/>
            <pc:sldMk cId="3778144634" sldId="449"/>
            <ac:spMk id="4" creationId="{B410A9E4-D304-AC04-A09D-A3DCF6A27483}"/>
          </ac:spMkLst>
        </pc:spChg>
        <pc:spChg chg="add 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5" creationId="{AC5C2095-65C4-D4E2-FD4D-C9CC87A83AC9}"/>
          </ac:spMkLst>
        </pc:spChg>
        <pc:spChg chg="del">
          <ac:chgData name="우진 김" userId="9d5916cb77183fd7" providerId="LiveId" clId="{280289FF-71E0-4B12-A980-F1406FCB80FB}" dt="2025-09-03T02:14:06.330" v="2706" actId="478"/>
          <ac:spMkLst>
            <pc:docMk/>
            <pc:sldMk cId="3778144634" sldId="449"/>
            <ac:spMk id="7" creationId="{D0452260-C582-CED0-594F-FEEEA0AD4013}"/>
          </ac:spMkLst>
        </pc:spChg>
        <pc:spChg chg="del">
          <ac:chgData name="우진 김" userId="9d5916cb77183fd7" providerId="LiveId" clId="{280289FF-71E0-4B12-A980-F1406FCB80FB}" dt="2025-09-03T02:14:06.330" v="2706" actId="478"/>
          <ac:spMkLst>
            <pc:docMk/>
            <pc:sldMk cId="3778144634" sldId="449"/>
            <ac:spMk id="8" creationId="{EBA9F948-4F22-21DE-85BE-E2A583D5EB66}"/>
          </ac:spMkLst>
        </pc:spChg>
        <pc:spChg chg="add 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9" creationId="{D04AC7D9-C74E-C60B-97CC-8B4E5BACB742}"/>
          </ac:spMkLst>
        </pc:spChg>
        <pc:spChg chg="add 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11" creationId="{F30D37E3-0AD6-1E8A-33DB-233488653AB2}"/>
          </ac:spMkLst>
        </pc:spChg>
        <pc:spChg chg="add 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12" creationId="{B85F8C2E-ECDC-29F3-6718-4DB1D261FC80}"/>
          </ac:spMkLst>
        </pc:spChg>
        <pc:spChg chg="del">
          <ac:chgData name="우진 김" userId="9d5916cb77183fd7" providerId="LiveId" clId="{280289FF-71E0-4B12-A980-F1406FCB80FB}" dt="2025-09-03T02:45:13.288" v="3400" actId="478"/>
          <ac:spMkLst>
            <pc:docMk/>
            <pc:sldMk cId="3778144634" sldId="449"/>
            <ac:spMk id="15" creationId="{F95E077A-E73B-887E-C641-3491483D552D}"/>
          </ac:spMkLst>
        </pc:spChg>
        <pc:spChg chg="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16" creationId="{4EFA9AB9-A2F2-A47E-9821-F9D222115EF9}"/>
          </ac:spMkLst>
        </pc:spChg>
        <pc:spChg chg="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19" creationId="{35BF774B-C3B9-EC39-A479-9E64609A97C2}"/>
          </ac:spMkLst>
        </pc:spChg>
        <pc:spChg chg="mod">
          <ac:chgData name="우진 김" userId="9d5916cb77183fd7" providerId="LiveId" clId="{280289FF-71E0-4B12-A980-F1406FCB80FB}" dt="2025-09-03T02:14:06.519" v="2707"/>
          <ac:spMkLst>
            <pc:docMk/>
            <pc:sldMk cId="3778144634" sldId="449"/>
            <ac:spMk id="21" creationId="{AA16D6FE-05AD-27C7-5422-1FB9775AE258}"/>
          </ac:spMkLst>
        </pc:spChg>
        <pc:grpChg chg="add mod">
          <ac:chgData name="우진 김" userId="9d5916cb77183fd7" providerId="LiveId" clId="{280289FF-71E0-4B12-A980-F1406FCB80FB}" dt="2025-09-03T02:14:06.519" v="2707"/>
          <ac:grpSpMkLst>
            <pc:docMk/>
            <pc:sldMk cId="3778144634" sldId="449"/>
            <ac:grpSpMk id="17" creationId="{64DB86BC-D3FF-EF72-A468-C0C59DF45CE1}"/>
          </ac:grpSpMkLst>
        </pc:grpChg>
        <pc:picChg chg="del">
          <ac:chgData name="우진 김" userId="9d5916cb77183fd7" providerId="LiveId" clId="{280289FF-71E0-4B12-A980-F1406FCB80FB}" dt="2025-09-03T02:14:06.330" v="2706" actId="478"/>
          <ac:picMkLst>
            <pc:docMk/>
            <pc:sldMk cId="3778144634" sldId="449"/>
            <ac:picMk id="6" creationId="{FDE77B13-709F-3318-D7E8-F4449BDD28E3}"/>
          </ac:picMkLst>
        </pc:picChg>
        <pc:picChg chg="add mod">
          <ac:chgData name="우진 김" userId="9d5916cb77183fd7" providerId="LiveId" clId="{280289FF-71E0-4B12-A980-F1406FCB80FB}" dt="2025-09-03T02:14:06.519" v="2707"/>
          <ac:picMkLst>
            <pc:docMk/>
            <pc:sldMk cId="3778144634" sldId="449"/>
            <ac:picMk id="10" creationId="{E01F55C0-BD07-64DD-5922-B66BF75F13E0}"/>
          </ac:picMkLst>
        </pc:picChg>
        <pc:picChg chg="add mod">
          <ac:chgData name="우진 김" userId="9d5916cb77183fd7" providerId="LiveId" clId="{280289FF-71E0-4B12-A980-F1406FCB80FB}" dt="2025-09-03T02:14:06.519" v="2707"/>
          <ac:picMkLst>
            <pc:docMk/>
            <pc:sldMk cId="3778144634" sldId="449"/>
            <ac:picMk id="23" creationId="{3C6FF9F6-B6E3-6F4A-4445-6DD63A72E964}"/>
          </ac:picMkLst>
        </pc:picChg>
      </pc:sldChg>
      <pc:sldChg chg="addSp delSp modSp add mod delAnim">
        <pc:chgData name="우진 김" userId="9d5916cb77183fd7" providerId="LiveId" clId="{280289FF-71E0-4B12-A980-F1406FCB80FB}" dt="2025-09-03T02:45:11.465" v="3399" actId="478"/>
        <pc:sldMkLst>
          <pc:docMk/>
          <pc:sldMk cId="1364373592" sldId="450"/>
        </pc:sldMkLst>
        <pc:spChg chg="mod">
          <ac:chgData name="우진 김" userId="9d5916cb77183fd7" providerId="LiveId" clId="{280289FF-71E0-4B12-A980-F1406FCB80FB}" dt="2025-09-03T02:15:00.082" v="2722" actId="20577"/>
          <ac:spMkLst>
            <pc:docMk/>
            <pc:sldMk cId="1364373592" sldId="450"/>
            <ac:spMk id="4" creationId="{2BD2276A-7E7F-A04F-CEFC-ED8F97BC41F2}"/>
          </ac:spMkLst>
        </pc:spChg>
        <pc:spChg chg="del">
          <ac:chgData name="우진 김" userId="9d5916cb77183fd7" providerId="LiveId" clId="{280289FF-71E0-4B12-A980-F1406FCB80FB}" dt="2025-09-03T02:15:02.462" v="2723" actId="478"/>
          <ac:spMkLst>
            <pc:docMk/>
            <pc:sldMk cId="1364373592" sldId="450"/>
            <ac:spMk id="5" creationId="{072BF041-7B2C-2F25-D724-E3F0BE3CBC4B}"/>
          </ac:spMkLst>
        </pc:spChg>
        <pc:spChg chg="add mod">
          <ac:chgData name="우진 김" userId="9d5916cb77183fd7" providerId="LiveId" clId="{280289FF-71E0-4B12-A980-F1406FCB80FB}" dt="2025-09-03T02:17:09.928" v="2730" actId="1076"/>
          <ac:spMkLst>
            <pc:docMk/>
            <pc:sldMk cId="1364373592" sldId="450"/>
            <ac:spMk id="6" creationId="{66342978-6D20-5485-626E-CF056336D092}"/>
          </ac:spMkLst>
        </pc:spChg>
        <pc:spChg chg="add mod">
          <ac:chgData name="우진 김" userId="9d5916cb77183fd7" providerId="LiveId" clId="{280289FF-71E0-4B12-A980-F1406FCB80FB}" dt="2025-09-03T02:17:07.649" v="2729" actId="1076"/>
          <ac:spMkLst>
            <pc:docMk/>
            <pc:sldMk cId="1364373592" sldId="450"/>
            <ac:spMk id="7" creationId="{6CADE4AD-E306-2939-469E-B93576E3F0D7}"/>
          </ac:spMkLst>
        </pc:spChg>
        <pc:spChg chg="del">
          <ac:chgData name="우진 김" userId="9d5916cb77183fd7" providerId="LiveId" clId="{280289FF-71E0-4B12-A980-F1406FCB80FB}" dt="2025-09-03T02:15:02.462" v="2723" actId="478"/>
          <ac:spMkLst>
            <pc:docMk/>
            <pc:sldMk cId="1364373592" sldId="450"/>
            <ac:spMk id="9" creationId="{53FC7A51-87A8-CF00-3CB6-EB80CEB5273C}"/>
          </ac:spMkLst>
        </pc:spChg>
        <pc:spChg chg="del">
          <ac:chgData name="우진 김" userId="9d5916cb77183fd7" providerId="LiveId" clId="{280289FF-71E0-4B12-A980-F1406FCB80FB}" dt="2025-09-03T02:15:02.462" v="2723" actId="478"/>
          <ac:spMkLst>
            <pc:docMk/>
            <pc:sldMk cId="1364373592" sldId="450"/>
            <ac:spMk id="11" creationId="{DE57F80C-EDC4-626D-3813-3D01637A7076}"/>
          </ac:spMkLst>
        </pc:spChg>
        <pc:spChg chg="del">
          <ac:chgData name="우진 김" userId="9d5916cb77183fd7" providerId="LiveId" clId="{280289FF-71E0-4B12-A980-F1406FCB80FB}" dt="2025-09-03T02:15:02.462" v="2723" actId="478"/>
          <ac:spMkLst>
            <pc:docMk/>
            <pc:sldMk cId="1364373592" sldId="450"/>
            <ac:spMk id="12" creationId="{FEF3EC81-65E0-DCCB-1136-E2C9B3A386D7}"/>
          </ac:spMkLst>
        </pc:spChg>
        <pc:spChg chg="del">
          <ac:chgData name="우진 김" userId="9d5916cb77183fd7" providerId="LiveId" clId="{280289FF-71E0-4B12-A980-F1406FCB80FB}" dt="2025-09-03T02:45:11.465" v="3399" actId="478"/>
          <ac:spMkLst>
            <pc:docMk/>
            <pc:sldMk cId="1364373592" sldId="450"/>
            <ac:spMk id="15" creationId="{6F049F70-FF30-7C02-D19D-37EBAD824868}"/>
          </ac:spMkLst>
        </pc:spChg>
        <pc:spChg chg="add mod">
          <ac:chgData name="우진 김" userId="9d5916cb77183fd7" providerId="LiveId" clId="{280289FF-71E0-4B12-A980-F1406FCB80FB}" dt="2025-09-03T02:17:15.618" v="2731" actId="1076"/>
          <ac:spMkLst>
            <pc:docMk/>
            <pc:sldMk cId="1364373592" sldId="450"/>
            <ac:spMk id="24" creationId="{43F3DD20-C60D-D421-01D4-D8F8C1761922}"/>
          </ac:spMkLst>
        </pc:spChg>
        <pc:grpChg chg="del">
          <ac:chgData name="우진 김" userId="9d5916cb77183fd7" providerId="LiveId" clId="{280289FF-71E0-4B12-A980-F1406FCB80FB}" dt="2025-09-03T02:15:02.462" v="2723" actId="478"/>
          <ac:grpSpMkLst>
            <pc:docMk/>
            <pc:sldMk cId="1364373592" sldId="450"/>
            <ac:grpSpMk id="13" creationId="{25261CCB-B459-7D84-9980-A9033FDF5E24}"/>
          </ac:grpSpMkLst>
        </pc:grpChg>
        <pc:grpChg chg="del">
          <ac:chgData name="우진 김" userId="9d5916cb77183fd7" providerId="LiveId" clId="{280289FF-71E0-4B12-A980-F1406FCB80FB}" dt="2025-09-03T02:15:02.462" v="2723" actId="478"/>
          <ac:grpSpMkLst>
            <pc:docMk/>
            <pc:sldMk cId="1364373592" sldId="450"/>
            <ac:grpSpMk id="17" creationId="{B4FED9AA-D1F8-E105-3588-D9DFE49695FB}"/>
          </ac:grpSpMkLst>
        </pc:grpChg>
        <pc:grpChg chg="del">
          <ac:chgData name="우진 김" userId="9d5916cb77183fd7" providerId="LiveId" clId="{280289FF-71E0-4B12-A980-F1406FCB80FB}" dt="2025-09-03T02:15:02.462" v="2723" actId="478"/>
          <ac:grpSpMkLst>
            <pc:docMk/>
            <pc:sldMk cId="1364373592" sldId="450"/>
            <ac:grpSpMk id="20" creationId="{258B5185-77C3-45A1-AD19-AE4C26C3CD43}"/>
          </ac:grpSpMkLst>
        </pc:grpChg>
        <pc:picChg chg="del">
          <ac:chgData name="우진 김" userId="9d5916cb77183fd7" providerId="LiveId" clId="{280289FF-71E0-4B12-A980-F1406FCB80FB}" dt="2025-09-03T02:15:02.462" v="2723" actId="478"/>
          <ac:picMkLst>
            <pc:docMk/>
            <pc:sldMk cId="1364373592" sldId="450"/>
            <ac:picMk id="10" creationId="{A69D434C-CBFB-4097-19AC-AE5FE1A6A324}"/>
          </ac:picMkLst>
        </pc:picChg>
        <pc:picChg chg="del">
          <ac:chgData name="우진 김" userId="9d5916cb77183fd7" providerId="LiveId" clId="{280289FF-71E0-4B12-A980-F1406FCB80FB}" dt="2025-09-03T02:15:02.462" v="2723" actId="478"/>
          <ac:picMkLst>
            <pc:docMk/>
            <pc:sldMk cId="1364373592" sldId="450"/>
            <ac:picMk id="23" creationId="{4AE3E2EF-7E7D-52E0-C4AB-A4FCC2F49866}"/>
          </ac:picMkLst>
        </pc:picChg>
        <pc:picChg chg="add mod">
          <ac:chgData name="우진 김" userId="9d5916cb77183fd7" providerId="LiveId" clId="{280289FF-71E0-4B12-A980-F1406FCB80FB}" dt="2025-09-03T02:15:11.913" v="2724"/>
          <ac:picMkLst>
            <pc:docMk/>
            <pc:sldMk cId="1364373592" sldId="450"/>
            <ac:picMk id="25" creationId="{E1F14897-E44F-6BA4-50C7-00981D4DE54E}"/>
          </ac:picMkLst>
        </pc:picChg>
        <pc:picChg chg="add mod">
          <ac:chgData name="우진 김" userId="9d5916cb77183fd7" providerId="LiveId" clId="{280289FF-71E0-4B12-A980-F1406FCB80FB}" dt="2025-09-03T02:15:11.913" v="2724"/>
          <ac:picMkLst>
            <pc:docMk/>
            <pc:sldMk cId="1364373592" sldId="450"/>
            <ac:picMk id="26" creationId="{0B774076-0CEC-F302-0954-0A9D7B557431}"/>
          </ac:picMkLst>
        </pc:picChg>
        <pc:cxnChg chg="add mod">
          <ac:chgData name="우진 김" userId="9d5916cb77183fd7" providerId="LiveId" clId="{280289FF-71E0-4B12-A980-F1406FCB80FB}" dt="2025-09-03T02:17:15.618" v="2731" actId="1076"/>
          <ac:cxnSpMkLst>
            <pc:docMk/>
            <pc:sldMk cId="1364373592" sldId="450"/>
            <ac:cxnSpMk id="8" creationId="{4CC7296D-9341-BECB-5031-C49C1B6810C5}"/>
          </ac:cxnSpMkLst>
        </pc:cxnChg>
        <pc:cxnChg chg="mod">
          <ac:chgData name="우진 김" userId="9d5916cb77183fd7" providerId="LiveId" clId="{280289FF-71E0-4B12-A980-F1406FCB80FB}" dt="2025-09-03T02:15:02.462" v="2723" actId="478"/>
          <ac:cxnSpMkLst>
            <pc:docMk/>
            <pc:sldMk cId="1364373592" sldId="450"/>
            <ac:cxnSpMk id="14" creationId="{E3AE758F-E662-B9FE-F748-95F28BF5E5A6}"/>
          </ac:cxnSpMkLst>
        </pc:cxnChg>
      </pc:sldChg>
      <pc:sldChg chg="addSp delSp modSp add mod">
        <pc:chgData name="우진 김" userId="9d5916cb77183fd7" providerId="LiveId" clId="{280289FF-71E0-4B12-A980-F1406FCB80FB}" dt="2025-09-03T02:45:17.629" v="3402"/>
        <pc:sldMkLst>
          <pc:docMk/>
          <pc:sldMk cId="658921997" sldId="451"/>
        </pc:sldMkLst>
        <pc:spChg chg="mod">
          <ac:chgData name="우진 김" userId="9d5916cb77183fd7" providerId="LiveId" clId="{280289FF-71E0-4B12-A980-F1406FCB80FB}" dt="2025-09-03T02:18:25.811" v="2786" actId="20577"/>
          <ac:spMkLst>
            <pc:docMk/>
            <pc:sldMk cId="658921997" sldId="451"/>
            <ac:spMk id="4" creationId="{97702047-4D5F-E8EF-5F4A-DCCF52864AD3}"/>
          </ac:spMkLst>
        </pc:spChg>
        <pc:spChg chg="add del mod">
          <ac:chgData name="우진 김" userId="9d5916cb77183fd7" providerId="LiveId" clId="{280289FF-71E0-4B12-A980-F1406FCB80FB}" dt="2025-09-03T02:29:57.699" v="3073" actId="478"/>
          <ac:spMkLst>
            <pc:docMk/>
            <pc:sldMk cId="658921997" sldId="451"/>
            <ac:spMk id="5" creationId="{BF21C822-317E-78D1-DB5D-96CFDA7B4AE3}"/>
          </ac:spMkLst>
        </pc:spChg>
        <pc:spChg chg="del">
          <ac:chgData name="우진 김" userId="9d5916cb77183fd7" providerId="LiveId" clId="{280289FF-71E0-4B12-A980-F1406FCB80FB}" dt="2025-09-03T02:18:29.740" v="2787" actId="478"/>
          <ac:spMkLst>
            <pc:docMk/>
            <pc:sldMk cId="658921997" sldId="451"/>
            <ac:spMk id="6" creationId="{CB4BF69E-453B-01C9-14C2-9B708D19F815}"/>
          </ac:spMkLst>
        </pc:spChg>
        <pc:spChg chg="del">
          <ac:chgData name="우진 김" userId="9d5916cb77183fd7" providerId="LiveId" clId="{280289FF-71E0-4B12-A980-F1406FCB80FB}" dt="2025-09-03T02:22:25.749" v="2832" actId="478"/>
          <ac:spMkLst>
            <pc:docMk/>
            <pc:sldMk cId="658921997" sldId="451"/>
            <ac:spMk id="7" creationId="{EE46B783-6B56-9470-E0A2-8E65CC657663}"/>
          </ac:spMkLst>
        </pc:spChg>
        <pc:spChg chg="add mod">
          <ac:chgData name="우진 김" userId="9d5916cb77183fd7" providerId="LiveId" clId="{280289FF-71E0-4B12-A980-F1406FCB80FB}" dt="2025-09-03T02:31:19.358" v="3078" actId="14100"/>
          <ac:spMkLst>
            <pc:docMk/>
            <pc:sldMk cId="658921997" sldId="451"/>
            <ac:spMk id="9" creationId="{7E38FE3A-EB2F-E020-74CF-1C6BCF9F2FB4}"/>
          </ac:spMkLst>
        </pc:spChg>
        <pc:spChg chg="add del mod">
          <ac:chgData name="우진 김" userId="9d5916cb77183fd7" providerId="LiveId" clId="{280289FF-71E0-4B12-A980-F1406FCB80FB}" dt="2025-09-03T02:29:54.555" v="3071" actId="478"/>
          <ac:spMkLst>
            <pc:docMk/>
            <pc:sldMk cId="658921997" sldId="451"/>
            <ac:spMk id="10" creationId="{CC0F788F-38B0-C291-A0FE-2D3DB3B97098}"/>
          </ac:spMkLst>
        </pc:spChg>
        <pc:spChg chg="add del mod">
          <ac:chgData name="우진 김" userId="9d5916cb77183fd7" providerId="LiveId" clId="{280289FF-71E0-4B12-A980-F1406FCB80FB}" dt="2025-09-03T02:29:54.555" v="3071" actId="478"/>
          <ac:spMkLst>
            <pc:docMk/>
            <pc:sldMk cId="658921997" sldId="451"/>
            <ac:spMk id="11" creationId="{72D89051-BFF9-39B4-1519-F824C8FB4B6B}"/>
          </ac:spMkLst>
        </pc:spChg>
        <pc:spChg chg="add del mod">
          <ac:chgData name="우진 김" userId="9d5916cb77183fd7" providerId="LiveId" clId="{280289FF-71E0-4B12-A980-F1406FCB80FB}" dt="2025-09-03T02:29:54.555" v="3071" actId="478"/>
          <ac:spMkLst>
            <pc:docMk/>
            <pc:sldMk cId="658921997" sldId="451"/>
            <ac:spMk id="14" creationId="{667270C0-71A1-1069-DBCE-CED8A7FAA46C}"/>
          </ac:spMkLst>
        </pc:spChg>
        <pc:spChg chg="del">
          <ac:chgData name="우진 김" userId="9d5916cb77183fd7" providerId="LiveId" clId="{280289FF-71E0-4B12-A980-F1406FCB80FB}" dt="2025-09-03T02:45:17.474" v="3401" actId="478"/>
          <ac:spMkLst>
            <pc:docMk/>
            <pc:sldMk cId="658921997" sldId="451"/>
            <ac:spMk id="15" creationId="{79AF46C5-3C91-F39B-5273-5C210B0442E9}"/>
          </ac:spMkLst>
        </pc:spChg>
        <pc:spChg chg="add del mod">
          <ac:chgData name="우진 김" userId="9d5916cb77183fd7" providerId="LiveId" clId="{280289FF-71E0-4B12-A980-F1406FCB80FB}" dt="2025-09-03T02:29:54.555" v="3071" actId="478"/>
          <ac:spMkLst>
            <pc:docMk/>
            <pc:sldMk cId="658921997" sldId="451"/>
            <ac:spMk id="18" creationId="{68BDC366-DCCD-D94A-213B-BB8839D6AAB9}"/>
          </ac:spMkLst>
        </pc:spChg>
        <pc:spChg chg="add del mod">
          <ac:chgData name="우진 김" userId="9d5916cb77183fd7" providerId="LiveId" clId="{280289FF-71E0-4B12-A980-F1406FCB80FB}" dt="2025-09-03T02:28:22.093" v="2997" actId="478"/>
          <ac:spMkLst>
            <pc:docMk/>
            <pc:sldMk cId="658921997" sldId="451"/>
            <ac:spMk id="19" creationId="{DF0C2FBE-3529-93FD-3F3F-A025603FB509}"/>
          </ac:spMkLst>
        </pc:spChg>
        <pc:spChg chg="add del">
          <ac:chgData name="우진 김" userId="9d5916cb77183fd7" providerId="LiveId" clId="{280289FF-71E0-4B12-A980-F1406FCB80FB}" dt="2025-09-03T02:27:21.801" v="2987" actId="22"/>
          <ac:spMkLst>
            <pc:docMk/>
            <pc:sldMk cId="658921997" sldId="451"/>
            <ac:spMk id="21" creationId="{ACE7A404-A01D-40CC-9BEC-55ABF0204192}"/>
          </ac:spMkLst>
        </pc:spChg>
        <pc:spChg chg="add del mod">
          <ac:chgData name="우진 김" userId="9d5916cb77183fd7" providerId="LiveId" clId="{280289FF-71E0-4B12-A980-F1406FCB80FB}" dt="2025-09-03T02:29:54.555" v="3071" actId="478"/>
          <ac:spMkLst>
            <pc:docMk/>
            <pc:sldMk cId="658921997" sldId="451"/>
            <ac:spMk id="23" creationId="{0B29390A-E12B-46C5-BB40-2FA55FDD16E3}"/>
          </ac:spMkLst>
        </pc:spChg>
        <pc:spChg chg="del">
          <ac:chgData name="우진 김" userId="9d5916cb77183fd7" providerId="LiveId" clId="{280289FF-71E0-4B12-A980-F1406FCB80FB}" dt="2025-09-03T02:18:29.740" v="2787" actId="478"/>
          <ac:spMkLst>
            <pc:docMk/>
            <pc:sldMk cId="658921997" sldId="451"/>
            <ac:spMk id="24" creationId="{5834987B-E4E2-47D0-4E3E-D16408460881}"/>
          </ac:spMkLst>
        </pc:spChg>
        <pc:spChg chg="add del mod">
          <ac:chgData name="우진 김" userId="9d5916cb77183fd7" providerId="LiveId" clId="{280289FF-71E0-4B12-A980-F1406FCB80FB}" dt="2025-09-03T02:29:54.555" v="3071" actId="478"/>
          <ac:spMkLst>
            <pc:docMk/>
            <pc:sldMk cId="658921997" sldId="451"/>
            <ac:spMk id="32" creationId="{DBF97FB1-9F24-B7FE-F0DA-3EB44AA387E3}"/>
          </ac:spMkLst>
        </pc:spChg>
        <pc:spChg chg="add mod">
          <ac:chgData name="우진 김" userId="9d5916cb77183fd7" providerId="LiveId" clId="{280289FF-71E0-4B12-A980-F1406FCB80FB}" dt="2025-09-03T02:33:52.776" v="3088" actId="113"/>
          <ac:spMkLst>
            <pc:docMk/>
            <pc:sldMk cId="658921997" sldId="451"/>
            <ac:spMk id="33" creationId="{066D80C0-3142-DB8E-EB72-A9CB5D4B2E48}"/>
          </ac:spMkLst>
        </pc:spChg>
        <pc:spChg chg="add mod">
          <ac:chgData name="우진 김" userId="9d5916cb77183fd7" providerId="LiveId" clId="{280289FF-71E0-4B12-A980-F1406FCB80FB}" dt="2025-09-03T02:45:17.629" v="3402"/>
          <ac:spMkLst>
            <pc:docMk/>
            <pc:sldMk cId="658921997" sldId="451"/>
            <ac:spMk id="36" creationId="{4B4392CC-683B-B022-0AD1-C13E4C8E1EDD}"/>
          </ac:spMkLst>
        </pc:spChg>
        <pc:picChg chg="del">
          <ac:chgData name="우진 김" userId="9d5916cb77183fd7" providerId="LiveId" clId="{280289FF-71E0-4B12-A980-F1406FCB80FB}" dt="2025-09-03T02:18:29.740" v="2787" actId="478"/>
          <ac:picMkLst>
            <pc:docMk/>
            <pc:sldMk cId="658921997" sldId="451"/>
            <ac:picMk id="25" creationId="{21C12F50-A754-12D1-8388-F8F8A95D3762}"/>
          </ac:picMkLst>
        </pc:picChg>
        <pc:picChg chg="del">
          <ac:chgData name="우진 김" userId="9d5916cb77183fd7" providerId="LiveId" clId="{280289FF-71E0-4B12-A980-F1406FCB80FB}" dt="2025-09-03T02:18:29.740" v="2787" actId="478"/>
          <ac:picMkLst>
            <pc:docMk/>
            <pc:sldMk cId="658921997" sldId="451"/>
            <ac:picMk id="26" creationId="{66D79FD4-86B9-1929-00A8-C8A53E89A875}"/>
          </ac:picMkLst>
        </pc:picChg>
        <pc:picChg chg="add del mod">
          <ac:chgData name="우진 김" userId="9d5916cb77183fd7" providerId="LiveId" clId="{280289FF-71E0-4B12-A980-F1406FCB80FB}" dt="2025-09-03T02:29:54.555" v="3071" actId="478"/>
          <ac:picMkLst>
            <pc:docMk/>
            <pc:sldMk cId="658921997" sldId="451"/>
            <ac:picMk id="28" creationId="{658361C8-E092-CA87-259C-C8A34A9E7F81}"/>
          </ac:picMkLst>
        </pc:picChg>
        <pc:picChg chg="add del mod">
          <ac:chgData name="우진 김" userId="9d5916cb77183fd7" providerId="LiveId" clId="{280289FF-71E0-4B12-A980-F1406FCB80FB}" dt="2025-09-03T02:29:54.555" v="3071" actId="478"/>
          <ac:picMkLst>
            <pc:docMk/>
            <pc:sldMk cId="658921997" sldId="451"/>
            <ac:picMk id="31" creationId="{F1925F0B-9766-75DD-F5D0-2F492560FF8E}"/>
          </ac:picMkLst>
        </pc:picChg>
        <pc:picChg chg="add mod">
          <ac:chgData name="우진 김" userId="9d5916cb77183fd7" providerId="LiveId" clId="{280289FF-71E0-4B12-A980-F1406FCB80FB}" dt="2025-09-03T02:32:17.403" v="3084" actId="1076"/>
          <ac:picMkLst>
            <pc:docMk/>
            <pc:sldMk cId="658921997" sldId="451"/>
            <ac:picMk id="35" creationId="{D886CB03-C3F0-CCBD-BC8B-0AB6E105EA8B}"/>
          </ac:picMkLst>
        </pc:picChg>
        <pc:cxnChg chg="del">
          <ac:chgData name="우진 김" userId="9d5916cb77183fd7" providerId="LiveId" clId="{280289FF-71E0-4B12-A980-F1406FCB80FB}" dt="2025-09-03T02:18:29.740" v="2787" actId="478"/>
          <ac:cxnSpMkLst>
            <pc:docMk/>
            <pc:sldMk cId="658921997" sldId="451"/>
            <ac:cxnSpMk id="8" creationId="{30E8DFE0-3BF6-D89C-5F47-557994CDFFCC}"/>
          </ac:cxnSpMkLst>
        </pc:cxnChg>
        <pc:cxnChg chg="add mod">
          <ac:chgData name="우진 김" userId="9d5916cb77183fd7" providerId="LiveId" clId="{280289FF-71E0-4B12-A980-F1406FCB80FB}" dt="2025-09-03T02:25:56.666" v="2935" actId="13822"/>
          <ac:cxnSpMkLst>
            <pc:docMk/>
            <pc:sldMk cId="658921997" sldId="451"/>
            <ac:cxnSpMk id="13" creationId="{96402558-B143-FDCD-ACAA-EA5AAF0FE660}"/>
          </ac:cxnSpMkLst>
        </pc:cxnChg>
        <pc:cxnChg chg="add del mod">
          <ac:chgData name="우진 김" userId="9d5916cb77183fd7" providerId="LiveId" clId="{280289FF-71E0-4B12-A980-F1406FCB80FB}" dt="2025-09-03T02:29:54.555" v="3071" actId="478"/>
          <ac:cxnSpMkLst>
            <pc:docMk/>
            <pc:sldMk cId="658921997" sldId="451"/>
            <ac:cxnSpMk id="16" creationId="{F54740DC-ACD6-880F-19BB-15D3BB19B216}"/>
          </ac:cxnSpMkLst>
        </pc:cxnChg>
        <pc:cxnChg chg="add del">
          <ac:chgData name="우진 김" userId="9d5916cb77183fd7" providerId="LiveId" clId="{280289FF-71E0-4B12-A980-F1406FCB80FB}" dt="2025-09-03T02:29:54.555" v="3071" actId="478"/>
          <ac:cxnSpMkLst>
            <pc:docMk/>
            <pc:sldMk cId="658921997" sldId="451"/>
            <ac:cxnSpMk id="30" creationId="{B6709825-D522-2180-E2DC-5BA83E07F008}"/>
          </ac:cxnSpMkLst>
        </pc:cxnChg>
      </pc:sldChg>
      <pc:sldChg chg="addSp delSp modSp add mod">
        <pc:chgData name="우진 김" userId="9d5916cb77183fd7" providerId="LiveId" clId="{280289FF-71E0-4B12-A980-F1406FCB80FB}" dt="2025-09-03T02:45:20.605" v="3404"/>
        <pc:sldMkLst>
          <pc:docMk/>
          <pc:sldMk cId="212276918" sldId="452"/>
        </pc:sldMkLst>
        <pc:spChg chg="mod">
          <ac:chgData name="우진 김" userId="9d5916cb77183fd7" providerId="LiveId" clId="{280289FF-71E0-4B12-A980-F1406FCB80FB}" dt="2025-09-03T02:19:17.767" v="2831" actId="20577"/>
          <ac:spMkLst>
            <pc:docMk/>
            <pc:sldMk cId="212276918" sldId="452"/>
            <ac:spMk id="4" creationId="{C597D085-4B7D-6AAE-89FD-D09B4B5D1065}"/>
          </ac:spMkLst>
        </pc:spChg>
        <pc:spChg chg="add mod">
          <ac:chgData name="우진 김" userId="9d5916cb77183fd7" providerId="LiveId" clId="{280289FF-71E0-4B12-A980-F1406FCB80FB}" dt="2025-09-03T02:35:43.618" v="3202" actId="20577"/>
          <ac:spMkLst>
            <pc:docMk/>
            <pc:sldMk cId="212276918" sldId="452"/>
            <ac:spMk id="5" creationId="{1C9DC0F9-87BF-29FF-09AF-5E4A3C007E3A}"/>
          </ac:spMkLst>
        </pc:spChg>
        <pc:spChg chg="mod">
          <ac:chgData name="우진 김" userId="9d5916cb77183fd7" providerId="LiveId" clId="{280289FF-71E0-4B12-A980-F1406FCB80FB}" dt="2025-09-03T02:35:23.536" v="3161" actId="20577"/>
          <ac:spMkLst>
            <pc:docMk/>
            <pc:sldMk cId="212276918" sldId="452"/>
            <ac:spMk id="7" creationId="{1808289A-1124-48AF-A6C7-B7425E63EA43}"/>
          </ac:spMkLst>
        </pc:spChg>
        <pc:spChg chg="add mod">
          <ac:chgData name="우진 김" userId="9d5916cb77183fd7" providerId="LiveId" clId="{280289FF-71E0-4B12-A980-F1406FCB80FB}" dt="2025-09-03T02:36:51.218" v="3223" actId="113"/>
          <ac:spMkLst>
            <pc:docMk/>
            <pc:sldMk cId="212276918" sldId="452"/>
            <ac:spMk id="9" creationId="{B2BC7E59-F30C-1D85-60D4-228ED07F2BBF}"/>
          </ac:spMkLst>
        </pc:spChg>
        <pc:spChg chg="add mod">
          <ac:chgData name="우진 김" userId="9d5916cb77183fd7" providerId="LiveId" clId="{280289FF-71E0-4B12-A980-F1406FCB80FB}" dt="2025-09-03T02:36:56.595" v="3224" actId="113"/>
          <ac:spMkLst>
            <pc:docMk/>
            <pc:sldMk cId="212276918" sldId="452"/>
            <ac:spMk id="11" creationId="{F5F6D2D9-7138-B5FB-3AD1-CE562A31BB4E}"/>
          </ac:spMkLst>
        </pc:spChg>
        <pc:spChg chg="del">
          <ac:chgData name="우진 김" userId="9d5916cb77183fd7" providerId="LiveId" clId="{280289FF-71E0-4B12-A980-F1406FCB80FB}" dt="2025-09-03T02:45:20.377" v="3403" actId="478"/>
          <ac:spMkLst>
            <pc:docMk/>
            <pc:sldMk cId="212276918" sldId="452"/>
            <ac:spMk id="15" creationId="{FCE90298-0E37-29B9-32CD-2B547B7DDF19}"/>
          </ac:spMkLst>
        </pc:spChg>
        <pc:spChg chg="add mod">
          <ac:chgData name="우진 김" userId="9d5916cb77183fd7" providerId="LiveId" clId="{280289FF-71E0-4B12-A980-F1406FCB80FB}" dt="2025-09-03T02:45:20.605" v="3404"/>
          <ac:spMkLst>
            <pc:docMk/>
            <pc:sldMk cId="212276918" sldId="452"/>
            <ac:spMk id="17" creationId="{F0DD8DE2-5339-F1E1-9950-04269E1A41A6}"/>
          </ac:spMkLst>
        </pc:spChg>
        <pc:picChg chg="add del mod">
          <ac:chgData name="우진 김" userId="9d5916cb77183fd7" providerId="LiveId" clId="{280289FF-71E0-4B12-A980-F1406FCB80FB}" dt="2025-09-03T02:38:34.341" v="3229" actId="478"/>
          <ac:picMkLst>
            <pc:docMk/>
            <pc:sldMk cId="212276918" sldId="452"/>
            <ac:picMk id="13" creationId="{CE29373D-4D07-1539-F256-5E6D152B988A}"/>
          </ac:picMkLst>
        </pc:picChg>
        <pc:picChg chg="add mod">
          <ac:chgData name="우진 김" userId="9d5916cb77183fd7" providerId="LiveId" clId="{280289FF-71E0-4B12-A980-F1406FCB80FB}" dt="2025-09-03T02:38:52.192" v="3233" actId="1076"/>
          <ac:picMkLst>
            <pc:docMk/>
            <pc:sldMk cId="212276918" sldId="452"/>
            <ac:picMk id="16" creationId="{FD766E5B-F4DB-A68A-40AB-8F7847068E8D}"/>
          </ac:picMkLst>
        </pc:picChg>
        <pc:cxnChg chg="add">
          <ac:chgData name="우진 김" userId="9d5916cb77183fd7" providerId="LiveId" clId="{280289FF-71E0-4B12-A980-F1406FCB80FB}" dt="2025-09-03T02:35:54.612" v="3203" actId="11529"/>
          <ac:cxnSpMkLst>
            <pc:docMk/>
            <pc:sldMk cId="212276918" sldId="452"/>
            <ac:cxnSpMk id="8" creationId="{DBCF06D2-F8E0-BF6E-3052-4A2298AC766C}"/>
          </ac:cxnSpMkLst>
        </pc:cxnChg>
        <pc:cxnChg chg="add mod">
          <ac:chgData name="우진 김" userId="9d5916cb77183fd7" providerId="LiveId" clId="{280289FF-71E0-4B12-A980-F1406FCB80FB}" dt="2025-09-03T02:36:45.307" v="3222" actId="1076"/>
          <ac:cxnSpMkLst>
            <pc:docMk/>
            <pc:sldMk cId="212276918" sldId="452"/>
            <ac:cxnSpMk id="10" creationId="{471C993C-465E-AF72-E425-20BE4577F8CB}"/>
          </ac:cxnSpMkLst>
        </pc:cxnChg>
      </pc:sldChg>
      <pc:sldChg chg="addSp delSp modSp add mod ord">
        <pc:chgData name="우진 김" userId="9d5916cb77183fd7" providerId="LiveId" clId="{280289FF-71E0-4B12-A980-F1406FCB80FB}" dt="2025-09-03T02:45:06.125" v="3398"/>
        <pc:sldMkLst>
          <pc:docMk/>
          <pc:sldMk cId="520485853" sldId="453"/>
        </pc:sldMkLst>
        <pc:spChg chg="add mod">
          <ac:chgData name="우진 김" userId="9d5916cb77183fd7" providerId="LiveId" clId="{280289FF-71E0-4B12-A980-F1406FCB80FB}" dt="2025-09-03T02:45:06.125" v="3398"/>
          <ac:spMkLst>
            <pc:docMk/>
            <pc:sldMk cId="520485853" sldId="453"/>
            <ac:spMk id="6" creationId="{1AC4CBDB-0DE1-C2FC-95EF-DAC9B5B3B73A}"/>
          </ac:spMkLst>
        </pc:spChg>
        <pc:spChg chg="del">
          <ac:chgData name="우진 김" userId="9d5916cb77183fd7" providerId="LiveId" clId="{280289FF-71E0-4B12-A980-F1406FCB80FB}" dt="2025-09-03T02:45:05.945" v="3397" actId="478"/>
          <ac:spMkLst>
            <pc:docMk/>
            <pc:sldMk cId="520485853" sldId="453"/>
            <ac:spMk id="15" creationId="{2A3E4D3F-62E0-00C2-E27B-BACE0BDA6FB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392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265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9036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28788-C721-35F5-7CD9-683A092A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0B37E6-C0D4-0111-B9CD-ECD5C5086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1F15F2-282D-70CA-AD7E-8B8AC7228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74BDF7-47A2-EE5E-ABBF-EF4B0F814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98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C0206-C9EC-F0D6-C993-D5EE020F7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5F83A9-EBA5-0467-BDC8-CF4923EFC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09DBA4E-31F5-8042-5AE7-FFC46A73B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9F798F-ED8B-84BE-B4DD-D5FC873BCF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256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B48BD-42EA-28D6-6E97-51F9B1C4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DD730-0937-7A87-94BB-C9EF2FAF9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9F8338-BE30-4CEC-85D2-A354E538F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8A0597-5200-D784-485A-13D4B3D1D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75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60FC-186A-31CE-BC60-D7A10800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099140-85CF-BD1A-9A90-FF9165743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7B261B-D272-12E9-0C7C-CB1C1CEA7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62961B-ED8F-03D6-D84F-3047F9C04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582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5BD64-76DF-9DC5-9830-9FC1F002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CC074A-72D0-387F-5312-813B1AF0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729547-239B-C597-EA9E-D3A6524FE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53A55-D86C-9F05-76CC-BDB0278B8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671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A471E-085D-1485-61EE-67E48E2E3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FC583F-F2F1-C6A7-A289-9EA033A03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D8A48-2859-6FE2-AA9A-B6E3A6DB4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9F5302-1CEB-33F4-771C-B7C62568E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392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F4D45-4270-BF7C-53ED-5EA843C9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B44922-0F59-5D7C-4C82-58B4F4DA8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2A28DD-041A-8EC1-427D-2ECAFF292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B7C1E-FB5C-C199-B136-F1B5D3625F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834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017D8-5880-2B29-016E-B2DE24B98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4ACC08-A410-D66D-15CB-AFE9B9790D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8DFE9-CCB7-1598-CDEA-AAA86713E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51960B-DEFB-A36A-A3D4-846F076347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07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06F6-BD8B-E3A2-9AF4-CF266E6A8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5263F0-319D-AB7C-47A1-588CF089D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48FC56-F710-060E-7FF2-D57774794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1C891F-EE3C-A345-5BB2-DFFF980EB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97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9589-4525-340A-1422-6263AA1FC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D3C678-01B4-733B-FB1E-F136ED210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C0256C-EDFC-5F64-93E3-CEA2551FE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961F6B-C8BD-29E0-D3A7-D7FC890D8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B8717-29AD-A46F-4F91-A25084AD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5A19BE-10D2-25A7-0452-1BDCA3FB4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78A64B-E554-7746-7F39-CD75783FE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941F5F-9170-C6F5-8195-DCE701AE9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372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AC21-6311-C285-F537-4D729D27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17E837-6F3A-ED80-D461-6BEC5CF8E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E4EEAF-B675-3ABA-D78D-EA16AF0B5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5BA8A-891F-71EE-5007-56F0D584A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6606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E6F8-A987-ADB3-1EF6-CC88F442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5B4841-4EA0-5B9E-B965-D198CFAAA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B1CDF5-9409-8CA7-D1A7-72B6E75EBA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AAC3AF-5895-3D60-3103-E848307EDA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03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A3098-9B9F-EE67-EB6A-9C0DCE84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23F48BE-8D3C-782B-9445-C4B29D0BC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A420E2-F8FA-3D89-225E-B3372F8C0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9FB157-CBA8-E738-20D2-1C3A3978C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82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11CA5-A798-E0C2-457F-7D1EDCE69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0064BA-36CB-8D58-0877-85B9022D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DE2F56-C4CB-77E6-DA6E-D4C895DFD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A89346-4322-8225-A384-382E5110E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520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6FB2-DC01-4C54-ACA6-B45895F4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E6D7E9-6B90-9498-86E6-647C3854F7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7512D0-9FA8-02EC-873F-56A9BADFC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8AC03-4DBF-908F-3AF2-18ABC1F34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6181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C7868-34B3-23C1-EA89-AEF5BCAD5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4EDC05-3921-3990-3104-F721D48F7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FDBCC-C2F4-32E1-64B9-C08812539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F3F8AC-E2E3-57D5-928B-3A6E44E800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697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CDD6F-6ACF-F063-B6F0-7837BC18F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FBAF82-86C3-C696-1129-1EFC5C187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E07A26-C185-E352-2FED-0EFF13DA1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C864D2-6179-242B-8AE6-9A5D730B5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18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B956-3A2E-ED77-8B31-20FBD8BF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72BCC6-5C17-94FD-A15F-281C4DE87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7710EF-FC70-F922-EA70-A9BBC2571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0AAEBA-B506-889C-E7F7-95FA25488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016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2805-B8DC-4226-CD36-D7FAB2F5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380E8B-9B6F-EC63-C783-472FD7AA5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5FDC59-F7D8-3BFB-DB80-210783B56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86ECE5-6B50-A1D6-3E7B-B9A446AAC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62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FEC56-E4CE-AFD7-962B-20856E9F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8E2E86-83B2-3BBF-2DE7-760BC616F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428D7A-F118-664E-1CE0-E84F43673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CFC4EC-694B-308F-60FC-ADC4C034D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120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7815-8313-A7C8-0897-FA9CC2DF4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3A0308-0A4F-4BDE-2048-5B59BD705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B3D30D-C1FA-DE19-F8F1-15775B2F8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B5752C-CF36-5191-A626-145425458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8989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AA4A1-E8E4-06B3-E2E8-5EA6D49EC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3BACB8-6F5E-6C8F-65B5-9ED182EAF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FFCD79-CC86-E1E2-2D77-6AD47BF96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0D6C73-CAEF-789D-A3D5-CB2B499882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494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F8DD-F444-F65D-0AB4-20827D3C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DC1128-1E64-57E2-2FD4-50801BA08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0CE2EC-A2D8-7A3F-FFC9-3EEB3370B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134C1E-E78B-4286-02BF-5EAC31A4C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792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43061-F124-47B3-122B-E8FDCBB5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87A27-EE37-9409-7FC8-AE2E0F23C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5ABB54-A65C-4463-0A71-CD0A9521F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52F9A7-34ED-2163-A530-BE76AE37B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0479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C6A6-C881-E8D6-9E05-187292366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05E99F-0666-9A9D-3248-3D3F15D56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C8B11F-BE8D-4001-FB82-DE8155805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84196-0883-6BC4-2A9B-5BEE2B4B5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93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11068-D893-BC97-AF86-231CDF34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788B17-F0A0-85DB-24FA-837165965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F8AB40-484F-D6E4-52F6-71ED5FCB8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698587-4088-1FE0-A043-4E22BCA4C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074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771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3F7A79-4BB1-6072-2B14-1040FFD251C7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9E6566-BEE7-0244-9C49-C4C13FC1CF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3578B78F-8DAA-16C1-A842-6640545721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C06510-F34D-96D2-B3FD-A1FB579C1D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517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  <p15:guide id="4" orient="horz" pos="1272" userDrawn="1">
          <p15:clr>
            <a:srgbClr val="FBAE40"/>
          </p15:clr>
        </p15:guide>
        <p15:guide id="5" orient="horz" pos="172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lor set 2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CE7DE7D0-6886-5240-D8AA-493375D0F91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Section layout: Enter </a:t>
            </a:r>
            <a:br>
              <a:rPr lang="en-US" dirty="0"/>
            </a:br>
            <a:r>
              <a:rPr lang="en-US" dirty="0"/>
              <a:t>section name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7C79AD1E-BD19-F31A-84F5-2BAC50F4A65A}"/>
              </a:ext>
            </a:extLst>
          </p:cNvPr>
          <p:cNvSpPr txBox="1">
            <a:spLocks/>
          </p:cNvSpPr>
          <p:nvPr userDrawn="1"/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4B8DE2-A4E8-46E4-8BBF-D75455EFF32C}" type="slidenum">
              <a:rPr lang="en-US" b="0" i="0" smtClean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pPr/>
              <a:t>‹#›</a:t>
            </a:fld>
            <a:endParaRPr lang="en-US" b="0" i="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949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Color set 2 - gradi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EA5EB34D-A432-661D-BCBA-27634E87E561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- Color set 2 -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B1A5DF-D1AF-9EE3-9432-779B4BB2A974}"/>
              </a:ext>
            </a:extLst>
          </p:cNvPr>
          <p:cNvSpPr/>
          <p:nvPr userDrawn="1"/>
        </p:nvSpPr>
        <p:spPr>
          <a:xfrm>
            <a:off x="0" y="4367"/>
            <a:ext cx="12192000" cy="6853633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K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Thank you!</a:t>
            </a:r>
          </a:p>
        </p:txBody>
      </p:sp>
      <p:pic>
        <p:nvPicPr>
          <p:cNvPr id="3" name="Picture 2" descr="정장 - 대학상징 - 대학소개 - 서울대학교">
            <a:extLst>
              <a:ext uri="{FF2B5EF4-FFF2-40B4-BE49-F238E27FC236}">
                <a16:creationId xmlns:a16="http://schemas.microsoft.com/office/drawing/2014/main" id="{7246C69D-897E-7DAF-9508-729A711185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61088" y="5858852"/>
            <a:ext cx="617768" cy="640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09EC38-FB6C-732D-A46E-5C0F794FFE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51" y="5901343"/>
            <a:ext cx="949740" cy="55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062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3293209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/32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D01AF044-9265-CA3F-E297-9F8D3ADAC65D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61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AE592DD-0C68-200B-28E2-2DEFACDCF9AF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79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0" i="0" cap="all" spc="300" baseline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FF2F40C-C21F-028D-A961-04F4C15746CA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487156B-F916-99B6-8716-F1120F4F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/32</a:t>
            </a:r>
          </a:p>
        </p:txBody>
      </p:sp>
    </p:spTree>
    <p:extLst>
      <p:ext uri="{BB962C8B-B14F-4D97-AF65-F5344CB8AC3E}">
        <p14:creationId xmlns:p14="http://schemas.microsoft.com/office/powerpoint/2010/main" val="102420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/32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86CEC87-6535-DBC9-AFC0-9D666AAA918E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5973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2009781"/>
          </a:xfrm>
        </p:spPr>
        <p:txBody>
          <a:bodyPr/>
          <a:lstStyle>
            <a:lvl1pP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4003A2E-28FB-D115-661E-5A8EA480B280}"/>
              </a:ext>
            </a:extLst>
          </p:cNvPr>
          <p:cNvCxnSpPr>
            <a:cxnSpLocks/>
          </p:cNvCxnSpPr>
          <p:nvPr userDrawn="1"/>
        </p:nvCxnSpPr>
        <p:spPr>
          <a:xfrm>
            <a:off x="609600" y="6400596"/>
            <a:ext cx="9491529" cy="0"/>
          </a:xfrm>
          <a:prstGeom prst="line">
            <a:avLst/>
          </a:prstGeom>
          <a:ln w="6350" cap="rnd">
            <a:solidFill>
              <a:schemeClr val="tx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4197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2511457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D7DF812-8A8D-B232-88E9-02589015EFF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4164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2203680"/>
          </a:xfrm>
        </p:spPr>
        <p:txBody>
          <a:bodyPr/>
          <a:lstStyle>
            <a:lvl1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>
              <a:defRPr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F88B24E8-140D-849C-D9E2-50BCA23B6F5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0941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 userDrawn="1">
          <p15:clr>
            <a:srgbClr val="9FCC3B"/>
          </p15:clr>
        </p15:guide>
        <p15:guide id="2" orient="horz" pos="1128" userDrawn="1">
          <p15:clr>
            <a:srgbClr val="9FCC3B"/>
          </p15:clr>
        </p15:guide>
        <p15:guide id="3" orient="horz" pos="124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978729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1412694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8E66CC3-5272-CE4F-6191-3ECB21CA45C4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417291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2317558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420EBF0-504A-1178-AD51-721FB6283F39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448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61BB8CDA-9B26-5C8E-98D7-96EA5E0A3C90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3104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1314206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EAE8B00-C4BA-7D54-F145-C22E386CE52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704503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7D19560-93EE-6A47-B0CB-B84D4B3FD9F8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54642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0" i="0">
                <a:solidFill>
                  <a:schemeClr val="accent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1064907"/>
          </a:xfrm>
        </p:spPr>
        <p:txBody>
          <a:bodyPr/>
          <a:lstStyle>
            <a:lvl1pPr marL="0" indent="0">
              <a:buNone/>
              <a:defRPr sz="18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628650" indent="0">
              <a:buNone/>
              <a:defRPr sz="1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D79E73A-576B-DAFB-4D51-274E10964E26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7036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313932"/>
          </a:xfrm>
        </p:spPr>
        <p:txBody>
          <a:bodyPr/>
          <a:lstStyle>
            <a:lvl1pPr marL="0" indent="0">
              <a:buNone/>
              <a:defRPr sz="16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1"/>
            <a:ext cx="5372100" cy="4495798"/>
          </a:xfrm>
        </p:spPr>
        <p:txBody>
          <a:bodyPr>
            <a:noAutofit/>
          </a:bodyPr>
          <a:lstStyle>
            <a:lvl1pPr marL="0" indent="0">
              <a:buNone/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6674F1F-A8DF-B40F-A558-C34D90D1DCAB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182962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2EC24E0-B776-A9DF-7930-AD08AB9104A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3958306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75199"/>
            <a:ext cx="8067261" cy="1920526"/>
          </a:xfrm>
        </p:spPr>
        <p:txBody>
          <a:bodyPr anchor="b" anchorCtr="0"/>
          <a:lstStyle>
            <a:lvl1pPr>
              <a:defRPr sz="4400" b="0" i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E0A0F065-DA19-4B02-B238-CFA9C89CB6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EFC34B7-722A-436B-9E34-41B9A285F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53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2FF5FCB5-2E8D-2C45-2C74-108CB6E98911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UPDATE this Presentation Header IN SLIDE MASTER</a:t>
            </a:r>
          </a:p>
        </p:txBody>
      </p:sp>
    </p:spTree>
    <p:extLst>
      <p:ext uri="{BB962C8B-B14F-4D97-AF65-F5344CB8AC3E}">
        <p14:creationId xmlns:p14="http://schemas.microsoft.com/office/powerpoint/2010/main" val="200873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 userDrawn="1">
          <p15:clr>
            <a:srgbClr val="FBAE40"/>
          </p15:clr>
        </p15:guide>
        <p15:guide id="2" orient="horz" pos="25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r>
              <a:rPr lang="en-US" dirty="0"/>
              <a:t> 31</a:t>
            </a:r>
          </a:p>
        </p:txBody>
      </p:sp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61" r:id="rId2"/>
    <p:sldLayoutId id="2147483742" r:id="rId3"/>
    <p:sldLayoutId id="2147483780" r:id="rId4"/>
    <p:sldLayoutId id="2147483661" r:id="rId5"/>
    <p:sldLayoutId id="2147483654" r:id="rId6"/>
    <p:sldLayoutId id="2147483663" r:id="rId7"/>
    <p:sldLayoutId id="2147483650" r:id="rId8"/>
    <p:sldLayoutId id="2147483664" r:id="rId9"/>
    <p:sldLayoutId id="2147483666" r:id="rId10"/>
    <p:sldLayoutId id="2147483667" r:id="rId11"/>
    <p:sldLayoutId id="2147483665" r:id="rId12"/>
    <p:sldLayoutId id="2147483668" r:id="rId13"/>
    <p:sldLayoutId id="2147483653" r:id="rId14"/>
    <p:sldLayoutId id="2147483689" r:id="rId15"/>
    <p:sldLayoutId id="2147483691" r:id="rId16"/>
    <p:sldLayoutId id="2147483690" r:id="rId17"/>
    <p:sldLayoutId id="2147483657" r:id="rId18"/>
    <p:sldLayoutId id="2147483694" r:id="rId19"/>
    <p:sldLayoutId id="2147483673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Pretendard Variable Black" panose="02000003000000020004" pitchFamily="2" charset="-127"/>
          <a:ea typeface="Pretendard Variable Black" panose="02000003000000020004" pitchFamily="2" charset="-127"/>
          <a:cs typeface="Pretendard Variable Black" panose="020000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1pPr>
      <a:lvl2pPr marL="5143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2pPr>
      <a:lvl3pPr marL="857250" indent="-22860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3pPr>
      <a:lvl4pPr marL="103028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4pPr>
      <a:lvl5pPr marL="1201738" indent="-171450" algn="l" defTabSz="914400" rtl="0" eaLnBrk="1" latinLnBrk="1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Pretendard Variable Medium" panose="02000003000000020004" pitchFamily="2" charset="-127"/>
          <a:ea typeface="Pretendard Variable Medium" panose="02000003000000020004" pitchFamily="2" charset="-127"/>
          <a:cs typeface="Pretendard Variable Medium" panose="020000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6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5" Type="http://schemas.openxmlformats.org/officeDocument/2006/relationships/image" Target="../media/image21.png"/><Relationship Id="rId4" Type="http://schemas.openxmlformats.org/officeDocument/2006/relationships/image" Target="../media/image19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5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59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6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2.xml"/><Relationship Id="rId4" Type="http://schemas.openxmlformats.org/officeDocument/2006/relationships/image" Target="../media/image6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4" Type="http://schemas.openxmlformats.org/officeDocument/2006/relationships/image" Target="../media/image6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42AD-51B6-1C23-4E72-00565032C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8" y="2126159"/>
            <a:ext cx="6460999" cy="1421928"/>
          </a:xfrm>
        </p:spPr>
        <p:txBody>
          <a:bodyPr/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Flow Matching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8FE73-30E8-5B94-794F-A35BB3E87C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Woojin Kim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BDDAA9-2219-0266-AB20-FC2718CDB4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98" y="4762500"/>
            <a:ext cx="3797302" cy="757130"/>
          </a:xfrm>
        </p:spPr>
        <p:txBody>
          <a:bodyPr/>
          <a:lstStyle/>
          <a:p>
            <a:r>
              <a:rPr lang="en-US" dirty="0"/>
              <a:t>AIDAS LAB</a:t>
            </a:r>
            <a:br>
              <a:rPr lang="en-US" dirty="0"/>
            </a:br>
            <a:r>
              <a:rPr lang="en-US" dirty="0"/>
              <a:t>Seoul National University</a:t>
            </a:r>
            <a:br>
              <a:rPr lang="en-US" dirty="0"/>
            </a:br>
            <a:r>
              <a:rPr lang="en-US" dirty="0"/>
              <a:t>wjk9904@snu.ac.kr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F71B29-AAE2-F406-9C3C-7F4D981833D2}"/>
              </a:ext>
            </a:extLst>
          </p:cNvPr>
          <p:cNvSpPr txBox="1"/>
          <p:nvPr/>
        </p:nvSpPr>
        <p:spPr>
          <a:xfrm>
            <a:off x="609598" y="17133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Diffusion Seminar (Week11)</a:t>
            </a:r>
            <a:endParaRPr lang="ko-KR" altLang="en-US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2422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0510">
        <p:fade/>
      </p:transition>
    </mc:Choice>
    <mc:Fallback xmlns="">
      <p:transition spd="med" advTm="6051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2465187-F215-A8C0-FB47-8517C9008FCA}"/>
              </a:ext>
            </a:extLst>
          </p:cNvPr>
          <p:cNvSpPr/>
          <p:nvPr/>
        </p:nvSpPr>
        <p:spPr>
          <a:xfrm>
            <a:off x="609600" y="171204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02FC87D-9616-EF6A-A837-A851191A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5643348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Table of contents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55A25F-32D3-F5D3-6DCB-DD7CCC3167C5}"/>
              </a:ext>
            </a:extLst>
          </p:cNvPr>
          <p:cNvSpPr txBox="1">
            <a:spLocks/>
          </p:cNvSpPr>
          <p:nvPr/>
        </p:nvSpPr>
        <p:spPr>
          <a:xfrm>
            <a:off x="1252502" y="1747466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Generative Modeling</a:t>
            </a:r>
            <a:endParaRPr 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119BFB0-132C-EC31-3951-BA10AAC6A88B}"/>
              </a:ext>
            </a:extLst>
          </p:cNvPr>
          <p:cNvSpPr/>
          <p:nvPr/>
        </p:nvSpPr>
        <p:spPr>
          <a:xfrm>
            <a:off x="609600" y="2269875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93D8ABD-95E2-9C4C-B82D-CD7A4AEAE960}"/>
              </a:ext>
            </a:extLst>
          </p:cNvPr>
          <p:cNvSpPr/>
          <p:nvPr/>
        </p:nvSpPr>
        <p:spPr>
          <a:xfrm>
            <a:off x="609600" y="2827707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F7C254B-29A7-DB4B-5ADB-F319162EC361}"/>
              </a:ext>
            </a:extLst>
          </p:cNvPr>
          <p:cNvSpPr txBox="1">
            <a:spLocks/>
          </p:cNvSpPr>
          <p:nvPr/>
        </p:nvSpPr>
        <p:spPr>
          <a:xfrm>
            <a:off x="1252503" y="2877717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Flow Matching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098ADA-7E7C-01A0-D824-16F9A71322D2}"/>
              </a:ext>
            </a:extLst>
          </p:cNvPr>
          <p:cNvSpPr txBox="1">
            <a:spLocks/>
          </p:cNvSpPr>
          <p:nvPr/>
        </p:nvSpPr>
        <p:spPr>
          <a:xfrm>
            <a:off x="1252503" y="2292046"/>
            <a:ext cx="5000445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Normalizing Flows</a:t>
            </a:r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6777D8-5616-DA3E-6B4E-8E7F8C42E990}"/>
              </a:ext>
            </a:extLst>
          </p:cNvPr>
          <p:cNvSpPr/>
          <p:nvPr/>
        </p:nvSpPr>
        <p:spPr>
          <a:xfrm>
            <a:off x="457200" y="6090249"/>
            <a:ext cx="10187796" cy="564376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544F41E-C3FF-2493-5332-681DF6828475}"/>
              </a:ext>
            </a:extLst>
          </p:cNvPr>
          <p:cNvSpPr/>
          <p:nvPr/>
        </p:nvSpPr>
        <p:spPr>
          <a:xfrm>
            <a:off x="609599" y="3385539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27FC307-63C8-069F-3B94-691EB7F5CD69}"/>
              </a:ext>
            </a:extLst>
          </p:cNvPr>
          <p:cNvSpPr txBox="1">
            <a:spLocks/>
          </p:cNvSpPr>
          <p:nvPr/>
        </p:nvSpPr>
        <p:spPr>
          <a:xfrm>
            <a:off x="1252502" y="3404476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Rectified Flow</a:t>
            </a:r>
            <a:endParaRPr lang="en-US" dirty="0"/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3860D58-90AF-9954-7508-26AD398B5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r>
              <a:rPr lang="en-US" dirty="0"/>
              <a:t>/35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A496198-2791-620A-ED56-4BB034F6324D}"/>
              </a:ext>
            </a:extLst>
          </p:cNvPr>
          <p:cNvSpPr/>
          <p:nvPr/>
        </p:nvSpPr>
        <p:spPr>
          <a:xfrm>
            <a:off x="609599" y="3971863"/>
            <a:ext cx="422694" cy="3873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US" altLang="ko-KR" b="1" dirty="0">
                <a:solidFill>
                  <a:sysClr val="windowText" lastClr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ko-KR" altLang="en-US" b="1" dirty="0">
              <a:solidFill>
                <a:sysClr val="windowText" lastClr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8572546-B22A-D1AE-708A-6221A39D0682}"/>
              </a:ext>
            </a:extLst>
          </p:cNvPr>
          <p:cNvSpPr txBox="1">
            <a:spLocks/>
          </p:cNvSpPr>
          <p:nvPr/>
        </p:nvSpPr>
        <p:spPr>
          <a:xfrm>
            <a:off x="1252502" y="3990800"/>
            <a:ext cx="5453097" cy="369332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defPPr>
              <a:defRPr lang="en-US"/>
            </a:defPPr>
            <a:lvl1pPr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Arial" panose="020B0604020202020204" pitchFamily="34" charset="0"/>
              <a:buNone/>
              <a:defRPr sz="2000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SzPct val="90000"/>
              <a:buFont typeface="Wingdings" panose="05000000000000000000" pitchFamily="2" charset="2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mazon Ember" panose="020B0603020204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0" indent="0" latinLnBrk="1">
              <a:lnSpc>
                <a:spcPct val="90000"/>
              </a:lnSpc>
              <a:spcBef>
                <a:spcPts val="0"/>
              </a:spcBef>
              <a:spcAft>
                <a:spcPts val="3000"/>
              </a:spcAft>
              <a:buFont typeface="Arial" panose="020B0604020202020204" pitchFamily="34" charset="0"/>
              <a:buNone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Relation to Diffusion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175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3557">
        <p:fade/>
      </p:transition>
    </mc:Choice>
    <mc:Fallback xmlns="">
      <p:transition spd="med" advTm="23557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080E15-B7E4-9F16-A37B-594089A5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Recap: Generative Modeling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AC9CD-C525-4C53-3BF0-1EB5357B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41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C7DAF-37C5-EFB9-5271-389F7F001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D7D1C39-6018-B85A-A4B9-97CD2719A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Deep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Generative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F7421-9B52-F382-C306-9E50B9740D7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Generative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AE65147C-EC62-D620-5389-0C084B42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D581588B-CA32-2451-6454-F074BBDF248B}"/>
              </a:ext>
            </a:extLst>
          </p:cNvPr>
          <p:cNvSpPr txBox="1">
            <a:spLocks/>
          </p:cNvSpPr>
          <p:nvPr/>
        </p:nvSpPr>
        <p:spPr>
          <a:xfrm>
            <a:off x="609600" y="1723142"/>
            <a:ext cx="10095781" cy="8216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8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Generative Models</a:t>
            </a:r>
            <a:r>
              <a:rPr lang="en-US" altLang="ko-KR" sz="1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Models that learn data patterns to generate new, realistic examples.</a:t>
            </a:r>
            <a:endParaRPr lang="en-US" sz="18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Placeholder 4">
                <a:extLst>
                  <a:ext uri="{FF2B5EF4-FFF2-40B4-BE49-F238E27FC236}">
                    <a16:creationId xmlns:a16="http://schemas.microsoft.com/office/drawing/2014/main" id="{19AFF795-B8AD-6CFD-F42A-7A0D17974F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2175428"/>
                <a:ext cx="9888747" cy="36512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Objective</a:t>
                </a:r>
                <a:r>
                  <a:rPr lang="en-US" sz="18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: </a:t>
                </a:r>
                <a:r>
                  <a:rPr lang="en-US" altLang="ko-KR" sz="1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To train a model </a:t>
                </a:r>
                <a14:m>
                  <m:oMath xmlns:m="http://schemas.openxmlformats.org/officeDocument/2006/math"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that approximates the true data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800" b="0" i="1" dirty="0" smtClean="0">
                            <a:latin typeface="Cambria Math" panose="02040503050406030204" pitchFamily="18" charset="0"/>
                          </a:rPr>
                          <m:t>𝑑𝑎𝑡𝑎</m:t>
                        </m:r>
                      </m:sub>
                    </m:sSub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55" name="Text Placeholder 4">
                <a:extLst>
                  <a:ext uri="{FF2B5EF4-FFF2-40B4-BE49-F238E27FC236}">
                    <a16:creationId xmlns:a16="http://schemas.microsoft.com/office/drawing/2014/main" id="{19AFF795-B8AD-6CFD-F42A-7A0D17974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175428"/>
                <a:ext cx="9888747" cy="365125"/>
              </a:xfrm>
              <a:prstGeom prst="rect">
                <a:avLst/>
              </a:prstGeom>
              <a:blipFill>
                <a:blip r:embed="rId4"/>
                <a:stretch>
                  <a:fillRect l="-493"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그룹 55">
            <a:extLst>
              <a:ext uri="{FF2B5EF4-FFF2-40B4-BE49-F238E27FC236}">
                <a16:creationId xmlns:a16="http://schemas.microsoft.com/office/drawing/2014/main" id="{BEEDA0A6-911C-543C-2EDB-E6E4F1E3BFAF}"/>
              </a:ext>
            </a:extLst>
          </p:cNvPr>
          <p:cNvGrpSpPr/>
          <p:nvPr/>
        </p:nvGrpSpPr>
        <p:grpSpPr>
          <a:xfrm>
            <a:off x="510210" y="3338132"/>
            <a:ext cx="2333449" cy="1702218"/>
            <a:chOff x="510210" y="3338132"/>
            <a:chExt cx="2333449" cy="1702218"/>
          </a:xfrm>
        </p:grpSpPr>
        <p:sp>
          <p:nvSpPr>
            <p:cNvPr id="57" name="구름 56">
              <a:extLst>
                <a:ext uri="{FF2B5EF4-FFF2-40B4-BE49-F238E27FC236}">
                  <a16:creationId xmlns:a16="http://schemas.microsoft.com/office/drawing/2014/main" id="{58246AA1-D5ED-4F98-5BEC-F45C740B025D}"/>
                </a:ext>
              </a:extLst>
            </p:cNvPr>
            <p:cNvSpPr/>
            <p:nvPr/>
          </p:nvSpPr>
          <p:spPr>
            <a:xfrm>
              <a:off x="510210" y="3789521"/>
              <a:ext cx="2251495" cy="1250829"/>
            </a:xfrm>
            <a:prstGeom prst="cloud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sp>
          <p:nvSpPr>
            <p:cNvPr id="58" name="Text Placeholder 4">
              <a:extLst>
                <a:ext uri="{FF2B5EF4-FFF2-40B4-BE49-F238E27FC236}">
                  <a16:creationId xmlns:a16="http://schemas.microsoft.com/office/drawing/2014/main" id="{9522530F-4C18-7D54-E131-D0F983E01FE3}"/>
                </a:ext>
              </a:extLst>
            </p:cNvPr>
            <p:cNvSpPr txBox="1">
              <a:spLocks/>
            </p:cNvSpPr>
            <p:nvPr/>
          </p:nvSpPr>
          <p:spPr>
            <a:xfrm>
              <a:off x="592164" y="3338132"/>
              <a:ext cx="2251495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True Data Distribution</a:t>
              </a:r>
            </a:p>
          </p:txBody>
        </p:sp>
        <p:sp>
          <p:nvSpPr>
            <p:cNvPr id="59" name="Text Placeholder 4">
              <a:extLst>
                <a:ext uri="{FF2B5EF4-FFF2-40B4-BE49-F238E27FC236}">
                  <a16:creationId xmlns:a16="http://schemas.microsoft.com/office/drawing/2014/main" id="{5D65062E-0FC6-E4FB-4C9A-5E976F7AFA52}"/>
                </a:ext>
              </a:extLst>
            </p:cNvPr>
            <p:cNvSpPr txBox="1">
              <a:spLocks/>
            </p:cNvSpPr>
            <p:nvPr/>
          </p:nvSpPr>
          <p:spPr>
            <a:xfrm>
              <a:off x="1298529" y="4201889"/>
              <a:ext cx="674859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2000" b="1" dirty="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???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40BAF1F-542F-243E-6E54-BDB02D0617E8}"/>
              </a:ext>
            </a:extLst>
          </p:cNvPr>
          <p:cNvGrpSpPr/>
          <p:nvPr/>
        </p:nvGrpSpPr>
        <p:grpSpPr>
          <a:xfrm>
            <a:off x="2968364" y="3313111"/>
            <a:ext cx="3537707" cy="1702218"/>
            <a:chOff x="2968364" y="3313111"/>
            <a:chExt cx="3537707" cy="1702218"/>
          </a:xfrm>
        </p:grpSpPr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B195DEE8-684A-92B2-F599-F44EC269B935}"/>
                </a:ext>
              </a:extLst>
            </p:cNvPr>
            <p:cNvSpPr/>
            <p:nvPr/>
          </p:nvSpPr>
          <p:spPr>
            <a:xfrm>
              <a:off x="4045667" y="3836035"/>
              <a:ext cx="2251495" cy="117929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pic>
          <p:nvPicPr>
            <p:cNvPr id="62" name="Picture 4">
              <a:extLst>
                <a:ext uri="{FF2B5EF4-FFF2-40B4-BE49-F238E27FC236}">
                  <a16:creationId xmlns:a16="http://schemas.microsoft.com/office/drawing/2014/main" id="{5CB42524-9C81-161F-9B57-9DD954C7C50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266" t="6779" r="6760" b="17627"/>
            <a:stretch>
              <a:fillRect/>
            </a:stretch>
          </p:blipFill>
          <p:spPr bwMode="auto">
            <a:xfrm>
              <a:off x="5230112" y="3982906"/>
              <a:ext cx="961661" cy="8216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3" name="Picture 6" descr="Dog Images &amp; Pictures Images | Free Photos, PNG Stickers, Wallpapers &amp;  Backgrounds - rawpixel">
              <a:extLst>
                <a:ext uri="{FF2B5EF4-FFF2-40B4-BE49-F238E27FC236}">
                  <a16:creationId xmlns:a16="http://schemas.microsoft.com/office/drawing/2014/main" id="{9842BF42-D04C-E7A3-4CC1-0133732476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7513"/>
            <a:stretch>
              <a:fillRect/>
            </a:stretch>
          </p:blipFill>
          <p:spPr bwMode="auto">
            <a:xfrm>
              <a:off x="4642256" y="3975988"/>
              <a:ext cx="893940" cy="821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33E31734-4A72-F0BC-CE15-7BCCDF3840D2}"/>
                </a:ext>
              </a:extLst>
            </p:cNvPr>
            <p:cNvCxnSpPr/>
            <p:nvPr/>
          </p:nvCxnSpPr>
          <p:spPr>
            <a:xfrm>
              <a:off x="3203092" y="4295956"/>
              <a:ext cx="4179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 Placeholder 4">
              <a:extLst>
                <a:ext uri="{FF2B5EF4-FFF2-40B4-BE49-F238E27FC236}">
                  <a16:creationId xmlns:a16="http://schemas.microsoft.com/office/drawing/2014/main" id="{AE37FED5-040B-FDC6-24EF-84B0A70B74EA}"/>
                </a:ext>
              </a:extLst>
            </p:cNvPr>
            <p:cNvSpPr txBox="1">
              <a:spLocks/>
            </p:cNvSpPr>
            <p:nvPr/>
          </p:nvSpPr>
          <p:spPr>
            <a:xfrm>
              <a:off x="3895143" y="3313111"/>
              <a:ext cx="2610928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Sampled Data Distribution</a:t>
              </a:r>
            </a:p>
          </p:txBody>
        </p:sp>
        <p:pic>
          <p:nvPicPr>
            <p:cNvPr id="66" name="Picture 2">
              <a:extLst>
                <a:ext uri="{FF2B5EF4-FFF2-40B4-BE49-F238E27FC236}">
                  <a16:creationId xmlns:a16="http://schemas.microsoft.com/office/drawing/2014/main" id="{251C4179-AFD1-91F4-3FEB-7924DE1FC3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09" t="8783" r="21603" b="18923"/>
            <a:stretch>
              <a:fillRect/>
            </a:stretch>
          </p:blipFill>
          <p:spPr bwMode="auto">
            <a:xfrm>
              <a:off x="4150624" y="3969071"/>
              <a:ext cx="845389" cy="821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7" name="Text Placeholder 4">
              <a:extLst>
                <a:ext uri="{FF2B5EF4-FFF2-40B4-BE49-F238E27FC236}">
                  <a16:creationId xmlns:a16="http://schemas.microsoft.com/office/drawing/2014/main" id="{76244BF4-6D5F-6D77-1F0B-588599522631}"/>
                </a:ext>
              </a:extLst>
            </p:cNvPr>
            <p:cNvSpPr txBox="1">
              <a:spLocks/>
            </p:cNvSpPr>
            <p:nvPr/>
          </p:nvSpPr>
          <p:spPr>
            <a:xfrm>
              <a:off x="2968364" y="4457534"/>
              <a:ext cx="942588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Sample</a:t>
              </a: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A97CDED-87FF-B903-9B09-4F3CA70179AE}"/>
              </a:ext>
            </a:extLst>
          </p:cNvPr>
          <p:cNvGrpSpPr/>
          <p:nvPr/>
        </p:nvGrpSpPr>
        <p:grpSpPr>
          <a:xfrm>
            <a:off x="6437810" y="3338132"/>
            <a:ext cx="2601292" cy="1640229"/>
            <a:chOff x="6437810" y="3338132"/>
            <a:chExt cx="2601292" cy="1640229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BF8561F-DC01-91C3-FBA7-489D82EEA0AD}"/>
                </a:ext>
              </a:extLst>
            </p:cNvPr>
            <p:cNvSpPr/>
            <p:nvPr/>
          </p:nvSpPr>
          <p:spPr>
            <a:xfrm>
              <a:off x="7376218" y="3799067"/>
              <a:ext cx="1447593" cy="117929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endParaRPr lang="ko-KR" altLang="en-US" dirty="0" err="1">
                <a:solidFill>
                  <a:schemeClr val="tx1"/>
                </a:solidFill>
              </a:endParaRPr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0FC5B24C-4A5F-C5C8-0537-33E14ECC5329}"/>
                </a:ext>
              </a:extLst>
            </p:cNvPr>
            <p:cNvCxnSpPr/>
            <p:nvPr/>
          </p:nvCxnSpPr>
          <p:spPr>
            <a:xfrm>
              <a:off x="6590398" y="4295956"/>
              <a:ext cx="4179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 Placeholder 4">
              <a:extLst>
                <a:ext uri="{FF2B5EF4-FFF2-40B4-BE49-F238E27FC236}">
                  <a16:creationId xmlns:a16="http://schemas.microsoft.com/office/drawing/2014/main" id="{30B436F5-B385-6B4C-5828-A1F42EEB794A}"/>
                </a:ext>
              </a:extLst>
            </p:cNvPr>
            <p:cNvSpPr txBox="1">
              <a:spLocks/>
            </p:cNvSpPr>
            <p:nvPr/>
          </p:nvSpPr>
          <p:spPr>
            <a:xfrm>
              <a:off x="7271885" y="3338132"/>
              <a:ext cx="1767217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Neural Networks</a:t>
              </a:r>
            </a:p>
          </p:txBody>
        </p:sp>
        <p:sp>
          <p:nvSpPr>
            <p:cNvPr id="72" name="Text Placeholder 4">
              <a:extLst>
                <a:ext uri="{FF2B5EF4-FFF2-40B4-BE49-F238E27FC236}">
                  <a16:creationId xmlns:a16="http://schemas.microsoft.com/office/drawing/2014/main" id="{65068E3F-1E73-FE6C-CBE4-5DB693E56006}"/>
                </a:ext>
              </a:extLst>
            </p:cNvPr>
            <p:cNvSpPr txBox="1">
              <a:spLocks/>
            </p:cNvSpPr>
            <p:nvPr/>
          </p:nvSpPr>
          <p:spPr>
            <a:xfrm>
              <a:off x="6437810" y="4425682"/>
              <a:ext cx="723117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Train</a:t>
              </a:r>
            </a:p>
          </p:txBody>
        </p:sp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F425894F-A17E-CE5B-8378-2A8C68ADE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601684" y="3897301"/>
              <a:ext cx="996659" cy="996659"/>
            </a:xfrm>
            <a:prstGeom prst="rect">
              <a:avLst/>
            </a:prstGeom>
          </p:spPr>
        </p:pic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AAA4586B-E1F6-F2BB-5502-E8DB3D4CC3DD}"/>
              </a:ext>
            </a:extLst>
          </p:cNvPr>
          <p:cNvGrpSpPr/>
          <p:nvPr/>
        </p:nvGrpSpPr>
        <p:grpSpPr>
          <a:xfrm>
            <a:off x="9039102" y="3875538"/>
            <a:ext cx="2201978" cy="904522"/>
            <a:chOff x="9039102" y="3875538"/>
            <a:chExt cx="2201978" cy="904522"/>
          </a:xfrm>
        </p:grpSpPr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16453BFF-96CC-89AA-7CEC-B1118DE4F41C}"/>
                </a:ext>
              </a:extLst>
            </p:cNvPr>
            <p:cNvCxnSpPr/>
            <p:nvPr/>
          </p:nvCxnSpPr>
          <p:spPr>
            <a:xfrm>
              <a:off x="9304660" y="4254725"/>
              <a:ext cx="417943" cy="0"/>
            </a:xfrm>
            <a:prstGeom prst="straightConnector1">
              <a:avLst/>
            </a:prstGeom>
            <a:ln w="19050" cap="rnd">
              <a:solidFill>
                <a:schemeClr val="tx1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 Placeholder 4">
              <a:extLst>
                <a:ext uri="{FF2B5EF4-FFF2-40B4-BE49-F238E27FC236}">
                  <a16:creationId xmlns:a16="http://schemas.microsoft.com/office/drawing/2014/main" id="{8003C711-3BD1-7113-9EF9-20879B7ACD44}"/>
                </a:ext>
              </a:extLst>
            </p:cNvPr>
            <p:cNvSpPr txBox="1">
              <a:spLocks/>
            </p:cNvSpPr>
            <p:nvPr/>
          </p:nvSpPr>
          <p:spPr>
            <a:xfrm>
              <a:off x="9039102" y="4414935"/>
              <a:ext cx="1072989" cy="365125"/>
            </a:xfrm>
            <a:prstGeom prst="rect">
              <a:avLst/>
            </a:prstGeom>
          </p:spPr>
          <p:txBody>
            <a:bodyPr/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rial" panose="020B0604020202020204" pitchFamily="34" charset="0"/>
                <a:buChar char="•"/>
                <a:defRPr sz="2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1pPr>
              <a:lvl2pPr marL="5143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2pPr>
              <a:lvl3pPr marL="857250" indent="-22860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–"/>
                <a:defRPr sz="20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3pPr>
              <a:lvl4pPr marL="103028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4pPr>
              <a:lvl5pPr marL="1201738" indent="-171450" algn="l" defTabSz="914400" rtl="0" eaLnBrk="1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rial" panose="020B0604020202020204" pitchFamily="34" charset="0"/>
                <a:buChar char="•"/>
                <a:defRPr sz="1800" kern="1200" baseline="0">
                  <a:solidFill>
                    <a:schemeClr val="tx2"/>
                  </a:solidFill>
                  <a:latin typeface="Pretendard Variable Medium" panose="02000003000000020004" pitchFamily="2" charset="-127"/>
                  <a:ea typeface="Pretendard Variable Medium" panose="02000003000000020004" pitchFamily="2" charset="-127"/>
                  <a:cs typeface="Pretendard Variable Medium" panose="02000003000000020004" pitchFamily="2" charset="-127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buNone/>
              </a:pPr>
              <a:r>
                <a: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Generate</a:t>
              </a:r>
            </a:p>
          </p:txBody>
        </p:sp>
        <p:pic>
          <p:nvPicPr>
            <p:cNvPr id="77" name="Picture 8" descr="Dog Puppy Free Stock Photo - StockSnap.io">
              <a:extLst>
                <a:ext uri="{FF2B5EF4-FFF2-40B4-BE49-F238E27FC236}">
                  <a16:creationId xmlns:a16="http://schemas.microsoft.com/office/drawing/2014/main" id="{482F32E6-4A87-0DC3-0F71-C9392E23016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682"/>
            <a:stretch>
              <a:fillRect/>
            </a:stretch>
          </p:blipFill>
          <p:spPr bwMode="auto">
            <a:xfrm>
              <a:off x="10300800" y="3875538"/>
              <a:ext cx="940280" cy="8408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8" name="TextBox 77">
            <a:extLst>
              <a:ext uri="{FF2B5EF4-FFF2-40B4-BE49-F238E27FC236}">
                <a16:creationId xmlns:a16="http://schemas.microsoft.com/office/drawing/2014/main" id="{43B47F24-9A86-E512-0732-472CAC6BE985}"/>
              </a:ext>
            </a:extLst>
          </p:cNvPr>
          <p:cNvSpPr txBox="1"/>
          <p:nvPr/>
        </p:nvSpPr>
        <p:spPr>
          <a:xfrm>
            <a:off x="306989" y="6491809"/>
            <a:ext cx="2229137" cy="17459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indent="0" latinLnBrk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None/>
              <a:defRPr b="1" baseline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514350" indent="-22860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algn="ctr">
              <a:lnSpc>
                <a:spcPct val="30000"/>
              </a:lnSpc>
            </a:pPr>
            <a:r>
              <a:rPr lang="en-US" altLang="ko-KR" sz="800" b="0" dirty="0"/>
              <a:t>Image source: </a:t>
            </a:r>
            <a:r>
              <a:rPr lang="en-US" altLang="ko-KR" sz="800" b="0" dirty="0" err="1"/>
              <a:t>Freepik</a:t>
            </a:r>
            <a:r>
              <a:rPr lang="en-US" altLang="ko-KR" sz="800" b="0" dirty="0"/>
              <a:t> from </a:t>
            </a:r>
            <a:r>
              <a:rPr lang="en-US" altLang="ko-KR" sz="800" b="0" dirty="0" err="1"/>
              <a:t>Flaticon</a:t>
            </a:r>
            <a:endParaRPr lang="ko-KR" altLang="en-US" sz="800" b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411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60796-AD08-4EC1-2E94-D63A3D465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A7524F8-0DF1-10CF-3806-6E3B7B583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Deep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Generative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95BDBC-E739-8588-D972-822536F30B6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Generative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5B260256-2528-ECD7-66B0-EAE37BE9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C2B1-5149-65A3-3716-0FE82C61D268}"/>
              </a:ext>
            </a:extLst>
          </p:cNvPr>
          <p:cNvSpPr txBox="1">
            <a:spLocks/>
          </p:cNvSpPr>
          <p:nvPr/>
        </p:nvSpPr>
        <p:spPr>
          <a:xfrm>
            <a:off x="609600" y="1723142"/>
            <a:ext cx="10095781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Even though we can sample data, we want to </a:t>
            </a:r>
            <a:r>
              <a:rPr lang="en-US" sz="18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train a model </a:t>
            </a: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that learns to generate it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0A85872-A987-AB55-6413-9BAFEBE77BF7}"/>
              </a:ext>
            </a:extLst>
          </p:cNvPr>
          <p:cNvSpPr txBox="1">
            <a:spLocks/>
          </p:cNvSpPr>
          <p:nvPr/>
        </p:nvSpPr>
        <p:spPr>
          <a:xfrm>
            <a:off x="609601" y="2130223"/>
            <a:ext cx="3505200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However, this is hard because: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DA4FCB4-5556-66FF-49EF-983C3A2E6D45}"/>
              </a:ext>
            </a:extLst>
          </p:cNvPr>
          <p:cNvSpPr txBox="1">
            <a:spLocks/>
          </p:cNvSpPr>
          <p:nvPr/>
        </p:nvSpPr>
        <p:spPr>
          <a:xfrm>
            <a:off x="979098" y="2624745"/>
            <a:ext cx="9356784" cy="14037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Real data lies in a </a:t>
            </a:r>
            <a:r>
              <a:rPr lang="en-US" sz="1600" b="1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high-dimensional, complex</a:t>
            </a: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space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 usually start from a simple distribution (like a standard Gaussian)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the transformation from a simple latent space to real data is non-trivial</a:t>
            </a:r>
          </a:p>
        </p:txBody>
      </p:sp>
      <p:pic>
        <p:nvPicPr>
          <p:cNvPr id="8" name="Picture 3" descr="생성된 이미지">
            <a:extLst>
              <a:ext uri="{FF2B5EF4-FFF2-40B4-BE49-F238E27FC236}">
                <a16:creationId xmlns:a16="http://schemas.microsoft.com/office/drawing/2014/main" id="{67E3C7F7-CA93-F783-3385-BD089A3892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38" b="8057"/>
          <a:stretch>
            <a:fillRect/>
          </a:stretch>
        </p:blipFill>
        <p:spPr bwMode="auto">
          <a:xfrm>
            <a:off x="7004274" y="4565015"/>
            <a:ext cx="2217364" cy="1612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7F4053-82A7-532C-AABD-6B67112AA304}"/>
              </a:ext>
            </a:extLst>
          </p:cNvPr>
          <p:cNvSpPr txBox="1"/>
          <p:nvPr/>
        </p:nvSpPr>
        <p:spPr>
          <a:xfrm>
            <a:off x="6834278" y="4153662"/>
            <a:ext cx="2680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Complex data distribution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D56AA5-C01F-A216-A5EE-D4BF5C0FDD38}"/>
              </a:ext>
            </a:extLst>
          </p:cNvPr>
          <p:cNvSpPr txBox="1"/>
          <p:nvPr/>
        </p:nvSpPr>
        <p:spPr>
          <a:xfrm>
            <a:off x="2268466" y="4322939"/>
            <a:ext cx="1403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Simple prior</a:t>
            </a:r>
            <a:endParaRPr lang="ko-KR" altLang="en-US" sz="1600" dirty="0"/>
          </a:p>
        </p:txBody>
      </p:sp>
      <p:pic>
        <p:nvPicPr>
          <p:cNvPr id="11" name="Picture 5" descr="생성된 이미지">
            <a:extLst>
              <a:ext uri="{FF2B5EF4-FFF2-40B4-BE49-F238E27FC236}">
                <a16:creationId xmlns:a16="http://schemas.microsoft.com/office/drawing/2014/main" id="{4454D857-A953-937E-47BE-B57D6F067F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5" b="13512"/>
          <a:stretch>
            <a:fillRect/>
          </a:stretch>
        </p:blipFill>
        <p:spPr bwMode="auto">
          <a:xfrm>
            <a:off x="2268465" y="4875408"/>
            <a:ext cx="1403793" cy="905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A8A2862-0250-BEB6-8D13-5B4626ED841C}"/>
              </a:ext>
            </a:extLst>
          </p:cNvPr>
          <p:cNvCxnSpPr/>
          <p:nvPr/>
        </p:nvCxnSpPr>
        <p:spPr>
          <a:xfrm>
            <a:off x="4442604" y="5270740"/>
            <a:ext cx="1552754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E31AAE-AA30-FD13-57C0-59CC6EE8CFF2}"/>
              </a:ext>
            </a:extLst>
          </p:cNvPr>
          <p:cNvSpPr txBox="1"/>
          <p:nvPr/>
        </p:nvSpPr>
        <p:spPr>
          <a:xfrm>
            <a:off x="4146306" y="5355816"/>
            <a:ext cx="20828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 direct transformation</a:t>
            </a:r>
          </a:p>
          <a:p>
            <a:pPr algn="ctr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is hard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454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5B4D-1573-4F1B-56B2-11CE06F3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114320B3-F4C5-A879-FA35-87DC6E02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Deep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Generative</a:t>
            </a:r>
            <a:r>
              <a:rPr lang="ko-KR" altLang="en-US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Models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1EC263-095B-18E9-585B-928BE75B964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Generative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2DC1306C-D9B5-3E50-AF49-D40559156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BBE74E9-5E5A-D419-32C4-67B79774DFD1}"/>
              </a:ext>
            </a:extLst>
          </p:cNvPr>
          <p:cNvGrpSpPr/>
          <p:nvPr/>
        </p:nvGrpSpPr>
        <p:grpSpPr>
          <a:xfrm>
            <a:off x="847766" y="1787039"/>
            <a:ext cx="4278559" cy="2292144"/>
            <a:chOff x="609600" y="1795259"/>
            <a:chExt cx="4278559" cy="2292144"/>
          </a:xfrm>
        </p:grpSpPr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6427DABC-01E7-48F6-372A-B812C2ED9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8507" y="2203781"/>
              <a:ext cx="3979652" cy="1649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B8A9C8-5B00-5F7B-C3D6-C2D590AFA41C}"/>
                </a:ext>
              </a:extLst>
            </p:cNvPr>
            <p:cNvSpPr txBox="1"/>
            <p:nvPr/>
          </p:nvSpPr>
          <p:spPr>
            <a:xfrm>
              <a:off x="1414949" y="1795259"/>
              <a:ext cx="308853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VAE (Kingma &amp; Welling, 2013)</a:t>
              </a:r>
              <a:endParaRPr lang="ko-KR" altLang="en-US" sz="16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53D285-7F57-174D-0311-3683F53B49A8}"/>
                </a:ext>
              </a:extLst>
            </p:cNvPr>
            <p:cNvSpPr txBox="1"/>
            <p:nvPr/>
          </p:nvSpPr>
          <p:spPr>
            <a:xfrm>
              <a:off x="609600" y="3871959"/>
              <a:ext cx="42039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https://commons.wikimedia.org/wiki/File:Reparameterized_Variational_Autoencoder.png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6247A24-4375-0FF2-4FAB-6C9E6D4F92C2}"/>
              </a:ext>
            </a:extLst>
          </p:cNvPr>
          <p:cNvGrpSpPr/>
          <p:nvPr/>
        </p:nvGrpSpPr>
        <p:grpSpPr>
          <a:xfrm>
            <a:off x="640634" y="4296870"/>
            <a:ext cx="4991730" cy="2078338"/>
            <a:chOff x="402468" y="4305090"/>
            <a:chExt cx="4991730" cy="207833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9B2051-F08F-F0F2-A0CB-3F0AFE0EC7FC}"/>
                </a:ext>
              </a:extLst>
            </p:cNvPr>
            <p:cNvSpPr txBox="1"/>
            <p:nvPr/>
          </p:nvSpPr>
          <p:spPr>
            <a:xfrm>
              <a:off x="695864" y="4305090"/>
              <a:ext cx="452671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Normalizing Flow (Rezende &amp; Mohamed, 2015)</a:t>
              </a:r>
              <a:endParaRPr lang="ko-KR" altLang="en-US" sz="1600" dirty="0"/>
            </a:p>
          </p:txBody>
        </p:sp>
        <p:pic>
          <p:nvPicPr>
            <p:cNvPr id="20" name="Picture 4" descr="Normalizing Flow">
              <a:extLst>
                <a:ext uri="{FF2B5EF4-FFF2-40B4-BE49-F238E27FC236}">
                  <a16:creationId xmlns:a16="http://schemas.microsoft.com/office/drawing/2014/main" id="{1A52D414-4F15-11D2-53B5-C198DEB612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468" y="4787471"/>
              <a:ext cx="4991730" cy="1318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90646030-C04A-174E-E5A1-D2D50BD19AE6}"/>
                </a:ext>
              </a:extLst>
            </p:cNvPr>
            <p:cNvSpPr txBox="1"/>
            <p:nvPr/>
          </p:nvSpPr>
          <p:spPr>
            <a:xfrm>
              <a:off x="1339970" y="6167984"/>
              <a:ext cx="274320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/>
                <a:t>https://siboehm.com/articles/19/normalizing-flow-network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B543CB-9EE0-55CF-52E0-D835B374DF38}"/>
              </a:ext>
            </a:extLst>
          </p:cNvPr>
          <p:cNvGrpSpPr/>
          <p:nvPr/>
        </p:nvGrpSpPr>
        <p:grpSpPr>
          <a:xfrm>
            <a:off x="7065676" y="1787039"/>
            <a:ext cx="3156626" cy="2360272"/>
            <a:chOff x="7065676" y="1787039"/>
            <a:chExt cx="3156626" cy="236027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5545F55-1E1F-F7BA-9D2B-DFA0CC59C672}"/>
                </a:ext>
              </a:extLst>
            </p:cNvPr>
            <p:cNvSpPr txBox="1"/>
            <p:nvPr/>
          </p:nvSpPr>
          <p:spPr>
            <a:xfrm>
              <a:off x="7208524" y="1787039"/>
              <a:ext cx="30137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GAN (Goodfellow et al., 2014)</a:t>
              </a:r>
              <a:endParaRPr lang="ko-KR" altLang="en-US" sz="1600" dirty="0"/>
            </a:p>
          </p:txBody>
        </p:sp>
        <p:pic>
          <p:nvPicPr>
            <p:cNvPr id="24" name="Picture 8">
              <a:extLst>
                <a:ext uri="{FF2B5EF4-FFF2-40B4-BE49-F238E27FC236}">
                  <a16:creationId xmlns:a16="http://schemas.microsoft.com/office/drawing/2014/main" id="{0D87B756-5818-A660-9A22-16D9F18D02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5676" y="2156887"/>
              <a:ext cx="3013779" cy="17436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A583134-0B37-DA00-4ADF-8F2C44E03231}"/>
                </a:ext>
              </a:extLst>
            </p:cNvPr>
            <p:cNvSpPr txBox="1"/>
            <p:nvPr/>
          </p:nvSpPr>
          <p:spPr>
            <a:xfrm>
              <a:off x="7855070" y="3931867"/>
              <a:ext cx="1720686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https://arxiv.org/abs/2112.01925</a:t>
              </a:r>
              <a:endParaRPr lang="ko-KR" altLang="en-US" sz="800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16F528-F6BF-680B-0552-586FB9528DF8}"/>
              </a:ext>
            </a:extLst>
          </p:cNvPr>
          <p:cNvGrpSpPr/>
          <p:nvPr/>
        </p:nvGrpSpPr>
        <p:grpSpPr>
          <a:xfrm>
            <a:off x="6659218" y="4305090"/>
            <a:ext cx="4370656" cy="2078338"/>
            <a:chOff x="6659218" y="4305090"/>
            <a:chExt cx="4370656" cy="2078338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FDCC24-797C-CEE4-5F33-9494FC687F46}"/>
                </a:ext>
              </a:extLst>
            </p:cNvPr>
            <p:cNvSpPr txBox="1"/>
            <p:nvPr/>
          </p:nvSpPr>
          <p:spPr>
            <a:xfrm>
              <a:off x="7139078" y="4305090"/>
              <a:ext cx="38907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Diffusion Model (Ho et al., 2020)</a:t>
              </a:r>
              <a:endParaRPr lang="ko-KR" altLang="en-US" sz="1600" dirty="0"/>
            </a:p>
          </p:txBody>
        </p:sp>
        <p:pic>
          <p:nvPicPr>
            <p:cNvPr id="28" name="Picture 10">
              <a:extLst>
                <a:ext uri="{FF2B5EF4-FFF2-40B4-BE49-F238E27FC236}">
                  <a16:creationId xmlns:a16="http://schemas.microsoft.com/office/drawing/2014/main" id="{6DFA8C65-173B-8D24-5525-A8B9982385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9218" y="4753371"/>
              <a:ext cx="4054318" cy="14264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E6865D-F089-BDDD-9949-D90A78B6A044}"/>
                </a:ext>
              </a:extLst>
            </p:cNvPr>
            <p:cNvSpPr txBox="1"/>
            <p:nvPr/>
          </p:nvSpPr>
          <p:spPr>
            <a:xfrm>
              <a:off x="7749494" y="6167984"/>
              <a:ext cx="164614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800" dirty="0"/>
                <a:t>https://arxiv.org/abs/2006.11239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09582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527D-1B5E-A0FA-32CE-CE0BDC110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EF22195-2508-B215-79CE-B6D6EE12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Generative Learning Trilemma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4D4C57-A924-9041-952D-206807EFA8C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Generative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E2A8F0D2-7D40-B0FE-A84E-DC05AE2A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C5848E1-A172-A4D4-A3E7-CA10823A3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384" y="1839463"/>
            <a:ext cx="4707216" cy="37599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2B76D65-D163-2846-219D-20961BC59812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credit: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Xiao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“Tackling the generative learning trilemma with denoising diffusion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gans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”, ICLR 2022.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474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CDA4-E83D-84C7-F6B9-B92C52DE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EFE9767-4ED4-A809-8F53-EF2BC7C86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Generative Learning Trilemma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8C1EEB-5F2E-02D0-A7AF-917AF3E09F80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Generative Modeling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B7E4D976-6C8C-1B3D-9934-880C71D7A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BBB3EB-7555-E3FF-EF16-1080FDB36406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credit: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Chen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“Flow Matching for Generative Modeling”,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Tutorial, 2024.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1AD22F-EEE0-FE94-B14E-6279147E8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1879407"/>
            <a:ext cx="8548116" cy="38832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437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1A0CB-B1D5-3F72-BA6E-78DF43E87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AA97A-CAC2-15BC-C974-A27D81728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Normalizing Flows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BECC3B-DA79-D2E4-4D6E-C43E9F14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82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711B3-06A6-193F-FFF0-B8CB686AF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DE6D3B5-1E1C-1414-9026-A06991A5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Normalizing Flows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9B207A-AC6C-4BED-403C-FAFF2E8BF9CB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 Normalizing Flows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6101E8D1-D285-C6CB-8B31-32F865CD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AD904-2C1B-8555-1698-665FEF4F21A2}"/>
              </a:ext>
            </a:extLst>
          </p:cNvPr>
          <p:cNvSpPr txBox="1"/>
          <p:nvPr/>
        </p:nvSpPr>
        <p:spPr>
          <a:xfrm>
            <a:off x="5423647" y="6477116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Kobyzev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“Normalizing Flows: An Introduction and Review of Current Methods”,  IEEE TPAMI 2020.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53ADC07-8DED-E1EE-D35D-E147C37B9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546" y="3669034"/>
            <a:ext cx="7472726" cy="24008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DB6354-9FED-0B05-8864-1A2D15E0FD26}"/>
              </a:ext>
            </a:extLst>
          </p:cNvPr>
          <p:cNvSpPr txBox="1"/>
          <p:nvPr/>
        </p:nvSpPr>
        <p:spPr>
          <a:xfrm>
            <a:off x="616324" y="6483840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Rezende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“Variational Inference with Normalizing Flows”,  ICML 2016.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519E15D-81E3-6935-B055-8430EA6707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583756"/>
                <a:ext cx="10095781" cy="655176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For two distributions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𝑋</m:t>
                    </m:r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and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𝑍</m:t>
                    </m:r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, under suitable conditions, there exists a </a:t>
                </a:r>
                <a:r>
                  <a:rPr lang="en-US" altLang="ko-KR" sz="16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differentiable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and </a:t>
                </a:r>
                <a:r>
                  <a:rPr lang="en-US" altLang="ko-KR" sz="16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invertible 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transformation that maps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𝑍</m:t>
                    </m:r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𝑋</m:t>
                    </m:r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14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(see Brenier’s theorem for details).</a:t>
                </a:r>
                <a:endParaRPr lang="en-US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C519E15D-81E3-6935-B055-8430EA670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83756"/>
                <a:ext cx="10095781" cy="655176"/>
              </a:xfrm>
              <a:prstGeom prst="rect">
                <a:avLst/>
              </a:prstGeom>
              <a:blipFill>
                <a:blip r:embed="rId5"/>
                <a:stretch>
                  <a:fillRect l="-121" t="-2804" b="-9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BB73C76-D988-58DE-F281-1B36832D265F}"/>
              </a:ext>
            </a:extLst>
          </p:cNvPr>
          <p:cNvSpPr txBox="1">
            <a:spLocks/>
          </p:cNvSpPr>
          <p:nvPr/>
        </p:nvSpPr>
        <p:spPr>
          <a:xfrm>
            <a:off x="616324" y="2231895"/>
            <a:ext cx="10095781" cy="655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Given a complex data distribution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𝑋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and a simple base distribution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𝑍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one can construct a transformation f that pushes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𝑍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forward into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𝑋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2F3F6EF-C330-289C-3C93-602E2BDD397F}"/>
              </a:ext>
            </a:extLst>
          </p:cNvPr>
          <p:cNvSpPr txBox="1">
            <a:spLocks/>
          </p:cNvSpPr>
          <p:nvPr/>
        </p:nvSpPr>
        <p:spPr>
          <a:xfrm>
            <a:off x="609599" y="3081156"/>
            <a:ext cx="10095781" cy="45405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 goal of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normalizing flows 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is to learn such a transformation f in a parameterized form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043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9EDE2-69A8-B71C-3F97-668E93A02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CE844F49-1210-4552-D0AE-B8FCBDA83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What is a Flow?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2E5FD7-D57A-1940-30B1-59FEA697613A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 Normalizing Flows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4DFCFF2E-8B9D-BDAF-387F-BCBFB10F7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ECC917-D542-1501-2EC6-1BE552AE12E4}"/>
              </a:ext>
            </a:extLst>
          </p:cNvPr>
          <p:cNvSpPr txBox="1"/>
          <p:nvPr/>
        </p:nvSpPr>
        <p:spPr>
          <a:xfrm>
            <a:off x="5423647" y="6477116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Kobyzev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“Normalizing Flows: An Introduction and Review of Current Methods”,  IEEE TPAMI 2020.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2B1C6-3361-BEE5-EB18-32C9C95B2680}"/>
              </a:ext>
            </a:extLst>
          </p:cNvPr>
          <p:cNvSpPr txBox="1"/>
          <p:nvPr/>
        </p:nvSpPr>
        <p:spPr>
          <a:xfrm>
            <a:off x="616324" y="6483840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Rezende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“Variational Inference with Normalizing Flows”,  ICML 2016.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0D2334F-D53C-12FF-B795-47DBAB716A1E}"/>
              </a:ext>
            </a:extLst>
          </p:cNvPr>
          <p:cNvSpPr txBox="1">
            <a:spLocks/>
          </p:cNvSpPr>
          <p:nvPr/>
        </p:nvSpPr>
        <p:spPr>
          <a:xfrm>
            <a:off x="609600" y="1583756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is a continuous and invertible transformation between distributions.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F2869F4-DAB6-37C3-99DA-7F60AC07A2D1}"/>
              </a:ext>
            </a:extLst>
          </p:cNvPr>
          <p:cNvSpPr txBox="1">
            <a:spLocks/>
          </p:cNvSpPr>
          <p:nvPr/>
        </p:nvSpPr>
        <p:spPr>
          <a:xfrm>
            <a:off x="616324" y="2231895"/>
            <a:ext cx="10095781" cy="6551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Probability transformation rule: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52024BFB-3095-6707-C597-F40E8F6473E8}"/>
              </a:ext>
            </a:extLst>
          </p:cNvPr>
          <p:cNvSpPr txBox="1">
            <a:spLocks/>
          </p:cNvSpPr>
          <p:nvPr/>
        </p:nvSpPr>
        <p:spPr>
          <a:xfrm>
            <a:off x="616324" y="3669034"/>
            <a:ext cx="10095781" cy="327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 is composed of a sequence of transformations: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41AC7D8-81A4-4908-E268-8E4F60480EDD}"/>
              </a:ext>
            </a:extLst>
          </p:cNvPr>
          <p:cNvSpPr txBox="1">
            <a:spLocks/>
          </p:cNvSpPr>
          <p:nvPr/>
        </p:nvSpPr>
        <p:spPr>
          <a:xfrm>
            <a:off x="616324" y="4983762"/>
            <a:ext cx="10095781" cy="3275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Each step </a:t>
            </a:r>
            <a:r>
              <a:rPr lang="ko-KR" altLang="en-US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𝑓𝑖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​ is chosen so the Jacobian determinant is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tractable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DF0A0E-3612-2B63-7E60-45548D47E258}"/>
                  </a:ext>
                </a:extLst>
              </p:cNvPr>
              <p:cNvSpPr txBox="1"/>
              <p:nvPr/>
            </p:nvSpPr>
            <p:spPr>
              <a:xfrm>
                <a:off x="4143231" y="4259018"/>
                <a:ext cx="2153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∘…∘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7DF0A0E-3612-2B63-7E60-45548D47E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3231" y="4259018"/>
                <a:ext cx="2153858" cy="276999"/>
              </a:xfrm>
              <a:prstGeom prst="rect">
                <a:avLst/>
              </a:prstGeom>
              <a:blipFill>
                <a:blip r:embed="rId4"/>
                <a:stretch>
                  <a:fillRect l="-3399" t="-4444" r="-567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27653B-F9CA-DADC-7040-8C00C90DF5D9}"/>
                  </a:ext>
                </a:extLst>
              </p:cNvPr>
              <p:cNvSpPr txBox="1"/>
              <p:nvPr/>
            </p:nvSpPr>
            <p:spPr>
              <a:xfrm>
                <a:off x="3744115" y="2812741"/>
                <a:ext cx="2952090" cy="6162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127653B-F9CA-DADC-7040-8C00C90DF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115" y="2812741"/>
                <a:ext cx="2952090" cy="6162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2542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F518-0A32-BE58-1723-DAB12540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9853001-A454-38E5-7EE4-322E8037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Continuous Normalizing Flow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6F4BEE-45BA-F8AD-ECD6-6B034311A83F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 Normalizing Flows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72CB1C16-94A7-13CF-0970-A44DEDEEB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E4F72-8E56-5B4A-540E-F125E2072224}"/>
              </a:ext>
            </a:extLst>
          </p:cNvPr>
          <p:cNvSpPr txBox="1"/>
          <p:nvPr/>
        </p:nvSpPr>
        <p:spPr>
          <a:xfrm>
            <a:off x="616324" y="6483840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Chen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“Neural Ordinary Differential Equations”, 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2018.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9C4AE56-2CD2-3535-4949-6DBDFC8C5F2C}"/>
              </a:ext>
            </a:extLst>
          </p:cNvPr>
          <p:cNvSpPr txBox="1">
            <a:spLocks/>
          </p:cNvSpPr>
          <p:nvPr/>
        </p:nvSpPr>
        <p:spPr>
          <a:xfrm>
            <a:off x="609600" y="1583756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Normalizing flow with finite sequence (discrete time)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C7D80E-3785-6220-8BE6-EC1CC4F09B9F}"/>
                  </a:ext>
                </a:extLst>
              </p:cNvPr>
              <p:cNvSpPr txBox="1"/>
              <p:nvPr/>
            </p:nvSpPr>
            <p:spPr>
              <a:xfrm>
                <a:off x="4346718" y="2146097"/>
                <a:ext cx="2153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∘…∘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C7D80E-3785-6220-8BE6-EC1CC4F09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718" y="2146097"/>
                <a:ext cx="2153858" cy="276999"/>
              </a:xfrm>
              <a:prstGeom prst="rect">
                <a:avLst/>
              </a:prstGeom>
              <a:blipFill>
                <a:blip r:embed="rId4"/>
                <a:stretch>
                  <a:fillRect l="-3399" t="-2222" r="-567" b="-3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D79F86D-AC0D-9C45-CFAD-0B2A1FE62B3D}"/>
              </a:ext>
            </a:extLst>
          </p:cNvPr>
          <p:cNvCxnSpPr/>
          <p:nvPr/>
        </p:nvCxnSpPr>
        <p:spPr>
          <a:xfrm>
            <a:off x="731520" y="3008376"/>
            <a:ext cx="411480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9682156-A4B9-DDC5-B299-223A35AD1785}"/>
              </a:ext>
            </a:extLst>
          </p:cNvPr>
          <p:cNvSpPr txBox="1">
            <a:spLocks/>
          </p:cNvSpPr>
          <p:nvPr/>
        </p:nvSpPr>
        <p:spPr>
          <a:xfrm>
            <a:off x="1364699" y="2834166"/>
            <a:ext cx="994453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F66C5C67-E36D-483F-726E-F2B19A98C4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4117" y="2816472"/>
                <a:ext cx="1286788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𝐴𝑠</m:t>
                      </m:r>
                      <m:r>
                        <a:rPr lang="en-US" altLang="ko-KR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 </m:t>
                      </m:r>
                      <m:r>
                        <a:rPr lang="ko-K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𝐾</m:t>
                      </m:r>
                      <m:r>
                        <a:rPr lang="ko-KR" alt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→∞, 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12" name="Text Placeholder 4">
                <a:extLst>
                  <a:ext uri="{FF2B5EF4-FFF2-40B4-BE49-F238E27FC236}">
                    <a16:creationId xmlns:a16="http://schemas.microsoft.com/office/drawing/2014/main" id="{F66C5C67-E36D-483F-726E-F2B19A98C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4117" y="2816472"/>
                <a:ext cx="1286788" cy="4285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AD52314-494B-CA66-518D-E2187657F1DF}"/>
              </a:ext>
            </a:extLst>
          </p:cNvPr>
          <p:cNvSpPr txBox="1">
            <a:spLocks/>
          </p:cNvSpPr>
          <p:nvPr/>
        </p:nvSpPr>
        <p:spPr>
          <a:xfrm>
            <a:off x="2580851" y="2809120"/>
            <a:ext cx="519379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 obtain a continuous-time flow governed by an ODE: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17EF67-43D1-C7F9-A569-EA3A2D98B919}"/>
                  </a:ext>
                </a:extLst>
              </p:cNvPr>
              <p:cNvSpPr txBox="1"/>
              <p:nvPr/>
            </p:nvSpPr>
            <p:spPr>
              <a:xfrm>
                <a:off x="4462166" y="3418563"/>
                <a:ext cx="1922962" cy="5275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m:rPr>
                              <m:lit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C17EF67-43D1-C7F9-A569-EA3A2D98B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166" y="3418563"/>
                <a:ext cx="1922962" cy="52758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B881EC3-22DA-84F2-EC7C-583626ECD758}"/>
              </a:ext>
            </a:extLst>
          </p:cNvPr>
          <p:cNvCxnSpPr/>
          <p:nvPr/>
        </p:nvCxnSpPr>
        <p:spPr>
          <a:xfrm>
            <a:off x="5312664" y="3991863"/>
            <a:ext cx="1072464" cy="0"/>
          </a:xfrm>
          <a:prstGeom prst="line">
            <a:avLst/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D0AD2B-A626-5D71-5D20-52DA5F230D29}"/>
                  </a:ext>
                </a:extLst>
              </p:cNvPr>
              <p:cNvSpPr txBox="1"/>
              <p:nvPr/>
            </p:nvSpPr>
            <p:spPr>
              <a:xfrm>
                <a:off x="5657490" y="4110931"/>
                <a:ext cx="3377463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          :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𝑉𝑒𝑙𝑜𝑐𝑖𝑡𝑦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𝑓𝑖𝑒𝑙𝑑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</m:oMath>
                  </m:oMathPara>
                </a14:m>
                <a:endParaRPr lang="ko-KR" altLang="en-US" sz="1600" dirty="0" err="1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D0AD2B-A626-5D71-5D20-52DA5F230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490" y="4110931"/>
                <a:ext cx="3377463" cy="246221"/>
              </a:xfrm>
              <a:prstGeom prst="rect">
                <a:avLst/>
              </a:prstGeom>
              <a:blipFill>
                <a:blip r:embed="rId7"/>
                <a:stretch>
                  <a:fillRect l="-181" b="-317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9CE6F6-7481-A266-083B-7073EBB4ED9E}"/>
              </a:ext>
            </a:extLst>
          </p:cNvPr>
          <p:cNvCxnSpPr/>
          <p:nvPr/>
        </p:nvCxnSpPr>
        <p:spPr>
          <a:xfrm>
            <a:off x="731520" y="4926901"/>
            <a:ext cx="411480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1AB5F89-742B-D5A1-2022-41B9B2D4AC9E}"/>
              </a:ext>
            </a:extLst>
          </p:cNvPr>
          <p:cNvSpPr txBox="1">
            <a:spLocks/>
          </p:cNvSpPr>
          <p:nvPr/>
        </p:nvSpPr>
        <p:spPr>
          <a:xfrm>
            <a:off x="1364699" y="4752691"/>
            <a:ext cx="994453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Placeholder 4">
                <a:extLst>
                  <a:ext uri="{FF2B5EF4-FFF2-40B4-BE49-F238E27FC236}">
                    <a16:creationId xmlns:a16="http://schemas.microsoft.com/office/drawing/2014/main" id="{D3DAAF5D-D676-30EC-0FE3-EE6E4421AA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143000" y="4580316"/>
                <a:ext cx="3316885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𝑧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𝑇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𝑧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0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Pretendard" panose="02000503000000020004" pitchFamily="50" charset="-127"/>
                          <a:cs typeface="Pretendard" panose="02000503000000020004" pitchFamily="50" charset="-127"/>
                        </a:rPr>
                        <m:t>+ </m:t>
                      </m:r>
                      <m:nary>
                        <m:naryPr>
                          <m:ctrl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Pretendard" panose="02000503000000020004" pitchFamily="50" charset="-127"/>
                              <a:cs typeface="Pretendard" panose="02000503000000020004" pitchFamily="50" charset="-127"/>
                            </a:rPr>
                            <m:t>𝑇</m:t>
                          </m:r>
                        </m:sup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 xmlns="">
          <p:sp>
            <p:nvSpPr>
              <p:cNvPr id="30" name="Text Placeholder 4">
                <a:extLst>
                  <a:ext uri="{FF2B5EF4-FFF2-40B4-BE49-F238E27FC236}">
                    <a16:creationId xmlns:a16="http://schemas.microsoft.com/office/drawing/2014/main" id="{D3DAAF5D-D676-30EC-0FE3-EE6E4421A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580316"/>
                <a:ext cx="3316885" cy="428517"/>
              </a:xfrm>
              <a:prstGeom prst="rect">
                <a:avLst/>
              </a:prstGeom>
              <a:blipFill>
                <a:blip r:embed="rId8"/>
                <a:stretch>
                  <a:fillRect b="-39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38194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2" grpId="0"/>
      <p:bldP spid="23" grpId="0"/>
      <p:bldP spid="26" grpId="0"/>
      <p:bldP spid="28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BC4E-0353-D391-788E-E9FFBE82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5CE9E5B-3082-DA88-C219-036921C2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</p:spPr>
        <p:txBody>
          <a:bodyPr/>
          <a:lstStyle/>
          <a:p>
            <a:r>
              <a:rPr lang="en-US" altLang="ko-KR" dirty="0"/>
              <a:t>Training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9720DF-CBB1-7E8C-EFFA-BC7143ADDF26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 Normalizing Flows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CEA18D84-8950-B945-0032-41981B06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4709A-DF9A-DC22-E41C-EF39D29042A7}"/>
              </a:ext>
            </a:extLst>
          </p:cNvPr>
          <p:cNvSpPr txBox="1">
            <a:spLocks/>
          </p:cNvSpPr>
          <p:nvPr/>
        </p:nvSpPr>
        <p:spPr>
          <a:xfrm>
            <a:off x="609600" y="1583756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Log-likelihood for the data: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D8D8B9-0B9B-62F7-1E32-7397E55DBAE0}"/>
                  </a:ext>
                </a:extLst>
              </p:cNvPr>
              <p:cNvSpPr txBox="1"/>
              <p:nvPr/>
            </p:nvSpPr>
            <p:spPr>
              <a:xfrm>
                <a:off x="4339565" y="2099388"/>
                <a:ext cx="2635850" cy="3126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4D8D8B9-0B9B-62F7-1E32-7397E55DB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5" y="2099388"/>
                <a:ext cx="2635850" cy="312650"/>
              </a:xfrm>
              <a:prstGeom prst="rect">
                <a:avLst/>
              </a:prstGeom>
              <a:blipFill>
                <a:blip r:embed="rId4"/>
                <a:stretch>
                  <a:fillRect l="-1157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76E14AB-D8CC-B5E7-A994-F2A05B5E5397}"/>
              </a:ext>
            </a:extLst>
          </p:cNvPr>
          <p:cNvSpPr txBox="1">
            <a:spLocks/>
          </p:cNvSpPr>
          <p:nvPr/>
        </p:nvSpPr>
        <p:spPr>
          <a:xfrm>
            <a:off x="609600" y="2751655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With instantaneous change-of-variables: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AADD3A-FB13-6DF0-FD61-03ED4BF3B497}"/>
                  </a:ext>
                </a:extLst>
              </p:cNvPr>
              <p:cNvSpPr txBox="1"/>
              <p:nvPr/>
            </p:nvSpPr>
            <p:spPr>
              <a:xfrm>
                <a:off x="4339565" y="3254287"/>
                <a:ext cx="2889381" cy="5659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)=−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𝑇𝑟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AADD3A-FB13-6DF0-FD61-03ED4BF3B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65" y="3254287"/>
                <a:ext cx="2889381" cy="56592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55F323-D83D-8E35-70AA-260E1A3D6A12}"/>
                  </a:ext>
                </a:extLst>
              </p:cNvPr>
              <p:cNvSpPr txBox="1"/>
              <p:nvPr/>
            </p:nvSpPr>
            <p:spPr>
              <a:xfrm>
                <a:off x="3535036" y="4199434"/>
                <a:ext cx="4920578" cy="6311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(0)</m:t>
                                  </m:r>
                                </m:e>
                              </m:d>
                            </m:e>
                          </m:func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− </m:t>
                          </m:r>
                          <m:nary>
                            <m:nary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𝑇𝑟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  <m:d>
                                        <m:d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ko-KR" altLang="en-US" dirty="0" err="1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55F323-D83D-8E35-70AA-260E1A3D6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5036" y="4199434"/>
                <a:ext cx="4920578" cy="6311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45004BF-0D96-A309-0E0E-4778F3D2D88F}"/>
              </a:ext>
            </a:extLst>
          </p:cNvPr>
          <p:cNvCxnSpPr/>
          <p:nvPr/>
        </p:nvCxnSpPr>
        <p:spPr>
          <a:xfrm>
            <a:off x="3584714" y="5084064"/>
            <a:ext cx="4870900" cy="0"/>
          </a:xfrm>
          <a:prstGeom prst="line">
            <a:avLst/>
          </a:prstGeom>
          <a:ln w="190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14997BB-918C-6DED-DB69-6D9222F515BF}"/>
              </a:ext>
            </a:extLst>
          </p:cNvPr>
          <p:cNvSpPr txBox="1"/>
          <p:nvPr/>
        </p:nvSpPr>
        <p:spPr>
          <a:xfrm>
            <a:off x="4973529" y="5153927"/>
            <a:ext cx="2093269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 should maximize this</a:t>
            </a:r>
            <a:endParaRPr lang="ko-KR" altLang="en-US" sz="14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7749F6C-68DA-BC60-9084-B6DFBD93FFBC}"/>
              </a:ext>
            </a:extLst>
          </p:cNvPr>
          <p:cNvSpPr/>
          <p:nvPr/>
        </p:nvSpPr>
        <p:spPr>
          <a:xfrm>
            <a:off x="6592824" y="4133088"/>
            <a:ext cx="1947672" cy="79551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E21EA1B-C282-6623-E815-147E44E1A472}"/>
              </a:ext>
            </a:extLst>
          </p:cNvPr>
          <p:cNvCxnSpPr/>
          <p:nvPr/>
        </p:nvCxnSpPr>
        <p:spPr>
          <a:xfrm flipV="1">
            <a:off x="8613648" y="3913632"/>
            <a:ext cx="315552" cy="13716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DF68470-04F2-368E-B10F-451475BBE278}"/>
              </a:ext>
            </a:extLst>
          </p:cNvPr>
          <p:cNvSpPr txBox="1"/>
          <p:nvPr/>
        </p:nvSpPr>
        <p:spPr>
          <a:xfrm>
            <a:off x="9167577" y="3493285"/>
            <a:ext cx="2345825" cy="73866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This means that this integral should be calculated for every train step</a:t>
            </a:r>
            <a:endParaRPr lang="ko-KR" altLang="en-US" sz="14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9F37F6-0C9B-F6AE-5E86-F11F78B04DA0}"/>
              </a:ext>
            </a:extLst>
          </p:cNvPr>
          <p:cNvSpPr txBox="1"/>
          <p:nvPr/>
        </p:nvSpPr>
        <p:spPr>
          <a:xfrm>
            <a:off x="616324" y="6483840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Chen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“Neural Ordinary Differential Equations”, 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2018.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4413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14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1D06C-AA7B-D57B-8747-E4B8D492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E1251-17EC-E3BB-848D-DA29433A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Flow Matching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CF099-8579-0B16-322D-BCC572FAC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477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858B0-B847-3EC9-C053-55DE8131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F53D7C0-5955-FBF6-491F-9C66E4C07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Flow Matching Objective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CEA8DC-4064-B91A-CB13-80B5346FE08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 Flow Matching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C454AF0D-C6A6-0C98-E94B-4F9A6933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5B6F45-F8F9-753F-4458-F810FEA14649}"/>
              </a:ext>
            </a:extLst>
          </p:cNvPr>
          <p:cNvSpPr txBox="1">
            <a:spLocks/>
          </p:cNvSpPr>
          <p:nvPr/>
        </p:nvSpPr>
        <p:spPr>
          <a:xfrm>
            <a:off x="609600" y="1583756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Limitation of CNF</a:t>
            </a:r>
            <a:endParaRPr lang="en-US" sz="16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28EBE51-AFB8-13D7-88C5-1E5F630BCF0C}"/>
              </a:ext>
            </a:extLst>
          </p:cNvPr>
          <p:cNvSpPr txBox="1">
            <a:spLocks/>
          </p:cNvSpPr>
          <p:nvPr/>
        </p:nvSpPr>
        <p:spPr>
          <a:xfrm>
            <a:off x="1048109" y="2012273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Training requires solving ODE for every data point.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CB63E70-DC61-51C5-22F2-4845ACFDE042}"/>
              </a:ext>
            </a:extLst>
          </p:cNvPr>
          <p:cNvSpPr txBox="1">
            <a:spLocks/>
          </p:cNvSpPr>
          <p:nvPr/>
        </p:nvSpPr>
        <p:spPr>
          <a:xfrm>
            <a:off x="1048108" y="2396108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Must integrate the trace of Jacobian along the whole path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9" name="화살표: 왼쪽 18">
            <a:extLst>
              <a:ext uri="{FF2B5EF4-FFF2-40B4-BE49-F238E27FC236}">
                <a16:creationId xmlns:a16="http://schemas.microsoft.com/office/drawing/2014/main" id="{99E8BE6D-0898-6F9D-2262-C6F33C8E100F}"/>
              </a:ext>
            </a:extLst>
          </p:cNvPr>
          <p:cNvSpPr/>
          <p:nvPr/>
        </p:nvSpPr>
        <p:spPr>
          <a:xfrm rot="10800000">
            <a:off x="7278624" y="2249424"/>
            <a:ext cx="365760" cy="191366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ko-KR" altLang="en-US" dirty="0" err="1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EB2B43-09B9-22D3-4754-38C65414A822}"/>
              </a:ext>
            </a:extLst>
          </p:cNvPr>
          <p:cNvSpPr txBox="1"/>
          <p:nvPr/>
        </p:nvSpPr>
        <p:spPr>
          <a:xfrm>
            <a:off x="8152593" y="2168878"/>
            <a:ext cx="1146855" cy="30777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Heavy &amp; Slow</a:t>
            </a:r>
            <a:endParaRPr lang="ko-KR" altLang="en-US" sz="14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0D688B2-251B-9DB5-744C-AD20AC83E5FC}"/>
              </a:ext>
            </a:extLst>
          </p:cNvPr>
          <p:cNvSpPr txBox="1">
            <a:spLocks/>
          </p:cNvSpPr>
          <p:nvPr/>
        </p:nvSpPr>
        <p:spPr>
          <a:xfrm>
            <a:off x="609600" y="3381956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 Matching</a:t>
            </a:r>
            <a:endParaRPr lang="en-US" sz="1600" b="1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6612C5A-3385-EDD6-246D-774859CE9B63}"/>
              </a:ext>
            </a:extLst>
          </p:cNvPr>
          <p:cNvSpPr txBox="1">
            <a:spLocks/>
          </p:cNvSpPr>
          <p:nvPr/>
        </p:nvSpPr>
        <p:spPr>
          <a:xfrm>
            <a:off x="1048108" y="3827910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Instead of training with full likelihood + trace integral,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FDDC0BA7-364D-49FA-A009-77DA00868E5A}"/>
              </a:ext>
            </a:extLst>
          </p:cNvPr>
          <p:cNvSpPr txBox="1">
            <a:spLocks/>
          </p:cNvSpPr>
          <p:nvPr/>
        </p:nvSpPr>
        <p:spPr>
          <a:xfrm>
            <a:off x="1048107" y="4227908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 Matching directly trains the velocity field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155F6A-874B-C685-1B56-ADFA5F074E6F}"/>
                  </a:ext>
                </a:extLst>
              </p:cNvPr>
              <p:cNvSpPr txBox="1"/>
              <p:nvPr/>
            </p:nvSpPr>
            <p:spPr>
              <a:xfrm>
                <a:off x="5657490" y="4244693"/>
                <a:ext cx="106106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</m:oMath>
                  </m:oMathPara>
                </a14:m>
                <a:endParaRPr lang="ko-KR" altLang="en-US" sz="1600" dirty="0" err="1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C155F6A-874B-C685-1B56-ADFA5F074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7490" y="4244693"/>
                <a:ext cx="1061060" cy="246221"/>
              </a:xfrm>
              <a:prstGeom prst="rect">
                <a:avLst/>
              </a:prstGeom>
              <a:blipFill>
                <a:blip r:embed="rId4"/>
                <a:stretch>
                  <a:fillRect l="-1724" b="-146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Placeholder 4">
                <a:extLst>
                  <a:ext uri="{FF2B5EF4-FFF2-40B4-BE49-F238E27FC236}">
                    <a16:creationId xmlns:a16="http://schemas.microsoft.com/office/drawing/2014/main" id="{9071F240-E8A5-C3E2-C12F-609859ACAA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8106" y="4645343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First define a family of </a:t>
                </a:r>
                <a:r>
                  <a:rPr lang="en-US" altLang="ko-KR" sz="1600" b="1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interpolating distributions</a:t>
                </a:r>
                <a:r>
                  <a:rPr lang="en-US" altLang="ko-KR" sz="1600" dirty="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between 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𝑍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 and the data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𝑝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2" charset="-127"/>
                            <a:cs typeface="Pretendard" panose="02000503000000020004" pitchFamily="2" charset="-127"/>
                          </a:rPr>
                          <m:t>𝑋</m:t>
                        </m:r>
                      </m:sub>
                    </m:sSub>
                  </m:oMath>
                </a14:m>
                <a:endParaRPr lang="en-US" sz="1600" dirty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 xmlns="">
          <p:sp>
            <p:nvSpPr>
              <p:cNvPr id="25" name="Text Placeholder 4">
                <a:extLst>
                  <a:ext uri="{FF2B5EF4-FFF2-40B4-BE49-F238E27FC236}">
                    <a16:creationId xmlns:a16="http://schemas.microsoft.com/office/drawing/2014/main" id="{9071F240-E8A5-C3E2-C12F-609859ACA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06" y="4645343"/>
                <a:ext cx="10095781" cy="428517"/>
              </a:xfrm>
              <a:prstGeom prst="rect">
                <a:avLst/>
              </a:prstGeom>
              <a:blipFill>
                <a:blip r:embed="rId5"/>
                <a:stretch>
                  <a:fillRect l="-12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37699D20-ED97-EA7F-DE03-AD5756E807A9}"/>
              </a:ext>
            </a:extLst>
          </p:cNvPr>
          <p:cNvSpPr txBox="1">
            <a:spLocks/>
          </p:cNvSpPr>
          <p:nvPr/>
        </p:nvSpPr>
        <p:spPr>
          <a:xfrm>
            <a:off x="1048106" y="5221448"/>
            <a:ext cx="3962806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Then, we can get the true velocity as: </a:t>
            </a:r>
            <a:endParaRPr lang="en-US" sz="16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B3D2FE-B048-A244-02F7-8B59905223A5}"/>
                  </a:ext>
                </a:extLst>
              </p:cNvPr>
              <p:cNvSpPr txBox="1"/>
              <p:nvPr/>
            </p:nvSpPr>
            <p:spPr>
              <a:xfrm>
                <a:off x="5102352" y="5162315"/>
                <a:ext cx="1283493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EB3D2FE-B048-A244-02F7-8B5990522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352" y="5162315"/>
                <a:ext cx="1283493" cy="398955"/>
              </a:xfrm>
              <a:prstGeom prst="rect">
                <a:avLst/>
              </a:prstGeom>
              <a:blipFill>
                <a:blip r:embed="rId6"/>
                <a:stretch>
                  <a:fillRect l="-4265" t="-3077" b="-2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5CA715D-910E-EE41-BC35-66F3B579C424}"/>
              </a:ext>
            </a:extLst>
          </p:cNvPr>
          <p:cNvSpPr txBox="1"/>
          <p:nvPr/>
        </p:nvSpPr>
        <p:spPr>
          <a:xfrm>
            <a:off x="616324" y="6483840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Lipman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“Flow Matching for generative modeling”, ICLR 2023.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1114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7" grpId="0"/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8A830-B88C-CCB4-CAA7-E0B9C9CF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44F3FBB3-9AD8-B2EC-2125-7BA48E6FC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Flow Matching Objective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AA96D4-071D-CBA9-BF79-53F412810683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 Flow Matching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F5559715-EAFC-430D-FEC5-42DF90F8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7E9EF59B-9643-57D0-AE0C-2862A948F53A}"/>
              </a:ext>
            </a:extLst>
          </p:cNvPr>
          <p:cNvSpPr txBox="1">
            <a:spLocks/>
          </p:cNvSpPr>
          <p:nvPr/>
        </p:nvSpPr>
        <p:spPr>
          <a:xfrm>
            <a:off x="856084" y="1619815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Training objective is simple: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11E52D-8C33-07C4-74D4-16EAF528AEAF}"/>
                  </a:ext>
                </a:extLst>
              </p:cNvPr>
              <p:cNvSpPr txBox="1"/>
              <p:nvPr/>
            </p:nvSpPr>
            <p:spPr>
              <a:xfrm>
                <a:off x="3758017" y="2122115"/>
                <a:ext cx="4088363" cy="307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𝐹𝑀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𝑡𝑟𝑢𝑒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11E52D-8C33-07C4-74D4-16EAF528A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017" y="2122115"/>
                <a:ext cx="4088363" cy="307841"/>
              </a:xfrm>
              <a:prstGeom prst="rect">
                <a:avLst/>
              </a:prstGeom>
              <a:blipFill>
                <a:blip r:embed="rId4"/>
                <a:stretch>
                  <a:fillRect l="-894"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F67A8CC-DB53-AAA5-EF08-F0FD51A169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2176" y="3119421"/>
            <a:ext cx="3707295" cy="290779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3AFF3F4-8854-5D9E-9EE1-FC38232A9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199" y="3119421"/>
            <a:ext cx="3794562" cy="28476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61A50E-9F44-69A6-E82A-ED45C0564CB6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Image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credit: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Chen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en-US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al., “Flow Matching for Generative Modeling”,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Tutorial, 2024.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531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5721-728A-F7D4-59EE-352D04BD2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1DE98290-1D5A-0A9D-CE46-28F9E2209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Flow Transport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58259E-19AA-2DFB-4EBA-48C84134C92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 Flow Matching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B3A0969D-D256-BE72-49C5-17FC9A1B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9705C2-94AA-277F-04D6-781B8D6804B8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D71D7EEC-DEA3-32E2-78C1-A5792549F236}"/>
              </a:ext>
            </a:extLst>
          </p:cNvPr>
          <p:cNvSpPr txBox="1">
            <a:spLocks/>
          </p:cNvSpPr>
          <p:nvPr/>
        </p:nvSpPr>
        <p:spPr>
          <a:xfrm>
            <a:off x="609600" y="1546663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There might exist several possible mapping from latent distribution to target data distribution 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9FEE47-8011-E53D-95FE-33973D69C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965" y="3950021"/>
            <a:ext cx="7993477" cy="15986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F6642F41-EDFC-AB73-5D48-C8F05DDC2B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8109" y="2075408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Transport</a:t>
                </a:r>
                <a:r>
                  <a:rPr lang="ko-KR" altLang="en-US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Process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stochastic process that maps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(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𝑙𝑎𝑡𝑒𝑛𝑡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(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𝑑𝑎𝑡𝑎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endParaRPr lang="en-US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6" name="Text Placeholder 4">
                <a:extLst>
                  <a:ext uri="{FF2B5EF4-FFF2-40B4-BE49-F238E27FC236}">
                    <a16:creationId xmlns:a16="http://schemas.microsoft.com/office/drawing/2014/main" id="{F6642F41-EDFC-AB73-5D48-C8F05DDC2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09" y="2075408"/>
                <a:ext cx="10095781" cy="428517"/>
              </a:xfrm>
              <a:prstGeom prst="rect">
                <a:avLst/>
              </a:prstGeom>
              <a:blipFill>
                <a:blip r:embed="rId5"/>
                <a:stretch>
                  <a:fillRect l="-121" t="-42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F792D8FB-2117-1332-8413-684BEA6C3A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8108" y="2470009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Transport</a:t>
                </a:r>
                <a:r>
                  <a:rPr lang="ko-KR" altLang="en-US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Plan (Coupling)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Joint distribution between start-end pairs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 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8" name="Text Placeholder 4">
                <a:extLst>
                  <a:ext uri="{FF2B5EF4-FFF2-40B4-BE49-F238E27FC236}">
                    <a16:creationId xmlns:a16="http://schemas.microsoft.com/office/drawing/2014/main" id="{F792D8FB-2117-1332-8413-684BEA6C3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08" y="2470009"/>
                <a:ext cx="10095781" cy="428517"/>
              </a:xfrm>
              <a:prstGeom prst="rect">
                <a:avLst/>
              </a:prstGeom>
              <a:blipFill>
                <a:blip r:embed="rId6"/>
                <a:stretch>
                  <a:fillRect l="-12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Placeholder 4">
                <a:extLst>
                  <a:ext uri="{FF2B5EF4-FFF2-40B4-BE49-F238E27FC236}">
                    <a16:creationId xmlns:a16="http://schemas.microsoft.com/office/drawing/2014/main" id="{F124D035-6CFF-ED63-A42D-9763462F30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8108" y="2859045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Transport</a:t>
                </a:r>
                <a:r>
                  <a:rPr lang="ko-KR" altLang="en-US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r>
                  <a:rPr lang="en-US" altLang="ko-KR" sz="1600" b="1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Map</a:t>
                </a:r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Deterministic mapping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=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𝑇</m:t>
                    </m:r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(</m:t>
                    </m:r>
                    <m:sSub>
                      <m:sSubPr>
                        <m:ctrlP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)</m:t>
                    </m:r>
                  </m:oMath>
                </a14:m>
                <a:r>
                  <a:rPr lang="en-US" altLang="ko-KR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</a:t>
                </a:r>
                <a:endParaRPr lang="en-US" sz="1600" dirty="0">
                  <a:solidFill>
                    <a:schemeClr val="tx1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endParaRPr>
              </a:p>
            </p:txBody>
          </p:sp>
        </mc:Choice>
        <mc:Fallback>
          <p:sp>
            <p:nvSpPr>
              <p:cNvPr id="9" name="Text Placeholder 4">
                <a:extLst>
                  <a:ext uri="{FF2B5EF4-FFF2-40B4-BE49-F238E27FC236}">
                    <a16:creationId xmlns:a16="http://schemas.microsoft.com/office/drawing/2014/main" id="{F124D035-6CFF-ED63-A42D-9763462F3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108" y="2859045"/>
                <a:ext cx="10095781" cy="428517"/>
              </a:xfrm>
              <a:prstGeom prst="rect">
                <a:avLst/>
              </a:prstGeom>
              <a:blipFill>
                <a:blip r:embed="rId7"/>
                <a:stretch>
                  <a:fillRect l="-12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5865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65ED2-09AD-C9A7-4783-AA15FA37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EFC42B39-185E-2FA0-C7C9-A0AA018C0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Optimal Transport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903E79-C1DD-0428-2AEE-90B5D5DE29A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 Flow Matching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47F827EF-1BBF-C9FD-9B0D-85700E8DA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FE45FA22-D8EF-FAEC-0963-22194F304EF7}"/>
              </a:ext>
            </a:extLst>
          </p:cNvPr>
          <p:cNvSpPr txBox="1">
            <a:spLocks/>
          </p:cNvSpPr>
          <p:nvPr/>
        </p:nvSpPr>
        <p:spPr>
          <a:xfrm>
            <a:off x="609600" y="1546663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How do we choose the best mapping between two distributions?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216BFC12-C228-5CDE-6794-C8A0F13F13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975180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Introduce a cost function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𝑐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that measure transport effort</a:t>
                </a:r>
              </a:p>
            </p:txBody>
          </p:sp>
        </mc:Choice>
        <mc:Fallback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216BFC12-C228-5CDE-6794-C8A0F13F1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75180"/>
                <a:ext cx="10095781" cy="428517"/>
              </a:xfrm>
              <a:prstGeom prst="rect">
                <a:avLst/>
              </a:prstGeom>
              <a:blipFill>
                <a:blip r:embed="rId4"/>
                <a:stretch>
                  <a:fillRect l="-12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80DF49CD-0319-CCB6-06DF-BB072AE04D5B}"/>
              </a:ext>
            </a:extLst>
          </p:cNvPr>
          <p:cNvSpPr txBox="1">
            <a:spLocks/>
          </p:cNvSpPr>
          <p:nvPr/>
        </p:nvSpPr>
        <p:spPr>
          <a:xfrm>
            <a:off x="609599" y="2403697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Optimal transport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The transport plan (or map) that minimizes expected cost.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174C62B-12A7-F25A-27B3-AFD9F08F1B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8313"/>
          <a:stretch>
            <a:fillRect/>
          </a:stretch>
        </p:blipFill>
        <p:spPr>
          <a:xfrm>
            <a:off x="754189" y="3449000"/>
            <a:ext cx="4921307" cy="1620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8A555F1-489E-51A4-77F8-FEC42C2B48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7129" y="3441074"/>
            <a:ext cx="4853911" cy="1620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338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12017-9E6B-BA7E-4EF3-760F0CF08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C3EAD-F4FA-5774-B838-23A99181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Rectified Flow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CB275C-F692-099E-B0A8-14DADB21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69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74D95-AADF-D2A6-EFB6-82FC75A1E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D0F73F0-C390-81C6-A0FE-D38015A2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Enforcing Straightness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2D123F-A2B3-FBCF-5316-98BB7559D822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 Rectified Flow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2AE13ADD-E301-17F3-E420-B567170F1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7E9376C8-6145-DBF4-86B5-2212D82ABB2F}"/>
              </a:ext>
            </a:extLst>
          </p:cNvPr>
          <p:cNvSpPr txBox="1">
            <a:spLocks/>
          </p:cNvSpPr>
          <p:nvPr/>
        </p:nvSpPr>
        <p:spPr>
          <a:xfrm>
            <a:off x="609600" y="1546663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 often solve transport ODEs by discretization (e.g., Euler’s method)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6DAD54-014E-6579-BBB6-1B9735A7F63D}"/>
              </a:ext>
            </a:extLst>
          </p:cNvPr>
          <p:cNvSpPr txBox="1">
            <a:spLocks/>
          </p:cNvSpPr>
          <p:nvPr/>
        </p:nvSpPr>
        <p:spPr>
          <a:xfrm>
            <a:off x="609600" y="1975180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When the transport path has high curvature, numerical solvers may accumulate large errors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20A225D-48FD-254E-9AE2-C36371AA5BB1}"/>
              </a:ext>
            </a:extLst>
          </p:cNvPr>
          <p:cNvSpPr txBox="1">
            <a:spLocks/>
          </p:cNvSpPr>
          <p:nvPr/>
        </p:nvSpPr>
        <p:spPr>
          <a:xfrm>
            <a:off x="609599" y="2403697"/>
            <a:ext cx="10095781" cy="4285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latinLnBrk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514350" indent="-22860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dirty="0"/>
              <a:t>The fastest and simplest path is just a straight line interpolation between start and end points.</a:t>
            </a:r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87812DE-48DE-9263-E93A-6B916014FF40}"/>
              </a:ext>
            </a:extLst>
          </p:cNvPr>
          <p:cNvSpPr txBox="1">
            <a:spLocks/>
          </p:cNvSpPr>
          <p:nvPr/>
        </p:nvSpPr>
        <p:spPr>
          <a:xfrm>
            <a:off x="609599" y="2798298"/>
            <a:ext cx="10095781" cy="42851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228600" indent="-228600" latinLnBrk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1600" baseline="0">
                <a:solidFill>
                  <a:schemeClr val="tx2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  <a:lvl2pPr marL="514350" indent="-22860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latinLnBrk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ko-KR" b="1" dirty="0"/>
              <a:t>Rectified Flow</a:t>
            </a:r>
            <a:r>
              <a:rPr lang="en-US" altLang="ko-KR" dirty="0"/>
              <a:t>: directly trains the model to follow this straight path, avoiding unnecessary curvature.</a:t>
            </a:r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35B94F-E642-70AF-DF9E-A739FF6EB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512" y="3621416"/>
            <a:ext cx="8854200" cy="18790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983A0B-8D5C-A3B9-C18E-186529A8EB24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560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883EA-A2FE-D106-ACD7-811BACF2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3E61BF47-4E99-25C2-229C-C88C0D2B8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Rectified Flow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49C6AD-A2B4-AEC7-0BEF-175A07724267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 Rectified Flow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BB73CB08-60E8-D2D3-C4D7-F6F76EB00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1AEEA2A-7A0F-6A2F-FC64-F9E8B122E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915" y="1581353"/>
            <a:ext cx="3624822" cy="27955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920A4100-BCC5-D1D0-62A8-E083E922AC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546663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ko-KR" sz="16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Coupling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Sample from a noise-data pair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</p:txBody>
          </p:sp>
        </mc:Choice>
        <mc:Fallback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920A4100-BCC5-D1D0-62A8-E083E922A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46663"/>
                <a:ext cx="10095781" cy="428517"/>
              </a:xfrm>
              <a:prstGeom prst="rect">
                <a:avLst/>
              </a:prstGeom>
              <a:blipFill>
                <a:blip r:embed="rId5"/>
                <a:stretch>
                  <a:fillRect l="-18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524CB57-2212-830C-F157-85C2F5FE2693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467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167E5-3569-3D61-B40D-9FD0E9893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0D34038D-C6F8-9FF1-BB1E-16ADE156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Rectified Flow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4B1FF9-BE4D-3799-899B-584E71B61C2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 Rectified Flow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11BDC013-0FAE-C667-71E2-3DE1D0112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1430FFC4-0722-26EE-1F72-62F5FD1763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546663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ko-KR" sz="16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Coupling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Sample from a noise-data pair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</p:txBody>
          </p:sp>
        </mc:Choice>
        <mc:Fallback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1430FFC4-0722-26EE-1F72-62F5FD176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46663"/>
                <a:ext cx="10095781" cy="428517"/>
              </a:xfrm>
              <a:prstGeom prst="rect">
                <a:avLst/>
              </a:prstGeom>
              <a:blipFill>
                <a:blip r:embed="rId4"/>
                <a:stretch>
                  <a:fillRect l="-18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9B568562-7C0B-8D38-14DC-4CC8744671A3}"/>
              </a:ext>
            </a:extLst>
          </p:cNvPr>
          <p:cNvSpPr txBox="1">
            <a:spLocks/>
          </p:cNvSpPr>
          <p:nvPr/>
        </p:nvSpPr>
        <p:spPr>
          <a:xfrm>
            <a:off x="609599" y="2035744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 startAt="2"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Interpolation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EC459B-C0E4-AD07-BC4C-DBE7A489FC95}"/>
                  </a:ext>
                </a:extLst>
              </p:cNvPr>
              <p:cNvSpPr txBox="1"/>
              <p:nvPr/>
            </p:nvSpPr>
            <p:spPr>
              <a:xfrm>
                <a:off x="2250670" y="2547771"/>
                <a:ext cx="2105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EC459B-C0E4-AD07-BC4C-DBE7A489F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670" y="2547771"/>
                <a:ext cx="2105256" cy="276999"/>
              </a:xfrm>
              <a:prstGeom prst="rect">
                <a:avLst/>
              </a:prstGeom>
              <a:blipFill>
                <a:blip r:embed="rId5"/>
                <a:stretch>
                  <a:fillRect l="-2023" r="-578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9C292A4-F56F-F24D-CFF2-0065E53C7396}"/>
              </a:ext>
            </a:extLst>
          </p:cNvPr>
          <p:cNvSpPr txBox="1">
            <a:spLocks/>
          </p:cNvSpPr>
          <p:nvPr/>
        </p:nvSpPr>
        <p:spPr>
          <a:xfrm>
            <a:off x="609598" y="3056540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 startAt="3"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Marginal Matching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7B1689-A4B4-1533-D695-F3FD3103C40C}"/>
                  </a:ext>
                </a:extLst>
              </p:cNvPr>
              <p:cNvSpPr txBox="1"/>
              <p:nvPr/>
            </p:nvSpPr>
            <p:spPr>
              <a:xfrm>
                <a:off x="2533408" y="3585506"/>
                <a:ext cx="1539780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7B1689-A4B4-1533-D695-F3FD3103C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408" y="3585506"/>
                <a:ext cx="1539780" cy="398955"/>
              </a:xfrm>
              <a:prstGeom prst="rect">
                <a:avLst/>
              </a:prstGeom>
              <a:blipFill>
                <a:blip r:embed="rId6"/>
                <a:stretch>
                  <a:fillRect l="-3968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0D3313-85DB-E16C-581B-8C78158ED8A1}"/>
                  </a:ext>
                </a:extLst>
              </p:cNvPr>
              <p:cNvSpPr txBox="1"/>
              <p:nvPr/>
            </p:nvSpPr>
            <p:spPr>
              <a:xfrm>
                <a:off x="1721543" y="4258509"/>
                <a:ext cx="3669402" cy="307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50D3313-85DB-E16C-581B-8C78158ED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43" y="4258509"/>
                <a:ext cx="3669402" cy="307841"/>
              </a:xfrm>
              <a:prstGeom prst="rect">
                <a:avLst/>
              </a:prstGeom>
              <a:blipFill>
                <a:blip r:embed="rId7"/>
                <a:stretch>
                  <a:fillRect l="-997" r="-166" b="-2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1B3EB16A-8ABA-FE39-EF57-4994C48095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0170" y="1807408"/>
            <a:ext cx="3540918" cy="27774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4C4A6E-3FDB-95C8-6DC4-FDEDE249607E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454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390B2-57C9-F351-EC5A-F2AA445D8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1C9B25C-7797-89D1-E291-02818DD2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Rectified Flow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1B0B2E-28B2-7FD2-62BF-199A63A3155D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 Rectified Flow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71A77EAA-9D82-FE99-F9B0-86F6672A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E21909F0-5866-44DD-941A-2EA28A51EB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546663"/>
                <a:ext cx="10095781" cy="428517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rial" panose="020B0604020202020204" pitchFamily="34" charset="0"/>
                  <a:buChar char="•"/>
                  <a:defRPr sz="2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1pPr>
                <a:lvl2pPr marL="5143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2pPr>
                <a:lvl3pPr marL="857250" indent="-22860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–"/>
                  <a:defRPr sz="20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3pPr>
                <a:lvl4pPr marL="103028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4pPr>
                <a:lvl5pPr marL="1201738" indent="-171450" algn="l" defTabSz="914400" rtl="0" eaLnBrk="1" latinLnBrk="1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  <a:defRPr sz="1800" kern="1200" baseline="0">
                    <a:solidFill>
                      <a:schemeClr val="tx2"/>
                    </a:solidFill>
                    <a:latin typeface="Pretendard Variable Medium" panose="02000003000000020004" pitchFamily="2" charset="-127"/>
                    <a:ea typeface="Pretendard Variable Medium" panose="02000003000000020004" pitchFamily="2" charset="-127"/>
                    <a:cs typeface="Pretendard Variable Medium" panose="02000003000000020004" pitchFamily="2" charset="-127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>
                  <a:lnSpc>
                    <a:spcPct val="100000"/>
                  </a:lnSpc>
                  <a:buFont typeface="+mj-lt"/>
                  <a:buAutoNum type="arabicPeriod"/>
                </a:pPr>
                <a:r>
                  <a:rPr lang="en-US" altLang="ko-KR" sz="1600" b="1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Coupling</a:t>
                </a:r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: Sample from a noise-data pair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Pretendard" panose="02000503000000020004" pitchFamily="50" charset="-127"/>
                        <a:cs typeface="Pretendard" panose="02000503000000020004" pitchFamily="50" charset="-127"/>
                      </a:rPr>
                      <m:t>,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𝑍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  <a:ea typeface="Pretendard" panose="02000503000000020004" pitchFamily="50" charset="-127"/>
                            <a:cs typeface="Pretendard" panose="02000503000000020004" pitchFamily="50" charset="-127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)</a:t>
                </a:r>
              </a:p>
            </p:txBody>
          </p:sp>
        </mc:Choice>
        <mc:Fallback>
          <p:sp>
            <p:nvSpPr>
              <p:cNvPr id="11" name="Text Placeholder 4">
                <a:extLst>
                  <a:ext uri="{FF2B5EF4-FFF2-40B4-BE49-F238E27FC236}">
                    <a16:creationId xmlns:a16="http://schemas.microsoft.com/office/drawing/2014/main" id="{E21909F0-5866-44DD-941A-2EA28A51E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546663"/>
                <a:ext cx="10095781" cy="428517"/>
              </a:xfrm>
              <a:prstGeom prst="rect">
                <a:avLst/>
              </a:prstGeom>
              <a:blipFill>
                <a:blip r:embed="rId4"/>
                <a:stretch>
                  <a:fillRect l="-181" t="-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B42C1EE-5901-CFA1-43C7-E8D43DFAA6CE}"/>
              </a:ext>
            </a:extLst>
          </p:cNvPr>
          <p:cNvSpPr txBox="1">
            <a:spLocks/>
          </p:cNvSpPr>
          <p:nvPr/>
        </p:nvSpPr>
        <p:spPr>
          <a:xfrm>
            <a:off x="609599" y="2035744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 startAt="2"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Interpolation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8C995E-2FE2-624F-F4F7-21C843AFF788}"/>
                  </a:ext>
                </a:extLst>
              </p:cNvPr>
              <p:cNvSpPr txBox="1"/>
              <p:nvPr/>
            </p:nvSpPr>
            <p:spPr>
              <a:xfrm>
                <a:off x="2250670" y="2547771"/>
                <a:ext cx="210525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08C995E-2FE2-624F-F4F7-21C843AFF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0670" y="2547771"/>
                <a:ext cx="2105256" cy="276999"/>
              </a:xfrm>
              <a:prstGeom prst="rect">
                <a:avLst/>
              </a:prstGeom>
              <a:blipFill>
                <a:blip r:embed="rId5"/>
                <a:stretch>
                  <a:fillRect l="-2023" r="-578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0E30548-D846-AFCF-5E6D-6E588A4D29F7}"/>
              </a:ext>
            </a:extLst>
          </p:cNvPr>
          <p:cNvSpPr txBox="1">
            <a:spLocks/>
          </p:cNvSpPr>
          <p:nvPr/>
        </p:nvSpPr>
        <p:spPr>
          <a:xfrm>
            <a:off x="609598" y="3056540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 startAt="3"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Marginal Matching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519423-3E87-7CDF-9BA3-6FA61F31CF52}"/>
                  </a:ext>
                </a:extLst>
              </p:cNvPr>
              <p:cNvSpPr txBox="1"/>
              <p:nvPr/>
            </p:nvSpPr>
            <p:spPr>
              <a:xfrm>
                <a:off x="2533408" y="3585506"/>
                <a:ext cx="1539780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519423-3E87-7CDF-9BA3-6FA61F31C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408" y="3585506"/>
                <a:ext cx="1539780" cy="398955"/>
              </a:xfrm>
              <a:prstGeom prst="rect">
                <a:avLst/>
              </a:prstGeom>
              <a:blipFill>
                <a:blip r:embed="rId6"/>
                <a:stretch>
                  <a:fillRect l="-3968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788E57-F7BC-57CE-C630-0371EC3397CE}"/>
                  </a:ext>
                </a:extLst>
              </p:cNvPr>
              <p:cNvSpPr txBox="1"/>
              <p:nvPr/>
            </p:nvSpPr>
            <p:spPr>
              <a:xfrm>
                <a:off x="1721543" y="4258509"/>
                <a:ext cx="3669402" cy="3078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788E57-F7BC-57CE-C630-0371EC339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543" y="4258509"/>
                <a:ext cx="3669402" cy="307841"/>
              </a:xfrm>
              <a:prstGeom prst="rect">
                <a:avLst/>
              </a:prstGeom>
              <a:blipFill>
                <a:blip r:embed="rId7"/>
                <a:stretch>
                  <a:fillRect l="-997" r="-166" b="-26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ED65311A-6EA4-BC97-E693-B31AB67A7D5D}"/>
              </a:ext>
            </a:extLst>
          </p:cNvPr>
          <p:cNvSpPr txBox="1">
            <a:spLocks/>
          </p:cNvSpPr>
          <p:nvPr/>
        </p:nvSpPr>
        <p:spPr>
          <a:xfrm>
            <a:off x="609598" y="5046583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+mj-lt"/>
              <a:buAutoNum type="arabicPeriod" startAt="4"/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Reflow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: With updated vector field, obtain new couplings via ODE -&gt; Repeat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DF6A8EE2-137A-8965-D86F-44CBA550BB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02" y="1811417"/>
            <a:ext cx="3669402" cy="2738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3FE6FC-75B5-3848-531D-B9D05521165A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3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280A-6CF5-F867-BE06-FB1159A2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23467487-FDE7-1360-ACF9-830B69F6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Rectified Flow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701125-954B-A730-CBB5-D0CD0D87B64E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 Rectified Flow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BC60F25C-AE42-13B1-350F-341E3D8EA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FF9F1DA-F5B6-4FF4-4F98-87562AB53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2764382"/>
            <a:ext cx="7331162" cy="2790509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D6FFC8FF-96CB-2516-5011-881D8D013FC1}"/>
              </a:ext>
            </a:extLst>
          </p:cNvPr>
          <p:cNvSpPr txBox="1">
            <a:spLocks/>
          </p:cNvSpPr>
          <p:nvPr/>
        </p:nvSpPr>
        <p:spPr>
          <a:xfrm>
            <a:off x="609600" y="1546663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Note that ODE paths cannot intersect (marginal matching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rewires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the path)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8F1ACA9-E21D-2159-4CF4-22028B3F31F9}"/>
              </a:ext>
            </a:extLst>
          </p:cNvPr>
          <p:cNvSpPr txBox="1">
            <a:spLocks/>
          </p:cNvSpPr>
          <p:nvPr/>
        </p:nvSpPr>
        <p:spPr>
          <a:xfrm>
            <a:off x="609599" y="1941264"/>
            <a:ext cx="10095781" cy="4285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 panose="020B0604020202020204" pitchFamily="34" charset="0"/>
              <a:buChar char="•"/>
              <a:defRPr sz="2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1pPr>
            <a:lvl2pPr marL="5143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2pPr>
            <a:lvl3pPr marL="857250" indent="-22860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–"/>
              <a:defRPr sz="20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3pPr>
            <a:lvl4pPr marL="103028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4pPr>
            <a:lvl5pPr marL="1201738" indent="-171450" algn="l" defTabSz="914400" rtl="0" eaLnBrk="1" latinLnBrk="1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 baseline="0">
                <a:solidFill>
                  <a:schemeClr val="tx2"/>
                </a:solidFill>
                <a:latin typeface="Pretendard Variable Medium" panose="02000003000000020004" pitchFamily="2" charset="-127"/>
                <a:ea typeface="Pretendard Variable Medium" panose="02000003000000020004" pitchFamily="2" charset="-127"/>
                <a:cs typeface="Pretendard Variable Medium" panose="020000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Reflow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straightens the flow path</a:t>
            </a:r>
            <a:endParaRPr lang="en-US" sz="1600" dirty="0">
              <a:solidFill>
                <a:schemeClr val="tx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AC0B8-1B06-B81C-15BF-332BA9A90210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973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A9169-D1A7-0898-CD53-7C0EA716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8D40F-60FD-232C-6067-EEF8FA3C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50434"/>
            <a:ext cx="7823200" cy="757130"/>
          </a:xfrm>
        </p:spPr>
        <p:txBody>
          <a:bodyPr/>
          <a:lstStyle/>
          <a:p>
            <a:r>
              <a:rPr lang="en-US" altLang="ko-KR" dirty="0"/>
              <a:t>Relation to Diffusion Models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377B35-A391-EF66-F500-400179FA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6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806">
        <p:fade/>
      </p:transition>
    </mc:Choice>
    <mc:Fallback xmlns="">
      <p:transition spd="med" advTm="15806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8804C-C07E-F95B-478D-47E610453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B410A9E4-D304-AC04-A09D-A3DCF6A27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ODE &amp; SDE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897D0-94BE-8EEE-0F94-6C2374E3B009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 Relation to Diffusion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DBE98636-7EE8-A4A4-69C8-CDF13E7EB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C2095-65C4-D4E2-FD4D-C9CC87A83AC9}"/>
              </a:ext>
            </a:extLst>
          </p:cNvPr>
          <p:cNvSpPr txBox="1"/>
          <p:nvPr/>
        </p:nvSpPr>
        <p:spPr>
          <a:xfrm>
            <a:off x="1265582" y="1787039"/>
            <a:ext cx="3855347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ODE: Ordinary differential equation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4AC7D9-C74E-C60B-97CC-8B4E5BACB742}"/>
                  </a:ext>
                </a:extLst>
              </p:cNvPr>
              <p:cNvSpPr txBox="1"/>
              <p:nvPr/>
            </p:nvSpPr>
            <p:spPr>
              <a:xfrm>
                <a:off x="2234488" y="2334578"/>
                <a:ext cx="1257460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04AC7D9-C74E-C60B-97CC-8B4E5BACB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488" y="2334578"/>
                <a:ext cx="1257460" cy="525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그림 9">
            <a:extLst>
              <a:ext uri="{FF2B5EF4-FFF2-40B4-BE49-F238E27FC236}">
                <a16:creationId xmlns:a16="http://schemas.microsoft.com/office/drawing/2014/main" id="{E01F55C0-BD07-64DD-5922-B66BF75F1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622" y="3525078"/>
            <a:ext cx="2627708" cy="17937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0D37E3-0AD6-1E8A-33DB-233488653AB2}"/>
              </a:ext>
            </a:extLst>
          </p:cNvPr>
          <p:cNvSpPr txBox="1"/>
          <p:nvPr/>
        </p:nvSpPr>
        <p:spPr>
          <a:xfrm>
            <a:off x="7071071" y="1787039"/>
            <a:ext cx="3855347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l"/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SDE: Stochastic differential equation</a:t>
            </a:r>
            <a:endParaRPr lang="ko-KR" altLang="en-US" sz="1600" dirty="0" err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F8C2E-ECDC-29F3-6718-4DB1D261FC80}"/>
                  </a:ext>
                </a:extLst>
              </p:cNvPr>
              <p:cNvSpPr txBox="1"/>
              <p:nvPr/>
            </p:nvSpPr>
            <p:spPr>
              <a:xfrm>
                <a:off x="7578226" y="2334578"/>
                <a:ext cx="2483564" cy="5259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85F8C2E-ECDC-29F3-6718-4DB1D261F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8226" y="2334578"/>
                <a:ext cx="2483564" cy="5259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그룹 12">
            <a:extLst>
              <a:ext uri="{FF2B5EF4-FFF2-40B4-BE49-F238E27FC236}">
                <a16:creationId xmlns:a16="http://schemas.microsoft.com/office/drawing/2014/main" id="{3513968F-610D-F0AF-0D26-E6917C5B1159}"/>
              </a:ext>
            </a:extLst>
          </p:cNvPr>
          <p:cNvGrpSpPr/>
          <p:nvPr/>
        </p:nvGrpSpPr>
        <p:grpSpPr>
          <a:xfrm>
            <a:off x="8143461" y="2860491"/>
            <a:ext cx="676547" cy="497512"/>
            <a:chOff x="8143461" y="2860491"/>
            <a:chExt cx="676547" cy="497512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27463DAA-7798-C4D6-EDAE-085D2846D49F}"/>
                </a:ext>
              </a:extLst>
            </p:cNvPr>
            <p:cNvCxnSpPr>
              <a:endCxn id="12" idx="2"/>
            </p:cNvCxnSpPr>
            <p:nvPr/>
          </p:nvCxnSpPr>
          <p:spPr>
            <a:xfrm>
              <a:off x="8143461" y="2860491"/>
              <a:ext cx="676547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EFA9AB9-A2F2-A47E-9821-F9D222115EF9}"/>
                </a:ext>
              </a:extLst>
            </p:cNvPr>
            <p:cNvSpPr txBox="1"/>
            <p:nvPr/>
          </p:nvSpPr>
          <p:spPr>
            <a:xfrm>
              <a:off x="8143461" y="2927116"/>
              <a:ext cx="625564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Drift </a:t>
              </a:r>
            </a:p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term</a:t>
              </a:r>
              <a:endPara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4DB86BC-D3FF-EF72-A468-C0C59DF45CE1}"/>
              </a:ext>
            </a:extLst>
          </p:cNvPr>
          <p:cNvGrpSpPr/>
          <p:nvPr/>
        </p:nvGrpSpPr>
        <p:grpSpPr>
          <a:xfrm>
            <a:off x="8945735" y="2860491"/>
            <a:ext cx="765056" cy="493527"/>
            <a:chOff x="8945735" y="2860491"/>
            <a:chExt cx="765056" cy="493527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F8EFAF93-FD28-FD75-B19B-281A715A32A3}"/>
                </a:ext>
              </a:extLst>
            </p:cNvPr>
            <p:cNvCxnSpPr>
              <a:cxnSpLocks/>
            </p:cNvCxnSpPr>
            <p:nvPr/>
          </p:nvCxnSpPr>
          <p:spPr>
            <a:xfrm>
              <a:off x="9097616" y="2860491"/>
              <a:ext cx="556592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BF774B-C3B9-EC39-A479-9E64609A97C2}"/>
                </a:ext>
              </a:extLst>
            </p:cNvPr>
            <p:cNvSpPr txBox="1"/>
            <p:nvPr/>
          </p:nvSpPr>
          <p:spPr>
            <a:xfrm>
              <a:off x="8945735" y="2923131"/>
              <a:ext cx="765056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Diffusion</a:t>
              </a:r>
            </a:p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term</a:t>
              </a:r>
              <a:endPara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1128E5-160E-7FED-2E2B-4C6534380377}"/>
              </a:ext>
            </a:extLst>
          </p:cNvPr>
          <p:cNvGrpSpPr/>
          <p:nvPr/>
        </p:nvGrpSpPr>
        <p:grpSpPr>
          <a:xfrm>
            <a:off x="9611216" y="2860491"/>
            <a:ext cx="765056" cy="496096"/>
            <a:chOff x="9611216" y="2860491"/>
            <a:chExt cx="765056" cy="4960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16D6FE-05AD-27C7-5422-1FB9775AE258}"/>
                </a:ext>
              </a:extLst>
            </p:cNvPr>
            <p:cNvSpPr txBox="1"/>
            <p:nvPr/>
          </p:nvSpPr>
          <p:spPr>
            <a:xfrm>
              <a:off x="9611216" y="2925700"/>
              <a:ext cx="765056" cy="430887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Random</a:t>
              </a:r>
            </a:p>
            <a:p>
              <a:pPr algn="ctr"/>
              <a:r>
                <a:rPr lang="en-US" altLang="ko-KR" sz="11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Process</a:t>
              </a:r>
              <a:endParaRPr lang="ko-KR" altLang="en-US" sz="11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0287893F-DAF1-B66E-EBD2-A1031986F635}"/>
                </a:ext>
              </a:extLst>
            </p:cNvPr>
            <p:cNvCxnSpPr>
              <a:cxnSpLocks/>
            </p:cNvCxnSpPr>
            <p:nvPr/>
          </p:nvCxnSpPr>
          <p:spPr>
            <a:xfrm>
              <a:off x="9758440" y="2860491"/>
              <a:ext cx="174064" cy="0"/>
            </a:xfrm>
            <a:prstGeom prst="line">
              <a:avLst/>
            </a:prstGeom>
            <a:ln w="12700" cap="rnd">
              <a:solidFill>
                <a:schemeClr val="tx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그림 22">
            <a:extLst>
              <a:ext uri="{FF2B5EF4-FFF2-40B4-BE49-F238E27FC236}">
                <a16:creationId xmlns:a16="http://schemas.microsoft.com/office/drawing/2014/main" id="{3C6FF9F6-B6E3-6F4A-4445-6DD63A72E9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5491" y="3525077"/>
            <a:ext cx="2599120" cy="179969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8144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1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B15EA-D3FF-B574-7247-45F73863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2BD2276A-7E7F-A04F-CEFC-ED8F97BC4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SDE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&lt;-&gt; ODE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0855BC-3024-F781-CC03-97119165739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 Relation to Diffusion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EA71587F-73CD-3188-50B9-196652BB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342978-6D20-5485-626E-CF056336D092}"/>
                  </a:ext>
                </a:extLst>
              </p:cNvPr>
              <p:cNvSpPr txBox="1"/>
              <p:nvPr/>
            </p:nvSpPr>
            <p:spPr>
              <a:xfrm>
                <a:off x="1016142" y="2455982"/>
                <a:ext cx="4867679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=[−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ko-KR" alt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ko-KR" altLang="en-US" dirty="0" err="1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342978-6D20-5485-626E-CF056336D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42" y="2455982"/>
                <a:ext cx="4867679" cy="5186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CADE4AD-E306-2939-469E-B93576E3F0D7}"/>
              </a:ext>
            </a:extLst>
          </p:cNvPr>
          <p:cNvSpPr txBox="1"/>
          <p:nvPr/>
        </p:nvSpPr>
        <p:spPr>
          <a:xfrm>
            <a:off x="695324" y="1611307"/>
            <a:ext cx="10570084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As we discussed in the earlier presentation (see Week 5: DDIM &amp; Score Matching), matching the marginals allows an SDE to be converted into an equivalent ODE.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CC7296D-9341-BECB-5031-C49C1B6810C5}"/>
              </a:ext>
            </a:extLst>
          </p:cNvPr>
          <p:cNvCxnSpPr/>
          <p:nvPr/>
        </p:nvCxnSpPr>
        <p:spPr>
          <a:xfrm>
            <a:off x="6202018" y="2723634"/>
            <a:ext cx="713132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3F3DD20-C60D-D421-01D4-D8F8C1761922}"/>
                  </a:ext>
                </a:extLst>
              </p:cNvPr>
              <p:cNvSpPr txBox="1"/>
              <p:nvPr/>
            </p:nvSpPr>
            <p:spPr>
              <a:xfrm>
                <a:off x="7177708" y="2538487"/>
                <a:ext cx="4404692" cy="370294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This leads to same</a:t>
                </a:r>
                <a:r>
                  <a:rPr lang="en-US" altLang="ko-KR" sz="1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z="1600" dirty="0">
                    <a:latin typeface="Pretendard" panose="02000503000000020004" pitchFamily="50" charset="-127"/>
                    <a:ea typeface="Pretendard" panose="02000503000000020004" pitchFamily="50" charset="-127"/>
                    <a:cs typeface="Pretendard" panose="02000503000000020004" pitchFamily="50" charset="-127"/>
                  </a:rPr>
                  <a:t> with Reverse SDE</a:t>
                </a:r>
                <a:endParaRPr lang="ko-KR" altLang="en-US" sz="1600" dirty="0" err="1"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3F3DD20-C60D-D421-01D4-D8F8C1761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7708" y="2538487"/>
                <a:ext cx="4404692" cy="370294"/>
              </a:xfrm>
              <a:prstGeom prst="rect">
                <a:avLst/>
              </a:prstGeom>
              <a:blipFill>
                <a:blip r:embed="rId5"/>
                <a:stretch>
                  <a:fillRect l="-2766"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그림 24">
            <a:extLst>
              <a:ext uri="{FF2B5EF4-FFF2-40B4-BE49-F238E27FC236}">
                <a16:creationId xmlns:a16="http://schemas.microsoft.com/office/drawing/2014/main" id="{E1F14897-E44F-6BA4-50C7-00981D4DE5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4" y="3429000"/>
            <a:ext cx="5035446" cy="218154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0B774076-0CEC-F302-0954-0A9D7B5574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6404" y="3423886"/>
            <a:ext cx="5395996" cy="21815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6437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68DF-8280-60C1-E165-A3738837A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7CD0DE8F-C48F-B1CD-FD62-BA2A8CCD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DDPM (Stochastic) = Rectified Flow + Langevin dynamics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341A03-DA9E-E311-ACFF-25DEBE8EBE18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 Relation to Diffusion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9B6A6969-E2A7-596D-484E-79485CE6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F0E130-B226-EA85-5929-582653220666}"/>
                  </a:ext>
                </a:extLst>
              </p:cNvPr>
              <p:cNvSpPr txBox="1"/>
              <p:nvPr/>
            </p:nvSpPr>
            <p:spPr>
              <a:xfrm>
                <a:off x="1846449" y="1689982"/>
                <a:ext cx="1283493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4F0E130-B226-EA85-5929-582653220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449" y="1689982"/>
                <a:ext cx="1283493" cy="398955"/>
              </a:xfrm>
              <a:prstGeom prst="rect">
                <a:avLst/>
              </a:prstGeom>
              <a:blipFill>
                <a:blip r:embed="rId4"/>
                <a:stretch>
                  <a:fillRect l="-4762" t="-3030" b="-21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156E63F-380B-18D9-FCD4-F20804CCD16D}"/>
              </a:ext>
            </a:extLst>
          </p:cNvPr>
          <p:cNvSpPr txBox="1"/>
          <p:nvPr/>
        </p:nvSpPr>
        <p:spPr>
          <a:xfrm>
            <a:off x="609600" y="1750383"/>
            <a:ext cx="1005460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Flow: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7BAD48-E74B-8E99-78AB-A5FDA2CC569C}"/>
                  </a:ext>
                </a:extLst>
              </p:cNvPr>
              <p:cNvSpPr txBox="1"/>
              <p:nvPr/>
            </p:nvSpPr>
            <p:spPr>
              <a:xfrm>
                <a:off x="2678553" y="2303456"/>
                <a:ext cx="4286430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altLang="ko-KR" dirty="0"/>
                  <a:t> +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func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endParaRPr lang="ko-KR" altLang="en-US" dirty="0" err="1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7BAD48-E74B-8E99-78AB-A5FDA2CC5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8553" y="2303456"/>
                <a:ext cx="4286430" cy="398955"/>
              </a:xfrm>
              <a:prstGeom prst="rect">
                <a:avLst/>
              </a:prstGeom>
              <a:blipFill>
                <a:blip r:embed="rId5"/>
                <a:stretch>
                  <a:fillRect l="-1278" t="-3077" b="-2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28FFD978-44E0-93B1-EB87-2513804693CF}"/>
              </a:ext>
            </a:extLst>
          </p:cNvPr>
          <p:cNvSpPr txBox="1"/>
          <p:nvPr/>
        </p:nvSpPr>
        <p:spPr>
          <a:xfrm>
            <a:off x="609600" y="2362606"/>
            <a:ext cx="2520342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Convert to SDE: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D44C3AC-77B0-D837-5D6A-1F496D68AFB7}"/>
              </a:ext>
            </a:extLst>
          </p:cNvPr>
          <p:cNvCxnSpPr/>
          <p:nvPr/>
        </p:nvCxnSpPr>
        <p:spPr>
          <a:xfrm>
            <a:off x="4142232" y="2788920"/>
            <a:ext cx="1389888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614074E-D5A3-457C-0DAF-E2D47442EDEF}"/>
              </a:ext>
            </a:extLst>
          </p:cNvPr>
          <p:cNvSpPr txBox="1"/>
          <p:nvPr/>
        </p:nvSpPr>
        <p:spPr>
          <a:xfrm>
            <a:off x="4169664" y="2869607"/>
            <a:ext cx="147116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Score function</a:t>
            </a:r>
            <a:endParaRPr lang="ko-KR" altLang="en-US" sz="1600" dirty="0" err="1">
              <a:solidFill>
                <a:schemeClr val="accent5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56E8A78-3EDB-B9AE-493D-DAD31DA721BD}"/>
              </a:ext>
            </a:extLst>
          </p:cNvPr>
          <p:cNvCxnSpPr>
            <a:cxnSpLocks/>
          </p:cNvCxnSpPr>
          <p:nvPr/>
        </p:nvCxnSpPr>
        <p:spPr>
          <a:xfrm>
            <a:off x="5785104" y="2788920"/>
            <a:ext cx="990600" cy="0"/>
          </a:xfrm>
          <a:prstGeom prst="line">
            <a:avLst/>
          </a:prstGeom>
          <a:ln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7CCA38-2BB6-AF34-4C59-41333ACE6551}"/>
              </a:ext>
            </a:extLst>
          </p:cNvPr>
          <p:cNvSpPr txBox="1"/>
          <p:nvPr/>
        </p:nvSpPr>
        <p:spPr>
          <a:xfrm>
            <a:off x="5656372" y="2869336"/>
            <a:ext cx="1471165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solidFill>
                  <a:schemeClr val="accent5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Wiener process</a:t>
            </a:r>
            <a:endParaRPr lang="ko-KR" altLang="en-US" sz="1600" dirty="0" err="1">
              <a:solidFill>
                <a:schemeClr val="accent5">
                  <a:lumMod val="7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4F37D0E-7FD1-00C5-B1D7-4D044FDF1DAE}"/>
              </a:ext>
            </a:extLst>
          </p:cNvPr>
          <p:cNvSpPr txBox="1"/>
          <p:nvPr/>
        </p:nvSpPr>
        <p:spPr>
          <a:xfrm>
            <a:off x="8573643" y="2869336"/>
            <a:ext cx="1853946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accent5">
                    <a:lumMod val="7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chemeClr val="accent6">
                    <a:lumMod val="90000"/>
                  </a:schemeClr>
                </a:solidFill>
              </a:rPr>
              <a:t>Langevin dynamics</a:t>
            </a:r>
            <a:endParaRPr lang="ko-KR" altLang="en-US" dirty="0">
              <a:solidFill>
                <a:schemeClr val="accent6">
                  <a:lumMod val="90000"/>
                </a:schemeClr>
              </a:solidFill>
            </a:endParaRP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641B228-F0E1-7774-AEDB-CC76E114AA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99" y="3465858"/>
            <a:ext cx="6317084" cy="2561353"/>
          </a:xfrm>
          <a:prstGeom prst="rect">
            <a:avLst/>
          </a:prstGeom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FD57B6C-EB6D-D334-6F80-44ADBDFCB5A1}"/>
              </a:ext>
            </a:extLst>
          </p:cNvPr>
          <p:cNvCxnSpPr/>
          <p:nvPr/>
        </p:nvCxnSpPr>
        <p:spPr>
          <a:xfrm>
            <a:off x="7498080" y="3038613"/>
            <a:ext cx="658368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0249C39F-5D50-575F-90F8-9DD9D7DDBB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1652" y="3819387"/>
            <a:ext cx="4477927" cy="207149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59E8D1F-5C06-1091-A8AC-75A8E450366B}"/>
              </a:ext>
            </a:extLst>
          </p:cNvPr>
          <p:cNvSpPr txBox="1"/>
          <p:nvPr/>
        </p:nvSpPr>
        <p:spPr>
          <a:xfrm>
            <a:off x="8573643" y="3480834"/>
            <a:ext cx="2518069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Recall: Diffusion as SDE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4CBDB-0DE1-C2FC-95EF-DAC9B5B3B73A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0485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8BB3-231E-F8EC-2773-6F0CF99E5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97702047-4D5F-E8EF-5F4A-DCCF5286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DDPM (Stochastic) = Rectified Flow + Langevin dynamics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8E47F3-27B6-2022-5F7C-949A08BD3B45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 Relation to Diffusion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8C16EC4D-6693-0D25-97B1-5A88C40A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8FE3A-EB2F-E020-74CF-1C6BCF9F2FB4}"/>
              </a:ext>
            </a:extLst>
          </p:cNvPr>
          <p:cNvSpPr txBox="1"/>
          <p:nvPr/>
        </p:nvSpPr>
        <p:spPr>
          <a:xfrm>
            <a:off x="688848" y="1642208"/>
            <a:ext cx="1021080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What is the purpose of adding noise to an otherwise clean straight path, especially when noise seems to slow down fast sampling?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6D80C0-3142-DB8E-EB72-A9CB5D4B2E48}"/>
              </a:ext>
            </a:extLst>
          </p:cNvPr>
          <p:cNvSpPr txBox="1"/>
          <p:nvPr/>
        </p:nvSpPr>
        <p:spPr>
          <a:xfrm>
            <a:off x="688848" y="2316165"/>
            <a:ext cx="10210800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Solving the ODE alone may introduce approximation errors that accumulate over steps. Adding a Langevin term acts as an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error corrector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regulating the trajectory and keeping it aligned with the target distribution.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D886CB03-C3F0-CCBD-BC8B-0AB6E105E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152" y="3178993"/>
            <a:ext cx="8394192" cy="283245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B4392CC-683B-B022-0AD1-C13E4C8E1EDD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892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506AB-772D-80CE-AD13-E04C154A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C597D085-4B7D-6AAE-89FD-D09B4B5D1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30789"/>
            <a:ext cx="10972800" cy="535531"/>
          </a:xfrm>
        </p:spPr>
        <p:txBody>
          <a:bodyPr/>
          <a:lstStyle/>
          <a:p>
            <a:r>
              <a:rPr lang="en-US" altLang="ko-KR" dirty="0"/>
              <a:t>DDIM (Deterministic) = Rectified Flow</a:t>
            </a:r>
            <a:endParaRPr lang="en-US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BB6672-4EF6-CC5A-FFB4-799D6D42CC04}"/>
              </a:ext>
            </a:extLst>
          </p:cNvPr>
          <p:cNvSpPr txBox="1"/>
          <p:nvPr/>
        </p:nvSpPr>
        <p:spPr>
          <a:xfrm>
            <a:off x="510210" y="323378"/>
            <a:ext cx="614900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chemeClr val="tx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 Relation to Diffusion Models</a:t>
            </a:r>
            <a:endParaRPr lang="ko-KR" altLang="en-US" sz="10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3DBF2ACD-E26A-828D-8DE8-6D4989BC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9200" y="6289500"/>
            <a:ext cx="2743200" cy="365125"/>
          </a:xfrm>
        </p:spPr>
        <p:txBody>
          <a:bodyPr/>
          <a:lstStyle/>
          <a:p>
            <a:fld id="{EB4B8DE2-A4E8-46E4-8BBF-D75455EFF32C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08289A-1124-48AF-A6C7-B7425E63EA43}"/>
              </a:ext>
            </a:extLst>
          </p:cNvPr>
          <p:cNvSpPr txBox="1"/>
          <p:nvPr/>
        </p:nvSpPr>
        <p:spPr>
          <a:xfrm>
            <a:off x="695324" y="1611307"/>
            <a:ext cx="1057008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Recall: DDIM is already an ODE version of DDPM which is deterministic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DC0F9-87BF-29FF-09AF-5E4A3C007E3A}"/>
              </a:ext>
            </a:extLst>
          </p:cNvPr>
          <p:cNvSpPr txBox="1"/>
          <p:nvPr/>
        </p:nvSpPr>
        <p:spPr>
          <a:xfrm>
            <a:off x="695324" y="1949861"/>
            <a:ext cx="1057008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Then, could DDIM be regarded as a flow?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BCF06D2-F8E0-BF6E-3052-4A2298AC766C}"/>
              </a:ext>
            </a:extLst>
          </p:cNvPr>
          <p:cNvCxnSpPr/>
          <p:nvPr/>
        </p:nvCxnSpPr>
        <p:spPr>
          <a:xfrm>
            <a:off x="813816" y="2779776"/>
            <a:ext cx="521208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BC7E59-F30C-1D85-60D4-228ED07F2BBF}"/>
              </a:ext>
            </a:extLst>
          </p:cNvPr>
          <p:cNvSpPr txBox="1"/>
          <p:nvPr/>
        </p:nvSpPr>
        <p:spPr>
          <a:xfrm>
            <a:off x="1698116" y="2626969"/>
            <a:ext cx="7231084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DDIM inference can be seen as applying a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curved Euler method to curved interpolation</a:t>
            </a:r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trajectories.</a:t>
            </a:r>
            <a:endParaRPr lang="ko-KR" altLang="en-US" sz="16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71C993C-465E-AF72-E425-20BE4577F8CB}"/>
              </a:ext>
            </a:extLst>
          </p:cNvPr>
          <p:cNvCxnSpPr/>
          <p:nvPr/>
        </p:nvCxnSpPr>
        <p:spPr>
          <a:xfrm>
            <a:off x="813816" y="3580020"/>
            <a:ext cx="521208" cy="0"/>
          </a:xfrm>
          <a:prstGeom prst="straightConnector1">
            <a:avLst/>
          </a:prstGeom>
          <a:ln w="19050" cap="rnd">
            <a:solidFill>
              <a:schemeClr val="tx1"/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5F6D2D9-7138-B5FB-3AD1-CE562A31BB4E}"/>
              </a:ext>
            </a:extLst>
          </p:cNvPr>
          <p:cNvSpPr txBox="1"/>
          <p:nvPr/>
        </p:nvSpPr>
        <p:spPr>
          <a:xfrm>
            <a:off x="1698116" y="3410743"/>
            <a:ext cx="7583044" cy="3385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16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This is equivalent to applying the </a:t>
            </a:r>
            <a:r>
              <a:rPr lang="en-US" altLang="ko-KR" sz="16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vanilla straight Euler method to a rectified flow</a:t>
            </a:r>
            <a:endParaRPr lang="ko-KR" altLang="en-US" sz="1600" b="1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D766E5B-F4DB-A68A-40AB-8F7847068E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796" y="3955126"/>
            <a:ext cx="7353683" cy="22069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DD8DE2-5339-F1E1-9950-04269E1A41A6}"/>
              </a:ext>
            </a:extLst>
          </p:cNvPr>
          <p:cNvSpPr txBox="1"/>
          <p:nvPr/>
        </p:nvSpPr>
        <p:spPr>
          <a:xfrm>
            <a:off x="609600" y="6472062"/>
            <a:ext cx="5680765" cy="21544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qiang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8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liu</a:t>
            </a:r>
            <a:r>
              <a:rPr lang="en-US" altLang="ko-KR" sz="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“Flowing Through Continuous-Time Generative Models: A Clear and Systematic Tour”, ICML Tutorial 2025.</a:t>
            </a:r>
            <a:endParaRPr lang="ko-KR" altLang="en-US" sz="800" dirty="0" err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7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4296">
        <p:fade/>
      </p:transition>
    </mc:Choice>
    <mc:Fallback xmlns="">
      <p:transition spd="med" advTm="84296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16E63F9-8302-7092-AF03-D57439901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277480"/>
            <a:ext cx="3950550" cy="1304657"/>
          </a:xfrm>
          <a:prstGeom prst="rect">
            <a:avLst/>
          </a:prstGeom>
        </p:spPr>
      </p:pic>
      <p:pic>
        <p:nvPicPr>
          <p:cNvPr id="5" name="오디오 4">
            <a:hlinkClick r:id="" action="ppaction://media"/>
            <a:extLst>
              <a:ext uri="{FF2B5EF4-FFF2-40B4-BE49-F238E27FC236}">
                <a16:creationId xmlns:a16="http://schemas.microsoft.com/office/drawing/2014/main" id="{CAB6615F-7987-1147-1054-DAF5C6ABBA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87500" t="-287500" r="-287500" b="-28750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61184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716">
        <p:fade/>
      </p:transition>
    </mc:Choice>
    <mc:Fallback xmlns="">
      <p:transition spd="med" advTm="1371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12.4|15|13.9"/>
</p:tagLst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AWS (AED+맑은고딕)">
      <a:majorFont>
        <a:latin typeface="Amazon Ember Display"/>
        <a:ea typeface="맑은 고딕"/>
        <a:cs typeface=""/>
      </a:majorFont>
      <a:minorFont>
        <a:latin typeface="Amazon Ember Display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Confidential_Dark_2023" id="{72E2B4FE-C42D-464A-9B49-FB69F189B67A}" vid="{83355037-DD83-FB46-B5CB-DF9A297C7AF7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8B642EF64ED0F47B920132EBB4BA1B1" ma:contentTypeVersion="19" ma:contentTypeDescription="새 문서를 만듭니다." ma:contentTypeScope="" ma:versionID="80e348e2e4ab8159d9dc33ee247191d0">
  <xsd:schema xmlns:xsd="http://www.w3.org/2001/XMLSchema" xmlns:xs="http://www.w3.org/2001/XMLSchema" xmlns:p="http://schemas.microsoft.com/office/2006/metadata/properties" xmlns:ns2="bcb2b4a5-cb44-4291-9886-2edaa9e85bdf" xmlns:ns3="e88e242b-24fc-4e0f-9d1e-ff21a8f51232" targetNamespace="http://schemas.microsoft.com/office/2006/metadata/properties" ma:root="true" ma:fieldsID="bb43ea3dc43c3bf6afd2e4364d3117d0" ns2:_="" ns3:_="">
    <xsd:import namespace="bcb2b4a5-cb44-4291-9886-2edaa9e85bdf"/>
    <xsd:import namespace="e88e242b-24fc-4e0f-9d1e-ff21a8f512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_xbbf8__xb9ac__xbcf4__xae3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b2b4a5-cb44-4291-9886-2edaa9e85b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2641299d-3420-4534-9c49-27313639e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xbbf8__xb9ac__xbcf4__xae30_" ma:index="25" nillable="true" ma:displayName="미리보기" ma:format="Thumbnail" ma:internalName="_xbbf8__xb9ac__xbcf4__xae30_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e242b-24fc-4e0f-9d1e-ff21a8f5123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0543c7f-4928-4de1-899e-5400b04075d5}" ma:internalName="TaxCatchAll" ma:showField="CatchAllData" ma:web="e88e242b-24fc-4e0f-9d1e-ff21a8f512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143260A-B934-4D8D-BBAA-0C9A0F678E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1B9F3A-A732-4BF1-8CA3-DA8DB77979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b2b4a5-cb44-4291-9886-2edaa9e85bdf"/>
    <ds:schemaRef ds:uri="e88e242b-24fc-4e0f-9d1e-ff21a8f512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AWS_Powerpoint Template_Confidential_Dark_2023</Template>
  <TotalTime>4220</TotalTime>
  <Words>1651</Words>
  <Application>Microsoft Office PowerPoint</Application>
  <PresentationFormat>와이드스크린</PresentationFormat>
  <Paragraphs>262</Paragraphs>
  <Slides>31</Slides>
  <Notes>31</Notes>
  <HiddenSlides>0</HiddenSlides>
  <MMClips>1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Pretendard Variable Medium</vt:lpstr>
      <vt:lpstr>Pretendard SemiBold</vt:lpstr>
      <vt:lpstr>Amazon Ember</vt:lpstr>
      <vt:lpstr>Pretendard Medium</vt:lpstr>
      <vt:lpstr>Pretendard Variable Black</vt:lpstr>
      <vt:lpstr>Arial</vt:lpstr>
      <vt:lpstr>Pretendard</vt:lpstr>
      <vt:lpstr>Cambria Math</vt:lpstr>
      <vt:lpstr>Wingdings</vt:lpstr>
      <vt:lpstr>AWS Confidential Light</vt:lpstr>
      <vt:lpstr>Introduction to Flow Matching</vt:lpstr>
      <vt:lpstr>Table of contents</vt:lpstr>
      <vt:lpstr>Recap: Generative Modeling</vt:lpstr>
      <vt:lpstr>Deep Generative Models</vt:lpstr>
      <vt:lpstr>Deep Generative Models</vt:lpstr>
      <vt:lpstr>Deep Generative Models</vt:lpstr>
      <vt:lpstr>Generative Learning Trilemma</vt:lpstr>
      <vt:lpstr>Generative Learning Trilemma</vt:lpstr>
      <vt:lpstr>Normalizing Flows</vt:lpstr>
      <vt:lpstr>Normalizing Flows</vt:lpstr>
      <vt:lpstr>What is a Flow?</vt:lpstr>
      <vt:lpstr>Continuous Normalizing Flow</vt:lpstr>
      <vt:lpstr>Training</vt:lpstr>
      <vt:lpstr>Flow Matching</vt:lpstr>
      <vt:lpstr>Flow Matching Objective</vt:lpstr>
      <vt:lpstr>Flow Matching Objective</vt:lpstr>
      <vt:lpstr>Flow Transport</vt:lpstr>
      <vt:lpstr>Optimal Transport</vt:lpstr>
      <vt:lpstr>Rectified Flow</vt:lpstr>
      <vt:lpstr>Enforcing Straightness</vt:lpstr>
      <vt:lpstr>Rectified Flow</vt:lpstr>
      <vt:lpstr>Rectified Flow</vt:lpstr>
      <vt:lpstr>Rectified Flow</vt:lpstr>
      <vt:lpstr>Rectified Flow</vt:lpstr>
      <vt:lpstr>Relation to Diffusion Models</vt:lpstr>
      <vt:lpstr>ODE &amp; SDE</vt:lpstr>
      <vt:lpstr>SDE &lt;-&gt; ODE</vt:lpstr>
      <vt:lpstr>DDPM (Stochastic) = Rectified Flow + Langevin dynamics</vt:lpstr>
      <vt:lpstr>DDPM (Stochastic) = Rectified Flow + Langevin dynamics</vt:lpstr>
      <vt:lpstr>DDIM (Deterministic) = Rectified Flow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이나경</dc:creator>
  <cp:lastModifiedBy>우진 김</cp:lastModifiedBy>
  <cp:revision>22</cp:revision>
  <dcterms:created xsi:type="dcterms:W3CDTF">2024-05-08T02:10:43Z</dcterms:created>
  <dcterms:modified xsi:type="dcterms:W3CDTF">2025-09-03T02:47:53Z</dcterms:modified>
</cp:coreProperties>
</file>