
<file path=[Content_Types].xml><?xml version="1.0" encoding="utf-8"?>
<Types xmlns="http://schemas.openxmlformats.org/package/2006/content-types">
  <Default Extension="fntdata" ContentType="application/x-fontdata"/>
  <Default Extension="jpe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0.xml" ContentType="application/vnd.openxmlformats-officedocument.presentationml.tags+xml"/>
  <Override PartName="/ppt/notesSlides/notesSlide17.xml" ContentType="application/vnd.openxmlformats-officedocument.presentationml.notesSlide+xml"/>
  <Override PartName="/ppt/tags/tag11.xml" ContentType="application/vnd.openxmlformats-officedocument.presentationml.tags+xml"/>
  <Override PartName="/ppt/notesSlides/notesSlide18.xml" ContentType="application/vnd.openxmlformats-officedocument.presentationml.notesSlide+xml"/>
  <Override PartName="/ppt/tags/tag12.xml" ContentType="application/vnd.openxmlformats-officedocument.presentationml.tags+xml"/>
  <Override PartName="/ppt/notesSlides/notesSlide19.xml" ContentType="application/vnd.openxmlformats-officedocument.presentationml.notesSlide+xml"/>
  <Override PartName="/ppt/tags/tag13.xml" ContentType="application/vnd.openxmlformats-officedocument.presentationml.tags+xml"/>
  <Override PartName="/ppt/notesSlides/notesSlide20.xml" ContentType="application/vnd.openxmlformats-officedocument.presentationml.notesSlide+xml"/>
  <Override PartName="/ppt/tags/tag14.xml" ContentType="application/vnd.openxmlformats-officedocument.presentationml.tags+xml"/>
  <Override PartName="/ppt/notesSlides/notesSlide21.xml" ContentType="application/vnd.openxmlformats-officedocument.presentationml.notesSlide+xml"/>
  <Override PartName="/ppt/tags/tag15.xml" ContentType="application/vnd.openxmlformats-officedocument.presentationml.tags+xml"/>
  <Override PartName="/ppt/notesSlides/notesSlide22.xml" ContentType="application/vnd.openxmlformats-officedocument.presentationml.notesSlide+xml"/>
  <Override PartName="/ppt/tags/tag16.xml" ContentType="application/vnd.openxmlformats-officedocument.presentationml.tags+xml"/>
  <Override PartName="/ppt/notesSlides/notesSlide23.xml" ContentType="application/vnd.openxmlformats-officedocument.presentationml.notesSlide+xml"/>
  <Override PartName="/ppt/tags/tag17.xml" ContentType="application/vnd.openxmlformats-officedocument.presentationml.tags+xml"/>
  <Override PartName="/ppt/notesSlides/notesSlide24.xml" ContentType="application/vnd.openxmlformats-officedocument.presentationml.notesSlide+xml"/>
  <Override PartName="/ppt/tags/tag18.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9.xml" ContentType="application/vnd.openxmlformats-officedocument.presentationml.tags+xml"/>
  <Override PartName="/ppt/notesSlides/notesSlide27.xml" ContentType="application/vnd.openxmlformats-officedocument.presentationml.notesSlide+xml"/>
  <Override PartName="/ppt/tags/tag20.xml" ContentType="application/vnd.openxmlformats-officedocument.presentationml.tags+xml"/>
  <Override PartName="/ppt/notesSlides/notesSlide28.xml" ContentType="application/vnd.openxmlformats-officedocument.presentationml.notesSlide+xml"/>
  <Override PartName="/ppt/tags/tag21.xml" ContentType="application/vnd.openxmlformats-officedocument.presentationml.tags+xml"/>
  <Override PartName="/ppt/notesSlides/notesSlide29.xml" ContentType="application/vnd.openxmlformats-officedocument.presentationml.notesSlide+xml"/>
  <Override PartName="/ppt/tags/tag22.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3.xml" ContentType="application/vnd.openxmlformats-officedocument.presentationml.tags+xml"/>
  <Override PartName="/ppt/notesSlides/notesSlide35.xml" ContentType="application/vnd.openxmlformats-officedocument.presentationml.notesSlide+xml"/>
  <Override PartName="/ppt/tags/tag24.xml" ContentType="application/vnd.openxmlformats-officedocument.presentationml.tags+xml"/>
  <Override PartName="/ppt/notesSlides/notesSlide36.xml" ContentType="application/vnd.openxmlformats-officedocument.presentationml.notesSlide+xml"/>
  <Override PartName="/ppt/tags/tag25.xml" ContentType="application/vnd.openxmlformats-officedocument.presentationml.tags+xml"/>
  <Override PartName="/ppt/notesSlides/notesSlide37.xml" ContentType="application/vnd.openxmlformats-officedocument.presentationml.notesSlide+xml"/>
  <Override PartName="/ppt/tags/tag2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3"/>
  </p:sldMasterIdLst>
  <p:notesMasterIdLst>
    <p:notesMasterId r:id="rId50"/>
  </p:notesMasterIdLst>
  <p:handoutMasterIdLst>
    <p:handoutMasterId r:id="rId51"/>
  </p:handoutMasterIdLst>
  <p:sldIdLst>
    <p:sldId id="328" r:id="rId4"/>
    <p:sldId id="365" r:id="rId5"/>
    <p:sldId id="366" r:id="rId6"/>
    <p:sldId id="370" r:id="rId7"/>
    <p:sldId id="367" r:id="rId8"/>
    <p:sldId id="363" r:id="rId9"/>
    <p:sldId id="368" r:id="rId10"/>
    <p:sldId id="415" r:id="rId11"/>
    <p:sldId id="416" r:id="rId12"/>
    <p:sldId id="369" r:id="rId13"/>
    <p:sldId id="417" r:id="rId14"/>
    <p:sldId id="388" r:id="rId15"/>
    <p:sldId id="425" r:id="rId16"/>
    <p:sldId id="373" r:id="rId17"/>
    <p:sldId id="419" r:id="rId18"/>
    <p:sldId id="376" r:id="rId19"/>
    <p:sldId id="378" r:id="rId20"/>
    <p:sldId id="377" r:id="rId21"/>
    <p:sldId id="382" r:id="rId22"/>
    <p:sldId id="379" r:id="rId23"/>
    <p:sldId id="380" r:id="rId24"/>
    <p:sldId id="383" r:id="rId25"/>
    <p:sldId id="381" r:id="rId26"/>
    <p:sldId id="421" r:id="rId27"/>
    <p:sldId id="412" r:id="rId28"/>
    <p:sldId id="420" r:id="rId29"/>
    <p:sldId id="390" r:id="rId30"/>
    <p:sldId id="394" r:id="rId31"/>
    <p:sldId id="422" r:id="rId32"/>
    <p:sldId id="395" r:id="rId33"/>
    <p:sldId id="396" r:id="rId34"/>
    <p:sldId id="397" r:id="rId35"/>
    <p:sldId id="398" r:id="rId36"/>
    <p:sldId id="399" r:id="rId37"/>
    <p:sldId id="424" r:id="rId38"/>
    <p:sldId id="400" r:id="rId39"/>
    <p:sldId id="402" r:id="rId40"/>
    <p:sldId id="407" r:id="rId41"/>
    <p:sldId id="413" r:id="rId42"/>
    <p:sldId id="409" r:id="rId43"/>
    <p:sldId id="410" r:id="rId44"/>
    <p:sldId id="411" r:id="rId45"/>
    <p:sldId id="414" r:id="rId46"/>
    <p:sldId id="405" r:id="rId47"/>
    <p:sldId id="406" r:id="rId48"/>
    <p:sldId id="362" r:id="rId49"/>
  </p:sldIdLst>
  <p:sldSz cx="12192000" cy="6858000"/>
  <p:notesSz cx="6858000" cy="9144000"/>
  <p:embeddedFontLst>
    <p:embeddedFont>
      <p:font typeface="Amazon Ember" panose="020B0603020204020204" pitchFamily="34" charset="0"/>
      <p:regular r:id="rId52"/>
      <p:bold r:id="rId53"/>
      <p:italic r:id="rId54"/>
      <p:boldItalic r:id="rId55"/>
    </p:embeddedFont>
    <p:embeddedFont>
      <p:font typeface="Cambria Math" panose="02040503050406030204" pitchFamily="18" charset="0"/>
      <p:regular r:id="rId56"/>
    </p:embeddedFont>
    <p:embeddedFont>
      <p:font typeface="Pretendard" panose="02000503000000020004" pitchFamily="2" charset="-127"/>
      <p:regular r:id="rId57"/>
      <p:bold r:id="rId58"/>
    </p:embeddedFont>
    <p:embeddedFont>
      <p:font typeface="Pretendard Light" panose="02000403000000020004" pitchFamily="2" charset="-127"/>
      <p:regular r:id="rId59"/>
    </p:embeddedFont>
    <p:embeddedFont>
      <p:font typeface="Pretendard Medium" panose="02000503000000020004" pitchFamily="2" charset="-127"/>
      <p:regular r:id="rId60"/>
    </p:embeddedFont>
    <p:embeddedFont>
      <p:font typeface="Pretendard SemiBold" panose="02000503000000020004" pitchFamily="2" charset="-127"/>
      <p:regular r:id="rId61"/>
      <p:bold r:id="rId62"/>
    </p:embeddedFont>
    <p:embeddedFont>
      <p:font typeface="Pretendard Variable Black" panose="02000503000000020004" pitchFamily="2" charset="-127"/>
      <p:bold r:id="rId63"/>
    </p:embeddedFont>
    <p:embeddedFont>
      <p:font typeface="Pretendard Variable Medium" panose="02000503000000020004" pitchFamily="2" charset="-127"/>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300"/>
    <a:srgbClr val="31B0C9"/>
    <a:srgbClr val="FF9900"/>
    <a:srgbClr val="232F3E"/>
    <a:srgbClr val="FFFFFF"/>
    <a:srgbClr val="1F2F3F"/>
    <a:srgbClr val="1FA682"/>
    <a:srgbClr val="FFEDCF"/>
    <a:srgbClr val="7CE8F4"/>
    <a:srgbClr val="FFBB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F9800-C6BB-4E4A-9B07-A4DB94200D79}" v="278" dt="2025-08-12T12:21:41.910"/>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autoAdjust="0"/>
    <p:restoredTop sz="95707" autoAdjust="0"/>
  </p:normalViewPr>
  <p:slideViewPr>
    <p:cSldViewPr snapToGrid="0">
      <p:cViewPr varScale="1">
        <p:scale>
          <a:sx n="109" d="100"/>
          <a:sy n="109" d="100"/>
        </p:scale>
        <p:origin x="1240" y="176"/>
      </p:cViewPr>
      <p:guideLst/>
    </p:cSldViewPr>
  </p:slideViewPr>
  <p:notesTextViewPr>
    <p:cViewPr>
      <p:scale>
        <a:sx n="215" d="100"/>
        <a:sy n="215" d="100"/>
      </p:scale>
      <p:origin x="0" y="0"/>
    </p:cViewPr>
  </p:notesTextViewPr>
  <p:notesViewPr>
    <p:cSldViewPr snapToGrid="0" showGuide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12.fntdata"/><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font" Target="fonts/font10.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5.fntdata"/><Relationship Id="rId64" Type="http://schemas.openxmlformats.org/officeDocument/2006/relationships/font" Target="fonts/font13.fntdata"/><Relationship Id="rId69" Type="http://schemas.microsoft.com/office/2016/11/relationships/changesInfo" Target="changesInfos/changesInfo1.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8.fntdata"/><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3.fntdata"/><Relationship Id="rId62" Type="http://schemas.openxmlformats.org/officeDocument/2006/relationships/font" Target="fonts/font11.fntdata"/><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6.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notesMaster" Target="notesMasters/notesMaster1.xml"/><Relationship Id="rId55"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joon Lee" userId="c780d5a30fa7b868" providerId="LiveId" clId="{A5C5579D-EC79-2D49-AE39-181BF60F3EEA}"/>
    <pc:docChg chg="undo redo custSel addSld delSld modSld sldOrd modMainMaster">
      <pc:chgData name="Yejoon Lee" userId="c780d5a30fa7b868" providerId="LiveId" clId="{A5C5579D-EC79-2D49-AE39-181BF60F3EEA}" dt="2025-07-23T02:44:13.998" v="23802" actId="20578"/>
      <pc:docMkLst>
        <pc:docMk/>
      </pc:docMkLst>
      <pc:sldChg chg="addSp modSp mod modTransition">
        <pc:chgData name="Yejoon Lee" userId="c780d5a30fa7b868" providerId="LiveId" clId="{A5C5579D-EC79-2D49-AE39-181BF60F3EEA}" dt="2025-07-12T12:51:57.536" v="13306"/>
        <pc:sldMkLst>
          <pc:docMk/>
          <pc:sldMk cId="110913955" sldId="328"/>
        </pc:sldMkLst>
      </pc:sldChg>
      <pc:sldChg chg="modSp mod modTransition">
        <pc:chgData name="Yejoon Lee" userId="c780d5a30fa7b868" providerId="LiveId" clId="{A5C5579D-EC79-2D49-AE39-181BF60F3EEA}" dt="2025-07-12T16:41:00.146" v="15252" actId="20577"/>
        <pc:sldMkLst>
          <pc:docMk/>
          <pc:sldMk cId="1670131609" sldId="362"/>
        </pc:sldMkLst>
      </pc:sldChg>
      <pc:sldChg chg="modSp mod modTransition">
        <pc:chgData name="Yejoon Lee" userId="c780d5a30fa7b868" providerId="LiveId" clId="{A5C5579D-EC79-2D49-AE39-181BF60F3EEA}" dt="2025-07-13T05:37:52.274" v="16947" actId="113"/>
        <pc:sldMkLst>
          <pc:docMk/>
          <pc:sldMk cId="3712045735" sldId="363"/>
        </pc:sldMkLst>
        <pc:spChg chg="mod">
          <ac:chgData name="Yejoon Lee" userId="c780d5a30fa7b868" providerId="LiveId" clId="{A5C5579D-EC79-2D49-AE39-181BF60F3EEA}" dt="2025-07-13T05:37:52.274" v="16947" actId="113"/>
          <ac:spMkLst>
            <pc:docMk/>
            <pc:sldMk cId="3712045735" sldId="363"/>
            <ac:spMk id="3" creationId="{F1282CFA-2944-3CFA-14BF-A2CF62816D3B}"/>
          </ac:spMkLst>
        </pc:spChg>
      </pc:sldChg>
      <pc:sldChg chg="addSp delSp modSp new del mod modTransition chgLayout">
        <pc:chgData name="Yejoon Lee" userId="c780d5a30fa7b868" providerId="LiveId" clId="{A5C5579D-EC79-2D49-AE39-181BF60F3EEA}" dt="2025-07-14T10:29:23.634" v="20155" actId="2696"/>
        <pc:sldMkLst>
          <pc:docMk/>
          <pc:sldMk cId="15180707" sldId="364"/>
        </pc:sldMkLst>
      </pc:sldChg>
      <pc:sldChg chg="addSp delSp modSp new mod modTransition chgLayout">
        <pc:chgData name="Yejoon Lee" userId="c780d5a30fa7b868" providerId="LiveId" clId="{A5C5579D-EC79-2D49-AE39-181BF60F3EEA}" dt="2025-07-12T12:51:57.536" v="13306"/>
        <pc:sldMkLst>
          <pc:docMk/>
          <pc:sldMk cId="2413077131" sldId="365"/>
        </pc:sldMkLst>
      </pc:sldChg>
      <pc:sldChg chg="addSp delSp modSp new del mod modClrScheme chgLayout">
        <pc:chgData name="Yejoon Lee" userId="c780d5a30fa7b868" providerId="LiveId" clId="{A5C5579D-EC79-2D49-AE39-181BF60F3EEA}" dt="2025-07-12T04:53:40.996" v="652" actId="2696"/>
        <pc:sldMkLst>
          <pc:docMk/>
          <pc:sldMk cId="3682649216" sldId="366"/>
        </pc:sldMkLst>
      </pc:sldChg>
      <pc:sldChg chg="addSp delSp modSp new del mod modClrScheme chgLayout">
        <pc:chgData name="Yejoon Lee" userId="c780d5a30fa7b868" providerId="LiveId" clId="{A5C5579D-EC79-2D49-AE39-181BF60F3EEA}" dt="2025-07-12T04:48:19.865" v="416" actId="2696"/>
        <pc:sldMkLst>
          <pc:docMk/>
          <pc:sldMk cId="3949344235" sldId="366"/>
        </pc:sldMkLst>
      </pc:sldChg>
      <pc:sldChg chg="addSp delSp modSp new mod modTransition modClrScheme modAnim chgLayout modNotes">
        <pc:chgData name="Yejoon Lee" userId="c780d5a30fa7b868" providerId="LiveId" clId="{A5C5579D-EC79-2D49-AE39-181BF60F3EEA}" dt="2025-07-15T10:43:50.863" v="21641" actId="1076"/>
        <pc:sldMkLst>
          <pc:docMk/>
          <pc:sldMk cId="4214553431" sldId="366"/>
        </pc:sldMkLst>
        <pc:spChg chg="add mod ord">
          <ac:chgData name="Yejoon Lee" userId="c780d5a30fa7b868" providerId="LiveId" clId="{A5C5579D-EC79-2D49-AE39-181BF60F3EEA}" dt="2025-07-14T04:54:44.011" v="16984" actId="14100"/>
          <ac:spMkLst>
            <pc:docMk/>
            <pc:sldMk cId="4214553431" sldId="366"/>
            <ac:spMk id="5" creationId="{B0B6299E-93C0-EB82-44EF-01B63D5BB0FA}"/>
          </ac:spMkLst>
        </pc:spChg>
        <pc:spChg chg="add mod">
          <ac:chgData name="Yejoon Lee" userId="c780d5a30fa7b868" providerId="LiveId" clId="{A5C5579D-EC79-2D49-AE39-181BF60F3EEA}" dt="2025-07-15T10:43:31.598" v="21636" actId="404"/>
          <ac:spMkLst>
            <pc:docMk/>
            <pc:sldMk cId="4214553431" sldId="366"/>
            <ac:spMk id="7" creationId="{6549B959-01B2-F73D-088E-EEB228FC6B9A}"/>
          </ac:spMkLst>
        </pc:spChg>
        <pc:spChg chg="add mod">
          <ac:chgData name="Yejoon Lee" userId="c780d5a30fa7b868" providerId="LiveId" clId="{A5C5579D-EC79-2D49-AE39-181BF60F3EEA}" dt="2025-07-15T10:43:46.019" v="21639" actId="1076"/>
          <ac:spMkLst>
            <pc:docMk/>
            <pc:sldMk cId="4214553431" sldId="366"/>
            <ac:spMk id="9" creationId="{3AFC1B58-C4C0-FB26-59E5-CCAD98C96DFD}"/>
          </ac:spMkLst>
        </pc:spChg>
        <pc:spChg chg="add mod">
          <ac:chgData name="Yejoon Lee" userId="c780d5a30fa7b868" providerId="LiveId" clId="{A5C5579D-EC79-2D49-AE39-181BF60F3EEA}" dt="2025-07-15T10:43:50.863" v="21641" actId="1076"/>
          <ac:spMkLst>
            <pc:docMk/>
            <pc:sldMk cId="4214553431" sldId="366"/>
            <ac:spMk id="10" creationId="{B313A49F-8F5F-08FB-FED2-6E42D0CFE3E3}"/>
          </ac:spMkLst>
        </pc:spChg>
        <pc:spChg chg="add mod">
          <ac:chgData name="Yejoon Lee" userId="c780d5a30fa7b868" providerId="LiveId" clId="{A5C5579D-EC79-2D49-AE39-181BF60F3EEA}" dt="2025-07-14T04:54:58.530" v="16993" actId="1076"/>
          <ac:spMkLst>
            <pc:docMk/>
            <pc:sldMk cId="4214553431" sldId="366"/>
            <ac:spMk id="12" creationId="{B0D20C87-98EC-3685-A2BF-458F1FF14C3D}"/>
          </ac:spMkLst>
        </pc:spChg>
        <pc:spChg chg="add mod">
          <ac:chgData name="Yejoon Lee" userId="c780d5a30fa7b868" providerId="LiveId" clId="{A5C5579D-EC79-2D49-AE39-181BF60F3EEA}" dt="2025-07-14T04:54:55.386" v="16992" actId="1037"/>
          <ac:spMkLst>
            <pc:docMk/>
            <pc:sldMk cId="4214553431" sldId="366"/>
            <ac:spMk id="14" creationId="{F60DC994-9077-EEFB-A9C0-5AD65F05B80E}"/>
          </ac:spMkLst>
        </pc:spChg>
        <pc:spChg chg="add mod">
          <ac:chgData name="Yejoon Lee" userId="c780d5a30fa7b868" providerId="LiveId" clId="{A5C5579D-EC79-2D49-AE39-181BF60F3EEA}" dt="2025-07-14T04:54:50.573" v="16988" actId="1038"/>
          <ac:spMkLst>
            <pc:docMk/>
            <pc:sldMk cId="4214553431" sldId="366"/>
            <ac:spMk id="16" creationId="{B4F048B5-9C5A-0954-BFCF-05247FC1BBB1}"/>
          </ac:spMkLst>
        </pc:spChg>
        <pc:spChg chg="add mod">
          <ac:chgData name="Yejoon Lee" userId="c780d5a30fa7b868" providerId="LiveId" clId="{A5C5579D-EC79-2D49-AE39-181BF60F3EEA}" dt="2025-07-14T04:55:05.060" v="16996" actId="1076"/>
          <ac:spMkLst>
            <pc:docMk/>
            <pc:sldMk cId="4214553431" sldId="366"/>
            <ac:spMk id="17" creationId="{F05C1501-3A1D-8954-0B36-B7F9864E0D88}"/>
          </ac:spMkLst>
        </pc:spChg>
        <pc:spChg chg="add mod">
          <ac:chgData name="Yejoon Lee" userId="c780d5a30fa7b868" providerId="LiveId" clId="{A5C5579D-EC79-2D49-AE39-181BF60F3EEA}" dt="2025-07-14T04:55:07.964" v="16997" actId="1076"/>
          <ac:spMkLst>
            <pc:docMk/>
            <pc:sldMk cId="4214553431" sldId="366"/>
            <ac:spMk id="18" creationId="{89383A06-FC37-0EDC-4DBA-4559F7226264}"/>
          </ac:spMkLst>
        </pc:spChg>
        <pc:spChg chg="add mod">
          <ac:chgData name="Yejoon Lee" userId="c780d5a30fa7b868" providerId="LiveId" clId="{A5C5579D-EC79-2D49-AE39-181BF60F3EEA}" dt="2025-07-15T10:43:48.377" v="21640" actId="1076"/>
          <ac:spMkLst>
            <pc:docMk/>
            <pc:sldMk cId="4214553431" sldId="366"/>
            <ac:spMk id="19" creationId="{2FB86DC9-DD05-7AD9-886E-EAD4DDBA7D7D}"/>
          </ac:spMkLst>
        </pc:spChg>
      </pc:sldChg>
      <pc:sldChg chg="addSp delSp modSp new mod modTransition chgLayout">
        <pc:chgData name="Yejoon Lee" userId="c780d5a30fa7b868" providerId="LiveId" clId="{A5C5579D-EC79-2D49-AE39-181BF60F3EEA}" dt="2025-07-14T09:19:29.012" v="19579" actId="113"/>
        <pc:sldMkLst>
          <pc:docMk/>
          <pc:sldMk cId="1409952200" sldId="367"/>
        </pc:sldMkLst>
        <pc:spChg chg="add mod">
          <ac:chgData name="Yejoon Lee" userId="c780d5a30fa7b868" providerId="LiveId" clId="{A5C5579D-EC79-2D49-AE39-181BF60F3EEA}" dt="2025-07-14T09:19:29.012" v="19579" actId="113"/>
          <ac:spMkLst>
            <pc:docMk/>
            <pc:sldMk cId="1409952200" sldId="367"/>
            <ac:spMk id="1025" creationId="{AF760F28-C526-9ED9-54D8-5D6BF5DC7D79}"/>
          </ac:spMkLst>
        </pc:spChg>
      </pc:sldChg>
      <pc:sldChg chg="addSp delSp modSp new mod modTransition modClrScheme chgLayout">
        <pc:chgData name="Yejoon Lee" userId="c780d5a30fa7b868" providerId="LiveId" clId="{A5C5579D-EC79-2D49-AE39-181BF60F3EEA}" dt="2025-07-12T12:51:57.536" v="13306"/>
        <pc:sldMkLst>
          <pc:docMk/>
          <pc:sldMk cId="663198872" sldId="368"/>
        </pc:sldMkLst>
      </pc:sldChg>
      <pc:sldChg chg="addSp delSp modSp new mod modTransition modClrScheme modAnim chgLayout modNotesTx">
        <pc:chgData name="Yejoon Lee" userId="c780d5a30fa7b868" providerId="LiveId" clId="{A5C5579D-EC79-2D49-AE39-181BF60F3EEA}" dt="2025-07-14T09:25:03.377" v="19682"/>
        <pc:sldMkLst>
          <pc:docMk/>
          <pc:sldMk cId="273061721" sldId="369"/>
        </pc:sldMkLst>
        <pc:spChg chg="add mod">
          <ac:chgData name="Yejoon Lee" userId="c780d5a30fa7b868" providerId="LiveId" clId="{A5C5579D-EC79-2D49-AE39-181BF60F3EEA}" dt="2025-07-14T09:23:38.348" v="19671"/>
          <ac:spMkLst>
            <pc:docMk/>
            <pc:sldMk cId="273061721" sldId="369"/>
            <ac:spMk id="2" creationId="{4182B95E-BD3D-E845-09B0-BBE0638DF81B}"/>
          </ac:spMkLst>
        </pc:spChg>
        <pc:spChg chg="add mod ord">
          <ac:chgData name="Yejoon Lee" userId="c780d5a30fa7b868" providerId="LiveId" clId="{A5C5579D-EC79-2D49-AE39-181BF60F3EEA}" dt="2025-07-14T09:21:24.158" v="19594" actId="207"/>
          <ac:spMkLst>
            <pc:docMk/>
            <pc:sldMk cId="273061721" sldId="369"/>
            <ac:spMk id="5" creationId="{E589EB68-2F3B-FCD3-0E50-744B1B5455D8}"/>
          </ac:spMkLst>
        </pc:spChg>
      </pc:sldChg>
      <pc:sldChg chg="addSp delSp modSp new mod modTransition">
        <pc:chgData name="Yejoon Lee" userId="c780d5a30fa7b868" providerId="LiveId" clId="{A5C5579D-EC79-2D49-AE39-181BF60F3EEA}" dt="2025-07-12T12:51:57.536" v="13306"/>
        <pc:sldMkLst>
          <pc:docMk/>
          <pc:sldMk cId="527187874" sldId="370"/>
        </pc:sldMkLst>
      </pc:sldChg>
      <pc:sldChg chg="addSp delSp modSp new del mod modTransition">
        <pc:chgData name="Yejoon Lee" userId="c780d5a30fa7b868" providerId="LiveId" clId="{A5C5579D-EC79-2D49-AE39-181BF60F3EEA}" dt="2025-07-15T10:36:15.886" v="21517" actId="2696"/>
        <pc:sldMkLst>
          <pc:docMk/>
          <pc:sldMk cId="4159113502" sldId="371"/>
        </pc:sldMkLst>
      </pc:sldChg>
      <pc:sldChg chg="modSp add del mod">
        <pc:chgData name="Yejoon Lee" userId="c780d5a30fa7b868" providerId="LiveId" clId="{A5C5579D-EC79-2D49-AE39-181BF60F3EEA}" dt="2025-07-12T06:48:11.100" v="4700" actId="2696"/>
        <pc:sldMkLst>
          <pc:docMk/>
          <pc:sldMk cId="2024004738" sldId="372"/>
        </pc:sldMkLst>
      </pc:sldChg>
      <pc:sldChg chg="addSp delSp modSp add del mod">
        <pc:chgData name="Yejoon Lee" userId="c780d5a30fa7b868" providerId="LiveId" clId="{A5C5579D-EC79-2D49-AE39-181BF60F3EEA}" dt="2025-07-12T07:32:24.797" v="6756" actId="2696"/>
        <pc:sldMkLst>
          <pc:docMk/>
          <pc:sldMk cId="2075621580" sldId="372"/>
        </pc:sldMkLst>
      </pc:sldChg>
      <pc:sldChg chg="add del">
        <pc:chgData name="Yejoon Lee" userId="c780d5a30fa7b868" providerId="LiveId" clId="{A5C5579D-EC79-2D49-AE39-181BF60F3EEA}" dt="2025-07-12T06:47:16.082" v="4680" actId="2696"/>
        <pc:sldMkLst>
          <pc:docMk/>
          <pc:sldMk cId="990463123" sldId="373"/>
        </pc:sldMkLst>
      </pc:sldChg>
      <pc:sldChg chg="addSp delSp modSp new mod modTransition modAnim">
        <pc:chgData name="Yejoon Lee" userId="c780d5a30fa7b868" providerId="LiveId" clId="{A5C5579D-EC79-2D49-AE39-181BF60F3EEA}" dt="2025-07-16T03:23:59.130" v="23289" actId="114"/>
        <pc:sldMkLst>
          <pc:docMk/>
          <pc:sldMk cId="1491927309" sldId="373"/>
        </pc:sldMkLst>
        <pc:spChg chg="mod">
          <ac:chgData name="Yejoon Lee" userId="c780d5a30fa7b868" providerId="LiveId" clId="{A5C5579D-EC79-2D49-AE39-181BF60F3EEA}" dt="2025-07-16T02:46:59.689" v="22855" actId="20577"/>
          <ac:spMkLst>
            <pc:docMk/>
            <pc:sldMk cId="1491927309" sldId="373"/>
            <ac:spMk id="2" creationId="{C8AF419B-DAA7-4E9D-832B-9A2B9F6FD441}"/>
          </ac:spMkLst>
        </pc:spChg>
        <pc:spChg chg="mod">
          <ac:chgData name="Yejoon Lee" userId="c780d5a30fa7b868" providerId="LiveId" clId="{A5C5579D-EC79-2D49-AE39-181BF60F3EEA}" dt="2025-07-16T03:23:59.130" v="23289" actId="114"/>
          <ac:spMkLst>
            <pc:docMk/>
            <pc:sldMk cId="1491927309" sldId="373"/>
            <ac:spMk id="3" creationId="{533F3775-1DE8-EB7E-5D7C-C83D37580B03}"/>
          </ac:spMkLst>
        </pc:spChg>
        <pc:spChg chg="add mod">
          <ac:chgData name="Yejoon Lee" userId="c780d5a30fa7b868" providerId="LiveId" clId="{A5C5579D-EC79-2D49-AE39-181BF60F3EEA}" dt="2025-07-14T09:23:47.543" v="19676"/>
          <ac:spMkLst>
            <pc:docMk/>
            <pc:sldMk cId="1491927309" sldId="373"/>
            <ac:spMk id="6" creationId="{E79E16C6-48A5-7529-316B-B92DC2391B2D}"/>
          </ac:spMkLst>
        </pc:spChg>
        <pc:spChg chg="add mod">
          <ac:chgData name="Yejoon Lee" userId="c780d5a30fa7b868" providerId="LiveId" clId="{A5C5579D-EC79-2D49-AE39-181BF60F3EEA}" dt="2025-07-16T02:45:37.153" v="22835" actId="1076"/>
          <ac:spMkLst>
            <pc:docMk/>
            <pc:sldMk cId="1491927309" sldId="373"/>
            <ac:spMk id="7" creationId="{4D4B2474-8664-1D6B-C526-E6F242D494C4}"/>
          </ac:spMkLst>
        </pc:spChg>
        <pc:spChg chg="add mod">
          <ac:chgData name="Yejoon Lee" userId="c780d5a30fa7b868" providerId="LiveId" clId="{A5C5579D-EC79-2D49-AE39-181BF60F3EEA}" dt="2025-07-15T10:23:17.511" v="21491" actId="20577"/>
          <ac:spMkLst>
            <pc:docMk/>
            <pc:sldMk cId="1491927309" sldId="373"/>
            <ac:spMk id="8" creationId="{4F97AEF4-437A-1926-B8BC-ED00111FCB64}"/>
          </ac:spMkLst>
        </pc:spChg>
        <pc:spChg chg="mod">
          <ac:chgData name="Yejoon Lee" userId="c780d5a30fa7b868" providerId="LiveId" clId="{A5C5579D-EC79-2D49-AE39-181BF60F3EEA}" dt="2025-07-14T09:28:34.199" v="19708"/>
          <ac:spMkLst>
            <pc:docMk/>
            <pc:sldMk cId="1491927309" sldId="373"/>
            <ac:spMk id="16" creationId="{074C49DA-D3A5-8900-A864-69801F78DBF6}"/>
          </ac:spMkLst>
        </pc:spChg>
        <pc:spChg chg="mod">
          <ac:chgData name="Yejoon Lee" userId="c780d5a30fa7b868" providerId="LiveId" clId="{A5C5579D-EC79-2D49-AE39-181BF60F3EEA}" dt="2025-07-14T09:28:34.199" v="19708"/>
          <ac:spMkLst>
            <pc:docMk/>
            <pc:sldMk cId="1491927309" sldId="373"/>
            <ac:spMk id="17" creationId="{9536D564-F8B8-1E56-E96F-50D58C6E8532}"/>
          </ac:spMkLst>
        </pc:spChg>
        <pc:spChg chg="mod">
          <ac:chgData name="Yejoon Lee" userId="c780d5a30fa7b868" providerId="LiveId" clId="{A5C5579D-EC79-2D49-AE39-181BF60F3EEA}" dt="2025-07-14T09:28:34.199" v="19708"/>
          <ac:spMkLst>
            <pc:docMk/>
            <pc:sldMk cId="1491927309" sldId="373"/>
            <ac:spMk id="19" creationId="{9A1B2141-80DE-FF73-90FD-4E5CFF22ED93}"/>
          </ac:spMkLst>
        </pc:spChg>
        <pc:spChg chg="mod">
          <ac:chgData name="Yejoon Lee" userId="c780d5a30fa7b868" providerId="LiveId" clId="{A5C5579D-EC79-2D49-AE39-181BF60F3EEA}" dt="2025-07-14T09:28:34.199" v="19708"/>
          <ac:spMkLst>
            <pc:docMk/>
            <pc:sldMk cId="1491927309" sldId="373"/>
            <ac:spMk id="20" creationId="{B85799BC-9E87-825C-113B-82399E922805}"/>
          </ac:spMkLst>
        </pc:spChg>
        <pc:spChg chg="mod">
          <ac:chgData name="Yejoon Lee" userId="c780d5a30fa7b868" providerId="LiveId" clId="{A5C5579D-EC79-2D49-AE39-181BF60F3EEA}" dt="2025-07-14T09:28:34.199" v="19708"/>
          <ac:spMkLst>
            <pc:docMk/>
            <pc:sldMk cId="1491927309" sldId="373"/>
            <ac:spMk id="22" creationId="{0910E2D6-2E6A-3EAB-4229-C1FAF30E5AFA}"/>
          </ac:spMkLst>
        </pc:spChg>
        <pc:spChg chg="mod">
          <ac:chgData name="Yejoon Lee" userId="c780d5a30fa7b868" providerId="LiveId" clId="{A5C5579D-EC79-2D49-AE39-181BF60F3EEA}" dt="2025-07-14T09:28:34.199" v="19708"/>
          <ac:spMkLst>
            <pc:docMk/>
            <pc:sldMk cId="1491927309" sldId="373"/>
            <ac:spMk id="23" creationId="{F22D1D20-860D-F44C-DDA5-9AE82E8DD2D7}"/>
          </ac:spMkLst>
        </pc:spChg>
        <pc:spChg chg="add mod">
          <ac:chgData name="Yejoon Lee" userId="c780d5a30fa7b868" providerId="LiveId" clId="{A5C5579D-EC79-2D49-AE39-181BF60F3EEA}" dt="2025-07-14T09:30:34.351" v="19718"/>
          <ac:spMkLst>
            <pc:docMk/>
            <pc:sldMk cId="1491927309" sldId="373"/>
            <ac:spMk id="33" creationId="{5828D3A5-30CF-BD26-68D6-E8527ACD8A72}"/>
          </ac:spMkLst>
        </pc:spChg>
        <pc:grpChg chg="add mod">
          <ac:chgData name="Yejoon Lee" userId="c780d5a30fa7b868" providerId="LiveId" clId="{A5C5579D-EC79-2D49-AE39-181BF60F3EEA}" dt="2025-07-14T09:28:34.199" v="19708"/>
          <ac:grpSpMkLst>
            <pc:docMk/>
            <pc:sldMk cId="1491927309" sldId="373"/>
            <ac:grpSpMk id="10" creationId="{977836B5-D863-C9F3-D6DA-64467A2F9F1E}"/>
          </ac:grpSpMkLst>
        </pc:grpChg>
        <pc:grpChg chg="add">
          <ac:chgData name="Yejoon Lee" userId="c780d5a30fa7b868" providerId="LiveId" clId="{A5C5579D-EC79-2D49-AE39-181BF60F3EEA}" dt="2025-07-14T09:28:48.279" v="19709" actId="164"/>
          <ac:grpSpMkLst>
            <pc:docMk/>
            <pc:sldMk cId="1491927309" sldId="373"/>
            <ac:grpSpMk id="31" creationId="{E9093BBF-F407-9137-1611-4A4122AA7787}"/>
          </ac:grpSpMkLst>
        </pc:grpChg>
        <pc:picChg chg="mod">
          <ac:chgData name="Yejoon Lee" userId="c780d5a30fa7b868" providerId="LiveId" clId="{A5C5579D-EC79-2D49-AE39-181BF60F3EEA}" dt="2025-07-14T09:28:34.199" v="19708"/>
          <ac:picMkLst>
            <pc:docMk/>
            <pc:sldMk cId="1491927309" sldId="373"/>
            <ac:picMk id="24" creationId="{53363AB8-BFF0-F92F-71D2-AFDB7D1099F1}"/>
          </ac:picMkLst>
        </pc:picChg>
        <pc:picChg chg="mod">
          <ac:chgData name="Yejoon Lee" userId="c780d5a30fa7b868" providerId="LiveId" clId="{A5C5579D-EC79-2D49-AE39-181BF60F3EEA}" dt="2025-07-14T09:28:34.199" v="19708"/>
          <ac:picMkLst>
            <pc:docMk/>
            <pc:sldMk cId="1491927309" sldId="373"/>
            <ac:picMk id="25" creationId="{F1F149D1-DCCF-A027-D331-1D60041BE33A}"/>
          </ac:picMkLst>
        </pc:picChg>
        <pc:picChg chg="mod">
          <ac:chgData name="Yejoon Lee" userId="c780d5a30fa7b868" providerId="LiveId" clId="{A5C5579D-EC79-2D49-AE39-181BF60F3EEA}" dt="2025-07-14T09:28:34.199" v="19708"/>
          <ac:picMkLst>
            <pc:docMk/>
            <pc:sldMk cId="1491927309" sldId="373"/>
            <ac:picMk id="29" creationId="{4A0DFCAF-5C08-97D1-A67D-1FA3C6AC1F93}"/>
          </ac:picMkLst>
        </pc:picChg>
        <pc:cxnChg chg="add del mod">
          <ac:chgData name="Yejoon Lee" userId="c780d5a30fa7b868" providerId="LiveId" clId="{A5C5579D-EC79-2D49-AE39-181BF60F3EEA}" dt="2025-07-14T09:28:53.603" v="19711" actId="21"/>
          <ac:cxnSpMkLst>
            <pc:docMk/>
            <pc:sldMk cId="1491927309" sldId="373"/>
            <ac:cxnSpMk id="30" creationId="{1952854B-34C0-EC4C-7057-407914CF1B74}"/>
          </ac:cxnSpMkLst>
        </pc:cxnChg>
      </pc:sldChg>
      <pc:sldChg chg="modSp add del mod">
        <pc:chgData name="Yejoon Lee" userId="c780d5a30fa7b868" providerId="LiveId" clId="{A5C5579D-EC79-2D49-AE39-181BF60F3EEA}" dt="2025-07-12T06:48:13.091" v="4702" actId="2696"/>
        <pc:sldMkLst>
          <pc:docMk/>
          <pc:sldMk cId="2676501737" sldId="373"/>
        </pc:sldMkLst>
      </pc:sldChg>
      <pc:sldChg chg="add del">
        <pc:chgData name="Yejoon Lee" userId="c780d5a30fa7b868" providerId="LiveId" clId="{A5C5579D-EC79-2D49-AE39-181BF60F3EEA}" dt="2025-07-12T06:48:12.173" v="4701" actId="2696"/>
        <pc:sldMkLst>
          <pc:docMk/>
          <pc:sldMk cId="364688983" sldId="374"/>
        </pc:sldMkLst>
      </pc:sldChg>
      <pc:sldChg chg="addSp delSp modSp add del mod modTransition modAnim">
        <pc:chgData name="Yejoon Lee" userId="c780d5a30fa7b868" providerId="LiveId" clId="{A5C5579D-EC79-2D49-AE39-181BF60F3EEA}" dt="2025-07-16T04:24:41.173" v="23571" actId="2696"/>
        <pc:sldMkLst>
          <pc:docMk/>
          <pc:sldMk cId="3205561203" sldId="374"/>
        </pc:sldMkLst>
      </pc:sldChg>
      <pc:sldChg chg="addSp delSp modSp add del mod">
        <pc:chgData name="Yejoon Lee" userId="c780d5a30fa7b868" providerId="LiveId" clId="{A5C5579D-EC79-2D49-AE39-181BF60F3EEA}" dt="2025-07-12T08:37:49.534" v="8748" actId="2696"/>
        <pc:sldMkLst>
          <pc:docMk/>
          <pc:sldMk cId="1703487084" sldId="375"/>
        </pc:sldMkLst>
      </pc:sldChg>
      <pc:sldChg chg="addSp modSp new del">
        <pc:chgData name="Yejoon Lee" userId="c780d5a30fa7b868" providerId="LiveId" clId="{A5C5579D-EC79-2D49-AE39-181BF60F3EEA}" dt="2025-07-12T07:31:30.104" v="6734" actId="2696"/>
        <pc:sldMkLst>
          <pc:docMk/>
          <pc:sldMk cId="1869257712" sldId="375"/>
        </pc:sldMkLst>
      </pc:sldChg>
      <pc:sldChg chg="addSp delSp modSp new mod modTransition modClrScheme chgLayout modNotes">
        <pc:chgData name="Yejoon Lee" userId="c780d5a30fa7b868" providerId="LiveId" clId="{A5C5579D-EC79-2D49-AE39-181BF60F3EEA}" dt="2025-07-14T05:41:30.748" v="17838" actId="20577"/>
        <pc:sldMkLst>
          <pc:docMk/>
          <pc:sldMk cId="2100167249" sldId="376"/>
        </pc:sldMkLst>
        <pc:spChg chg="add mod ord">
          <ac:chgData name="Yejoon Lee" userId="c780d5a30fa7b868" providerId="LiveId" clId="{A5C5579D-EC79-2D49-AE39-181BF60F3EEA}" dt="2025-07-14T05:41:30.748" v="17838" actId="20577"/>
          <ac:spMkLst>
            <pc:docMk/>
            <pc:sldMk cId="2100167249" sldId="376"/>
            <ac:spMk id="6" creationId="{D0D5B46F-3DF7-4319-E2F9-6A685D548413}"/>
          </ac:spMkLst>
        </pc:spChg>
      </pc:sldChg>
      <pc:sldChg chg="addSp delSp modSp new mod modTransition modClrScheme modAnim chgLayout modNotes">
        <pc:chgData name="Yejoon Lee" userId="c780d5a30fa7b868" providerId="LiveId" clId="{A5C5579D-EC79-2D49-AE39-181BF60F3EEA}" dt="2025-07-16T03:27:05.129" v="23350" actId="113"/>
        <pc:sldMkLst>
          <pc:docMk/>
          <pc:sldMk cId="2000397400" sldId="377"/>
        </pc:sldMkLst>
        <pc:spChg chg="add mod">
          <ac:chgData name="Yejoon Lee" userId="c780d5a30fa7b868" providerId="LiveId" clId="{A5C5579D-EC79-2D49-AE39-181BF60F3EEA}" dt="2025-07-16T03:26:20.653" v="23330" actId="113"/>
          <ac:spMkLst>
            <pc:docMk/>
            <pc:sldMk cId="2000397400" sldId="377"/>
            <ac:spMk id="7" creationId="{E5A2049A-7E5A-390E-06C1-5F95473F338F}"/>
          </ac:spMkLst>
        </pc:spChg>
        <pc:spChg chg="add del mod">
          <ac:chgData name="Yejoon Lee" userId="c780d5a30fa7b868" providerId="LiveId" clId="{A5C5579D-EC79-2D49-AE39-181BF60F3EEA}" dt="2025-07-16T03:26:48.862" v="23342" actId="113"/>
          <ac:spMkLst>
            <pc:docMk/>
            <pc:sldMk cId="2000397400" sldId="377"/>
            <ac:spMk id="8" creationId="{D98F12F4-29EB-0B7E-0BE9-CD02B3B771DA}"/>
          </ac:spMkLst>
        </pc:spChg>
        <pc:spChg chg="add mod">
          <ac:chgData name="Yejoon Lee" userId="c780d5a30fa7b868" providerId="LiveId" clId="{A5C5579D-EC79-2D49-AE39-181BF60F3EEA}" dt="2025-07-16T03:26:54.043" v="23345" actId="113"/>
          <ac:spMkLst>
            <pc:docMk/>
            <pc:sldMk cId="2000397400" sldId="377"/>
            <ac:spMk id="9" creationId="{787E71E2-CAF5-966C-3FD3-FAEC9A2B76F3}"/>
          </ac:spMkLst>
        </pc:spChg>
        <pc:spChg chg="add mod">
          <ac:chgData name="Yejoon Lee" userId="c780d5a30fa7b868" providerId="LiveId" clId="{A5C5579D-EC79-2D49-AE39-181BF60F3EEA}" dt="2025-07-15T10:47:31.234" v="21917" actId="1076"/>
          <ac:spMkLst>
            <pc:docMk/>
            <pc:sldMk cId="2000397400" sldId="377"/>
            <ac:spMk id="10" creationId="{D5331FD6-A9D6-7599-B5F3-D0B36E86DEB1}"/>
          </ac:spMkLst>
        </pc:spChg>
        <pc:spChg chg="add mod">
          <ac:chgData name="Yejoon Lee" userId="c780d5a30fa7b868" providerId="LiveId" clId="{A5C5579D-EC79-2D49-AE39-181BF60F3EEA}" dt="2025-07-15T10:44:07.811" v="21644" actId="1076"/>
          <ac:spMkLst>
            <pc:docMk/>
            <pc:sldMk cId="2000397400" sldId="377"/>
            <ac:spMk id="11" creationId="{D923CD4F-E342-7A7E-2F36-215E277F13A9}"/>
          </ac:spMkLst>
        </pc:spChg>
        <pc:spChg chg="add mod">
          <ac:chgData name="Yejoon Lee" userId="c780d5a30fa7b868" providerId="LiveId" clId="{A5C5579D-EC79-2D49-AE39-181BF60F3EEA}" dt="2025-07-16T03:27:05.129" v="23350" actId="113"/>
          <ac:spMkLst>
            <pc:docMk/>
            <pc:sldMk cId="2000397400" sldId="377"/>
            <ac:spMk id="13" creationId="{F544EBCE-FDD2-0744-99CF-81793B5A6B36}"/>
          </ac:spMkLst>
        </pc:spChg>
      </pc:sldChg>
      <pc:sldChg chg="modSp add mod modTransition">
        <pc:chgData name="Yejoon Lee" userId="c780d5a30fa7b868" providerId="LiveId" clId="{A5C5579D-EC79-2D49-AE39-181BF60F3EEA}" dt="2025-07-12T12:51:57.536" v="13306"/>
        <pc:sldMkLst>
          <pc:docMk/>
          <pc:sldMk cId="2667218812" sldId="378"/>
        </pc:sldMkLst>
      </pc:sldChg>
      <pc:sldChg chg="addSp delSp modSp new mod modTransition">
        <pc:chgData name="Yejoon Lee" userId="c780d5a30fa7b868" providerId="LiveId" clId="{A5C5579D-EC79-2D49-AE39-181BF60F3EEA}" dt="2025-07-15T10:23:46.358" v="21493" actId="313"/>
        <pc:sldMkLst>
          <pc:docMk/>
          <pc:sldMk cId="2285506902" sldId="379"/>
        </pc:sldMkLst>
        <pc:spChg chg="mod">
          <ac:chgData name="Yejoon Lee" userId="c780d5a30fa7b868" providerId="LiveId" clId="{A5C5579D-EC79-2D49-AE39-181BF60F3EEA}" dt="2025-07-14T09:41:22.152" v="19823" actId="113"/>
          <ac:spMkLst>
            <pc:docMk/>
            <pc:sldMk cId="2285506902" sldId="379"/>
            <ac:spMk id="3" creationId="{EBE0EFA5-5550-AF55-080E-DBCFF85563C3}"/>
          </ac:spMkLst>
        </pc:spChg>
        <pc:spChg chg="add mod">
          <ac:chgData name="Yejoon Lee" userId="c780d5a30fa7b868" providerId="LiveId" clId="{A5C5579D-EC79-2D49-AE39-181BF60F3EEA}" dt="2025-07-14T09:39:23.901" v="19807" actId="207"/>
          <ac:spMkLst>
            <pc:docMk/>
            <pc:sldMk cId="2285506902" sldId="379"/>
            <ac:spMk id="11" creationId="{511A41EE-B2F1-0717-0846-1EF89D0CABDA}"/>
          </ac:spMkLst>
        </pc:spChg>
        <pc:spChg chg="add mod">
          <ac:chgData name="Yejoon Lee" userId="c780d5a30fa7b868" providerId="LiveId" clId="{A5C5579D-EC79-2D49-AE39-181BF60F3EEA}" dt="2025-07-15T10:23:46.358" v="21493" actId="313"/>
          <ac:spMkLst>
            <pc:docMk/>
            <pc:sldMk cId="2285506902" sldId="379"/>
            <ac:spMk id="12" creationId="{63BC1228-C016-426E-3DBE-E83D5E91DF8B}"/>
          </ac:spMkLst>
        </pc:spChg>
      </pc:sldChg>
      <pc:sldChg chg="addSp delSp modSp new mod ord modTransition modAnim">
        <pc:chgData name="Yejoon Lee" userId="c780d5a30fa7b868" providerId="LiveId" clId="{A5C5579D-EC79-2D49-AE39-181BF60F3EEA}" dt="2025-07-16T03:28:10.262" v="23364" actId="113"/>
        <pc:sldMkLst>
          <pc:docMk/>
          <pc:sldMk cId="2495603974" sldId="380"/>
        </pc:sldMkLst>
        <pc:spChg chg="add mod">
          <ac:chgData name="Yejoon Lee" userId="c780d5a30fa7b868" providerId="LiveId" clId="{A5C5579D-EC79-2D49-AE39-181BF60F3EEA}" dt="2025-07-16T03:28:10.262" v="23364" actId="113"/>
          <ac:spMkLst>
            <pc:docMk/>
            <pc:sldMk cId="2495603974" sldId="380"/>
            <ac:spMk id="6" creationId="{4D2EFFFC-6B34-F6E0-5C15-125671FFB0F8}"/>
          </ac:spMkLst>
        </pc:spChg>
        <pc:spChg chg="add mod">
          <ac:chgData name="Yejoon Lee" userId="c780d5a30fa7b868" providerId="LiveId" clId="{A5C5579D-EC79-2D49-AE39-181BF60F3EEA}" dt="2025-07-16T03:27:54.149" v="23355" actId="113"/>
          <ac:spMkLst>
            <pc:docMk/>
            <pc:sldMk cId="2495603974" sldId="380"/>
            <ac:spMk id="8" creationId="{4C76AB1F-C7F6-1EAC-68DF-230B3B9BCAA1}"/>
          </ac:spMkLst>
        </pc:spChg>
        <pc:spChg chg="add mod">
          <ac:chgData name="Yejoon Lee" userId="c780d5a30fa7b868" providerId="LiveId" clId="{A5C5579D-EC79-2D49-AE39-181BF60F3EEA}" dt="2025-07-15T10:41:35.274" v="21552" actId="1036"/>
          <ac:spMkLst>
            <pc:docMk/>
            <pc:sldMk cId="2495603974" sldId="380"/>
            <ac:spMk id="10" creationId="{E1E83C97-147E-36B5-05D3-4C3B83F14221}"/>
          </ac:spMkLst>
        </pc:spChg>
        <pc:spChg chg="add mod">
          <ac:chgData name="Yejoon Lee" userId="c780d5a30fa7b868" providerId="LiveId" clId="{A5C5579D-EC79-2D49-AE39-181BF60F3EEA}" dt="2025-07-16T02:57:13.197" v="23096" actId="1076"/>
          <ac:spMkLst>
            <pc:docMk/>
            <pc:sldMk cId="2495603974" sldId="380"/>
            <ac:spMk id="14" creationId="{49F849B8-20D5-ED5B-CF64-D0D70D99BD22}"/>
          </ac:spMkLst>
        </pc:spChg>
        <pc:spChg chg="add mod">
          <ac:chgData name="Yejoon Lee" userId="c780d5a30fa7b868" providerId="LiveId" clId="{A5C5579D-EC79-2D49-AE39-181BF60F3EEA}" dt="2025-07-16T02:58:32.792" v="23131"/>
          <ac:spMkLst>
            <pc:docMk/>
            <pc:sldMk cId="2495603974" sldId="380"/>
            <ac:spMk id="16" creationId="{5687EFFF-57B8-354C-A741-E70703D1D327}"/>
          </ac:spMkLst>
        </pc:spChg>
        <pc:spChg chg="add mod">
          <ac:chgData name="Yejoon Lee" userId="c780d5a30fa7b868" providerId="LiveId" clId="{A5C5579D-EC79-2D49-AE39-181BF60F3EEA}" dt="2025-07-16T02:59:55.175" v="23146" actId="1076"/>
          <ac:spMkLst>
            <pc:docMk/>
            <pc:sldMk cId="2495603974" sldId="380"/>
            <ac:spMk id="18" creationId="{E6EE480A-C92B-42B5-0E1F-9C13EA34370A}"/>
          </ac:spMkLst>
        </pc:spChg>
        <pc:spChg chg="add mod">
          <ac:chgData name="Yejoon Lee" userId="c780d5a30fa7b868" providerId="LiveId" clId="{A5C5579D-EC79-2D49-AE39-181BF60F3EEA}" dt="2025-07-16T03:00:27.820" v="23159" actId="1038"/>
          <ac:spMkLst>
            <pc:docMk/>
            <pc:sldMk cId="2495603974" sldId="380"/>
            <ac:spMk id="22" creationId="{68650C17-A14E-5CD9-E81B-71934C690237}"/>
          </ac:spMkLst>
        </pc:spChg>
      </pc:sldChg>
      <pc:sldChg chg="addSp delSp modSp new mod modTransition modAnim">
        <pc:chgData name="Yejoon Lee" userId="c780d5a30fa7b868" providerId="LiveId" clId="{A5C5579D-EC79-2D49-AE39-181BF60F3EEA}" dt="2025-07-16T02:47:22.019" v="22860" actId="20577"/>
        <pc:sldMkLst>
          <pc:docMk/>
          <pc:sldMk cId="1427808865" sldId="381"/>
        </pc:sldMkLst>
        <pc:spChg chg="add mod">
          <ac:chgData name="Yejoon Lee" userId="c780d5a30fa7b868" providerId="LiveId" clId="{A5C5579D-EC79-2D49-AE39-181BF60F3EEA}" dt="2025-07-14T11:02:30.439" v="21232" actId="1076"/>
          <ac:spMkLst>
            <pc:docMk/>
            <pc:sldMk cId="1427808865" sldId="381"/>
            <ac:spMk id="10" creationId="{C6D2F592-69AE-AAB0-ABBA-FC567D375D7F}"/>
          </ac:spMkLst>
        </pc:spChg>
        <pc:spChg chg="add mod">
          <ac:chgData name="Yejoon Lee" userId="c780d5a30fa7b868" providerId="LiveId" clId="{A5C5579D-EC79-2D49-AE39-181BF60F3EEA}" dt="2025-07-14T10:35:18.591" v="20254" actId="1076"/>
          <ac:spMkLst>
            <pc:docMk/>
            <pc:sldMk cId="1427808865" sldId="381"/>
            <ac:spMk id="11" creationId="{19E3AB2E-99FD-8CD5-56A5-1211C699B70B}"/>
          </ac:spMkLst>
        </pc:spChg>
        <pc:spChg chg="add mod">
          <ac:chgData name="Yejoon Lee" userId="c780d5a30fa7b868" providerId="LiveId" clId="{A5C5579D-EC79-2D49-AE39-181BF60F3EEA}" dt="2025-07-14T05:10:35.077" v="17020" actId="113"/>
          <ac:spMkLst>
            <pc:docMk/>
            <pc:sldMk cId="1427808865" sldId="381"/>
            <ac:spMk id="13" creationId="{0F317C50-361B-2B0A-C8F8-76732D227D8B}"/>
          </ac:spMkLst>
        </pc:spChg>
        <pc:spChg chg="add mod">
          <ac:chgData name="Yejoon Lee" userId="c780d5a30fa7b868" providerId="LiveId" clId="{A5C5579D-EC79-2D49-AE39-181BF60F3EEA}" dt="2025-07-14T05:11:33.718" v="17035" actId="113"/>
          <ac:spMkLst>
            <pc:docMk/>
            <pc:sldMk cId="1427808865" sldId="381"/>
            <ac:spMk id="15" creationId="{9E3B2370-B755-6E6B-1ACB-395607A331B8}"/>
          </ac:spMkLst>
        </pc:spChg>
        <pc:spChg chg="add mod">
          <ac:chgData name="Yejoon Lee" userId="c780d5a30fa7b868" providerId="LiveId" clId="{A5C5579D-EC79-2D49-AE39-181BF60F3EEA}" dt="2025-07-14T05:11:10.071" v="17029" actId="114"/>
          <ac:spMkLst>
            <pc:docMk/>
            <pc:sldMk cId="1427808865" sldId="381"/>
            <ac:spMk id="16" creationId="{D5D128E3-8419-9FCC-362F-A3C51BCE24AC}"/>
          </ac:spMkLst>
        </pc:spChg>
        <pc:spChg chg="add mod">
          <ac:chgData name="Yejoon Lee" userId="c780d5a30fa7b868" providerId="LiveId" clId="{A5C5579D-EC79-2D49-AE39-181BF60F3EEA}" dt="2025-07-16T02:46:06.727" v="22843" actId="20577"/>
          <ac:spMkLst>
            <pc:docMk/>
            <pc:sldMk cId="1427808865" sldId="381"/>
            <ac:spMk id="17" creationId="{6A594817-9C61-5C8F-7B69-D58C42C458B0}"/>
          </ac:spMkLst>
        </pc:spChg>
        <pc:spChg chg="add mod">
          <ac:chgData name="Yejoon Lee" userId="c780d5a30fa7b868" providerId="LiveId" clId="{A5C5579D-EC79-2D49-AE39-181BF60F3EEA}" dt="2025-07-15T10:41:04.705" v="21549" actId="20577"/>
          <ac:spMkLst>
            <pc:docMk/>
            <pc:sldMk cId="1427808865" sldId="381"/>
            <ac:spMk id="18" creationId="{C4B8DEA3-8B36-8548-A6C3-ABCF613ADE1B}"/>
          </ac:spMkLst>
        </pc:spChg>
        <pc:spChg chg="add mod">
          <ac:chgData name="Yejoon Lee" userId="c780d5a30fa7b868" providerId="LiveId" clId="{A5C5579D-EC79-2D49-AE39-181BF60F3EEA}" dt="2025-07-16T02:47:22.019" v="22860" actId="20577"/>
          <ac:spMkLst>
            <pc:docMk/>
            <pc:sldMk cId="1427808865" sldId="381"/>
            <ac:spMk id="20" creationId="{76BEFEC5-486B-AB36-C202-6C24D6839F82}"/>
          </ac:spMkLst>
        </pc:spChg>
        <pc:spChg chg="add mod">
          <ac:chgData name="Yejoon Lee" userId="c780d5a30fa7b868" providerId="LiveId" clId="{A5C5579D-EC79-2D49-AE39-181BF60F3EEA}" dt="2025-07-14T11:02:56.891" v="21240" actId="14100"/>
          <ac:spMkLst>
            <pc:docMk/>
            <pc:sldMk cId="1427808865" sldId="381"/>
            <ac:spMk id="31" creationId="{73E5F415-EC67-0E88-21A8-36AD7AE9872F}"/>
          </ac:spMkLst>
        </pc:spChg>
      </pc:sldChg>
      <pc:sldChg chg="addSp delSp modSp add mod ord modTransition modAnim">
        <pc:chgData name="Yejoon Lee" userId="c780d5a30fa7b868" providerId="LiveId" clId="{A5C5579D-EC79-2D49-AE39-181BF60F3EEA}" dt="2025-07-14T10:28:56.571" v="20154"/>
        <pc:sldMkLst>
          <pc:docMk/>
          <pc:sldMk cId="3466289764" sldId="382"/>
        </pc:sldMkLst>
        <pc:spChg chg="mod">
          <ac:chgData name="Yejoon Lee" userId="c780d5a30fa7b868" providerId="LiveId" clId="{A5C5579D-EC79-2D49-AE39-181BF60F3EEA}" dt="2025-07-14T09:45:19.594" v="19857" actId="113"/>
          <ac:spMkLst>
            <pc:docMk/>
            <pc:sldMk cId="3466289764" sldId="382"/>
            <ac:spMk id="10" creationId="{8103AC58-C6A0-AA8F-D0C2-DFA9636D7CFF}"/>
          </ac:spMkLst>
        </pc:spChg>
        <pc:spChg chg="add mod">
          <ac:chgData name="Yejoon Lee" userId="c780d5a30fa7b868" providerId="LiveId" clId="{A5C5579D-EC79-2D49-AE39-181BF60F3EEA}" dt="2025-07-14T10:28:10.582" v="20146" actId="1076"/>
          <ac:spMkLst>
            <pc:docMk/>
            <pc:sldMk cId="3466289764" sldId="382"/>
            <ac:spMk id="14" creationId="{03535643-854F-AA51-0801-4DA39A2A34F0}"/>
          </ac:spMkLst>
        </pc:spChg>
        <pc:spChg chg="add del mod">
          <ac:chgData name="Yejoon Lee" userId="c780d5a30fa7b868" providerId="LiveId" clId="{A5C5579D-EC79-2D49-AE39-181BF60F3EEA}" dt="2025-07-14T09:42:54.899" v="19838" actId="167"/>
          <ac:spMkLst>
            <pc:docMk/>
            <pc:sldMk cId="3466289764" sldId="382"/>
            <ac:spMk id="20" creationId="{8346D821-0D3B-BFA2-8BC0-3198BF406DC0}"/>
          </ac:spMkLst>
        </pc:spChg>
        <pc:cxnChg chg="add mod">
          <ac:chgData name="Yejoon Lee" userId="c780d5a30fa7b868" providerId="LiveId" clId="{A5C5579D-EC79-2D49-AE39-181BF60F3EEA}" dt="2025-07-14T09:37:09.678" v="19789" actId="1076"/>
          <ac:cxnSpMkLst>
            <pc:docMk/>
            <pc:sldMk cId="3466289764" sldId="382"/>
            <ac:cxnSpMk id="12" creationId="{370478C2-6903-9108-168F-7D44ECB5F75F}"/>
          </ac:cxnSpMkLst>
        </pc:cxnChg>
        <pc:cxnChg chg="add">
          <ac:chgData name="Yejoon Lee" userId="c780d5a30fa7b868" providerId="LiveId" clId="{A5C5579D-EC79-2D49-AE39-181BF60F3EEA}" dt="2025-07-14T10:28:32.530" v="20149" actId="11529"/>
          <ac:cxnSpMkLst>
            <pc:docMk/>
            <pc:sldMk cId="3466289764" sldId="382"/>
            <ac:cxnSpMk id="25" creationId="{1B884ACF-3D9F-FDF1-4D5F-AE019099E539}"/>
          </ac:cxnSpMkLst>
        </pc:cxnChg>
      </pc:sldChg>
      <pc:sldChg chg="addSp delSp modSp add mod ord modTransition modAnim">
        <pc:chgData name="Yejoon Lee" userId="c780d5a30fa7b868" providerId="LiveId" clId="{A5C5579D-EC79-2D49-AE39-181BF60F3EEA}" dt="2025-07-14T09:45:13.304" v="19855" actId="113"/>
        <pc:sldMkLst>
          <pc:docMk/>
          <pc:sldMk cId="2489822317" sldId="383"/>
        </pc:sldMkLst>
        <pc:spChg chg="mod">
          <ac:chgData name="Yejoon Lee" userId="c780d5a30fa7b868" providerId="LiveId" clId="{A5C5579D-EC79-2D49-AE39-181BF60F3EEA}" dt="2025-07-14T05:40:39.551" v="17805" actId="1036"/>
          <ac:spMkLst>
            <pc:docMk/>
            <pc:sldMk cId="2489822317" sldId="383"/>
            <ac:spMk id="2" creationId="{F701DA27-509E-A1EC-9408-15EF49926822}"/>
          </ac:spMkLst>
        </pc:spChg>
        <pc:spChg chg="mod">
          <ac:chgData name="Yejoon Lee" userId="c780d5a30fa7b868" providerId="LiveId" clId="{A5C5579D-EC79-2D49-AE39-181BF60F3EEA}" dt="2025-07-14T09:45:13.304" v="19855" actId="113"/>
          <ac:spMkLst>
            <pc:docMk/>
            <pc:sldMk cId="2489822317" sldId="383"/>
            <ac:spMk id="10" creationId="{C7214555-649B-1E3A-E477-AF46BFDF9A30}"/>
          </ac:spMkLst>
        </pc:spChg>
        <pc:spChg chg="add del mod">
          <ac:chgData name="Yejoon Lee" userId="c780d5a30fa7b868" providerId="LiveId" clId="{A5C5579D-EC79-2D49-AE39-181BF60F3EEA}" dt="2025-07-14T09:44:48.349" v="19853" actId="113"/>
          <ac:spMkLst>
            <pc:docMk/>
            <pc:sldMk cId="2489822317" sldId="383"/>
            <ac:spMk id="14" creationId="{55498497-CC18-E79D-F977-E2F50275CEE9}"/>
          </ac:spMkLst>
        </pc:spChg>
        <pc:spChg chg="add mod">
          <ac:chgData name="Yejoon Lee" userId="c780d5a30fa7b868" providerId="LiveId" clId="{A5C5579D-EC79-2D49-AE39-181BF60F3EEA}" dt="2025-07-14T09:44:16.162" v="19845"/>
          <ac:spMkLst>
            <pc:docMk/>
            <pc:sldMk cId="2489822317" sldId="383"/>
            <ac:spMk id="19" creationId="{725D841A-EDB1-DAAC-AF77-1184F5932D80}"/>
          </ac:spMkLst>
        </pc:spChg>
        <pc:cxnChg chg="add mod">
          <ac:chgData name="Yejoon Lee" userId="c780d5a30fa7b868" providerId="LiveId" clId="{A5C5579D-EC79-2D49-AE39-181BF60F3EEA}" dt="2025-07-14T09:42:59.575" v="19839"/>
          <ac:cxnSpMkLst>
            <pc:docMk/>
            <pc:sldMk cId="2489822317" sldId="383"/>
            <ac:cxnSpMk id="15" creationId="{107A777E-150D-1DA0-686E-14AFD1E738BF}"/>
          </ac:cxnSpMkLst>
        </pc:cxnChg>
      </pc:sldChg>
      <pc:sldChg chg="add del">
        <pc:chgData name="Yejoon Lee" userId="c780d5a30fa7b868" providerId="LiveId" clId="{A5C5579D-EC79-2D49-AE39-181BF60F3EEA}" dt="2025-07-12T08:38:00.888" v="8750" actId="2696"/>
        <pc:sldMkLst>
          <pc:docMk/>
          <pc:sldMk cId="3285383508" sldId="384"/>
        </pc:sldMkLst>
      </pc:sldChg>
      <pc:sldChg chg="modSp new del mod">
        <pc:chgData name="Yejoon Lee" userId="c780d5a30fa7b868" providerId="LiveId" clId="{A5C5579D-EC79-2D49-AE39-181BF60F3EEA}" dt="2025-07-12T08:35:35.883" v="8723" actId="2696"/>
        <pc:sldMkLst>
          <pc:docMk/>
          <pc:sldMk cId="1167651720" sldId="385"/>
        </pc:sldMkLst>
      </pc:sldChg>
      <pc:sldChg chg="add del">
        <pc:chgData name="Yejoon Lee" userId="c780d5a30fa7b868" providerId="LiveId" clId="{A5C5579D-EC79-2D49-AE39-181BF60F3EEA}" dt="2025-07-12T08:35:20.477" v="8719" actId="2696"/>
        <pc:sldMkLst>
          <pc:docMk/>
          <pc:sldMk cId="1661816484" sldId="386"/>
        </pc:sldMkLst>
      </pc:sldChg>
      <pc:sldChg chg="delSp modSp add del mod ord">
        <pc:chgData name="Yejoon Lee" userId="c780d5a30fa7b868" providerId="LiveId" clId="{A5C5579D-EC79-2D49-AE39-181BF60F3EEA}" dt="2025-07-12T08:38:26.840" v="8753" actId="2696"/>
        <pc:sldMkLst>
          <pc:docMk/>
          <pc:sldMk cId="2329328135" sldId="386"/>
        </pc:sldMkLst>
      </pc:sldChg>
      <pc:sldChg chg="addSp delSp modSp add del mod modTransition">
        <pc:chgData name="Yejoon Lee" userId="c780d5a30fa7b868" providerId="LiveId" clId="{A5C5579D-EC79-2D49-AE39-181BF60F3EEA}" dt="2025-07-14T09:26:34.790" v="19697" actId="2696"/>
        <pc:sldMkLst>
          <pc:docMk/>
          <pc:sldMk cId="4239672040" sldId="387"/>
        </pc:sldMkLst>
      </pc:sldChg>
      <pc:sldChg chg="addSp delSp modSp add mod ord modTransition modAnim">
        <pc:chgData name="Yejoon Lee" userId="c780d5a30fa7b868" providerId="LiveId" clId="{A5C5579D-EC79-2D49-AE39-181BF60F3EEA}" dt="2025-07-23T02:44:13.998" v="23802" actId="20578"/>
        <pc:sldMkLst>
          <pc:docMk/>
          <pc:sldMk cId="556708486" sldId="388"/>
        </pc:sldMkLst>
        <pc:spChg chg="add mod">
          <ac:chgData name="Yejoon Lee" userId="c780d5a30fa7b868" providerId="LiveId" clId="{A5C5579D-EC79-2D49-AE39-181BF60F3EEA}" dt="2025-07-14T09:34:21.952" v="19768"/>
          <ac:spMkLst>
            <pc:docMk/>
            <pc:sldMk cId="556708486" sldId="388"/>
            <ac:spMk id="3" creationId="{A4E36F3E-DEE0-5E55-A618-4572AF26695E}"/>
          </ac:spMkLst>
        </pc:spChg>
        <pc:spChg chg="mod">
          <ac:chgData name="Yejoon Lee" userId="c780d5a30fa7b868" providerId="LiveId" clId="{A5C5579D-EC79-2D49-AE39-181BF60F3EEA}" dt="2025-07-14T10:31:29.517" v="20167" actId="1035"/>
          <ac:spMkLst>
            <pc:docMk/>
            <pc:sldMk cId="556708486" sldId="388"/>
            <ac:spMk id="5" creationId="{E4EEED50-4091-B2F7-95E4-A155F07CAEA6}"/>
          </ac:spMkLst>
        </pc:spChg>
        <pc:spChg chg="add mod">
          <ac:chgData name="Yejoon Lee" userId="c780d5a30fa7b868" providerId="LiveId" clId="{A5C5579D-EC79-2D49-AE39-181BF60F3EEA}" dt="2025-07-14T09:35:12.213" v="19777"/>
          <ac:spMkLst>
            <pc:docMk/>
            <pc:sldMk cId="556708486" sldId="388"/>
            <ac:spMk id="6" creationId="{2719D85A-8D21-FF25-7EF1-48F8FA1C484F}"/>
          </ac:spMkLst>
        </pc:spChg>
        <pc:spChg chg="add mod">
          <ac:chgData name="Yejoon Lee" userId="c780d5a30fa7b868" providerId="LiveId" clId="{A5C5579D-EC79-2D49-AE39-181BF60F3EEA}" dt="2025-07-14T10:32:16.012" v="20171" actId="20577"/>
          <ac:spMkLst>
            <pc:docMk/>
            <pc:sldMk cId="556708486" sldId="388"/>
            <ac:spMk id="8" creationId="{3763136E-E695-FFF8-5BF9-0F53FC224058}"/>
          </ac:spMkLst>
        </pc:spChg>
        <pc:spChg chg="mod">
          <ac:chgData name="Yejoon Lee" userId="c780d5a30fa7b868" providerId="LiveId" clId="{A5C5579D-EC79-2D49-AE39-181BF60F3EEA}" dt="2025-07-16T02:45:28.570" v="22832" actId="20577"/>
          <ac:spMkLst>
            <pc:docMk/>
            <pc:sldMk cId="556708486" sldId="388"/>
            <ac:spMk id="27" creationId="{50B4A7FC-5887-93C2-1897-28863CF240B0}"/>
          </ac:spMkLst>
        </pc:spChg>
      </pc:sldChg>
      <pc:sldChg chg="addSp delSp modSp add del mod modTransition">
        <pc:chgData name="Yejoon Lee" userId="c780d5a30fa7b868" providerId="LiveId" clId="{A5C5579D-EC79-2D49-AE39-181BF60F3EEA}" dt="2025-07-14T05:15:32.573" v="17077" actId="2696"/>
        <pc:sldMkLst>
          <pc:docMk/>
          <pc:sldMk cId="1720551273" sldId="389"/>
        </pc:sldMkLst>
      </pc:sldChg>
      <pc:sldChg chg="addSp delSp modSp new mod modTransition modAnim">
        <pc:chgData name="Yejoon Lee" userId="c780d5a30fa7b868" providerId="LiveId" clId="{A5C5579D-EC79-2D49-AE39-181BF60F3EEA}" dt="2025-07-16T02:46:32.816" v="22847" actId="20577"/>
        <pc:sldMkLst>
          <pc:docMk/>
          <pc:sldMk cId="2125190321" sldId="390"/>
        </pc:sldMkLst>
        <pc:spChg chg="add mod">
          <ac:chgData name="Yejoon Lee" userId="c780d5a30fa7b868" providerId="LiveId" clId="{A5C5579D-EC79-2D49-AE39-181BF60F3EEA}" dt="2025-07-14T05:17:56.886" v="17148" actId="1076"/>
          <ac:spMkLst>
            <pc:docMk/>
            <pc:sldMk cId="2125190321" sldId="390"/>
            <ac:spMk id="2" creationId="{D673997B-A955-9AE7-F6EF-043CFDFCEC42}"/>
          </ac:spMkLst>
        </pc:spChg>
        <pc:spChg chg="add mod">
          <ac:chgData name="Yejoon Lee" userId="c780d5a30fa7b868" providerId="LiveId" clId="{A5C5579D-EC79-2D49-AE39-181BF60F3EEA}" dt="2025-07-14T05:18:08.098" v="17152" actId="1076"/>
          <ac:spMkLst>
            <pc:docMk/>
            <pc:sldMk cId="2125190321" sldId="390"/>
            <ac:spMk id="3" creationId="{BCA7C983-3CD1-5753-EE4F-E16D3E3DDC8E}"/>
          </ac:spMkLst>
        </pc:spChg>
        <pc:spChg chg="add mod">
          <ac:chgData name="Yejoon Lee" userId="c780d5a30fa7b868" providerId="LiveId" clId="{A5C5579D-EC79-2D49-AE39-181BF60F3EEA}" dt="2025-07-14T05:17:47.232" v="17145" actId="14100"/>
          <ac:spMkLst>
            <pc:docMk/>
            <pc:sldMk cId="2125190321" sldId="390"/>
            <ac:spMk id="6" creationId="{C4952517-C0BC-C1BB-6901-75C8194181CD}"/>
          </ac:spMkLst>
        </pc:spChg>
        <pc:spChg chg="add mod">
          <ac:chgData name="Yejoon Lee" userId="c780d5a30fa7b868" providerId="LiveId" clId="{A5C5579D-EC79-2D49-AE39-181BF60F3EEA}" dt="2025-07-14T05:18:05.465" v="17151" actId="14100"/>
          <ac:spMkLst>
            <pc:docMk/>
            <pc:sldMk cId="2125190321" sldId="390"/>
            <ac:spMk id="7" creationId="{69315FC5-59EE-413C-A95D-71129C9BA897}"/>
          </ac:spMkLst>
        </pc:spChg>
        <pc:spChg chg="add mod">
          <ac:chgData name="Yejoon Lee" userId="c780d5a30fa7b868" providerId="LiveId" clId="{A5C5579D-EC79-2D49-AE39-181BF60F3EEA}" dt="2025-07-14T10:18:18.983" v="19885" actId="20577"/>
          <ac:spMkLst>
            <pc:docMk/>
            <pc:sldMk cId="2125190321" sldId="390"/>
            <ac:spMk id="10" creationId="{0671D5A2-FFF5-F622-B4ED-926549995BFB}"/>
          </ac:spMkLst>
        </pc:spChg>
        <pc:spChg chg="add mod">
          <ac:chgData name="Yejoon Lee" userId="c780d5a30fa7b868" providerId="LiveId" clId="{A5C5579D-EC79-2D49-AE39-181BF60F3EEA}" dt="2025-07-16T02:46:32.816" v="22847" actId="20577"/>
          <ac:spMkLst>
            <pc:docMk/>
            <pc:sldMk cId="2125190321" sldId="390"/>
            <ac:spMk id="13" creationId="{2CC4A79E-C11A-3753-AFCD-75766CE807C8}"/>
          </ac:spMkLst>
        </pc:spChg>
        <pc:spChg chg="add mod">
          <ac:chgData name="Yejoon Lee" userId="c780d5a30fa7b868" providerId="LiveId" clId="{A5C5579D-EC79-2D49-AE39-181BF60F3EEA}" dt="2025-07-14T10:19:26.694" v="19908" actId="113"/>
          <ac:spMkLst>
            <pc:docMk/>
            <pc:sldMk cId="2125190321" sldId="390"/>
            <ac:spMk id="15" creationId="{8DD4B149-030B-D484-26BF-A6C41BD92FA2}"/>
          </ac:spMkLst>
        </pc:spChg>
      </pc:sldChg>
      <pc:sldChg chg="modSp add del mod modTransition">
        <pc:chgData name="Yejoon Lee" userId="c780d5a30fa7b868" providerId="LiveId" clId="{A5C5579D-EC79-2D49-AE39-181BF60F3EEA}" dt="2025-07-14T09:44:37.363" v="19849" actId="2696"/>
        <pc:sldMkLst>
          <pc:docMk/>
          <pc:sldMk cId="634954942" sldId="391"/>
        </pc:sldMkLst>
      </pc:sldChg>
      <pc:sldChg chg="addSp delSp modSp add del mod">
        <pc:chgData name="Yejoon Lee" userId="c780d5a30fa7b868" providerId="LiveId" clId="{A5C5579D-EC79-2D49-AE39-181BF60F3EEA}" dt="2025-07-12T11:58:36.616" v="12517" actId="2696"/>
        <pc:sldMkLst>
          <pc:docMk/>
          <pc:sldMk cId="29531335" sldId="392"/>
        </pc:sldMkLst>
      </pc:sldChg>
      <pc:sldChg chg="addSp modSp add del mod">
        <pc:chgData name="Yejoon Lee" userId="c780d5a30fa7b868" providerId="LiveId" clId="{A5C5579D-EC79-2D49-AE39-181BF60F3EEA}" dt="2025-07-12T11:58:33.635" v="12516" actId="2696"/>
        <pc:sldMkLst>
          <pc:docMk/>
          <pc:sldMk cId="4001008187" sldId="393"/>
        </pc:sldMkLst>
      </pc:sldChg>
      <pc:sldChg chg="addSp delSp modSp add mod modTransition delAnim modAnim">
        <pc:chgData name="Yejoon Lee" userId="c780d5a30fa7b868" providerId="LiveId" clId="{A5C5579D-EC79-2D49-AE39-181BF60F3EEA}" dt="2025-07-15T10:24:55.119" v="21500" actId="478"/>
        <pc:sldMkLst>
          <pc:docMk/>
          <pc:sldMk cId="2798814872" sldId="394"/>
        </pc:sldMkLst>
        <pc:spChg chg="mod">
          <ac:chgData name="Yejoon Lee" userId="c780d5a30fa7b868" providerId="LiveId" clId="{A5C5579D-EC79-2D49-AE39-181BF60F3EEA}" dt="2025-07-14T10:19:50.125" v="19915" actId="113"/>
          <ac:spMkLst>
            <pc:docMk/>
            <pc:sldMk cId="2798814872" sldId="394"/>
            <ac:spMk id="3" creationId="{86C563ED-DCFF-C5FA-7917-526111B02AA0}"/>
          </ac:spMkLst>
        </pc:spChg>
        <pc:spChg chg="mod">
          <ac:chgData name="Yejoon Lee" userId="c780d5a30fa7b868" providerId="LiveId" clId="{A5C5579D-EC79-2D49-AE39-181BF60F3EEA}" dt="2025-07-15T10:24:45.833" v="21496" actId="207"/>
          <ac:spMkLst>
            <pc:docMk/>
            <pc:sldMk cId="2798814872" sldId="394"/>
            <ac:spMk id="8" creationId="{28F574D0-B87D-DB81-2E74-17DA6D563B1B}"/>
          </ac:spMkLst>
        </pc:spChg>
        <pc:spChg chg="mod">
          <ac:chgData name="Yejoon Lee" userId="c780d5a30fa7b868" providerId="LiveId" clId="{A5C5579D-EC79-2D49-AE39-181BF60F3EEA}" dt="2025-07-15T10:24:43.722" v="21495" actId="207"/>
          <ac:spMkLst>
            <pc:docMk/>
            <pc:sldMk cId="2798814872" sldId="394"/>
            <ac:spMk id="10" creationId="{752252CC-CF40-ABF9-242B-F5D4C2AAECA1}"/>
          </ac:spMkLst>
        </pc:spChg>
        <pc:spChg chg="add mod">
          <ac:chgData name="Yejoon Lee" userId="c780d5a30fa7b868" providerId="LiveId" clId="{A5C5579D-EC79-2D49-AE39-181BF60F3EEA}" dt="2025-07-14T05:40:11.097" v="17803" actId="20577"/>
          <ac:spMkLst>
            <pc:docMk/>
            <pc:sldMk cId="2798814872" sldId="394"/>
            <ac:spMk id="16" creationId="{F5B6E052-2FC8-2B11-4DAE-8E9ADF9C553B}"/>
          </ac:spMkLst>
        </pc:spChg>
        <pc:spChg chg="mod">
          <ac:chgData name="Yejoon Lee" userId="c780d5a30fa7b868" providerId="LiveId" clId="{A5C5579D-EC79-2D49-AE39-181BF60F3EEA}" dt="2025-07-14T10:19:54.922" v="19917" actId="20577"/>
          <ac:spMkLst>
            <pc:docMk/>
            <pc:sldMk cId="2798814872" sldId="394"/>
            <ac:spMk id="17" creationId="{FFF96662-70D8-D60D-FDB0-97219DF224C3}"/>
          </ac:spMkLst>
        </pc:spChg>
        <pc:cxnChg chg="mod">
          <ac:chgData name="Yejoon Lee" userId="c780d5a30fa7b868" providerId="LiveId" clId="{A5C5579D-EC79-2D49-AE39-181BF60F3EEA}" dt="2025-07-14T05:39:40.619" v="17760" actId="1036"/>
          <ac:cxnSpMkLst>
            <pc:docMk/>
            <pc:sldMk cId="2798814872" sldId="394"/>
            <ac:cxnSpMk id="12" creationId="{C3B81CD7-2625-3DC6-4F2B-AC42EA4CD00C}"/>
          </ac:cxnSpMkLst>
        </pc:cxnChg>
      </pc:sldChg>
      <pc:sldChg chg="addSp delSp modSp new mod modTransition modAnim">
        <pc:chgData name="Yejoon Lee" userId="c780d5a30fa7b868" providerId="LiveId" clId="{A5C5579D-EC79-2D49-AE39-181BF60F3EEA}" dt="2025-07-16T03:08:45.892" v="23221"/>
        <pc:sldMkLst>
          <pc:docMk/>
          <pc:sldMk cId="4031310975" sldId="395"/>
        </pc:sldMkLst>
        <pc:spChg chg="mod">
          <ac:chgData name="Yejoon Lee" userId="c780d5a30fa7b868" providerId="LiveId" clId="{A5C5579D-EC79-2D49-AE39-181BF60F3EEA}" dt="2025-07-14T05:23:53.804" v="17303" actId="20577"/>
          <ac:spMkLst>
            <pc:docMk/>
            <pc:sldMk cId="4031310975" sldId="395"/>
            <ac:spMk id="3" creationId="{ADA33EAF-ADBB-CA2C-4E0A-C1696BFF1DC6}"/>
          </ac:spMkLst>
        </pc:spChg>
        <pc:spChg chg="add mod">
          <ac:chgData name="Yejoon Lee" userId="c780d5a30fa7b868" providerId="LiveId" clId="{A5C5579D-EC79-2D49-AE39-181BF60F3EEA}" dt="2025-07-16T03:02:20.891" v="23187" actId="14100"/>
          <ac:spMkLst>
            <pc:docMk/>
            <pc:sldMk cId="4031310975" sldId="395"/>
            <ac:spMk id="8" creationId="{CF162701-930E-ECB9-D394-60F02821CF59}"/>
          </ac:spMkLst>
        </pc:spChg>
        <pc:spChg chg="add mod">
          <ac:chgData name="Yejoon Lee" userId="c780d5a30fa7b868" providerId="LiveId" clId="{A5C5579D-EC79-2D49-AE39-181BF60F3EEA}" dt="2025-07-16T03:08:03.191" v="23210" actId="207"/>
          <ac:spMkLst>
            <pc:docMk/>
            <pc:sldMk cId="4031310975" sldId="395"/>
            <ac:spMk id="13" creationId="{42B7A169-6A9E-CCAF-04F4-2021A3923678}"/>
          </ac:spMkLst>
        </pc:spChg>
        <pc:spChg chg="add mod">
          <ac:chgData name="Yejoon Lee" userId="c780d5a30fa7b868" providerId="LiveId" clId="{A5C5579D-EC79-2D49-AE39-181BF60F3EEA}" dt="2025-07-16T03:08:16.367" v="23211" actId="1076"/>
          <ac:spMkLst>
            <pc:docMk/>
            <pc:sldMk cId="4031310975" sldId="395"/>
            <ac:spMk id="15" creationId="{E430BAA2-D1FA-3C56-5157-367F9A360207}"/>
          </ac:spMkLst>
        </pc:spChg>
        <pc:spChg chg="add mod">
          <ac:chgData name="Yejoon Lee" userId="c780d5a30fa7b868" providerId="LiveId" clId="{A5C5579D-EC79-2D49-AE39-181BF60F3EEA}" dt="2025-07-16T03:08:20.383" v="23212" actId="1076"/>
          <ac:spMkLst>
            <pc:docMk/>
            <pc:sldMk cId="4031310975" sldId="395"/>
            <ac:spMk id="17" creationId="{C2611A7E-38DF-6325-A61D-CFC8BE93CE12}"/>
          </ac:spMkLst>
        </pc:spChg>
        <pc:spChg chg="add mod">
          <ac:chgData name="Yejoon Lee" userId="c780d5a30fa7b868" providerId="LiveId" clId="{A5C5579D-EC79-2D49-AE39-181BF60F3EEA}" dt="2025-07-16T03:08:25.754" v="23214" actId="1076"/>
          <ac:spMkLst>
            <pc:docMk/>
            <pc:sldMk cId="4031310975" sldId="395"/>
            <ac:spMk id="19" creationId="{BF2330F9-3789-36D6-2D42-E65C0D93BB54}"/>
          </ac:spMkLst>
        </pc:spChg>
        <pc:spChg chg="add mod">
          <ac:chgData name="Yejoon Lee" userId="c780d5a30fa7b868" providerId="LiveId" clId="{A5C5579D-EC79-2D49-AE39-181BF60F3EEA}" dt="2025-07-16T03:08:29.836" v="23215" actId="1076"/>
          <ac:spMkLst>
            <pc:docMk/>
            <pc:sldMk cId="4031310975" sldId="395"/>
            <ac:spMk id="21" creationId="{30DA0574-FD21-74D7-20AB-3F76CEAF3993}"/>
          </ac:spMkLst>
        </pc:spChg>
      </pc:sldChg>
      <pc:sldChg chg="addSp delSp modSp new mod modTransition modAnim">
        <pc:chgData name="Yejoon Lee" userId="c780d5a30fa7b868" providerId="LiveId" clId="{A5C5579D-EC79-2D49-AE39-181BF60F3EEA}" dt="2025-07-16T03:13:08.980" v="23250"/>
        <pc:sldMkLst>
          <pc:docMk/>
          <pc:sldMk cId="3875044035" sldId="396"/>
        </pc:sldMkLst>
        <pc:spChg chg="add mod">
          <ac:chgData name="Yejoon Lee" userId="c780d5a30fa7b868" providerId="LiveId" clId="{A5C5579D-EC79-2D49-AE39-181BF60F3EEA}" dt="2025-07-14T05:22:03.911" v="17187" actId="113"/>
          <ac:spMkLst>
            <pc:docMk/>
            <pc:sldMk cId="3875044035" sldId="396"/>
            <ac:spMk id="10" creationId="{AFC1DEA7-9559-0AC4-E33D-A1A14E1775ED}"/>
          </ac:spMkLst>
        </pc:spChg>
        <pc:spChg chg="add mod">
          <ac:chgData name="Yejoon Lee" userId="c780d5a30fa7b868" providerId="LiveId" clId="{A5C5579D-EC79-2D49-AE39-181BF60F3EEA}" dt="2025-07-14T10:21:21.466" v="19924" actId="207"/>
          <ac:spMkLst>
            <pc:docMk/>
            <pc:sldMk cId="3875044035" sldId="396"/>
            <ac:spMk id="13" creationId="{5843F930-5960-2E71-CF70-BEC9A51C9A5C}"/>
          </ac:spMkLst>
        </pc:spChg>
      </pc:sldChg>
      <pc:sldChg chg="addSp delSp modSp add del mod modTransition modAnim">
        <pc:chgData name="Yejoon Lee" userId="c780d5a30fa7b868" providerId="LiveId" clId="{A5C5579D-EC79-2D49-AE39-181BF60F3EEA}" dt="2025-07-16T03:11:34.380" v="23249"/>
        <pc:sldMkLst>
          <pc:docMk/>
          <pc:sldMk cId="1705011314" sldId="397"/>
        </pc:sldMkLst>
        <pc:spChg chg="mod">
          <ac:chgData name="Yejoon Lee" userId="c780d5a30fa7b868" providerId="LiveId" clId="{A5C5579D-EC79-2D49-AE39-181BF60F3EEA}" dt="2025-07-16T03:09:43.227" v="23240" actId="1076"/>
          <ac:spMkLst>
            <pc:docMk/>
            <pc:sldMk cId="1705011314" sldId="397"/>
            <ac:spMk id="11" creationId="{929DDB02-C513-F867-2929-7BD6128511B8}"/>
          </ac:spMkLst>
        </pc:spChg>
        <pc:spChg chg="add mod">
          <ac:chgData name="Yejoon Lee" userId="c780d5a30fa7b868" providerId="LiveId" clId="{A5C5579D-EC79-2D49-AE39-181BF60F3EEA}" dt="2025-07-16T03:09:37.682" v="23239" actId="1076"/>
          <ac:spMkLst>
            <pc:docMk/>
            <pc:sldMk cId="1705011314" sldId="397"/>
            <ac:spMk id="12" creationId="{3C66A8C8-1E49-032D-0C42-01CDA426BDA2}"/>
          </ac:spMkLst>
        </pc:spChg>
        <pc:spChg chg="add mod">
          <ac:chgData name="Yejoon Lee" userId="c780d5a30fa7b868" providerId="LiveId" clId="{A5C5579D-EC79-2D49-AE39-181BF60F3EEA}" dt="2025-07-16T03:10:22.991" v="23244" actId="1076"/>
          <ac:spMkLst>
            <pc:docMk/>
            <pc:sldMk cId="1705011314" sldId="397"/>
            <ac:spMk id="14" creationId="{74755809-F3B0-E952-CDE9-EF41E21DC1F0}"/>
          </ac:spMkLst>
        </pc:spChg>
        <pc:spChg chg="add mod">
          <ac:chgData name="Yejoon Lee" userId="c780d5a30fa7b868" providerId="LiveId" clId="{A5C5579D-EC79-2D49-AE39-181BF60F3EEA}" dt="2025-07-16T03:10:28.972" v="23245" actId="1076"/>
          <ac:spMkLst>
            <pc:docMk/>
            <pc:sldMk cId="1705011314" sldId="397"/>
            <ac:spMk id="16" creationId="{EF2829D8-5AA9-7452-0EB7-C5128BD2B2E1}"/>
          </ac:spMkLst>
        </pc:spChg>
      </pc:sldChg>
      <pc:sldChg chg="addSp delSp modSp add mod modAnim">
        <pc:chgData name="Yejoon Lee" userId="c780d5a30fa7b868" providerId="LiveId" clId="{A5C5579D-EC79-2D49-AE39-181BF60F3EEA}" dt="2025-07-16T03:15:17.686" v="23277"/>
        <pc:sldMkLst>
          <pc:docMk/>
          <pc:sldMk cId="3700111798" sldId="398"/>
        </pc:sldMkLst>
        <pc:spChg chg="add mod">
          <ac:chgData name="Yejoon Lee" userId="c780d5a30fa7b868" providerId="LiveId" clId="{A5C5579D-EC79-2D49-AE39-181BF60F3EEA}" dt="2025-07-16T03:14:51.615" v="23274" actId="20577"/>
          <ac:spMkLst>
            <pc:docMk/>
            <pc:sldMk cId="3700111798" sldId="398"/>
            <ac:spMk id="7" creationId="{0D9D26C4-2262-8004-0E85-167F135EAD2D}"/>
          </ac:spMkLst>
        </pc:spChg>
        <pc:spChg chg="add mod">
          <ac:chgData name="Yejoon Lee" userId="c780d5a30fa7b868" providerId="LiveId" clId="{A5C5579D-EC79-2D49-AE39-181BF60F3EEA}" dt="2025-07-14T10:23:29.545" v="19982" actId="113"/>
          <ac:spMkLst>
            <pc:docMk/>
            <pc:sldMk cId="3700111798" sldId="398"/>
            <ac:spMk id="9" creationId="{A1A87835-8DF4-02D2-8683-8C9EF6DFFB2B}"/>
          </ac:spMkLst>
        </pc:spChg>
        <pc:spChg chg="mod">
          <ac:chgData name="Yejoon Lee" userId="c780d5a30fa7b868" providerId="LiveId" clId="{A5C5579D-EC79-2D49-AE39-181BF60F3EEA}" dt="2025-07-16T03:14:15.626" v="23262" actId="1076"/>
          <ac:spMkLst>
            <pc:docMk/>
            <pc:sldMk cId="3700111798" sldId="398"/>
            <ac:spMk id="11" creationId="{4B6B0B84-D1D6-84B0-F95D-8DCBBC1BFBF5}"/>
          </ac:spMkLst>
        </pc:spChg>
        <pc:spChg chg="add mod">
          <ac:chgData name="Yejoon Lee" userId="c780d5a30fa7b868" providerId="LiveId" clId="{A5C5579D-EC79-2D49-AE39-181BF60F3EEA}" dt="2025-07-16T03:14:30.256" v="23268" actId="1037"/>
          <ac:spMkLst>
            <pc:docMk/>
            <pc:sldMk cId="3700111798" sldId="398"/>
            <ac:spMk id="12" creationId="{B18436A6-5C1E-442B-9C70-71326C98FF72}"/>
          </ac:spMkLst>
        </pc:spChg>
        <pc:spChg chg="add mod">
          <ac:chgData name="Yejoon Lee" userId="c780d5a30fa7b868" providerId="LiveId" clId="{A5C5579D-EC79-2D49-AE39-181BF60F3EEA}" dt="2025-07-15T10:33:25.964" v="21512" actId="207"/>
          <ac:spMkLst>
            <pc:docMk/>
            <pc:sldMk cId="3700111798" sldId="398"/>
            <ac:spMk id="13" creationId="{1BDAF596-FFBC-6965-5C5F-339FE7FFF08A}"/>
          </ac:spMkLst>
        </pc:spChg>
        <pc:spChg chg="add mod">
          <ac:chgData name="Yejoon Lee" userId="c780d5a30fa7b868" providerId="LiveId" clId="{A5C5579D-EC79-2D49-AE39-181BF60F3EEA}" dt="2025-07-16T03:14:36.356" v="23269" actId="1076"/>
          <ac:spMkLst>
            <pc:docMk/>
            <pc:sldMk cId="3700111798" sldId="398"/>
            <ac:spMk id="17" creationId="{E35F8875-06B0-7FF6-4D24-0BB4E74006DA}"/>
          </ac:spMkLst>
        </pc:spChg>
      </pc:sldChg>
      <pc:sldChg chg="addSp delSp modSp new mod modAnim">
        <pc:chgData name="Yejoon Lee" userId="c780d5a30fa7b868" providerId="LiveId" clId="{A5C5579D-EC79-2D49-AE39-181BF60F3EEA}" dt="2025-07-16T03:15:52.127" v="23278"/>
        <pc:sldMkLst>
          <pc:docMk/>
          <pc:sldMk cId="1420415224" sldId="399"/>
        </pc:sldMkLst>
        <pc:spChg chg="add mod">
          <ac:chgData name="Yejoon Lee" userId="c780d5a30fa7b868" providerId="LiveId" clId="{A5C5579D-EC79-2D49-AE39-181BF60F3EEA}" dt="2025-07-15T11:27:28.122" v="22118" actId="1076"/>
          <ac:spMkLst>
            <pc:docMk/>
            <pc:sldMk cId="1420415224" sldId="399"/>
            <ac:spMk id="7" creationId="{D56AA8FF-9E4C-F5C5-C481-4065D648EF59}"/>
          </ac:spMkLst>
        </pc:spChg>
        <pc:spChg chg="add mod">
          <ac:chgData name="Yejoon Lee" userId="c780d5a30fa7b868" providerId="LiveId" clId="{A5C5579D-EC79-2D49-AE39-181BF60F3EEA}" dt="2025-07-15T11:27:33.160" v="22119" actId="1076"/>
          <ac:spMkLst>
            <pc:docMk/>
            <pc:sldMk cId="1420415224" sldId="399"/>
            <ac:spMk id="8" creationId="{A3B9593C-AB34-011D-4877-619459D77AF8}"/>
          </ac:spMkLst>
        </pc:spChg>
        <pc:spChg chg="add mod">
          <ac:chgData name="Yejoon Lee" userId="c780d5a30fa7b868" providerId="LiveId" clId="{A5C5579D-EC79-2D49-AE39-181BF60F3EEA}" dt="2025-07-15T11:27:42.557" v="22121" actId="1076"/>
          <ac:spMkLst>
            <pc:docMk/>
            <pc:sldMk cId="1420415224" sldId="399"/>
            <ac:spMk id="9" creationId="{838043CC-C8F0-78FC-4B1D-F9CBEBA59B24}"/>
          </ac:spMkLst>
        </pc:spChg>
      </pc:sldChg>
      <pc:sldChg chg="addSp delSp modSp new mod">
        <pc:chgData name="Yejoon Lee" userId="c780d5a30fa7b868" providerId="LiveId" clId="{A5C5579D-EC79-2D49-AE39-181BF60F3EEA}" dt="2025-07-12T16:44:39.813" v="15283"/>
        <pc:sldMkLst>
          <pc:docMk/>
          <pc:sldMk cId="40930165" sldId="400"/>
        </pc:sldMkLst>
      </pc:sldChg>
      <pc:sldChg chg="new del">
        <pc:chgData name="Yejoon Lee" userId="c780d5a30fa7b868" providerId="LiveId" clId="{A5C5579D-EC79-2D49-AE39-181BF60F3EEA}" dt="2025-07-12T15:13:43.710" v="14180" actId="2696"/>
        <pc:sldMkLst>
          <pc:docMk/>
          <pc:sldMk cId="2004924731" sldId="401"/>
        </pc:sldMkLst>
      </pc:sldChg>
      <pc:sldChg chg="addSp delSp modSp add mod">
        <pc:chgData name="Yejoon Lee" userId="c780d5a30fa7b868" providerId="LiveId" clId="{A5C5579D-EC79-2D49-AE39-181BF60F3EEA}" dt="2025-07-14T16:47:12.587" v="21484" actId="1035"/>
        <pc:sldMkLst>
          <pc:docMk/>
          <pc:sldMk cId="3651786155" sldId="402"/>
        </pc:sldMkLst>
        <pc:spChg chg="mod">
          <ac:chgData name="Yejoon Lee" userId="c780d5a30fa7b868" providerId="LiveId" clId="{A5C5579D-EC79-2D49-AE39-181BF60F3EEA}" dt="2025-07-14T16:47:12.587" v="21484" actId="1035"/>
          <ac:spMkLst>
            <pc:docMk/>
            <pc:sldMk cId="3651786155" sldId="402"/>
            <ac:spMk id="37" creationId="{B032DB53-A46D-7913-E668-9F7C1C7A0CBB}"/>
          </ac:spMkLst>
        </pc:spChg>
      </pc:sldChg>
      <pc:sldChg chg="addSp delSp modSp add del mod">
        <pc:chgData name="Yejoon Lee" userId="c780d5a30fa7b868" providerId="LiveId" clId="{A5C5579D-EC79-2D49-AE39-181BF60F3EEA}" dt="2025-07-12T16:11:07.531" v="14663" actId="2696"/>
        <pc:sldMkLst>
          <pc:docMk/>
          <pc:sldMk cId="1925969251" sldId="403"/>
        </pc:sldMkLst>
      </pc:sldChg>
      <pc:sldChg chg="add del">
        <pc:chgData name="Yejoon Lee" userId="c780d5a30fa7b868" providerId="LiveId" clId="{A5C5579D-EC79-2D49-AE39-181BF60F3EEA}" dt="2025-07-12T16:11:00.200" v="14661" actId="2696"/>
        <pc:sldMkLst>
          <pc:docMk/>
          <pc:sldMk cId="530287572" sldId="404"/>
        </pc:sldMkLst>
      </pc:sldChg>
      <pc:sldChg chg="addSp delSp modSp add del mod">
        <pc:chgData name="Yejoon Lee" userId="c780d5a30fa7b868" providerId="LiveId" clId="{A5C5579D-EC79-2D49-AE39-181BF60F3EEA}" dt="2025-07-12T16:43:59.571" v="15277" actId="2696"/>
        <pc:sldMkLst>
          <pc:docMk/>
          <pc:sldMk cId="1150976249" sldId="404"/>
        </pc:sldMkLst>
      </pc:sldChg>
      <pc:sldChg chg="addSp delSp modSp new mod modClrScheme chgLayout">
        <pc:chgData name="Yejoon Lee" userId="c780d5a30fa7b868" providerId="LiveId" clId="{A5C5579D-EC79-2D49-AE39-181BF60F3EEA}" dt="2025-07-12T16:40:44.415" v="15221" actId="20577"/>
        <pc:sldMkLst>
          <pc:docMk/>
          <pc:sldMk cId="53804735" sldId="405"/>
        </pc:sldMkLst>
      </pc:sldChg>
      <pc:sldChg chg="addSp delSp modSp new mod modClrScheme modAnim chgLayout">
        <pc:chgData name="Yejoon Lee" userId="c780d5a30fa7b868" providerId="LiveId" clId="{A5C5579D-EC79-2D49-AE39-181BF60F3EEA}" dt="2025-07-15T10:29:26.319" v="21510" actId="20577"/>
        <pc:sldMkLst>
          <pc:docMk/>
          <pc:sldMk cId="764428669" sldId="406"/>
        </pc:sldMkLst>
        <pc:spChg chg="add mod">
          <ac:chgData name="Yejoon Lee" userId="c780d5a30fa7b868" providerId="LiveId" clId="{A5C5579D-EC79-2D49-AE39-181BF60F3EEA}" dt="2025-07-14T10:26:26.850" v="20074" actId="1076"/>
          <ac:spMkLst>
            <pc:docMk/>
            <pc:sldMk cId="764428669" sldId="406"/>
            <ac:spMk id="2" creationId="{3BBDF38C-EF89-3034-A52A-3D911C39DBEE}"/>
          </ac:spMkLst>
        </pc:spChg>
        <pc:spChg chg="add mod">
          <ac:chgData name="Yejoon Lee" userId="c780d5a30fa7b868" providerId="LiveId" clId="{A5C5579D-EC79-2D49-AE39-181BF60F3EEA}" dt="2025-07-15T10:29:12.517" v="21508" actId="2711"/>
          <ac:spMkLst>
            <pc:docMk/>
            <pc:sldMk cId="764428669" sldId="406"/>
            <ac:spMk id="4" creationId="{7A9C3C6E-DD04-7111-EBAB-B22234085F85}"/>
          </ac:spMkLst>
        </pc:spChg>
        <pc:spChg chg="add mod">
          <ac:chgData name="Yejoon Lee" userId="c780d5a30fa7b868" providerId="LiveId" clId="{A5C5579D-EC79-2D49-AE39-181BF60F3EEA}" dt="2025-07-15T10:29:26.319" v="21510" actId="20577"/>
          <ac:spMkLst>
            <pc:docMk/>
            <pc:sldMk cId="764428669" sldId="406"/>
            <ac:spMk id="8" creationId="{007170A4-C9B9-60C0-6836-2F2D8DF06D86}"/>
          </ac:spMkLst>
        </pc:spChg>
        <pc:spChg chg="add mod">
          <ac:chgData name="Yejoon Lee" userId="c780d5a30fa7b868" providerId="LiveId" clId="{A5C5579D-EC79-2D49-AE39-181BF60F3EEA}" dt="2025-07-15T10:29:09.014" v="21507" actId="2711"/>
          <ac:spMkLst>
            <pc:docMk/>
            <pc:sldMk cId="764428669" sldId="406"/>
            <ac:spMk id="9" creationId="{2FF5E215-F678-3210-C0A3-25F2AA9CF70E}"/>
          </ac:spMkLst>
        </pc:spChg>
        <pc:spChg chg="add mod">
          <ac:chgData name="Yejoon Lee" userId="c780d5a30fa7b868" providerId="LiveId" clId="{A5C5579D-EC79-2D49-AE39-181BF60F3EEA}" dt="2025-07-15T10:29:09.014" v="21507" actId="2711"/>
          <ac:spMkLst>
            <pc:docMk/>
            <pc:sldMk cId="764428669" sldId="406"/>
            <ac:spMk id="10" creationId="{04622FDE-0C70-9E24-8680-2D8CF20960B9}"/>
          </ac:spMkLst>
        </pc:spChg>
        <pc:spChg chg="add mod">
          <ac:chgData name="Yejoon Lee" userId="c780d5a30fa7b868" providerId="LiveId" clId="{A5C5579D-EC79-2D49-AE39-181BF60F3EEA}" dt="2025-07-15T10:28:55.539" v="21504" actId="2711"/>
          <ac:spMkLst>
            <pc:docMk/>
            <pc:sldMk cId="764428669" sldId="406"/>
            <ac:spMk id="11" creationId="{9E5189FC-D486-3152-73E7-5E3EA94E3237}"/>
          </ac:spMkLst>
        </pc:spChg>
        <pc:spChg chg="add mod">
          <ac:chgData name="Yejoon Lee" userId="c780d5a30fa7b868" providerId="LiveId" clId="{A5C5579D-EC79-2D49-AE39-181BF60F3EEA}" dt="2025-07-14T10:25:30.504" v="20009" actId="1076"/>
          <ac:spMkLst>
            <pc:docMk/>
            <pc:sldMk cId="764428669" sldId="406"/>
            <ac:spMk id="12" creationId="{412B7BB2-AB3B-3E00-DE3C-5B6D74F8868F}"/>
          </ac:spMkLst>
        </pc:spChg>
        <pc:spChg chg="add mod">
          <ac:chgData name="Yejoon Lee" userId="c780d5a30fa7b868" providerId="LiveId" clId="{A5C5579D-EC79-2D49-AE39-181BF60F3EEA}" dt="2025-07-14T10:25:34.488" v="20010" actId="1076"/>
          <ac:spMkLst>
            <pc:docMk/>
            <pc:sldMk cId="764428669" sldId="406"/>
            <ac:spMk id="13" creationId="{9CED872C-C674-D9F7-FF2B-B71FBD36EDF5}"/>
          </ac:spMkLst>
        </pc:spChg>
      </pc:sldChg>
      <pc:sldChg chg="addSp delSp modSp add mod">
        <pc:chgData name="Yejoon Lee" userId="c780d5a30fa7b868" providerId="LiveId" clId="{A5C5579D-EC79-2D49-AE39-181BF60F3EEA}" dt="2025-07-14T05:38:29.536" v="17717" actId="122"/>
        <pc:sldMkLst>
          <pc:docMk/>
          <pc:sldMk cId="3154750819" sldId="407"/>
        </pc:sldMkLst>
        <pc:spChg chg="add mod">
          <ac:chgData name="Yejoon Lee" userId="c780d5a30fa7b868" providerId="LiveId" clId="{A5C5579D-EC79-2D49-AE39-181BF60F3EEA}" dt="2025-07-14T05:37:38.732" v="17627" actId="1035"/>
          <ac:spMkLst>
            <pc:docMk/>
            <pc:sldMk cId="3154750819" sldId="407"/>
            <ac:spMk id="2" creationId="{0C739A79-63A6-C649-BD60-9000FF052E85}"/>
          </ac:spMkLst>
        </pc:spChg>
        <pc:spChg chg="mod">
          <ac:chgData name="Yejoon Lee" userId="c780d5a30fa7b868" providerId="LiveId" clId="{A5C5579D-EC79-2D49-AE39-181BF60F3EEA}" dt="2025-07-14T05:38:29.536" v="17717" actId="122"/>
          <ac:spMkLst>
            <pc:docMk/>
            <pc:sldMk cId="3154750819" sldId="407"/>
            <ac:spMk id="37" creationId="{90C83AE9-028E-C42B-29E6-A72452D506AD}"/>
          </ac:spMkLst>
        </pc:spChg>
      </pc:sldChg>
      <pc:sldChg chg="addSp delSp modSp add del mod">
        <pc:chgData name="Yejoon Lee" userId="c780d5a30fa7b868" providerId="LiveId" clId="{A5C5579D-EC79-2D49-AE39-181BF60F3EEA}" dt="2025-07-14T05:37:50.084" v="17629" actId="2696"/>
        <pc:sldMkLst>
          <pc:docMk/>
          <pc:sldMk cId="3275266222" sldId="408"/>
        </pc:sldMkLst>
      </pc:sldChg>
      <pc:sldChg chg="addSp modSp new mod ord">
        <pc:chgData name="Yejoon Lee" userId="c780d5a30fa7b868" providerId="LiveId" clId="{A5C5579D-EC79-2D49-AE39-181BF60F3EEA}" dt="2025-07-14T08:49:38.858" v="19216" actId="113"/>
        <pc:sldMkLst>
          <pc:docMk/>
          <pc:sldMk cId="1962389946" sldId="409"/>
        </pc:sldMkLst>
        <pc:spChg chg="mod">
          <ac:chgData name="Yejoon Lee" userId="c780d5a30fa7b868" providerId="LiveId" clId="{A5C5579D-EC79-2D49-AE39-181BF60F3EEA}" dt="2025-07-13T04:52:02.144" v="15368" actId="20577"/>
          <ac:spMkLst>
            <pc:docMk/>
            <pc:sldMk cId="1962389946" sldId="409"/>
            <ac:spMk id="2" creationId="{2A28457E-6503-C154-D7E5-F79A05591B95}"/>
          </ac:spMkLst>
        </pc:spChg>
        <pc:spChg chg="add mod">
          <ac:chgData name="Yejoon Lee" userId="c780d5a30fa7b868" providerId="LiveId" clId="{A5C5579D-EC79-2D49-AE39-181BF60F3EEA}" dt="2025-07-14T08:49:38.858" v="19216" actId="113"/>
          <ac:spMkLst>
            <pc:docMk/>
            <pc:sldMk cId="1962389946" sldId="409"/>
            <ac:spMk id="5" creationId="{ECFDC253-B177-AFB4-654A-E1AA1BA6107E}"/>
          </ac:spMkLst>
        </pc:spChg>
      </pc:sldChg>
      <pc:sldChg chg="addSp delSp modSp new mod modClrScheme modAnim chgLayout">
        <pc:chgData name="Yejoon Lee" userId="c780d5a30fa7b868" providerId="LiveId" clId="{A5C5579D-EC79-2D49-AE39-181BF60F3EEA}" dt="2025-07-14T08:36:22.978" v="18708"/>
        <pc:sldMkLst>
          <pc:docMk/>
          <pc:sldMk cId="3384754325" sldId="410"/>
        </pc:sldMkLst>
        <pc:spChg chg="mod ord">
          <ac:chgData name="Yejoon Lee" userId="c780d5a30fa7b868" providerId="LiveId" clId="{A5C5579D-EC79-2D49-AE39-181BF60F3EEA}" dt="2025-07-13T04:52:11.427" v="15370" actId="700"/>
          <ac:spMkLst>
            <pc:docMk/>
            <pc:sldMk cId="3384754325" sldId="410"/>
            <ac:spMk id="3" creationId="{A45EB451-63F5-3980-AB75-F919AD562373}"/>
          </ac:spMkLst>
        </pc:spChg>
        <pc:spChg chg="add mod">
          <ac:chgData name="Yejoon Lee" userId="c780d5a30fa7b868" providerId="LiveId" clId="{A5C5579D-EC79-2D49-AE39-181BF60F3EEA}" dt="2025-07-13T04:52:28.417" v="15388" actId="20577"/>
          <ac:spMkLst>
            <pc:docMk/>
            <pc:sldMk cId="3384754325" sldId="410"/>
            <ac:spMk id="5" creationId="{F5D611AA-A84C-5EFF-2C5F-9D26FCDF3D3A}"/>
          </ac:spMkLst>
        </pc:spChg>
        <pc:spChg chg="add mod">
          <ac:chgData name="Yejoon Lee" userId="c780d5a30fa7b868" providerId="LiveId" clId="{A5C5579D-EC79-2D49-AE39-181BF60F3EEA}" dt="2025-07-13T05:11:20.773" v="16073" actId="20577"/>
          <ac:spMkLst>
            <pc:docMk/>
            <pc:sldMk cId="3384754325" sldId="410"/>
            <ac:spMk id="6" creationId="{341FE8AA-3B77-30E1-C0E4-ABED5A824807}"/>
          </ac:spMkLst>
        </pc:spChg>
        <pc:spChg chg="add mod">
          <ac:chgData name="Yejoon Lee" userId="c780d5a30fa7b868" providerId="LiveId" clId="{A5C5579D-EC79-2D49-AE39-181BF60F3EEA}" dt="2025-07-13T05:11:04.775" v="16055" actId="1076"/>
          <ac:spMkLst>
            <pc:docMk/>
            <pc:sldMk cId="3384754325" sldId="410"/>
            <ac:spMk id="9" creationId="{2AF6B398-15B9-638A-4092-C7E0E8825D90}"/>
          </ac:spMkLst>
        </pc:spChg>
        <pc:spChg chg="add mod">
          <ac:chgData name="Yejoon Lee" userId="c780d5a30fa7b868" providerId="LiveId" clId="{A5C5579D-EC79-2D49-AE39-181BF60F3EEA}" dt="2025-07-13T05:11:03.063" v="16054" actId="1076"/>
          <ac:spMkLst>
            <pc:docMk/>
            <pc:sldMk cId="3384754325" sldId="410"/>
            <ac:spMk id="10" creationId="{03A6FC9F-2CC3-005E-4F34-9FCCD69463F1}"/>
          </ac:spMkLst>
        </pc:spChg>
        <pc:spChg chg="add mod">
          <ac:chgData name="Yejoon Lee" userId="c780d5a30fa7b868" providerId="LiveId" clId="{A5C5579D-EC79-2D49-AE39-181BF60F3EEA}" dt="2025-07-14T05:44:57.637" v="17845" actId="20577"/>
          <ac:spMkLst>
            <pc:docMk/>
            <pc:sldMk cId="3384754325" sldId="410"/>
            <ac:spMk id="11" creationId="{FD66D3F0-D42D-E749-0A73-3926921D238E}"/>
          </ac:spMkLst>
        </pc:spChg>
        <pc:spChg chg="add mod">
          <ac:chgData name="Yejoon Lee" userId="c780d5a30fa7b868" providerId="LiveId" clId="{A5C5579D-EC79-2D49-AE39-181BF60F3EEA}" dt="2025-07-13T05:09:44.977" v="16034" actId="1076"/>
          <ac:spMkLst>
            <pc:docMk/>
            <pc:sldMk cId="3384754325" sldId="410"/>
            <ac:spMk id="14" creationId="{BD890EBF-1399-1E3F-6DB9-389C3EF78B90}"/>
          </ac:spMkLst>
        </pc:spChg>
        <pc:spChg chg="add mod">
          <ac:chgData name="Yejoon Lee" userId="c780d5a30fa7b868" providerId="LiveId" clId="{A5C5579D-EC79-2D49-AE39-181BF60F3EEA}" dt="2025-07-14T08:36:10.334" v="18705" actId="20577"/>
          <ac:spMkLst>
            <pc:docMk/>
            <pc:sldMk cId="3384754325" sldId="410"/>
            <ac:spMk id="19" creationId="{83E83795-ACFE-49CD-1C0E-6DF78BEBC504}"/>
          </ac:spMkLst>
        </pc:spChg>
        <pc:spChg chg="add mod">
          <ac:chgData name="Yejoon Lee" userId="c780d5a30fa7b868" providerId="LiveId" clId="{A5C5579D-EC79-2D49-AE39-181BF60F3EEA}" dt="2025-07-13T05:23:25.748" v="16613" actId="20577"/>
          <ac:spMkLst>
            <pc:docMk/>
            <pc:sldMk cId="3384754325" sldId="410"/>
            <ac:spMk id="20" creationId="{B8AC2C13-3838-92B9-0204-B4013A44FE6D}"/>
          </ac:spMkLst>
        </pc:spChg>
        <pc:spChg chg="add mod">
          <ac:chgData name="Yejoon Lee" userId="c780d5a30fa7b868" providerId="LiveId" clId="{A5C5579D-EC79-2D49-AE39-181BF60F3EEA}" dt="2025-07-13T05:24:56.721" v="16639" actId="20577"/>
          <ac:spMkLst>
            <pc:docMk/>
            <pc:sldMk cId="3384754325" sldId="410"/>
            <ac:spMk id="21" creationId="{D5386BDA-0B37-E9C5-E162-CCA2455A64FD}"/>
          </ac:spMkLst>
        </pc:spChg>
        <pc:spChg chg="add mod">
          <ac:chgData name="Yejoon Lee" userId="c780d5a30fa7b868" providerId="LiveId" clId="{A5C5579D-EC79-2D49-AE39-181BF60F3EEA}" dt="2025-07-13T05:24:12.941" v="16634" actId="1076"/>
          <ac:spMkLst>
            <pc:docMk/>
            <pc:sldMk cId="3384754325" sldId="410"/>
            <ac:spMk id="22" creationId="{03D878A7-C2D0-019B-6829-9B2750331E54}"/>
          </ac:spMkLst>
        </pc:spChg>
        <pc:spChg chg="add mod">
          <ac:chgData name="Yejoon Lee" userId="c780d5a30fa7b868" providerId="LiveId" clId="{A5C5579D-EC79-2D49-AE39-181BF60F3EEA}" dt="2025-07-13T05:24:17.224" v="16635" actId="1076"/>
          <ac:spMkLst>
            <pc:docMk/>
            <pc:sldMk cId="3384754325" sldId="410"/>
            <ac:spMk id="23" creationId="{F7C9290A-1212-D3D4-99FA-12985AF9637F}"/>
          </ac:spMkLst>
        </pc:spChg>
        <pc:graphicFrameChg chg="add mod modGraphic">
          <ac:chgData name="Yejoon Lee" userId="c780d5a30fa7b868" providerId="LiveId" clId="{A5C5579D-EC79-2D49-AE39-181BF60F3EEA}" dt="2025-07-13T05:06:35.454" v="15807" actId="2711"/>
          <ac:graphicFrameMkLst>
            <pc:docMk/>
            <pc:sldMk cId="3384754325" sldId="410"/>
            <ac:graphicFrameMk id="7" creationId="{67C0B241-EC17-F7B4-14E8-4756550B2477}"/>
          </ac:graphicFrameMkLst>
        </pc:graphicFrameChg>
        <pc:graphicFrameChg chg="add mod modGraphic">
          <ac:chgData name="Yejoon Lee" userId="c780d5a30fa7b868" providerId="LiveId" clId="{A5C5579D-EC79-2D49-AE39-181BF60F3EEA}" dt="2025-07-13T05:07:49.710" v="15857" actId="2711"/>
          <ac:graphicFrameMkLst>
            <pc:docMk/>
            <pc:sldMk cId="3384754325" sldId="410"/>
            <ac:graphicFrameMk id="8" creationId="{9A0788F5-776A-1A94-B968-1110BAFB582E}"/>
          </ac:graphicFrameMkLst>
        </pc:graphicFrameChg>
        <pc:cxnChg chg="add">
          <ac:chgData name="Yejoon Lee" userId="c780d5a30fa7b868" providerId="LiveId" clId="{A5C5579D-EC79-2D49-AE39-181BF60F3EEA}" dt="2025-07-13T05:09:31.141" v="16017" actId="11529"/>
          <ac:cxnSpMkLst>
            <pc:docMk/>
            <pc:sldMk cId="3384754325" sldId="410"/>
            <ac:cxnSpMk id="13" creationId="{A16B4E47-7E9A-504D-3A52-4C0537E99C85}"/>
          </ac:cxnSpMkLst>
        </pc:cxnChg>
        <pc:cxnChg chg="add mod">
          <ac:chgData name="Yejoon Lee" userId="c780d5a30fa7b868" providerId="LiveId" clId="{A5C5579D-EC79-2D49-AE39-181BF60F3EEA}" dt="2025-07-14T05:45:20.632" v="17850" actId="208"/>
          <ac:cxnSpMkLst>
            <pc:docMk/>
            <pc:sldMk cId="3384754325" sldId="410"/>
            <ac:cxnSpMk id="16" creationId="{6D76C801-FF53-6EEC-8843-BC4535292A37}"/>
          </ac:cxnSpMkLst>
        </pc:cxnChg>
        <pc:cxnChg chg="add">
          <ac:chgData name="Yejoon Lee" userId="c780d5a30fa7b868" providerId="LiveId" clId="{A5C5579D-EC79-2D49-AE39-181BF60F3EEA}" dt="2025-07-13T05:13:57.145" v="16074" actId="11529"/>
          <ac:cxnSpMkLst>
            <pc:docMk/>
            <pc:sldMk cId="3384754325" sldId="410"/>
            <ac:cxnSpMk id="18" creationId="{06622E1A-35AE-7984-0E64-1FB08F1A0819}"/>
          </ac:cxnSpMkLst>
        </pc:cxnChg>
      </pc:sldChg>
      <pc:sldChg chg="addSp delSp modSp new mod modAnim">
        <pc:chgData name="Yejoon Lee" userId="c780d5a30fa7b868" providerId="LiveId" clId="{A5C5579D-EC79-2D49-AE39-181BF60F3EEA}" dt="2025-07-14T10:24:32.076" v="19983"/>
        <pc:sldMkLst>
          <pc:docMk/>
          <pc:sldMk cId="830641710" sldId="411"/>
        </pc:sldMkLst>
        <pc:spChg chg="add mod">
          <ac:chgData name="Yejoon Lee" userId="c780d5a30fa7b868" providerId="LiveId" clId="{A5C5579D-EC79-2D49-AE39-181BF60F3EEA}" dt="2025-07-14T09:08:46.372" v="19577" actId="20577"/>
          <ac:spMkLst>
            <pc:docMk/>
            <pc:sldMk cId="830641710" sldId="411"/>
            <ac:spMk id="2" creationId="{F06375BF-081F-E56D-B1AF-DF56277AA318}"/>
          </ac:spMkLst>
        </pc:spChg>
        <pc:spChg chg="add mod">
          <ac:chgData name="Yejoon Lee" userId="c780d5a30fa7b868" providerId="LiveId" clId="{A5C5579D-EC79-2D49-AE39-181BF60F3EEA}" dt="2025-07-14T08:37:51.723" v="18741" actId="20577"/>
          <ac:spMkLst>
            <pc:docMk/>
            <pc:sldMk cId="830641710" sldId="411"/>
            <ac:spMk id="4" creationId="{2EBB5915-73C2-5BC8-B9A0-97A33ED76666}"/>
          </ac:spMkLst>
        </pc:spChg>
        <pc:spChg chg="add mod">
          <ac:chgData name="Yejoon Lee" userId="c780d5a30fa7b868" providerId="LiveId" clId="{A5C5579D-EC79-2D49-AE39-181BF60F3EEA}" dt="2025-07-14T09:03:07.134" v="19534" actId="1076"/>
          <ac:spMkLst>
            <pc:docMk/>
            <pc:sldMk cId="830641710" sldId="411"/>
            <ac:spMk id="6" creationId="{5D71C0D7-AF74-F589-4AEE-0825271303DE}"/>
          </ac:spMkLst>
        </pc:spChg>
        <pc:spChg chg="add mod">
          <ac:chgData name="Yejoon Lee" userId="c780d5a30fa7b868" providerId="LiveId" clId="{A5C5579D-EC79-2D49-AE39-181BF60F3EEA}" dt="2025-07-14T09:03:17.249" v="19538" actId="20577"/>
          <ac:spMkLst>
            <pc:docMk/>
            <pc:sldMk cId="830641710" sldId="411"/>
            <ac:spMk id="8" creationId="{3315972F-F5C9-E155-C7FF-455549558F58}"/>
          </ac:spMkLst>
        </pc:spChg>
        <pc:spChg chg="add mod">
          <ac:chgData name="Yejoon Lee" userId="c780d5a30fa7b868" providerId="LiveId" clId="{A5C5579D-EC79-2D49-AE39-181BF60F3EEA}" dt="2025-07-14T09:08:38.512" v="19575" actId="20577"/>
          <ac:spMkLst>
            <pc:docMk/>
            <pc:sldMk cId="830641710" sldId="411"/>
            <ac:spMk id="10" creationId="{408C0411-B29C-5379-F97D-49BEC59569EA}"/>
          </ac:spMkLst>
        </pc:spChg>
      </pc:sldChg>
      <pc:sldChg chg="new del">
        <pc:chgData name="Yejoon Lee" userId="c780d5a30fa7b868" providerId="LiveId" clId="{A5C5579D-EC79-2D49-AE39-181BF60F3EEA}" dt="2025-07-14T04:53:45.853" v="16950" actId="2696"/>
        <pc:sldMkLst>
          <pc:docMk/>
          <pc:sldMk cId="2296605268" sldId="412"/>
        </pc:sldMkLst>
      </pc:sldChg>
      <pc:sldChg chg="addSp delSp modSp add mod">
        <pc:chgData name="Yejoon Lee" userId="c780d5a30fa7b868" providerId="LiveId" clId="{A5C5579D-EC79-2D49-AE39-181BF60F3EEA}" dt="2025-07-14T11:08:27.455" v="21427" actId="20577"/>
        <pc:sldMkLst>
          <pc:docMk/>
          <pc:sldMk cId="3932069665" sldId="412"/>
        </pc:sldMkLst>
        <pc:spChg chg="add mod">
          <ac:chgData name="Yejoon Lee" userId="c780d5a30fa7b868" providerId="LiveId" clId="{A5C5579D-EC79-2D49-AE39-181BF60F3EEA}" dt="2025-07-14T11:07:25.660" v="21367" actId="1076"/>
          <ac:spMkLst>
            <pc:docMk/>
            <pc:sldMk cId="3932069665" sldId="412"/>
            <ac:spMk id="3" creationId="{720D2743-F061-22CB-5907-99B2F191034C}"/>
          </ac:spMkLst>
        </pc:spChg>
        <pc:spChg chg="add mod">
          <ac:chgData name="Yejoon Lee" userId="c780d5a30fa7b868" providerId="LiveId" clId="{A5C5579D-EC79-2D49-AE39-181BF60F3EEA}" dt="2025-07-14T11:07:56.182" v="21417" actId="122"/>
          <ac:spMkLst>
            <pc:docMk/>
            <pc:sldMk cId="3932069665" sldId="412"/>
            <ac:spMk id="6" creationId="{69959A38-C41B-8429-CC95-C701EDCBBFF3}"/>
          </ac:spMkLst>
        </pc:spChg>
        <pc:spChg chg="add mod">
          <ac:chgData name="Yejoon Lee" userId="c780d5a30fa7b868" providerId="LiveId" clId="{A5C5579D-EC79-2D49-AE39-181BF60F3EEA}" dt="2025-07-14T11:08:27.455" v="21427" actId="20577"/>
          <ac:spMkLst>
            <pc:docMk/>
            <pc:sldMk cId="3932069665" sldId="412"/>
            <ac:spMk id="7" creationId="{78795C4C-1AE0-03E7-18B6-B58278443108}"/>
          </ac:spMkLst>
        </pc:spChg>
        <pc:spChg chg="mod">
          <ac:chgData name="Yejoon Lee" userId="c780d5a30fa7b868" providerId="LiveId" clId="{A5C5579D-EC79-2D49-AE39-181BF60F3EEA}" dt="2025-07-14T11:06:56.889" v="21360" actId="20577"/>
          <ac:spMkLst>
            <pc:docMk/>
            <pc:sldMk cId="3932069665" sldId="412"/>
            <ac:spMk id="13" creationId="{41217A36-EE3C-9EFC-8CF7-B23F3A492415}"/>
          </ac:spMkLst>
        </pc:spChg>
      </pc:sldChg>
      <pc:sldChg chg="addSp delSp modSp add mod">
        <pc:chgData name="Yejoon Lee" userId="c780d5a30fa7b868" providerId="LiveId" clId="{A5C5579D-EC79-2D49-AE39-181BF60F3EEA}" dt="2025-07-14T05:38:42.107" v="17719" actId="20577"/>
        <pc:sldMkLst>
          <pc:docMk/>
          <pc:sldMk cId="986309457" sldId="413"/>
        </pc:sldMkLst>
        <pc:spChg chg="add mod">
          <ac:chgData name="Yejoon Lee" userId="c780d5a30fa7b868" providerId="LiveId" clId="{A5C5579D-EC79-2D49-AE39-181BF60F3EEA}" dt="2025-07-14T05:38:42.107" v="17719" actId="20577"/>
          <ac:spMkLst>
            <pc:docMk/>
            <pc:sldMk cId="986309457" sldId="413"/>
            <ac:spMk id="7" creationId="{FBC607A3-0F76-0210-7FD7-390D89DED8C7}"/>
          </ac:spMkLst>
        </pc:spChg>
        <pc:spChg chg="mod">
          <ac:chgData name="Yejoon Lee" userId="c780d5a30fa7b868" providerId="LiveId" clId="{A5C5579D-EC79-2D49-AE39-181BF60F3EEA}" dt="2025-07-14T05:38:25.333" v="17716" actId="122"/>
          <ac:spMkLst>
            <pc:docMk/>
            <pc:sldMk cId="986309457" sldId="413"/>
            <ac:spMk id="37" creationId="{C1AC38FC-8620-F567-8723-931317B9C153}"/>
          </ac:spMkLst>
        </pc:spChg>
      </pc:sldChg>
      <pc:sldChg chg="addSp modSp add mod modAnim">
        <pc:chgData name="Yejoon Lee" userId="c780d5a30fa7b868" providerId="LiveId" clId="{A5C5579D-EC79-2D49-AE39-181BF60F3EEA}" dt="2025-07-14T10:24:46.485" v="19987"/>
        <pc:sldMkLst>
          <pc:docMk/>
          <pc:sldMk cId="670502517" sldId="414"/>
        </pc:sldMkLst>
        <pc:spChg chg="add mod">
          <ac:chgData name="Yejoon Lee" userId="c780d5a30fa7b868" providerId="LiveId" clId="{A5C5579D-EC79-2D49-AE39-181BF60F3EEA}" dt="2025-07-14T08:38:50.324" v="18814" actId="1076"/>
          <ac:spMkLst>
            <pc:docMk/>
            <pc:sldMk cId="670502517" sldId="414"/>
            <ac:spMk id="2" creationId="{75FF294B-E53F-6321-DC02-4E8F4B7132BD}"/>
          </ac:spMkLst>
        </pc:spChg>
        <pc:spChg chg="mod">
          <ac:chgData name="Yejoon Lee" userId="c780d5a30fa7b868" providerId="LiveId" clId="{A5C5579D-EC79-2D49-AE39-181BF60F3EEA}" dt="2025-07-14T08:38:29.329" v="18779"/>
          <ac:spMkLst>
            <pc:docMk/>
            <pc:sldMk cId="670502517" sldId="414"/>
            <ac:spMk id="4" creationId="{3B6808B2-8853-0A18-F9C4-EEB89BA1DE42}"/>
          </ac:spMkLst>
        </pc:spChg>
        <pc:spChg chg="add mod">
          <ac:chgData name="Yejoon Lee" userId="c780d5a30fa7b868" providerId="LiveId" clId="{A5C5579D-EC79-2D49-AE39-181BF60F3EEA}" dt="2025-07-14T08:38:53.240" v="18815" actId="1076"/>
          <ac:spMkLst>
            <pc:docMk/>
            <pc:sldMk cId="670502517" sldId="414"/>
            <ac:spMk id="5" creationId="{5B9D2599-267A-5B9F-9AD3-213EA5247F19}"/>
          </ac:spMkLst>
        </pc:spChg>
        <pc:spChg chg="add mod">
          <ac:chgData name="Yejoon Lee" userId="c780d5a30fa7b868" providerId="LiveId" clId="{A5C5579D-EC79-2D49-AE39-181BF60F3EEA}" dt="2025-07-14T08:39:29.850" v="18866" actId="20577"/>
          <ac:spMkLst>
            <pc:docMk/>
            <pc:sldMk cId="670502517" sldId="414"/>
            <ac:spMk id="6" creationId="{EC839DAF-A238-272D-3E78-B6FB205D92D2}"/>
          </ac:spMkLst>
        </pc:spChg>
        <pc:spChg chg="add mod">
          <ac:chgData name="Yejoon Lee" userId="c780d5a30fa7b868" providerId="LiveId" clId="{A5C5579D-EC79-2D49-AE39-181BF60F3EEA}" dt="2025-07-14T08:41:37.601" v="18912" actId="1076"/>
          <ac:spMkLst>
            <pc:docMk/>
            <pc:sldMk cId="670502517" sldId="414"/>
            <ac:spMk id="7" creationId="{1046ECAE-DA82-6B28-F7C2-A8E80A533583}"/>
          </ac:spMkLst>
        </pc:spChg>
        <pc:spChg chg="add mod">
          <ac:chgData name="Yejoon Lee" userId="c780d5a30fa7b868" providerId="LiveId" clId="{A5C5579D-EC79-2D49-AE39-181BF60F3EEA}" dt="2025-07-14T08:42:35.655" v="19002" actId="1076"/>
          <ac:spMkLst>
            <pc:docMk/>
            <pc:sldMk cId="670502517" sldId="414"/>
            <ac:spMk id="8" creationId="{97E9808E-28DC-4D97-D13B-BDD3D7F786C3}"/>
          </ac:spMkLst>
        </pc:spChg>
        <pc:spChg chg="add mod">
          <ac:chgData name="Yejoon Lee" userId="c780d5a30fa7b868" providerId="LiveId" clId="{A5C5579D-EC79-2D49-AE39-181BF60F3EEA}" dt="2025-07-14T08:48:54.448" v="19192" actId="1076"/>
          <ac:spMkLst>
            <pc:docMk/>
            <pc:sldMk cId="670502517" sldId="414"/>
            <ac:spMk id="10" creationId="{AC853A1E-9D6E-2633-7520-F588405C1C0F}"/>
          </ac:spMkLst>
        </pc:spChg>
        <pc:spChg chg="add mod">
          <ac:chgData name="Yejoon Lee" userId="c780d5a30fa7b868" providerId="LiveId" clId="{A5C5579D-EC79-2D49-AE39-181BF60F3EEA}" dt="2025-07-14T08:48:51.914" v="19191" actId="1076"/>
          <ac:spMkLst>
            <pc:docMk/>
            <pc:sldMk cId="670502517" sldId="414"/>
            <ac:spMk id="11" creationId="{19D72751-2EEC-471F-FBB8-E35C69CC64BA}"/>
          </ac:spMkLst>
        </pc:spChg>
        <pc:spChg chg="add mod">
          <ac:chgData name="Yejoon Lee" userId="c780d5a30fa7b868" providerId="LiveId" clId="{A5C5579D-EC79-2D49-AE39-181BF60F3EEA}" dt="2025-07-14T08:52:56.519" v="19219" actId="404"/>
          <ac:spMkLst>
            <pc:docMk/>
            <pc:sldMk cId="670502517" sldId="414"/>
            <ac:spMk id="12" creationId="{7162E2FD-0325-4496-76E4-8C9DAD6A255A}"/>
          </ac:spMkLst>
        </pc:spChg>
      </pc:sldChg>
      <pc:sldChg chg="addSp delSp modSp add mod ord delAnim modAnim">
        <pc:chgData name="Yejoon Lee" userId="c780d5a30fa7b868" providerId="LiveId" clId="{A5C5579D-EC79-2D49-AE39-181BF60F3EEA}" dt="2025-07-14T09:23:31.751" v="19667"/>
        <pc:sldMkLst>
          <pc:docMk/>
          <pc:sldMk cId="1463535376" sldId="415"/>
        </pc:sldMkLst>
        <pc:spChg chg="add mod">
          <ac:chgData name="Yejoon Lee" userId="c780d5a30fa7b868" providerId="LiveId" clId="{A5C5579D-EC79-2D49-AE39-181BF60F3EEA}" dt="2025-07-14T09:23:23.176" v="19666" actId="1076"/>
          <ac:spMkLst>
            <pc:docMk/>
            <pc:sldMk cId="1463535376" sldId="415"/>
            <ac:spMk id="2" creationId="{C9C1A73B-1B6B-7D97-CAD7-D65332D7677E}"/>
          </ac:spMkLst>
        </pc:spChg>
        <pc:spChg chg="add mod">
          <ac:chgData name="Yejoon Lee" userId="c780d5a30fa7b868" providerId="LiveId" clId="{A5C5579D-EC79-2D49-AE39-181BF60F3EEA}" dt="2025-07-14T09:23:31.751" v="19667"/>
          <ac:spMkLst>
            <pc:docMk/>
            <pc:sldMk cId="1463535376" sldId="415"/>
            <ac:spMk id="24" creationId="{F01BDAF7-DE16-6E28-C968-CA90D6D47556}"/>
          </ac:spMkLst>
        </pc:spChg>
      </pc:sldChg>
      <pc:sldChg chg="addSp delSp modSp add mod modAnim">
        <pc:chgData name="Yejoon Lee" userId="c780d5a30fa7b868" providerId="LiveId" clId="{A5C5579D-EC79-2D49-AE39-181BF60F3EEA}" dt="2025-07-14T09:24:18.675" v="19679"/>
        <pc:sldMkLst>
          <pc:docMk/>
          <pc:sldMk cId="1131162450" sldId="416"/>
        </pc:sldMkLst>
        <pc:spChg chg="add mod">
          <ac:chgData name="Yejoon Lee" userId="c780d5a30fa7b868" providerId="LiveId" clId="{A5C5579D-EC79-2D49-AE39-181BF60F3EEA}" dt="2025-07-14T09:23:36.958" v="19670" actId="1035"/>
          <ac:spMkLst>
            <pc:docMk/>
            <pc:sldMk cId="1131162450" sldId="416"/>
            <ac:spMk id="19" creationId="{30D867B7-87A1-FB17-9EBE-EBD5B3E5DFD2}"/>
          </ac:spMkLst>
        </pc:spChg>
      </pc:sldChg>
      <pc:sldChg chg="addSp delSp modSp add mod delAnim modAnim">
        <pc:chgData name="Yejoon Lee" userId="c780d5a30fa7b868" providerId="LiveId" clId="{A5C5579D-EC79-2D49-AE39-181BF60F3EEA}" dt="2025-07-23T02:38:06.400" v="23575" actId="478"/>
        <pc:sldMkLst>
          <pc:docMk/>
          <pc:sldMk cId="1923580023" sldId="417"/>
        </pc:sldMkLst>
        <pc:spChg chg="mod">
          <ac:chgData name="Yejoon Lee" userId="c780d5a30fa7b868" providerId="LiveId" clId="{A5C5579D-EC79-2D49-AE39-181BF60F3EEA}" dt="2025-07-14T09:26:09.425" v="19692" actId="14100"/>
          <ac:spMkLst>
            <pc:docMk/>
            <pc:sldMk cId="1923580023" sldId="417"/>
            <ac:spMk id="25" creationId="{04268294-86DF-4F16-CF72-4C30C2E46DA1}"/>
          </ac:spMkLst>
        </pc:spChg>
        <pc:spChg chg="mod">
          <ac:chgData name="Yejoon Lee" userId="c780d5a30fa7b868" providerId="LiveId" clId="{A5C5579D-EC79-2D49-AE39-181BF60F3EEA}" dt="2025-07-16T03:30:21.441" v="23374" actId="20577"/>
          <ac:spMkLst>
            <pc:docMk/>
            <pc:sldMk cId="1923580023" sldId="417"/>
            <ac:spMk id="27" creationId="{317FF391-2E5D-D903-E986-95F022F9EDB2}"/>
          </ac:spMkLst>
        </pc:spChg>
        <pc:spChg chg="mod">
          <ac:chgData name="Yejoon Lee" userId="c780d5a30fa7b868" providerId="LiveId" clId="{A5C5579D-EC79-2D49-AE39-181BF60F3EEA}" dt="2025-07-14T09:33:48.260" v="19758" actId="1076"/>
          <ac:spMkLst>
            <pc:docMk/>
            <pc:sldMk cId="1923580023" sldId="417"/>
            <ac:spMk id="30" creationId="{5EE73D20-3918-9939-46BD-487E24F19A80}"/>
          </ac:spMkLst>
        </pc:spChg>
      </pc:sldChg>
      <pc:sldChg chg="addSp delSp modSp add del mod modAnim">
        <pc:chgData name="Yejoon Lee" userId="c780d5a30fa7b868" providerId="LiveId" clId="{A5C5579D-EC79-2D49-AE39-181BF60F3EEA}" dt="2025-07-23T02:35:27.020" v="23572" actId="2696"/>
        <pc:sldMkLst>
          <pc:docMk/>
          <pc:sldMk cId="2863587021" sldId="418"/>
        </pc:sldMkLst>
      </pc:sldChg>
      <pc:sldChg chg="addSp delSp modSp add mod modAnim">
        <pc:chgData name="Yejoon Lee" userId="c780d5a30fa7b868" providerId="LiveId" clId="{A5C5579D-EC79-2D49-AE39-181BF60F3EEA}" dt="2025-07-16T03:25:47.420" v="23326" actId="113"/>
        <pc:sldMkLst>
          <pc:docMk/>
          <pc:sldMk cId="3481883844" sldId="419"/>
        </pc:sldMkLst>
        <pc:spChg chg="mod">
          <ac:chgData name="Yejoon Lee" userId="c780d5a30fa7b868" providerId="LiveId" clId="{A5C5579D-EC79-2D49-AE39-181BF60F3EEA}" dt="2025-07-16T02:45:48.290" v="22840" actId="1076"/>
          <ac:spMkLst>
            <pc:docMk/>
            <pc:sldMk cId="3481883844" sldId="419"/>
            <ac:spMk id="7" creationId="{A88C26D1-A862-AD8C-3CF4-CE81EB590391}"/>
          </ac:spMkLst>
        </pc:spChg>
        <pc:spChg chg="add mod">
          <ac:chgData name="Yejoon Lee" userId="c780d5a30fa7b868" providerId="LiveId" clId="{A5C5579D-EC79-2D49-AE39-181BF60F3EEA}" dt="2025-07-16T03:25:07.215" v="23311" actId="114"/>
          <ac:spMkLst>
            <pc:docMk/>
            <pc:sldMk cId="3481883844" sldId="419"/>
            <ac:spMk id="8" creationId="{BAD848F9-1179-448E-68B1-2745EE027FE0}"/>
          </ac:spMkLst>
        </pc:spChg>
        <pc:spChg chg="add mod">
          <ac:chgData name="Yejoon Lee" userId="c780d5a30fa7b868" providerId="LiveId" clId="{A5C5579D-EC79-2D49-AE39-181BF60F3EEA}" dt="2025-07-16T03:24:24.749" v="23297" actId="113"/>
          <ac:spMkLst>
            <pc:docMk/>
            <pc:sldMk cId="3481883844" sldId="419"/>
            <ac:spMk id="10" creationId="{1007AA48-B341-BAF1-41FE-F100A65D1534}"/>
          </ac:spMkLst>
        </pc:spChg>
        <pc:spChg chg="add mod">
          <ac:chgData name="Yejoon Lee" userId="c780d5a30fa7b868" providerId="LiveId" clId="{A5C5579D-EC79-2D49-AE39-181BF60F3EEA}" dt="2025-07-16T03:24:33.620" v="23300" actId="113"/>
          <ac:spMkLst>
            <pc:docMk/>
            <pc:sldMk cId="3481883844" sldId="419"/>
            <ac:spMk id="12" creationId="{A055CE54-53F0-B7EC-D24C-2AAA33E1C1CA}"/>
          </ac:spMkLst>
        </pc:spChg>
        <pc:spChg chg="add mod">
          <ac:chgData name="Yejoon Lee" userId="c780d5a30fa7b868" providerId="LiveId" clId="{A5C5579D-EC79-2D49-AE39-181BF60F3EEA}" dt="2025-07-16T03:24:40.968" v="23304" actId="113"/>
          <ac:spMkLst>
            <pc:docMk/>
            <pc:sldMk cId="3481883844" sldId="419"/>
            <ac:spMk id="14" creationId="{841F8A33-39E7-5860-0517-7EF2BD8E7156}"/>
          </ac:spMkLst>
        </pc:spChg>
        <pc:spChg chg="add mod">
          <ac:chgData name="Yejoon Lee" userId="c780d5a30fa7b868" providerId="LiveId" clId="{A5C5579D-EC79-2D49-AE39-181BF60F3EEA}" dt="2025-07-16T03:24:44.972" v="23306" actId="113"/>
          <ac:spMkLst>
            <pc:docMk/>
            <pc:sldMk cId="3481883844" sldId="419"/>
            <ac:spMk id="18" creationId="{E8A69883-D78A-E0A1-22E6-1C20CA318420}"/>
          </ac:spMkLst>
        </pc:spChg>
        <pc:spChg chg="add mod">
          <ac:chgData name="Yejoon Lee" userId="c780d5a30fa7b868" providerId="LiveId" clId="{A5C5579D-EC79-2D49-AE39-181BF60F3EEA}" dt="2025-07-16T03:25:12.664" v="23313" actId="113"/>
          <ac:spMkLst>
            <pc:docMk/>
            <pc:sldMk cId="3481883844" sldId="419"/>
            <ac:spMk id="20" creationId="{D42161B0-C1EA-D0D8-F663-674F798397C0}"/>
          </ac:spMkLst>
        </pc:spChg>
        <pc:spChg chg="add mod">
          <ac:chgData name="Yejoon Lee" userId="c780d5a30fa7b868" providerId="LiveId" clId="{A5C5579D-EC79-2D49-AE39-181BF60F3EEA}" dt="2025-07-16T03:25:24.675" v="23317" actId="113"/>
          <ac:spMkLst>
            <pc:docMk/>
            <pc:sldMk cId="3481883844" sldId="419"/>
            <ac:spMk id="22" creationId="{B373CC0C-A906-C22A-249C-C6D777FB3447}"/>
          </ac:spMkLst>
        </pc:spChg>
        <pc:spChg chg="add mod">
          <ac:chgData name="Yejoon Lee" userId="c780d5a30fa7b868" providerId="LiveId" clId="{A5C5579D-EC79-2D49-AE39-181BF60F3EEA}" dt="2025-07-16T03:25:47.420" v="23326" actId="113"/>
          <ac:spMkLst>
            <pc:docMk/>
            <pc:sldMk cId="3481883844" sldId="419"/>
            <ac:spMk id="24" creationId="{21A38FB7-0112-B033-3A85-94A40C454D8B}"/>
          </ac:spMkLst>
        </pc:spChg>
      </pc:sldChg>
      <pc:sldChg chg="modSp add">
        <pc:chgData name="Yejoon Lee" userId="c780d5a30fa7b868" providerId="LiveId" clId="{A5C5579D-EC79-2D49-AE39-181BF60F3EEA}" dt="2025-07-14T09:45:08.530" v="19854" actId="113"/>
        <pc:sldMkLst>
          <pc:docMk/>
          <pc:sldMk cId="1877528269" sldId="420"/>
        </pc:sldMkLst>
        <pc:spChg chg="mod">
          <ac:chgData name="Yejoon Lee" userId="c780d5a30fa7b868" providerId="LiveId" clId="{A5C5579D-EC79-2D49-AE39-181BF60F3EEA}" dt="2025-07-14T09:45:08.530" v="19854" actId="113"/>
          <ac:spMkLst>
            <pc:docMk/>
            <pc:sldMk cId="1877528269" sldId="420"/>
            <ac:spMk id="10" creationId="{B6196F44-B5C0-26C9-1B0A-51FBE0DB1FEF}"/>
          </ac:spMkLst>
        </pc:spChg>
        <pc:spChg chg="mod">
          <ac:chgData name="Yejoon Lee" userId="c780d5a30fa7b868" providerId="LiveId" clId="{A5C5579D-EC79-2D49-AE39-181BF60F3EEA}" dt="2025-07-14T09:44:42.835" v="19851" actId="113"/>
          <ac:spMkLst>
            <pc:docMk/>
            <pc:sldMk cId="1877528269" sldId="420"/>
            <ac:spMk id="14" creationId="{4CB6473F-E578-9950-BDE2-313C126E97BE}"/>
          </ac:spMkLst>
        </pc:spChg>
        <pc:cxnChg chg="mod">
          <ac:chgData name="Yejoon Lee" userId="c780d5a30fa7b868" providerId="LiveId" clId="{A5C5579D-EC79-2D49-AE39-181BF60F3EEA}" dt="2025-07-14T09:44:42.835" v="19851" actId="113"/>
          <ac:cxnSpMkLst>
            <pc:docMk/>
            <pc:sldMk cId="1877528269" sldId="420"/>
            <ac:cxnSpMk id="16" creationId="{0CA501CF-D5E3-6C17-F5CD-0A14446CE2BA}"/>
          </ac:cxnSpMkLst>
        </pc:cxnChg>
      </pc:sldChg>
      <pc:sldChg chg="addSp delSp modSp add mod modAnim">
        <pc:chgData name="Yejoon Lee" userId="c780d5a30fa7b868" providerId="LiveId" clId="{A5C5579D-EC79-2D49-AE39-181BF60F3EEA}" dt="2025-07-16T02:46:11.896" v="22845" actId="20577"/>
        <pc:sldMkLst>
          <pc:docMk/>
          <pc:sldMk cId="2841874666" sldId="421"/>
        </pc:sldMkLst>
        <pc:spChg chg="add mod">
          <ac:chgData name="Yejoon Lee" userId="c780d5a30fa7b868" providerId="LiveId" clId="{A5C5579D-EC79-2D49-AE39-181BF60F3EEA}" dt="2025-07-14T10:52:49.483" v="20897" actId="1076"/>
          <ac:spMkLst>
            <pc:docMk/>
            <pc:sldMk cId="2841874666" sldId="421"/>
            <ac:spMk id="3" creationId="{E1F6FEA4-F934-F2CD-0285-A9110B120FD6}"/>
          </ac:spMkLst>
        </pc:spChg>
        <pc:spChg chg="add mod">
          <ac:chgData name="Yejoon Lee" userId="c780d5a30fa7b868" providerId="LiveId" clId="{A5C5579D-EC79-2D49-AE39-181BF60F3EEA}" dt="2025-07-14T10:52:53.831" v="20898" actId="1076"/>
          <ac:spMkLst>
            <pc:docMk/>
            <pc:sldMk cId="2841874666" sldId="421"/>
            <ac:spMk id="6" creationId="{151ECF03-926F-3B12-3F64-56247BA4A848}"/>
          </ac:spMkLst>
        </pc:spChg>
        <pc:spChg chg="add mod">
          <ac:chgData name="Yejoon Lee" userId="c780d5a30fa7b868" providerId="LiveId" clId="{A5C5579D-EC79-2D49-AE39-181BF60F3EEA}" dt="2025-07-14T10:51:51.499" v="20883" actId="1076"/>
          <ac:spMkLst>
            <pc:docMk/>
            <pc:sldMk cId="2841874666" sldId="421"/>
            <ac:spMk id="8" creationId="{73ADCD5D-FFB7-0327-B7F8-56081DB59CF2}"/>
          </ac:spMkLst>
        </pc:spChg>
        <pc:spChg chg="add mod">
          <ac:chgData name="Yejoon Lee" userId="c780d5a30fa7b868" providerId="LiveId" clId="{A5C5579D-EC79-2D49-AE39-181BF60F3EEA}" dt="2025-07-14T10:51:55.933" v="20884" actId="1076"/>
          <ac:spMkLst>
            <pc:docMk/>
            <pc:sldMk cId="2841874666" sldId="421"/>
            <ac:spMk id="9" creationId="{3E9EF50C-7C53-D885-64B9-12987CF193EB}"/>
          </ac:spMkLst>
        </pc:spChg>
        <pc:spChg chg="mod">
          <ac:chgData name="Yejoon Lee" userId="c780d5a30fa7b868" providerId="LiveId" clId="{A5C5579D-EC79-2D49-AE39-181BF60F3EEA}" dt="2025-07-14T10:50:42.127" v="20810" actId="20577"/>
          <ac:spMkLst>
            <pc:docMk/>
            <pc:sldMk cId="2841874666" sldId="421"/>
            <ac:spMk id="13" creationId="{A7E17E59-9399-BB1A-A862-1517F09A5359}"/>
          </ac:spMkLst>
        </pc:spChg>
        <pc:spChg chg="add mod">
          <ac:chgData name="Yejoon Lee" userId="c780d5a30fa7b868" providerId="LiveId" clId="{A5C5579D-EC79-2D49-AE39-181BF60F3EEA}" dt="2025-07-14T10:55:51.460" v="20964" actId="17032"/>
          <ac:spMkLst>
            <pc:docMk/>
            <pc:sldMk cId="2841874666" sldId="421"/>
            <ac:spMk id="14" creationId="{F385C6DB-B509-FDC9-A314-97E8C217536B}"/>
          </ac:spMkLst>
        </pc:spChg>
        <pc:spChg chg="mod">
          <ac:chgData name="Yejoon Lee" userId="c780d5a30fa7b868" providerId="LiveId" clId="{A5C5579D-EC79-2D49-AE39-181BF60F3EEA}" dt="2025-07-14T10:41:02.007" v="20278"/>
          <ac:spMkLst>
            <pc:docMk/>
            <pc:sldMk cId="2841874666" sldId="421"/>
            <ac:spMk id="15" creationId="{E12FD6F1-8EAA-76FE-530E-2D663C135EFC}"/>
          </ac:spMkLst>
        </pc:spChg>
        <pc:spChg chg="mod">
          <ac:chgData name="Yejoon Lee" userId="c780d5a30fa7b868" providerId="LiveId" clId="{A5C5579D-EC79-2D49-AE39-181BF60F3EEA}" dt="2025-07-14T10:41:43.766" v="20292" actId="20577"/>
          <ac:spMkLst>
            <pc:docMk/>
            <pc:sldMk cId="2841874666" sldId="421"/>
            <ac:spMk id="16" creationId="{AD92C1C7-358C-1E6A-1174-96D6B901B1B3}"/>
          </ac:spMkLst>
        </pc:spChg>
        <pc:spChg chg="mod">
          <ac:chgData name="Yejoon Lee" userId="c780d5a30fa7b868" providerId="LiveId" clId="{A5C5579D-EC79-2D49-AE39-181BF60F3EEA}" dt="2025-07-16T02:46:11.896" v="22845" actId="20577"/>
          <ac:spMkLst>
            <pc:docMk/>
            <pc:sldMk cId="2841874666" sldId="421"/>
            <ac:spMk id="17" creationId="{1742465E-2CB5-45BF-2BBF-1148887B1B64}"/>
          </ac:spMkLst>
        </pc:spChg>
        <pc:spChg chg="add mod">
          <ac:chgData name="Yejoon Lee" userId="c780d5a30fa7b868" providerId="LiveId" clId="{A5C5579D-EC79-2D49-AE39-181BF60F3EEA}" dt="2025-07-14T10:54:33.612" v="20954" actId="1076"/>
          <ac:spMkLst>
            <pc:docMk/>
            <pc:sldMk cId="2841874666" sldId="421"/>
            <ac:spMk id="21" creationId="{DB1038F4-779F-6F1E-B704-13EF30B4158D}"/>
          </ac:spMkLst>
        </pc:spChg>
        <pc:spChg chg="add del mod">
          <ac:chgData name="Yejoon Lee" userId="c780d5a30fa7b868" providerId="LiveId" clId="{A5C5579D-EC79-2D49-AE39-181BF60F3EEA}" dt="2025-07-14T10:56:49.001" v="21039" actId="478"/>
          <ac:spMkLst>
            <pc:docMk/>
            <pc:sldMk cId="2841874666" sldId="421"/>
            <ac:spMk id="23" creationId="{B7B6E8BD-D8C2-7430-B20D-C3EC83704E99}"/>
          </ac:spMkLst>
        </pc:spChg>
        <pc:spChg chg="add del mod">
          <ac:chgData name="Yejoon Lee" userId="c780d5a30fa7b868" providerId="LiveId" clId="{A5C5579D-EC79-2D49-AE39-181BF60F3EEA}" dt="2025-07-14T10:56:48.533" v="21038" actId="478"/>
          <ac:spMkLst>
            <pc:docMk/>
            <pc:sldMk cId="2841874666" sldId="421"/>
            <ac:spMk id="25" creationId="{7522970A-C3CD-B003-B2E5-B84664A3C7BC}"/>
          </ac:spMkLst>
        </pc:spChg>
        <pc:spChg chg="add mod">
          <ac:chgData name="Yejoon Lee" userId="c780d5a30fa7b868" providerId="LiveId" clId="{A5C5579D-EC79-2D49-AE39-181BF60F3EEA}" dt="2025-07-14T11:04:03.131" v="21252" actId="1076"/>
          <ac:spMkLst>
            <pc:docMk/>
            <pc:sldMk cId="2841874666" sldId="421"/>
            <ac:spMk id="26" creationId="{B822CF18-A43C-4599-4E75-5E10033352BD}"/>
          </ac:spMkLst>
        </pc:spChg>
        <pc:spChg chg="add mod">
          <ac:chgData name="Yejoon Lee" userId="c780d5a30fa7b868" providerId="LiveId" clId="{A5C5579D-EC79-2D49-AE39-181BF60F3EEA}" dt="2025-07-14T11:04:26.968" v="21262" actId="1076"/>
          <ac:spMkLst>
            <pc:docMk/>
            <pc:sldMk cId="2841874666" sldId="421"/>
            <ac:spMk id="29" creationId="{73B382F9-6782-916F-0FF9-7DBC004BACF1}"/>
          </ac:spMkLst>
        </pc:spChg>
        <pc:spChg chg="add mod">
          <ac:chgData name="Yejoon Lee" userId="c780d5a30fa7b868" providerId="LiveId" clId="{A5C5579D-EC79-2D49-AE39-181BF60F3EEA}" dt="2025-07-14T11:00:47.657" v="21202" actId="1038"/>
          <ac:spMkLst>
            <pc:docMk/>
            <pc:sldMk cId="2841874666" sldId="421"/>
            <ac:spMk id="30" creationId="{91D30749-A028-7D6A-C927-7FBFDD9E3728}"/>
          </ac:spMkLst>
        </pc:spChg>
        <pc:spChg chg="mod">
          <ac:chgData name="Yejoon Lee" userId="c780d5a30fa7b868" providerId="LiveId" clId="{A5C5579D-EC79-2D49-AE39-181BF60F3EEA}" dt="2025-07-14T10:41:19.631" v="20289" actId="1076"/>
          <ac:spMkLst>
            <pc:docMk/>
            <pc:sldMk cId="2841874666" sldId="421"/>
            <ac:spMk id="31" creationId="{94D128BC-5120-E1E3-0EC3-C7AAFF5563EA}"/>
          </ac:spMkLst>
        </pc:spChg>
        <pc:spChg chg="add mod">
          <ac:chgData name="Yejoon Lee" userId="c780d5a30fa7b868" providerId="LiveId" clId="{A5C5579D-EC79-2D49-AE39-181BF60F3EEA}" dt="2025-07-14T11:00:47.657" v="21202" actId="1038"/>
          <ac:spMkLst>
            <pc:docMk/>
            <pc:sldMk cId="2841874666" sldId="421"/>
            <ac:spMk id="32" creationId="{5BE4E90D-5555-7364-8775-FBCF2685E5ED}"/>
          </ac:spMkLst>
        </pc:spChg>
        <pc:spChg chg="add mod">
          <ac:chgData name="Yejoon Lee" userId="c780d5a30fa7b868" providerId="LiveId" clId="{A5C5579D-EC79-2D49-AE39-181BF60F3EEA}" dt="2025-07-14T11:01:51.560" v="21230" actId="1035"/>
          <ac:spMkLst>
            <pc:docMk/>
            <pc:sldMk cId="2841874666" sldId="421"/>
            <ac:spMk id="33" creationId="{7BE9473A-4747-AC21-686A-D82BA94468FB}"/>
          </ac:spMkLst>
        </pc:spChg>
        <pc:spChg chg="add mod">
          <ac:chgData name="Yejoon Lee" userId="c780d5a30fa7b868" providerId="LiveId" clId="{A5C5579D-EC79-2D49-AE39-181BF60F3EEA}" dt="2025-07-14T11:01:13.523" v="21222" actId="1076"/>
          <ac:spMkLst>
            <pc:docMk/>
            <pc:sldMk cId="2841874666" sldId="421"/>
            <ac:spMk id="35" creationId="{578E2E0A-BCF2-4CFA-1BD3-BD396B1BE2BD}"/>
          </ac:spMkLst>
        </pc:spChg>
        <pc:spChg chg="add mod">
          <ac:chgData name="Yejoon Lee" userId="c780d5a30fa7b868" providerId="LiveId" clId="{A5C5579D-EC79-2D49-AE39-181BF60F3EEA}" dt="2025-07-14T11:03:55.742" v="21251" actId="1076"/>
          <ac:spMkLst>
            <pc:docMk/>
            <pc:sldMk cId="2841874666" sldId="421"/>
            <ac:spMk id="40" creationId="{A945F729-231C-6B29-E610-D8472FABF3B6}"/>
          </ac:spMkLst>
        </pc:spChg>
        <pc:spChg chg="add mod">
          <ac:chgData name="Yejoon Lee" userId="c780d5a30fa7b868" providerId="LiveId" clId="{A5C5579D-EC79-2D49-AE39-181BF60F3EEA}" dt="2025-07-14T11:04:32.613" v="21263" actId="1076"/>
          <ac:spMkLst>
            <pc:docMk/>
            <pc:sldMk cId="2841874666" sldId="421"/>
            <ac:spMk id="42" creationId="{21FD7124-CDAB-20B2-2AE3-628FB9340CFE}"/>
          </ac:spMkLst>
        </pc:spChg>
        <pc:grpChg chg="add">
          <ac:chgData name="Yejoon Lee" userId="c780d5a30fa7b868" providerId="LiveId" clId="{A5C5579D-EC79-2D49-AE39-181BF60F3EEA}" dt="2025-07-14T11:04:43.556" v="21264" actId="164"/>
          <ac:grpSpMkLst>
            <pc:docMk/>
            <pc:sldMk cId="2841874666" sldId="421"/>
            <ac:grpSpMk id="43" creationId="{5BD92A4D-DC59-0880-CE4A-AC4D932D9BD0}"/>
          </ac:grpSpMkLst>
        </pc:grpChg>
        <pc:grpChg chg="add">
          <ac:chgData name="Yejoon Lee" userId="c780d5a30fa7b868" providerId="LiveId" clId="{A5C5579D-EC79-2D49-AE39-181BF60F3EEA}" dt="2025-07-14T11:04:50.093" v="21265" actId="164"/>
          <ac:grpSpMkLst>
            <pc:docMk/>
            <pc:sldMk cId="2841874666" sldId="421"/>
            <ac:grpSpMk id="44" creationId="{5C9B8CED-76D9-9B25-490D-9873D610E67D}"/>
          </ac:grpSpMkLst>
        </pc:grpChg>
        <pc:cxnChg chg="mod">
          <ac:chgData name="Yejoon Lee" userId="c780d5a30fa7b868" providerId="LiveId" clId="{A5C5579D-EC79-2D49-AE39-181BF60F3EEA}" dt="2025-07-14T10:41:15.768" v="20288" actId="1076"/>
          <ac:cxnSpMkLst>
            <pc:docMk/>
            <pc:sldMk cId="2841874666" sldId="421"/>
            <ac:cxnSpMk id="22" creationId="{0C62E75A-CC30-59E6-1C5E-B5325CF42D17}"/>
          </ac:cxnSpMkLst>
        </pc:cxnChg>
        <pc:cxnChg chg="add mod">
          <ac:chgData name="Yejoon Lee" userId="c780d5a30fa7b868" providerId="LiveId" clId="{A5C5579D-EC79-2D49-AE39-181BF60F3EEA}" dt="2025-07-14T11:01:30.014" v="21227" actId="1036"/>
          <ac:cxnSpMkLst>
            <pc:docMk/>
            <pc:sldMk cId="2841874666" sldId="421"/>
            <ac:cxnSpMk id="37" creationId="{1DBA80AC-D054-17D0-20DA-67AE6FBA241E}"/>
          </ac:cxnSpMkLst>
        </pc:cxnChg>
      </pc:sldChg>
      <pc:sldChg chg="add modAnim">
        <pc:chgData name="Yejoon Lee" userId="c780d5a30fa7b868" providerId="LiveId" clId="{A5C5579D-EC79-2D49-AE39-181BF60F3EEA}" dt="2025-07-15T10:25:13.589" v="21501"/>
        <pc:sldMkLst>
          <pc:docMk/>
          <pc:sldMk cId="1774321855" sldId="422"/>
        </pc:sldMkLst>
      </pc:sldChg>
      <pc:sldChg chg="addSp delSp modSp new add del mod modClrScheme chgLayout">
        <pc:chgData name="Yejoon Lee" userId="c780d5a30fa7b868" providerId="LiveId" clId="{A5C5579D-EC79-2D49-AE39-181BF60F3EEA}" dt="2025-07-15T10:52:04.017" v="21969" actId="20577"/>
        <pc:sldMkLst>
          <pc:docMk/>
          <pc:sldMk cId="2480962889" sldId="423"/>
        </pc:sldMkLst>
        <pc:spChg chg="add mod ord">
          <ac:chgData name="Yejoon Lee" userId="c780d5a30fa7b868" providerId="LiveId" clId="{A5C5579D-EC79-2D49-AE39-181BF60F3EEA}" dt="2025-07-15T10:51:30.571" v="21946" actId="20577"/>
          <ac:spMkLst>
            <pc:docMk/>
            <pc:sldMk cId="2480962889" sldId="423"/>
            <ac:spMk id="4" creationId="{91347803-4523-CD9B-6800-2B68763D0ABD}"/>
          </ac:spMkLst>
        </pc:spChg>
        <pc:spChg chg="add mod ord">
          <ac:chgData name="Yejoon Lee" userId="c780d5a30fa7b868" providerId="LiveId" clId="{A5C5579D-EC79-2D49-AE39-181BF60F3EEA}" dt="2025-07-15T10:52:04.017" v="21969" actId="20577"/>
          <ac:spMkLst>
            <pc:docMk/>
            <pc:sldMk cId="2480962889" sldId="423"/>
            <ac:spMk id="5" creationId="{0A775C2F-E4C4-A072-784D-8924D609A0D9}"/>
          </ac:spMkLst>
        </pc:spChg>
        <pc:spChg chg="add mod ord">
          <ac:chgData name="Yejoon Lee" userId="c780d5a30fa7b868" providerId="LiveId" clId="{A5C5579D-EC79-2D49-AE39-181BF60F3EEA}" dt="2025-07-15T10:51:26.534" v="21935" actId="700"/>
          <ac:spMkLst>
            <pc:docMk/>
            <pc:sldMk cId="2480962889" sldId="423"/>
            <ac:spMk id="6" creationId="{F8277EBF-6305-C543-4710-EE66300ABD83}"/>
          </ac:spMkLst>
        </pc:spChg>
      </pc:sldChg>
      <pc:sldChg chg="addSp delSp modSp add mod modAnim">
        <pc:chgData name="Yejoon Lee" userId="c780d5a30fa7b868" providerId="LiveId" clId="{A5C5579D-EC79-2D49-AE39-181BF60F3EEA}" dt="2025-07-16T03:16:20.419" v="23283"/>
        <pc:sldMkLst>
          <pc:docMk/>
          <pc:sldMk cId="920677072" sldId="424"/>
        </pc:sldMkLst>
        <pc:spChg chg="mod">
          <ac:chgData name="Yejoon Lee" userId="c780d5a30fa7b868" providerId="LiveId" clId="{A5C5579D-EC79-2D49-AE39-181BF60F3EEA}" dt="2025-07-15T11:35:42.907" v="22395" actId="1035"/>
          <ac:spMkLst>
            <pc:docMk/>
            <pc:sldMk cId="920677072" sldId="424"/>
            <ac:spMk id="2" creationId="{34714012-043C-3C85-759A-975670EE5991}"/>
          </ac:spMkLst>
        </pc:spChg>
        <pc:spChg chg="add mod">
          <ac:chgData name="Yejoon Lee" userId="c780d5a30fa7b868" providerId="LiveId" clId="{A5C5579D-EC79-2D49-AE39-181BF60F3EEA}" dt="2025-07-15T11:35:42.907" v="22395" actId="1035"/>
          <ac:spMkLst>
            <pc:docMk/>
            <pc:sldMk cId="920677072" sldId="424"/>
            <ac:spMk id="3" creationId="{77D29865-1A9D-C1B9-83D9-C19F798B359C}"/>
          </ac:spMkLst>
        </pc:spChg>
        <pc:spChg chg="add mod">
          <ac:chgData name="Yejoon Lee" userId="c780d5a30fa7b868" providerId="LiveId" clId="{A5C5579D-EC79-2D49-AE39-181BF60F3EEA}" dt="2025-07-15T11:37:35.076" v="22589" actId="20577"/>
          <ac:spMkLst>
            <pc:docMk/>
            <pc:sldMk cId="920677072" sldId="424"/>
            <ac:spMk id="10" creationId="{65E7BBF1-7EF5-9FB8-30BE-BCDFB4D860AE}"/>
          </ac:spMkLst>
        </pc:spChg>
        <pc:spChg chg="mod">
          <ac:chgData name="Yejoon Lee" userId="c780d5a30fa7b868" providerId="LiveId" clId="{A5C5579D-EC79-2D49-AE39-181BF60F3EEA}" dt="2025-07-15T11:35:42.907" v="22395" actId="1035"/>
          <ac:spMkLst>
            <pc:docMk/>
            <pc:sldMk cId="920677072" sldId="424"/>
            <ac:spMk id="11" creationId="{8BAA5D18-14A8-817F-8674-C6511550E2B3}"/>
          </ac:spMkLst>
        </pc:spChg>
        <pc:spChg chg="add mod">
          <ac:chgData name="Yejoon Lee" userId="c780d5a30fa7b868" providerId="LiveId" clId="{A5C5579D-EC79-2D49-AE39-181BF60F3EEA}" dt="2025-07-15T11:46:56.273" v="22812" actId="962"/>
          <ac:spMkLst>
            <pc:docMk/>
            <pc:sldMk cId="920677072" sldId="424"/>
            <ac:spMk id="12" creationId="{7ADD2685-F7A8-BC05-67E0-1FB4FA32DB89}"/>
          </ac:spMkLst>
        </pc:spChg>
        <pc:spChg chg="mod">
          <ac:chgData name="Yejoon Lee" userId="c780d5a30fa7b868" providerId="LiveId" clId="{A5C5579D-EC79-2D49-AE39-181BF60F3EEA}" dt="2025-07-15T11:35:42.907" v="22395" actId="1035"/>
          <ac:spMkLst>
            <pc:docMk/>
            <pc:sldMk cId="920677072" sldId="424"/>
            <ac:spMk id="13" creationId="{8A9C1A8F-0BAA-0F19-41A5-3B59002CC189}"/>
          </ac:spMkLst>
        </pc:spChg>
        <pc:spChg chg="add mod">
          <ac:chgData name="Yejoon Lee" userId="c780d5a30fa7b868" providerId="LiveId" clId="{A5C5579D-EC79-2D49-AE39-181BF60F3EEA}" dt="2025-07-15T11:46:57.595" v="22814" actId="1076"/>
          <ac:spMkLst>
            <pc:docMk/>
            <pc:sldMk cId="920677072" sldId="424"/>
            <ac:spMk id="14" creationId="{F7B7F3C3-0A34-758C-C193-5CB01981B4CC}"/>
          </ac:spMkLst>
        </pc:spChg>
        <pc:spChg chg="add mod">
          <ac:chgData name="Yejoon Lee" userId="c780d5a30fa7b868" providerId="LiveId" clId="{A5C5579D-EC79-2D49-AE39-181BF60F3EEA}" dt="2025-07-15T11:38:12.455" v="22602" actId="1076"/>
          <ac:spMkLst>
            <pc:docMk/>
            <pc:sldMk cId="920677072" sldId="424"/>
            <ac:spMk id="19" creationId="{E621BD03-CDEA-670E-1594-7AB68AEEC1CC}"/>
          </ac:spMkLst>
        </pc:spChg>
        <pc:spChg chg="add mod">
          <ac:chgData name="Yejoon Lee" userId="c780d5a30fa7b868" providerId="LiveId" clId="{A5C5579D-EC79-2D49-AE39-181BF60F3EEA}" dt="2025-07-15T11:38:55.449" v="22647" actId="1035"/>
          <ac:spMkLst>
            <pc:docMk/>
            <pc:sldMk cId="920677072" sldId="424"/>
            <ac:spMk id="21" creationId="{FD3C6BE6-F534-3CE0-66D1-00FD53ACA218}"/>
          </ac:spMkLst>
        </pc:spChg>
        <pc:spChg chg="add mod">
          <ac:chgData name="Yejoon Lee" userId="c780d5a30fa7b868" providerId="LiveId" clId="{A5C5579D-EC79-2D49-AE39-181BF60F3EEA}" dt="2025-07-15T11:39:11.761" v="22689" actId="1036"/>
          <ac:spMkLst>
            <pc:docMk/>
            <pc:sldMk cId="920677072" sldId="424"/>
            <ac:spMk id="22" creationId="{DCD00959-D5B8-E885-81A4-1DCE6E17B8CF}"/>
          </ac:spMkLst>
        </pc:spChg>
        <pc:spChg chg="add mod">
          <ac:chgData name="Yejoon Lee" userId="c780d5a30fa7b868" providerId="LiveId" clId="{A5C5579D-EC79-2D49-AE39-181BF60F3EEA}" dt="2025-07-15T11:39:48.579" v="22699" actId="2711"/>
          <ac:spMkLst>
            <pc:docMk/>
            <pc:sldMk cId="920677072" sldId="424"/>
            <ac:spMk id="24" creationId="{B06FAA7B-6CFE-28F5-6B20-A751A4B3384A}"/>
          </ac:spMkLst>
        </pc:spChg>
        <pc:picChg chg="add mod">
          <ac:chgData name="Yejoon Lee" userId="c780d5a30fa7b868" providerId="LiveId" clId="{A5C5579D-EC79-2D49-AE39-181BF60F3EEA}" dt="2025-07-15T11:51:49.109" v="22825" actId="962"/>
          <ac:picMkLst>
            <pc:docMk/>
            <pc:sldMk cId="920677072" sldId="424"/>
            <ac:picMk id="27" creationId="{F2D79189-E51F-10C2-CC13-E8182408DCE1}"/>
          </ac:picMkLst>
        </pc:picChg>
        <pc:picChg chg="add mod">
          <ac:chgData name="Yejoon Lee" userId="c780d5a30fa7b868" providerId="LiveId" clId="{A5C5579D-EC79-2D49-AE39-181BF60F3EEA}" dt="2025-07-15T11:52:34.470" v="22828" actId="1076"/>
          <ac:picMkLst>
            <pc:docMk/>
            <pc:sldMk cId="920677072" sldId="424"/>
            <ac:picMk id="29" creationId="{06D11A10-EDF6-A493-FD76-DE1EDEB0F70F}"/>
          </ac:picMkLst>
        </pc:picChg>
        <pc:cxnChg chg="add">
          <ac:chgData name="Yejoon Lee" userId="c780d5a30fa7b868" providerId="LiveId" clId="{A5C5579D-EC79-2D49-AE39-181BF60F3EEA}" dt="2025-07-15T11:37:15.477" v="22579" actId="11529"/>
          <ac:cxnSpMkLst>
            <pc:docMk/>
            <pc:sldMk cId="920677072" sldId="424"/>
            <ac:cxnSpMk id="17" creationId="{C622AFAA-8A23-845B-E3A7-12EC4B2459F4}"/>
          </ac:cxnSpMkLst>
        </pc:cxnChg>
      </pc:sldChg>
      <pc:sldChg chg="modSp add del modAnim">
        <pc:chgData name="Yejoon Lee" userId="c780d5a30fa7b868" providerId="LiveId" clId="{A5C5579D-EC79-2D49-AE39-181BF60F3EEA}" dt="2025-07-23T02:35:30.383" v="23573" actId="2696"/>
        <pc:sldMkLst>
          <pc:docMk/>
          <pc:sldMk cId="180715965" sldId="425"/>
        </pc:sldMkLst>
      </pc:sldChg>
      <pc:sldChg chg="addSp delSp modSp add mod delAnim modAnim">
        <pc:chgData name="Yejoon Lee" userId="c780d5a30fa7b868" providerId="LiveId" clId="{A5C5579D-EC79-2D49-AE39-181BF60F3EEA}" dt="2025-07-23T02:43:16.961" v="23801" actId="1076"/>
        <pc:sldMkLst>
          <pc:docMk/>
          <pc:sldMk cId="4255140490" sldId="425"/>
        </pc:sldMkLst>
        <pc:spChg chg="mod">
          <ac:chgData name="Yejoon Lee" userId="c780d5a30fa7b868" providerId="LiveId" clId="{A5C5579D-EC79-2D49-AE39-181BF60F3EEA}" dt="2025-07-23T02:38:23.275" v="23577" actId="1076"/>
          <ac:spMkLst>
            <pc:docMk/>
            <pc:sldMk cId="4255140490" sldId="425"/>
            <ac:spMk id="3" creationId="{17EB1171-3FB5-E59C-C93F-E03507DE0336}"/>
          </ac:spMkLst>
        </pc:spChg>
        <pc:spChg chg="add mod">
          <ac:chgData name="Yejoon Lee" userId="c780d5a30fa7b868" providerId="LiveId" clId="{A5C5579D-EC79-2D49-AE39-181BF60F3EEA}" dt="2025-07-23T02:43:16.961" v="23801" actId="1076"/>
          <ac:spMkLst>
            <pc:docMk/>
            <pc:sldMk cId="4255140490" sldId="425"/>
            <ac:spMk id="5" creationId="{2C31D9BA-1E47-21EE-5DB5-A5239A467EFF}"/>
          </ac:spMkLst>
        </pc:spChg>
      </pc:sldChg>
      <pc:sldMasterChg chg="addSp delSp modSp mod modTransition modSldLayout">
        <pc:chgData name="Yejoon Lee" userId="c780d5a30fa7b868" providerId="LiveId" clId="{A5C5579D-EC79-2D49-AE39-181BF60F3EEA}" dt="2025-07-14T08:51:46.353" v="19218" actId="478"/>
        <pc:sldMasterMkLst>
          <pc:docMk/>
          <pc:sldMasterMk cId="471148940" sldId="2147483648"/>
        </pc:sldMasterMkLst>
        <pc:sldLayoutChg chg="modTransition">
          <pc:chgData name="Yejoon Lee" userId="c780d5a30fa7b868" providerId="LiveId" clId="{A5C5579D-EC79-2D49-AE39-181BF60F3EEA}" dt="2025-07-12T12:51:57.536" v="13306"/>
          <pc:sldLayoutMkLst>
            <pc:docMk/>
            <pc:sldMasterMk cId="471148940" sldId="2147483648"/>
            <pc:sldLayoutMk cId="2597322292" sldId="2147483650"/>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2310409789" sldId="2147483653"/>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425795397" sldId="2147483654"/>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829620519" sldId="2147483657"/>
          </pc:sldLayoutMkLst>
        </pc:sldLayoutChg>
        <pc:sldLayoutChg chg="addSp delSp modSp mod modTransition">
          <pc:chgData name="Yejoon Lee" userId="c780d5a30fa7b868" providerId="LiveId" clId="{A5C5579D-EC79-2D49-AE39-181BF60F3EEA}" dt="2025-07-14T08:48:17.314" v="19186"/>
          <pc:sldLayoutMkLst>
            <pc:docMk/>
            <pc:sldMasterMk cId="471148940" sldId="2147483648"/>
            <pc:sldLayoutMk cId="70614007" sldId="2147483661"/>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024204732" sldId="2147483663"/>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3174197712" sldId="2147483664"/>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4172912364" sldId="2147483665"/>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41649350" sldId="2147483666"/>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4094173681" sldId="2147483667"/>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2344813347" sldId="2147483668"/>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200873848" sldId="2147483673"/>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596711291" sldId="2147483676"/>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704503320" sldId="2147483689"/>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3703665623" sldId="2147483690"/>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546422377" sldId="2147483691"/>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96285621" sldId="2147483693"/>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2695140719" sldId="2147483722"/>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713920877" sldId="2147483740"/>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2175120546" sldId="2147483741"/>
          </pc:sldLayoutMkLst>
        </pc:sldLayoutChg>
        <pc:sldLayoutChg chg="modTransition">
          <pc:chgData name="Yejoon Lee" userId="c780d5a30fa7b868" providerId="LiveId" clId="{A5C5579D-EC79-2D49-AE39-181BF60F3EEA}" dt="2025-07-12T12:51:57.536" v="13306"/>
          <pc:sldLayoutMkLst>
            <pc:docMk/>
            <pc:sldMasterMk cId="471148940" sldId="2147483648"/>
            <pc:sldLayoutMk cId="1183112571" sldId="2147483743"/>
          </pc:sldLayoutMkLst>
        </pc:sldLayoutChg>
      </pc:sldMasterChg>
    </pc:docChg>
  </pc:docChgLst>
  <pc:docChgLst>
    <pc:chgData name="Yejoon Lee" userId="c780d5a30fa7b868" providerId="LiveId" clId="{B90F9800-C6BB-4E4A-9B07-A4DB94200D79}"/>
    <pc:docChg chg="undo custSel delSld modSld">
      <pc:chgData name="Yejoon Lee" userId="c780d5a30fa7b868" providerId="LiveId" clId="{B90F9800-C6BB-4E4A-9B07-A4DB94200D79}" dt="2025-08-12T12:23:06.757" v="15562" actId="2696"/>
      <pc:docMkLst>
        <pc:docMk/>
      </pc:docMkLst>
      <pc:sldChg chg="addSp delSp modSp mod modTransition modAnim">
        <pc:chgData name="Yejoon Lee" userId="c780d5a30fa7b868" providerId="LiveId" clId="{B90F9800-C6BB-4E4A-9B07-A4DB94200D79}" dt="2025-08-12T11:31:44.216" v="15069"/>
        <pc:sldMkLst>
          <pc:docMk/>
          <pc:sldMk cId="110913955" sldId="328"/>
        </pc:sldMkLst>
        <pc:spChg chg="mod">
          <ac:chgData name="Yejoon Lee" userId="c780d5a30fa7b868" providerId="LiveId" clId="{B90F9800-C6BB-4E4A-9B07-A4DB94200D79}" dt="2025-08-12T11:29:54.945" v="15049" actId="20577"/>
          <ac:spMkLst>
            <pc:docMk/>
            <pc:sldMk cId="110913955" sldId="328"/>
            <ac:spMk id="2" creationId="{F143AFFD-CCBE-E04C-309D-A5FA12DEBB1F}"/>
          </ac:spMkLst>
        </pc:spChg>
        <pc:spChg chg="mod">
          <ac:chgData name="Yejoon Lee" userId="c780d5a30fa7b868" providerId="LiveId" clId="{B90F9800-C6BB-4E4A-9B07-A4DB94200D79}" dt="2025-08-12T11:30:20.712" v="15067" actId="20577"/>
          <ac:spMkLst>
            <pc:docMk/>
            <pc:sldMk cId="110913955" sldId="328"/>
            <ac:spMk id="7" creationId="{8DDD679A-5DC1-14B2-A08C-2D75E114048E}"/>
          </ac:spMkLst>
        </pc:spChg>
        <pc:picChg chg="add del mod">
          <ac:chgData name="Yejoon Lee" userId="c780d5a30fa7b868" providerId="LiveId" clId="{B90F9800-C6BB-4E4A-9B07-A4DB94200D79}" dt="2025-08-12T11:29:05.723" v="15025"/>
          <ac:picMkLst>
            <pc:docMk/>
            <pc:sldMk cId="110913955" sldId="328"/>
            <ac:picMk id="5" creationId="{C5854CA1-8048-25FF-4622-3A0F13B61D0F}"/>
          </ac:picMkLst>
        </pc:picChg>
        <pc:picChg chg="add del mod">
          <ac:chgData name="Yejoon Lee" userId="c780d5a30fa7b868" providerId="LiveId" clId="{B90F9800-C6BB-4E4A-9B07-A4DB94200D79}" dt="2025-08-12T11:30:38.559" v="15068"/>
          <ac:picMkLst>
            <pc:docMk/>
            <pc:sldMk cId="110913955" sldId="328"/>
            <ac:picMk id="18" creationId="{21C62208-2A96-663E-FA3C-3CD1371D22B9}"/>
          </ac:picMkLst>
        </pc:picChg>
        <pc:picChg chg="add mod">
          <ac:chgData name="Yejoon Lee" userId="c780d5a30fa7b868" providerId="LiveId" clId="{B90F9800-C6BB-4E4A-9B07-A4DB94200D79}" dt="2025-08-12T11:31:44.216" v="15069"/>
          <ac:picMkLst>
            <pc:docMk/>
            <pc:sldMk cId="110913955" sldId="328"/>
            <ac:picMk id="23" creationId="{6712085A-0B61-6680-1436-01DA4C55B4A5}"/>
          </ac:picMkLst>
        </pc:picChg>
      </pc:sldChg>
      <pc:sldChg chg="addSp modSp">
        <pc:chgData name="Yejoon Lee" userId="c780d5a30fa7b868" providerId="LiveId" clId="{B90F9800-C6BB-4E4A-9B07-A4DB94200D79}" dt="2025-08-12T12:21:41.910" v="15561"/>
        <pc:sldMkLst>
          <pc:docMk/>
          <pc:sldMk cId="1670131609" sldId="362"/>
        </pc:sldMkLst>
        <pc:picChg chg="add mod">
          <ac:chgData name="Yejoon Lee" userId="c780d5a30fa7b868" providerId="LiveId" clId="{B90F9800-C6BB-4E4A-9B07-A4DB94200D79}" dt="2025-08-12T12:21:41.910" v="15561"/>
          <ac:picMkLst>
            <pc:docMk/>
            <pc:sldMk cId="1670131609" sldId="362"/>
            <ac:picMk id="6" creationId="{E4FF47F4-2A62-EA4F-48D0-2D7803501794}"/>
          </ac:picMkLst>
        </pc:picChg>
      </pc:sldChg>
      <pc:sldChg chg="addSp modSp mod modNotesTx">
        <pc:chgData name="Yejoon Lee" userId="c780d5a30fa7b868" providerId="LiveId" clId="{B90F9800-C6BB-4E4A-9B07-A4DB94200D79}" dt="2025-08-12T11:36:19.823" v="15077"/>
        <pc:sldMkLst>
          <pc:docMk/>
          <pc:sldMk cId="3712045735" sldId="363"/>
        </pc:sldMkLst>
        <pc:spChg chg="mod">
          <ac:chgData name="Yejoon Lee" userId="c780d5a30fa7b868" providerId="LiveId" clId="{B90F9800-C6BB-4E4A-9B07-A4DB94200D79}" dt="2025-08-12T09:24:18.047" v="52" actId="20577"/>
          <ac:spMkLst>
            <pc:docMk/>
            <pc:sldMk cId="3712045735" sldId="363"/>
            <ac:spMk id="3" creationId="{F1282CFA-2944-3CFA-14BF-A2CF62816D3B}"/>
          </ac:spMkLst>
        </pc:spChg>
        <pc:picChg chg="add mod">
          <ac:chgData name="Yejoon Lee" userId="c780d5a30fa7b868" providerId="LiveId" clId="{B90F9800-C6BB-4E4A-9B07-A4DB94200D79}" dt="2025-08-12T11:36:19.823" v="15077"/>
          <ac:picMkLst>
            <pc:docMk/>
            <pc:sldMk cId="3712045735" sldId="363"/>
            <ac:picMk id="7" creationId="{2088D591-22AE-1094-63C8-2A256B318C40}"/>
          </ac:picMkLst>
        </pc:picChg>
      </pc:sldChg>
      <pc:sldChg chg="addSp modSp">
        <pc:chgData name="Yejoon Lee" userId="c780d5a30fa7b868" providerId="LiveId" clId="{B90F9800-C6BB-4E4A-9B07-A4DB94200D79}" dt="2025-08-12T11:31:44.216" v="15069"/>
        <pc:sldMkLst>
          <pc:docMk/>
          <pc:sldMk cId="2413077131" sldId="365"/>
        </pc:sldMkLst>
        <pc:picChg chg="add mod">
          <ac:chgData name="Yejoon Lee" userId="c780d5a30fa7b868" providerId="LiveId" clId="{B90F9800-C6BB-4E4A-9B07-A4DB94200D79}" dt="2025-08-12T11:31:44.216" v="15069"/>
          <ac:picMkLst>
            <pc:docMk/>
            <pc:sldMk cId="2413077131" sldId="365"/>
            <ac:picMk id="20" creationId="{C75354DB-3E3D-47EC-F4BA-292EF01E05F7}"/>
          </ac:picMkLst>
        </pc:picChg>
      </pc:sldChg>
      <pc:sldChg chg="addSp delSp modSp modTransition modAnim modNotesTx">
        <pc:chgData name="Yejoon Lee" userId="c780d5a30fa7b868" providerId="LiveId" clId="{B90F9800-C6BB-4E4A-9B07-A4DB94200D79}" dt="2025-08-12T11:36:19.823" v="15077"/>
        <pc:sldMkLst>
          <pc:docMk/>
          <pc:sldMk cId="4214553431" sldId="366"/>
        </pc:sldMkLst>
        <pc:picChg chg="add del mod">
          <ac:chgData name="Yejoon Lee" userId="c780d5a30fa7b868" providerId="LiveId" clId="{B90F9800-C6BB-4E4A-9B07-A4DB94200D79}" dt="2025-08-12T11:31:46.274" v="15070"/>
          <ac:picMkLst>
            <pc:docMk/>
            <pc:sldMk cId="4214553431" sldId="366"/>
            <ac:picMk id="21" creationId="{4FB53DAA-5F1C-8644-4D97-9F3A1177E347}"/>
          </ac:picMkLst>
        </pc:picChg>
        <pc:picChg chg="add mod">
          <ac:chgData name="Yejoon Lee" userId="c780d5a30fa7b868" providerId="LiveId" clId="{B90F9800-C6BB-4E4A-9B07-A4DB94200D79}" dt="2025-08-12T11:36:19.823" v="15077"/>
          <ac:picMkLst>
            <pc:docMk/>
            <pc:sldMk cId="4214553431" sldId="366"/>
            <ac:picMk id="28" creationId="{01F1493B-37D6-CA7B-C0B2-108D3EAFAF3F}"/>
          </ac:picMkLst>
        </pc:picChg>
      </pc:sldChg>
      <pc:sldChg chg="addSp modSp modNotesTx">
        <pc:chgData name="Yejoon Lee" userId="c780d5a30fa7b868" providerId="LiveId" clId="{B90F9800-C6BB-4E4A-9B07-A4DB94200D79}" dt="2025-08-12T11:36:19.823" v="15077"/>
        <pc:sldMkLst>
          <pc:docMk/>
          <pc:sldMk cId="1409952200" sldId="367"/>
        </pc:sldMkLst>
        <pc:picChg chg="add mod">
          <ac:chgData name="Yejoon Lee" userId="c780d5a30fa7b868" providerId="LiveId" clId="{B90F9800-C6BB-4E4A-9B07-A4DB94200D79}" dt="2025-08-12T11:36:19.823" v="15077"/>
          <ac:picMkLst>
            <pc:docMk/>
            <pc:sldMk cId="1409952200" sldId="367"/>
            <ac:picMk id="10" creationId="{DE850AE0-B6A8-BB70-AD41-F5F62D53E82B}"/>
          </ac:picMkLst>
        </pc:picChg>
      </pc:sldChg>
      <pc:sldChg chg="addSp modSp">
        <pc:chgData name="Yejoon Lee" userId="c780d5a30fa7b868" providerId="LiveId" clId="{B90F9800-C6BB-4E4A-9B07-A4DB94200D79}" dt="2025-08-12T11:36:19.823" v="15077"/>
        <pc:sldMkLst>
          <pc:docMk/>
          <pc:sldMk cId="663198872" sldId="368"/>
        </pc:sldMkLst>
        <pc:picChg chg="add mod">
          <ac:chgData name="Yejoon Lee" userId="c780d5a30fa7b868" providerId="LiveId" clId="{B90F9800-C6BB-4E4A-9B07-A4DB94200D79}" dt="2025-08-12T11:36:19.823" v="15077"/>
          <ac:picMkLst>
            <pc:docMk/>
            <pc:sldMk cId="663198872" sldId="368"/>
            <ac:picMk id="6" creationId="{D0C31DB7-58E8-14CD-246D-BC11045C747E}"/>
          </ac:picMkLst>
        </pc:picChg>
      </pc:sldChg>
      <pc:sldChg chg="addSp delSp modSp modTransition modAnim modNotesTx">
        <pc:chgData name="Yejoon Lee" userId="c780d5a30fa7b868" providerId="LiveId" clId="{B90F9800-C6BB-4E4A-9B07-A4DB94200D79}" dt="2025-08-12T11:43:45.867" v="15119"/>
        <pc:sldMkLst>
          <pc:docMk/>
          <pc:sldMk cId="273061721" sldId="369"/>
        </pc:sldMkLst>
        <pc:picChg chg="add del mod">
          <ac:chgData name="Yejoon Lee" userId="c780d5a30fa7b868" providerId="LiveId" clId="{B90F9800-C6BB-4E4A-9B07-A4DB94200D79}" dt="2025-08-12T11:38:23.917" v="15115"/>
          <ac:picMkLst>
            <pc:docMk/>
            <pc:sldMk cId="273061721" sldId="369"/>
            <ac:picMk id="41" creationId="{2EED9125-64ED-2118-3205-A741C6FB3246}"/>
          </ac:picMkLst>
        </pc:picChg>
        <pc:picChg chg="add del mod">
          <ac:chgData name="Yejoon Lee" userId="c780d5a30fa7b868" providerId="LiveId" clId="{B90F9800-C6BB-4E4A-9B07-A4DB94200D79}" dt="2025-08-12T11:42:24.996" v="15118"/>
          <ac:picMkLst>
            <pc:docMk/>
            <pc:sldMk cId="273061721" sldId="369"/>
            <ac:picMk id="50" creationId="{44073458-226A-5510-FFA6-0783234B368D}"/>
          </ac:picMkLst>
        </pc:picChg>
        <pc:picChg chg="add mod">
          <ac:chgData name="Yejoon Lee" userId="c780d5a30fa7b868" providerId="LiveId" clId="{B90F9800-C6BB-4E4A-9B07-A4DB94200D79}" dt="2025-08-12T11:43:45.867" v="15119"/>
          <ac:picMkLst>
            <pc:docMk/>
            <pc:sldMk cId="273061721" sldId="369"/>
            <ac:picMk id="93" creationId="{D50D3F6B-A77B-BC5D-53DF-DE9611E608E9}"/>
          </ac:picMkLst>
        </pc:picChg>
      </pc:sldChg>
      <pc:sldChg chg="addSp modSp modNotesTx">
        <pc:chgData name="Yejoon Lee" userId="c780d5a30fa7b868" providerId="LiveId" clId="{B90F9800-C6BB-4E4A-9B07-A4DB94200D79}" dt="2025-08-12T11:36:19.823" v="15077"/>
        <pc:sldMkLst>
          <pc:docMk/>
          <pc:sldMk cId="527187874" sldId="370"/>
        </pc:sldMkLst>
        <pc:picChg chg="add mod">
          <ac:chgData name="Yejoon Lee" userId="c780d5a30fa7b868" providerId="LiveId" clId="{B90F9800-C6BB-4E4A-9B07-A4DB94200D79}" dt="2025-08-12T11:36:19.823" v="15077"/>
          <ac:picMkLst>
            <pc:docMk/>
            <pc:sldMk cId="527187874" sldId="370"/>
            <ac:picMk id="33" creationId="{41CF2937-956C-94F2-97C7-3E750CCBDE0D}"/>
          </ac:picMkLst>
        </pc:picChg>
      </pc:sldChg>
      <pc:sldChg chg="addSp modSp modNotesTx">
        <pc:chgData name="Yejoon Lee" userId="c780d5a30fa7b868" providerId="LiveId" clId="{B90F9800-C6BB-4E4A-9B07-A4DB94200D79}" dt="2025-08-12T11:52:51.826" v="15177"/>
        <pc:sldMkLst>
          <pc:docMk/>
          <pc:sldMk cId="1491927309" sldId="373"/>
        </pc:sldMkLst>
        <pc:picChg chg="add mod">
          <ac:chgData name="Yejoon Lee" userId="c780d5a30fa7b868" providerId="LiveId" clId="{B90F9800-C6BB-4E4A-9B07-A4DB94200D79}" dt="2025-08-12T11:52:51.826" v="15177"/>
          <ac:picMkLst>
            <pc:docMk/>
            <pc:sldMk cId="1491927309" sldId="373"/>
            <ac:picMk id="18" creationId="{22B67330-EE98-B6DF-255C-B16D94EB9BE6}"/>
          </ac:picMkLst>
        </pc:picChg>
      </pc:sldChg>
      <pc:sldChg chg="addSp modSp">
        <pc:chgData name="Yejoon Lee" userId="c780d5a30fa7b868" providerId="LiveId" clId="{B90F9800-C6BB-4E4A-9B07-A4DB94200D79}" dt="2025-08-12T11:52:51.826" v="15177"/>
        <pc:sldMkLst>
          <pc:docMk/>
          <pc:sldMk cId="2100167249" sldId="376"/>
        </pc:sldMkLst>
        <pc:picChg chg="add mod">
          <ac:chgData name="Yejoon Lee" userId="c780d5a30fa7b868" providerId="LiveId" clId="{B90F9800-C6BB-4E4A-9B07-A4DB94200D79}" dt="2025-08-12T11:52:51.826" v="15177"/>
          <ac:picMkLst>
            <pc:docMk/>
            <pc:sldMk cId="2100167249" sldId="376"/>
            <ac:picMk id="5" creationId="{C354019F-FEF4-FD36-9F58-8E773F0FCE08}"/>
          </ac:picMkLst>
        </pc:picChg>
      </pc:sldChg>
      <pc:sldChg chg="addSp modSp modNotesTx">
        <pc:chgData name="Yejoon Lee" userId="c780d5a30fa7b868" providerId="LiveId" clId="{B90F9800-C6BB-4E4A-9B07-A4DB94200D79}" dt="2025-08-12T11:52:51.826" v="15177"/>
        <pc:sldMkLst>
          <pc:docMk/>
          <pc:sldMk cId="2000397400" sldId="377"/>
        </pc:sldMkLst>
        <pc:picChg chg="add mod">
          <ac:chgData name="Yejoon Lee" userId="c780d5a30fa7b868" providerId="LiveId" clId="{B90F9800-C6BB-4E4A-9B07-A4DB94200D79}" dt="2025-08-12T11:52:51.826" v="15177"/>
          <ac:picMkLst>
            <pc:docMk/>
            <pc:sldMk cId="2000397400" sldId="377"/>
            <ac:picMk id="18" creationId="{6A6AC76A-6388-0F85-2FCE-95122CF89FEB}"/>
          </ac:picMkLst>
        </pc:picChg>
      </pc:sldChg>
      <pc:sldChg chg="addSp modSp">
        <pc:chgData name="Yejoon Lee" userId="c780d5a30fa7b868" providerId="LiveId" clId="{B90F9800-C6BB-4E4A-9B07-A4DB94200D79}" dt="2025-08-12T11:52:51.826" v="15177"/>
        <pc:sldMkLst>
          <pc:docMk/>
          <pc:sldMk cId="2667218812" sldId="378"/>
        </pc:sldMkLst>
        <pc:picChg chg="add mod">
          <ac:chgData name="Yejoon Lee" userId="c780d5a30fa7b868" providerId="LiveId" clId="{B90F9800-C6BB-4E4A-9B07-A4DB94200D79}" dt="2025-08-12T11:52:51.826" v="15177"/>
          <ac:picMkLst>
            <pc:docMk/>
            <pc:sldMk cId="2667218812" sldId="378"/>
            <ac:picMk id="10" creationId="{07CC879B-5E99-4E93-8FC8-115392A046A8}"/>
          </ac:picMkLst>
        </pc:picChg>
      </pc:sldChg>
      <pc:sldChg chg="addSp delSp modSp modTransition modAnim modNotesTx">
        <pc:chgData name="Yejoon Lee" userId="c780d5a30fa7b868" providerId="LiveId" clId="{B90F9800-C6BB-4E4A-9B07-A4DB94200D79}" dt="2025-08-12T11:54:43.191" v="15179"/>
        <pc:sldMkLst>
          <pc:docMk/>
          <pc:sldMk cId="2285506902" sldId="379"/>
        </pc:sldMkLst>
        <pc:picChg chg="add del mod">
          <ac:chgData name="Yejoon Lee" userId="c780d5a30fa7b868" providerId="LiveId" clId="{B90F9800-C6BB-4E4A-9B07-A4DB94200D79}" dt="2025-08-12T11:52:52.768" v="15178"/>
          <ac:picMkLst>
            <pc:docMk/>
            <pc:sldMk cId="2285506902" sldId="379"/>
            <ac:picMk id="9" creationId="{20520DD9-1A1F-0116-4821-622EA1F5546A}"/>
          </ac:picMkLst>
        </pc:picChg>
        <pc:picChg chg="add mod">
          <ac:chgData name="Yejoon Lee" userId="c780d5a30fa7b868" providerId="LiveId" clId="{B90F9800-C6BB-4E4A-9B07-A4DB94200D79}" dt="2025-08-12T11:54:43.191" v="15179"/>
          <ac:picMkLst>
            <pc:docMk/>
            <pc:sldMk cId="2285506902" sldId="379"/>
            <ac:picMk id="16" creationId="{99EC8D69-4F88-8700-8647-7E9681FD1486}"/>
          </ac:picMkLst>
        </pc:picChg>
      </pc:sldChg>
      <pc:sldChg chg="addSp delSp modSp modTransition modAnim modNotesTx">
        <pc:chgData name="Yejoon Lee" userId="c780d5a30fa7b868" providerId="LiveId" clId="{B90F9800-C6BB-4E4A-9B07-A4DB94200D79}" dt="2025-08-12T12:00:37.804" v="15181"/>
        <pc:sldMkLst>
          <pc:docMk/>
          <pc:sldMk cId="2495603974" sldId="380"/>
        </pc:sldMkLst>
        <pc:picChg chg="add del mod">
          <ac:chgData name="Yejoon Lee" userId="c780d5a30fa7b868" providerId="LiveId" clId="{B90F9800-C6BB-4E4A-9B07-A4DB94200D79}" dt="2025-08-12T11:54:47.153" v="15180"/>
          <ac:picMkLst>
            <pc:docMk/>
            <pc:sldMk cId="2495603974" sldId="380"/>
            <ac:picMk id="25" creationId="{DB3F7D68-1302-85D6-CB41-F3834ABD005A}"/>
          </ac:picMkLst>
        </pc:picChg>
        <pc:picChg chg="add mod">
          <ac:chgData name="Yejoon Lee" userId="c780d5a30fa7b868" providerId="LiveId" clId="{B90F9800-C6BB-4E4A-9B07-A4DB94200D79}" dt="2025-08-12T12:00:37.804" v="15181"/>
          <ac:picMkLst>
            <pc:docMk/>
            <pc:sldMk cId="2495603974" sldId="380"/>
            <ac:picMk id="36" creationId="{3CE12009-4916-D858-5995-289AD35FC475}"/>
          </ac:picMkLst>
        </pc:picChg>
      </pc:sldChg>
      <pc:sldChg chg="addSp modSp modNotesTx">
        <pc:chgData name="Yejoon Lee" userId="c780d5a30fa7b868" providerId="LiveId" clId="{B90F9800-C6BB-4E4A-9B07-A4DB94200D79}" dt="2025-08-12T12:00:37.804" v="15181"/>
        <pc:sldMkLst>
          <pc:docMk/>
          <pc:sldMk cId="1427808865" sldId="381"/>
        </pc:sldMkLst>
        <pc:picChg chg="add mod">
          <ac:chgData name="Yejoon Lee" userId="c780d5a30fa7b868" providerId="LiveId" clId="{B90F9800-C6BB-4E4A-9B07-A4DB94200D79}" dt="2025-08-12T12:00:37.804" v="15181"/>
          <ac:picMkLst>
            <pc:docMk/>
            <pc:sldMk cId="1427808865" sldId="381"/>
            <ac:picMk id="9" creationId="{27D96B72-FE17-50CB-1376-3A9FD443F027}"/>
          </ac:picMkLst>
        </pc:picChg>
      </pc:sldChg>
      <pc:sldChg chg="addSp modSp modNotesTx">
        <pc:chgData name="Yejoon Lee" userId="c780d5a30fa7b868" providerId="LiveId" clId="{B90F9800-C6BB-4E4A-9B07-A4DB94200D79}" dt="2025-08-12T11:52:51.826" v="15177"/>
        <pc:sldMkLst>
          <pc:docMk/>
          <pc:sldMk cId="3466289764" sldId="382"/>
        </pc:sldMkLst>
        <pc:picChg chg="add mod">
          <ac:chgData name="Yejoon Lee" userId="c780d5a30fa7b868" providerId="LiveId" clId="{B90F9800-C6BB-4E4A-9B07-A4DB94200D79}" dt="2025-08-12T11:52:51.826" v="15177"/>
          <ac:picMkLst>
            <pc:docMk/>
            <pc:sldMk cId="3466289764" sldId="382"/>
            <ac:picMk id="17" creationId="{888254E1-4562-BCD7-89A9-61D86157933F}"/>
          </ac:picMkLst>
        </pc:picChg>
      </pc:sldChg>
      <pc:sldChg chg="addSp modSp modNotesTx">
        <pc:chgData name="Yejoon Lee" userId="c780d5a30fa7b868" providerId="LiveId" clId="{B90F9800-C6BB-4E4A-9B07-A4DB94200D79}" dt="2025-08-12T12:00:37.804" v="15181"/>
        <pc:sldMkLst>
          <pc:docMk/>
          <pc:sldMk cId="2489822317" sldId="383"/>
        </pc:sldMkLst>
        <pc:picChg chg="add mod">
          <ac:chgData name="Yejoon Lee" userId="c780d5a30fa7b868" providerId="LiveId" clId="{B90F9800-C6BB-4E4A-9B07-A4DB94200D79}" dt="2025-08-12T12:00:37.804" v="15181"/>
          <ac:picMkLst>
            <pc:docMk/>
            <pc:sldMk cId="2489822317" sldId="383"/>
            <ac:picMk id="13" creationId="{09CCF333-C572-82AE-C950-43A11B03722E}"/>
          </ac:picMkLst>
        </pc:picChg>
      </pc:sldChg>
      <pc:sldChg chg="addSp delSp modSp modTransition modAnim modNotesTx">
        <pc:chgData name="Yejoon Lee" userId="c780d5a30fa7b868" providerId="LiveId" clId="{B90F9800-C6BB-4E4A-9B07-A4DB94200D79}" dt="2025-08-12T11:52:51.826" v="15177"/>
        <pc:sldMkLst>
          <pc:docMk/>
          <pc:sldMk cId="556708486" sldId="388"/>
        </pc:sldMkLst>
        <pc:picChg chg="add del mod">
          <ac:chgData name="Yejoon Lee" userId="c780d5a30fa7b868" providerId="LiveId" clId="{B90F9800-C6BB-4E4A-9B07-A4DB94200D79}" dt="2025-08-12T11:44:02.618" v="15120"/>
          <ac:picMkLst>
            <pc:docMk/>
            <pc:sldMk cId="556708486" sldId="388"/>
            <ac:picMk id="31" creationId="{A7B0D941-ED25-BEA5-CEC0-577FAD5361AE}"/>
          </ac:picMkLst>
        </pc:picChg>
        <pc:picChg chg="add mod">
          <ac:chgData name="Yejoon Lee" userId="c780d5a30fa7b868" providerId="LiveId" clId="{B90F9800-C6BB-4E4A-9B07-A4DB94200D79}" dt="2025-08-12T11:52:51.826" v="15177"/>
          <ac:picMkLst>
            <pc:docMk/>
            <pc:sldMk cId="556708486" sldId="388"/>
            <ac:picMk id="60" creationId="{35BB3FCF-F16D-5973-CA8D-E6DD969292B3}"/>
          </ac:picMkLst>
        </pc:picChg>
      </pc:sldChg>
      <pc:sldChg chg="addSp modSp modNotesTx">
        <pc:chgData name="Yejoon Lee" userId="c780d5a30fa7b868" providerId="LiveId" clId="{B90F9800-C6BB-4E4A-9B07-A4DB94200D79}" dt="2025-08-12T12:02:22.513" v="15183"/>
        <pc:sldMkLst>
          <pc:docMk/>
          <pc:sldMk cId="2125190321" sldId="390"/>
        </pc:sldMkLst>
        <pc:picChg chg="add mod">
          <ac:chgData name="Yejoon Lee" userId="c780d5a30fa7b868" providerId="LiveId" clId="{B90F9800-C6BB-4E4A-9B07-A4DB94200D79}" dt="2025-08-12T12:02:22.513" v="15183"/>
          <ac:picMkLst>
            <pc:docMk/>
            <pc:sldMk cId="2125190321" sldId="390"/>
            <ac:picMk id="17" creationId="{514F8BA0-F60D-6DE4-F9FF-C6013A2463F1}"/>
          </ac:picMkLst>
        </pc:picChg>
      </pc:sldChg>
      <pc:sldChg chg="addSp delSp modSp modTransition modAnim modNotesTx">
        <pc:chgData name="Yejoon Lee" userId="c780d5a30fa7b868" providerId="LiveId" clId="{B90F9800-C6BB-4E4A-9B07-A4DB94200D79}" dt="2025-08-12T12:03:32.601" v="15236"/>
        <pc:sldMkLst>
          <pc:docMk/>
          <pc:sldMk cId="2798814872" sldId="394"/>
        </pc:sldMkLst>
        <pc:picChg chg="add del mod">
          <ac:chgData name="Yejoon Lee" userId="c780d5a30fa7b868" providerId="LiveId" clId="{B90F9800-C6BB-4E4A-9B07-A4DB94200D79}" dt="2025-08-12T12:02:23.903" v="15184"/>
          <ac:picMkLst>
            <pc:docMk/>
            <pc:sldMk cId="2798814872" sldId="394"/>
            <ac:picMk id="11" creationId="{C3C08F35-30C8-3C28-B691-240BF0C0B402}"/>
          </ac:picMkLst>
        </pc:picChg>
        <pc:picChg chg="add mod">
          <ac:chgData name="Yejoon Lee" userId="c780d5a30fa7b868" providerId="LiveId" clId="{B90F9800-C6BB-4E4A-9B07-A4DB94200D79}" dt="2025-08-12T12:03:32.601" v="15236"/>
          <ac:picMkLst>
            <pc:docMk/>
            <pc:sldMk cId="2798814872" sldId="394"/>
            <ac:picMk id="19" creationId="{0F403D67-047D-37D4-260B-EFBEB1B45552}"/>
          </ac:picMkLst>
        </pc:picChg>
      </pc:sldChg>
      <pc:sldChg chg="addSp delSp modSp mod modTransition modAnim modNotesTx">
        <pc:chgData name="Yejoon Lee" userId="c780d5a30fa7b868" providerId="LiveId" clId="{B90F9800-C6BB-4E4A-9B07-A4DB94200D79}" dt="2025-08-12T12:08:19.345" v="15239"/>
        <pc:sldMkLst>
          <pc:docMk/>
          <pc:sldMk cId="4031310975" sldId="395"/>
        </pc:sldMkLst>
        <pc:spChg chg="add mod">
          <ac:chgData name="Yejoon Lee" userId="c780d5a30fa7b868" providerId="LiveId" clId="{B90F9800-C6BB-4E4A-9B07-A4DB94200D79}" dt="2025-08-12T10:48:24.897" v="8358" actId="20577"/>
          <ac:spMkLst>
            <pc:docMk/>
            <pc:sldMk cId="4031310975" sldId="395"/>
            <ac:spMk id="2" creationId="{75A98AE3-5077-4418-D228-2778FD3CDAEB}"/>
          </ac:spMkLst>
        </pc:spChg>
        <pc:spChg chg="add mod">
          <ac:chgData name="Yejoon Lee" userId="c780d5a30fa7b868" providerId="LiveId" clId="{B90F9800-C6BB-4E4A-9B07-A4DB94200D79}" dt="2025-08-12T10:48:22.770" v="8357" actId="20577"/>
          <ac:spMkLst>
            <pc:docMk/>
            <pc:sldMk cId="4031310975" sldId="395"/>
            <ac:spMk id="6" creationId="{FBA12375-B5C3-70C1-8A4D-D000E57F0D26}"/>
          </ac:spMkLst>
        </pc:spChg>
        <pc:grpChg chg="add">
          <ac:chgData name="Yejoon Lee" userId="c780d5a30fa7b868" providerId="LiveId" clId="{B90F9800-C6BB-4E4A-9B07-A4DB94200D79}" dt="2025-08-12T10:48:38.338" v="8359" actId="164"/>
          <ac:grpSpMkLst>
            <pc:docMk/>
            <pc:sldMk cId="4031310975" sldId="395"/>
            <ac:grpSpMk id="24" creationId="{35E5751E-072C-B52D-9368-1892B52B6BEF}"/>
          </ac:grpSpMkLst>
        </pc:grpChg>
        <pc:picChg chg="add del mod">
          <ac:chgData name="Yejoon Lee" userId="c780d5a30fa7b868" providerId="LiveId" clId="{B90F9800-C6BB-4E4A-9B07-A4DB94200D79}" dt="2025-08-12T12:06:43.320" v="15238"/>
          <ac:picMkLst>
            <pc:docMk/>
            <pc:sldMk cId="4031310975" sldId="395"/>
            <ac:picMk id="37" creationId="{6E4F869B-8AAA-E95F-B9F0-9D988D4FCC62}"/>
          </ac:picMkLst>
        </pc:picChg>
        <pc:picChg chg="add mod">
          <ac:chgData name="Yejoon Lee" userId="c780d5a30fa7b868" providerId="LiveId" clId="{B90F9800-C6BB-4E4A-9B07-A4DB94200D79}" dt="2025-08-12T12:08:19.345" v="15239"/>
          <ac:picMkLst>
            <pc:docMk/>
            <pc:sldMk cId="4031310975" sldId="395"/>
            <ac:picMk id="48" creationId="{4A094BF6-6294-8953-7946-46001A40DDEF}"/>
          </ac:picMkLst>
        </pc:picChg>
        <pc:cxnChg chg="add mod">
          <ac:chgData name="Yejoon Lee" userId="c780d5a30fa7b868" providerId="LiveId" clId="{B90F9800-C6BB-4E4A-9B07-A4DB94200D79}" dt="2025-08-12T10:47:23.693" v="8346" actId="208"/>
          <ac:cxnSpMkLst>
            <pc:docMk/>
            <pc:sldMk cId="4031310975" sldId="395"/>
            <ac:cxnSpMk id="9" creationId="{0A3483DA-0A6C-6E53-3BD0-6D905ABBCBAB}"/>
          </ac:cxnSpMkLst>
        </pc:cxnChg>
        <pc:cxnChg chg="add mod">
          <ac:chgData name="Yejoon Lee" userId="c780d5a30fa7b868" providerId="LiveId" clId="{B90F9800-C6BB-4E4A-9B07-A4DB94200D79}" dt="2025-08-12T10:47:30.520" v="8348" actId="1076"/>
          <ac:cxnSpMkLst>
            <pc:docMk/>
            <pc:sldMk cId="4031310975" sldId="395"/>
            <ac:cxnSpMk id="10" creationId="{B4431BD5-FC14-4218-EA1A-8FAD5235135B}"/>
          </ac:cxnSpMkLst>
        </pc:cxnChg>
        <pc:cxnChg chg="add del mod">
          <ac:chgData name="Yejoon Lee" userId="c780d5a30fa7b868" providerId="LiveId" clId="{B90F9800-C6BB-4E4A-9B07-A4DB94200D79}" dt="2025-08-12T10:47:53.200" v="8351" actId="478"/>
          <ac:cxnSpMkLst>
            <pc:docMk/>
            <pc:sldMk cId="4031310975" sldId="395"/>
            <ac:cxnSpMk id="14" creationId="{80C36BC7-BF31-7106-23FA-426FBA2827E0}"/>
          </ac:cxnSpMkLst>
        </pc:cxnChg>
        <pc:cxnChg chg="add mod">
          <ac:chgData name="Yejoon Lee" userId="c780d5a30fa7b868" providerId="LiveId" clId="{B90F9800-C6BB-4E4A-9B07-A4DB94200D79}" dt="2025-08-12T10:48:24.897" v="8358" actId="20577"/>
          <ac:cxnSpMkLst>
            <pc:docMk/>
            <pc:sldMk cId="4031310975" sldId="395"/>
            <ac:cxnSpMk id="18" creationId="{1AA25CA0-8F54-B7DA-94D1-6C42825F3485}"/>
          </ac:cxnSpMkLst>
        </pc:cxnChg>
        <pc:cxnChg chg="add mod">
          <ac:chgData name="Yejoon Lee" userId="c780d5a30fa7b868" providerId="LiveId" clId="{B90F9800-C6BB-4E4A-9B07-A4DB94200D79}" dt="2025-08-12T10:48:22.770" v="8357" actId="20577"/>
          <ac:cxnSpMkLst>
            <pc:docMk/>
            <pc:sldMk cId="4031310975" sldId="395"/>
            <ac:cxnSpMk id="20" creationId="{1D0ED2FC-AE6B-A069-F7DA-DC7C0D6066F6}"/>
          </ac:cxnSpMkLst>
        </pc:cxnChg>
      </pc:sldChg>
      <pc:sldChg chg="addSp delSp modSp mod delAnim modAnim modNotesTx">
        <pc:chgData name="Yejoon Lee" userId="c780d5a30fa7b868" providerId="LiveId" clId="{B90F9800-C6BB-4E4A-9B07-A4DB94200D79}" dt="2025-08-12T12:08:19.345" v="15239"/>
        <pc:sldMkLst>
          <pc:docMk/>
          <pc:sldMk cId="3875044035" sldId="396"/>
        </pc:sldMkLst>
        <pc:spChg chg="add del mod">
          <ac:chgData name="Yejoon Lee" userId="c780d5a30fa7b868" providerId="LiveId" clId="{B90F9800-C6BB-4E4A-9B07-A4DB94200D79}" dt="2025-08-12T10:49:14.523" v="8362" actId="478"/>
          <ac:spMkLst>
            <pc:docMk/>
            <pc:sldMk cId="3875044035" sldId="396"/>
            <ac:spMk id="3" creationId="{59EBD333-E36B-2D16-7437-A8DAD831CCA1}"/>
          </ac:spMkLst>
        </pc:spChg>
        <pc:spChg chg="del">
          <ac:chgData name="Yejoon Lee" userId="c780d5a30fa7b868" providerId="LiveId" clId="{B90F9800-C6BB-4E4A-9B07-A4DB94200D79}" dt="2025-08-12T10:49:12.559" v="8361" actId="478"/>
          <ac:spMkLst>
            <pc:docMk/>
            <pc:sldMk cId="3875044035" sldId="396"/>
            <ac:spMk id="6" creationId="{8B5BA0AA-4E86-85E5-0CF2-E4E96B4D5426}"/>
          </ac:spMkLst>
        </pc:spChg>
        <pc:spChg chg="mod">
          <ac:chgData name="Yejoon Lee" userId="c780d5a30fa7b868" providerId="LiveId" clId="{B90F9800-C6BB-4E4A-9B07-A4DB94200D79}" dt="2025-08-12T10:49:48.777" v="8364"/>
          <ac:spMkLst>
            <pc:docMk/>
            <pc:sldMk cId="3875044035" sldId="396"/>
            <ac:spMk id="8" creationId="{D334086D-009E-5D68-13FC-2D39233B2F11}"/>
          </ac:spMkLst>
        </pc:spChg>
        <pc:spChg chg="mod">
          <ac:chgData name="Yejoon Lee" userId="c780d5a30fa7b868" providerId="LiveId" clId="{B90F9800-C6BB-4E4A-9B07-A4DB94200D79}" dt="2025-08-12T10:49:48.777" v="8364"/>
          <ac:spMkLst>
            <pc:docMk/>
            <pc:sldMk cId="3875044035" sldId="396"/>
            <ac:spMk id="9" creationId="{25E43BEA-4395-2F33-8DB6-AAA8885F5A65}"/>
          </ac:spMkLst>
        </pc:spChg>
        <pc:spChg chg="mod">
          <ac:chgData name="Yejoon Lee" userId="c780d5a30fa7b868" providerId="LiveId" clId="{B90F9800-C6BB-4E4A-9B07-A4DB94200D79}" dt="2025-08-12T10:50:08.234" v="8369" actId="1076"/>
          <ac:spMkLst>
            <pc:docMk/>
            <pc:sldMk cId="3875044035" sldId="396"/>
            <ac:spMk id="10" creationId="{AFC1DEA7-9559-0AC4-E33D-A1A14E1775ED}"/>
          </ac:spMkLst>
        </pc:spChg>
        <pc:spChg chg="mod">
          <ac:chgData name="Yejoon Lee" userId="c780d5a30fa7b868" providerId="LiveId" clId="{B90F9800-C6BB-4E4A-9B07-A4DB94200D79}" dt="2025-08-12T10:49:17.244" v="8363" actId="1076"/>
          <ac:spMkLst>
            <pc:docMk/>
            <pc:sldMk cId="3875044035" sldId="396"/>
            <ac:spMk id="13" creationId="{5843F930-5960-2E71-CF70-BEC9A51C9A5C}"/>
          </ac:spMkLst>
        </pc:spChg>
        <pc:grpChg chg="add del mod">
          <ac:chgData name="Yejoon Lee" userId="c780d5a30fa7b868" providerId="LiveId" clId="{B90F9800-C6BB-4E4A-9B07-A4DB94200D79}" dt="2025-08-12T10:50:05.861" v="8368" actId="478"/>
          <ac:grpSpMkLst>
            <pc:docMk/>
            <pc:sldMk cId="3875044035" sldId="396"/>
            <ac:grpSpMk id="7" creationId="{E11CEB26-DEDB-5AA7-8407-69323DE5E56F}"/>
          </ac:grpSpMkLst>
        </pc:grpChg>
        <pc:picChg chg="add mod">
          <ac:chgData name="Yejoon Lee" userId="c780d5a30fa7b868" providerId="LiveId" clId="{B90F9800-C6BB-4E4A-9B07-A4DB94200D79}" dt="2025-08-12T12:08:19.345" v="15239"/>
          <ac:picMkLst>
            <pc:docMk/>
            <pc:sldMk cId="3875044035" sldId="396"/>
            <ac:picMk id="19" creationId="{5C136B13-1C29-59B0-695B-03FD03A3F053}"/>
          </ac:picMkLst>
        </pc:picChg>
        <pc:cxnChg chg="mod">
          <ac:chgData name="Yejoon Lee" userId="c780d5a30fa7b868" providerId="LiveId" clId="{B90F9800-C6BB-4E4A-9B07-A4DB94200D79}" dt="2025-08-12T10:49:48.777" v="8364"/>
          <ac:cxnSpMkLst>
            <pc:docMk/>
            <pc:sldMk cId="3875044035" sldId="396"/>
            <ac:cxnSpMk id="11" creationId="{E0E21CB0-6B13-4860-332F-3C61A6368986}"/>
          </ac:cxnSpMkLst>
        </pc:cxnChg>
        <pc:cxnChg chg="mod">
          <ac:chgData name="Yejoon Lee" userId="c780d5a30fa7b868" providerId="LiveId" clId="{B90F9800-C6BB-4E4A-9B07-A4DB94200D79}" dt="2025-08-12T10:49:48.777" v="8364"/>
          <ac:cxnSpMkLst>
            <pc:docMk/>
            <pc:sldMk cId="3875044035" sldId="396"/>
            <ac:cxnSpMk id="12" creationId="{930C25B2-832F-ADE7-1306-FF18A98959B3}"/>
          </ac:cxnSpMkLst>
        </pc:cxnChg>
        <pc:cxnChg chg="mod">
          <ac:chgData name="Yejoon Lee" userId="c780d5a30fa7b868" providerId="LiveId" clId="{B90F9800-C6BB-4E4A-9B07-A4DB94200D79}" dt="2025-08-12T10:50:05.861" v="8368" actId="478"/>
          <ac:cxnSpMkLst>
            <pc:docMk/>
            <pc:sldMk cId="3875044035" sldId="396"/>
            <ac:cxnSpMk id="14" creationId="{247AB5A0-E4CF-F505-FADB-0C00729423CF}"/>
          </ac:cxnSpMkLst>
        </pc:cxnChg>
        <pc:cxnChg chg="mod">
          <ac:chgData name="Yejoon Lee" userId="c780d5a30fa7b868" providerId="LiveId" clId="{B90F9800-C6BB-4E4A-9B07-A4DB94200D79}" dt="2025-08-12T10:50:05.861" v="8368" actId="478"/>
          <ac:cxnSpMkLst>
            <pc:docMk/>
            <pc:sldMk cId="3875044035" sldId="396"/>
            <ac:cxnSpMk id="15" creationId="{B94BF4DC-57FF-6C1F-76A9-873D9F1D88A6}"/>
          </ac:cxnSpMkLst>
        </pc:cxnChg>
      </pc:sldChg>
      <pc:sldChg chg="addSp delSp modSp modTransition modAnim modNotesTx">
        <pc:chgData name="Yejoon Lee" userId="c780d5a30fa7b868" providerId="LiveId" clId="{B90F9800-C6BB-4E4A-9B07-A4DB94200D79}" dt="2025-08-12T12:09:42.907" v="15241"/>
        <pc:sldMkLst>
          <pc:docMk/>
          <pc:sldMk cId="1705011314" sldId="397"/>
        </pc:sldMkLst>
        <pc:picChg chg="add del mod">
          <ac:chgData name="Yejoon Lee" userId="c780d5a30fa7b868" providerId="LiveId" clId="{B90F9800-C6BB-4E4A-9B07-A4DB94200D79}" dt="2025-08-12T12:08:20.687" v="15240"/>
          <ac:picMkLst>
            <pc:docMk/>
            <pc:sldMk cId="1705011314" sldId="397"/>
            <ac:picMk id="15" creationId="{9896089B-F062-7E31-F436-7F633D14AA71}"/>
          </ac:picMkLst>
        </pc:picChg>
        <pc:picChg chg="add mod">
          <ac:chgData name="Yejoon Lee" userId="c780d5a30fa7b868" providerId="LiveId" clId="{B90F9800-C6BB-4E4A-9B07-A4DB94200D79}" dt="2025-08-12T12:09:42.907" v="15241"/>
          <ac:picMkLst>
            <pc:docMk/>
            <pc:sldMk cId="1705011314" sldId="397"/>
            <ac:picMk id="24" creationId="{D1CACB41-78DE-BC78-58BD-8AC052D45B14}"/>
          </ac:picMkLst>
        </pc:picChg>
      </pc:sldChg>
      <pc:sldChg chg="addSp delSp modSp mod modTransition modAnim modNotesTx">
        <pc:chgData name="Yejoon Lee" userId="c780d5a30fa7b868" providerId="LiveId" clId="{B90F9800-C6BB-4E4A-9B07-A4DB94200D79}" dt="2025-08-12T12:14:40.319" v="15557"/>
        <pc:sldMkLst>
          <pc:docMk/>
          <pc:sldMk cId="3700111798" sldId="398"/>
        </pc:sldMkLst>
        <pc:spChg chg="mod">
          <ac:chgData name="Yejoon Lee" userId="c780d5a30fa7b868" providerId="LiveId" clId="{B90F9800-C6BB-4E4A-9B07-A4DB94200D79}" dt="2025-08-12T10:55:52.954" v="9198" actId="1076"/>
          <ac:spMkLst>
            <pc:docMk/>
            <pc:sldMk cId="3700111798" sldId="398"/>
            <ac:spMk id="7" creationId="{0D9D26C4-2262-8004-0E85-167F135EAD2D}"/>
          </ac:spMkLst>
        </pc:spChg>
        <pc:picChg chg="add del mod">
          <ac:chgData name="Yejoon Lee" userId="c780d5a30fa7b868" providerId="LiveId" clId="{B90F9800-C6BB-4E4A-9B07-A4DB94200D79}" dt="2025-08-12T12:09:48.187" v="15242"/>
          <ac:picMkLst>
            <pc:docMk/>
            <pc:sldMk cId="3700111798" sldId="398"/>
            <ac:picMk id="23" creationId="{415FD177-DDBC-F39A-B961-2A32EE3330F5}"/>
          </ac:picMkLst>
        </pc:picChg>
        <pc:picChg chg="add mod">
          <ac:chgData name="Yejoon Lee" userId="c780d5a30fa7b868" providerId="LiveId" clId="{B90F9800-C6BB-4E4A-9B07-A4DB94200D79}" dt="2025-08-12T12:14:40.319" v="15557"/>
          <ac:picMkLst>
            <pc:docMk/>
            <pc:sldMk cId="3700111798" sldId="398"/>
            <ac:picMk id="31" creationId="{C47CC887-66DA-3584-85EC-FF7E62F382C5}"/>
          </ac:picMkLst>
        </pc:picChg>
      </pc:sldChg>
      <pc:sldChg chg="addSp modSp modNotesTx">
        <pc:chgData name="Yejoon Lee" userId="c780d5a30fa7b868" providerId="LiveId" clId="{B90F9800-C6BB-4E4A-9B07-A4DB94200D79}" dt="2025-08-12T12:14:40.319" v="15557"/>
        <pc:sldMkLst>
          <pc:docMk/>
          <pc:sldMk cId="1420415224" sldId="399"/>
        </pc:sldMkLst>
        <pc:picChg chg="add mod">
          <ac:chgData name="Yejoon Lee" userId="c780d5a30fa7b868" providerId="LiveId" clId="{B90F9800-C6BB-4E4A-9B07-A4DB94200D79}" dt="2025-08-12T12:14:40.319" v="15557"/>
          <ac:picMkLst>
            <pc:docMk/>
            <pc:sldMk cId="1420415224" sldId="399"/>
            <ac:picMk id="12" creationId="{E357D781-A56F-1368-3FFF-5618129AF468}"/>
          </ac:picMkLst>
        </pc:picChg>
      </pc:sldChg>
      <pc:sldChg chg="addSp delSp modSp modTransition modAnim modNotesTx">
        <pc:chgData name="Yejoon Lee" userId="c780d5a30fa7b868" providerId="LiveId" clId="{B90F9800-C6BB-4E4A-9B07-A4DB94200D79}" dt="2025-08-12T12:16:23.551" v="15559"/>
        <pc:sldMkLst>
          <pc:docMk/>
          <pc:sldMk cId="40930165" sldId="400"/>
        </pc:sldMkLst>
        <pc:picChg chg="add del mod">
          <ac:chgData name="Yejoon Lee" userId="c780d5a30fa7b868" providerId="LiveId" clId="{B90F9800-C6BB-4E4A-9B07-A4DB94200D79}" dt="2025-08-12T12:14:41.073" v="15558"/>
          <ac:picMkLst>
            <pc:docMk/>
            <pc:sldMk cId="40930165" sldId="400"/>
            <ac:picMk id="14" creationId="{0EDC9EA4-1826-D9DA-7C9B-391964B99EFB}"/>
          </ac:picMkLst>
        </pc:picChg>
        <pc:picChg chg="add mod">
          <ac:chgData name="Yejoon Lee" userId="c780d5a30fa7b868" providerId="LiveId" clId="{B90F9800-C6BB-4E4A-9B07-A4DB94200D79}" dt="2025-08-12T12:16:23.551" v="15559"/>
          <ac:picMkLst>
            <pc:docMk/>
            <pc:sldMk cId="40930165" sldId="400"/>
            <ac:picMk id="18" creationId="{BDBEB895-B113-E601-355B-BC3CB8A0EB0D}"/>
          </ac:picMkLst>
        </pc:picChg>
      </pc:sldChg>
      <pc:sldChg chg="addSp modSp modNotesTx">
        <pc:chgData name="Yejoon Lee" userId="c780d5a30fa7b868" providerId="LiveId" clId="{B90F9800-C6BB-4E4A-9B07-A4DB94200D79}" dt="2025-08-12T12:16:23.551" v="15559"/>
        <pc:sldMkLst>
          <pc:docMk/>
          <pc:sldMk cId="3651786155" sldId="402"/>
        </pc:sldMkLst>
        <pc:picChg chg="add mod">
          <ac:chgData name="Yejoon Lee" userId="c780d5a30fa7b868" providerId="LiveId" clId="{B90F9800-C6BB-4E4A-9B07-A4DB94200D79}" dt="2025-08-12T12:16:23.551" v="15559"/>
          <ac:picMkLst>
            <pc:docMk/>
            <pc:sldMk cId="3651786155" sldId="402"/>
            <ac:picMk id="10" creationId="{B725009C-96C0-B202-7D4C-7A2108F19521}"/>
          </ac:picMkLst>
        </pc:picChg>
      </pc:sldChg>
      <pc:sldChg chg="addSp modSp">
        <pc:chgData name="Yejoon Lee" userId="c780d5a30fa7b868" providerId="LiveId" clId="{B90F9800-C6BB-4E4A-9B07-A4DB94200D79}" dt="2025-08-12T12:21:41.910" v="15561"/>
        <pc:sldMkLst>
          <pc:docMk/>
          <pc:sldMk cId="53804735" sldId="405"/>
        </pc:sldMkLst>
        <pc:picChg chg="add mod">
          <ac:chgData name="Yejoon Lee" userId="c780d5a30fa7b868" providerId="LiveId" clId="{B90F9800-C6BB-4E4A-9B07-A4DB94200D79}" dt="2025-08-12T12:21:41.910" v="15561"/>
          <ac:picMkLst>
            <pc:docMk/>
            <pc:sldMk cId="53804735" sldId="405"/>
            <ac:picMk id="5" creationId="{66662C1E-CD40-89A2-F9C4-BAEF3E67C724}"/>
          </ac:picMkLst>
        </pc:picChg>
      </pc:sldChg>
      <pc:sldChg chg="addSp modSp">
        <pc:chgData name="Yejoon Lee" userId="c780d5a30fa7b868" providerId="LiveId" clId="{B90F9800-C6BB-4E4A-9B07-A4DB94200D79}" dt="2025-08-12T12:21:41.910" v="15561"/>
        <pc:sldMkLst>
          <pc:docMk/>
          <pc:sldMk cId="764428669" sldId="406"/>
        </pc:sldMkLst>
        <pc:picChg chg="add mod">
          <ac:chgData name="Yejoon Lee" userId="c780d5a30fa7b868" providerId="LiveId" clId="{B90F9800-C6BB-4E4A-9B07-A4DB94200D79}" dt="2025-08-12T12:21:41.910" v="15561"/>
          <ac:picMkLst>
            <pc:docMk/>
            <pc:sldMk cId="764428669" sldId="406"/>
            <ac:picMk id="17" creationId="{2AE7B473-15AA-DB01-0428-5503AC981218}"/>
          </ac:picMkLst>
        </pc:picChg>
      </pc:sldChg>
      <pc:sldChg chg="addSp delSp modSp modTransition modAnim modNotesTx">
        <pc:chgData name="Yejoon Lee" userId="c780d5a30fa7b868" providerId="LiveId" clId="{B90F9800-C6BB-4E4A-9B07-A4DB94200D79}" dt="2025-08-12T12:21:41.910" v="15561"/>
        <pc:sldMkLst>
          <pc:docMk/>
          <pc:sldMk cId="3154750819" sldId="407"/>
        </pc:sldMkLst>
        <pc:picChg chg="add del mod">
          <ac:chgData name="Yejoon Lee" userId="c780d5a30fa7b868" providerId="LiveId" clId="{B90F9800-C6BB-4E4A-9B07-A4DB94200D79}" dt="2025-08-12T12:16:24.207" v="15560"/>
          <ac:picMkLst>
            <pc:docMk/>
            <pc:sldMk cId="3154750819" sldId="407"/>
            <ac:picMk id="9" creationId="{0296A681-89A9-DAC0-94FF-E51DCD12836E}"/>
          </ac:picMkLst>
        </pc:picChg>
        <pc:picChg chg="add mod">
          <ac:chgData name="Yejoon Lee" userId="c780d5a30fa7b868" providerId="LiveId" clId="{B90F9800-C6BB-4E4A-9B07-A4DB94200D79}" dt="2025-08-12T12:21:41.910" v="15561"/>
          <ac:picMkLst>
            <pc:docMk/>
            <pc:sldMk cId="3154750819" sldId="407"/>
            <ac:picMk id="13" creationId="{384488DF-E432-F486-2527-6F2F34243CB2}"/>
          </ac:picMkLst>
        </pc:picChg>
      </pc:sldChg>
      <pc:sldChg chg="addSp modSp">
        <pc:chgData name="Yejoon Lee" userId="c780d5a30fa7b868" providerId="LiveId" clId="{B90F9800-C6BB-4E4A-9B07-A4DB94200D79}" dt="2025-08-12T12:21:41.910" v="15561"/>
        <pc:sldMkLst>
          <pc:docMk/>
          <pc:sldMk cId="1962389946" sldId="409"/>
        </pc:sldMkLst>
        <pc:picChg chg="add mod">
          <ac:chgData name="Yejoon Lee" userId="c780d5a30fa7b868" providerId="LiveId" clId="{B90F9800-C6BB-4E4A-9B07-A4DB94200D79}" dt="2025-08-12T12:21:41.910" v="15561"/>
          <ac:picMkLst>
            <pc:docMk/>
            <pc:sldMk cId="1962389946" sldId="409"/>
            <ac:picMk id="7" creationId="{68EB6224-EF60-6E89-0B67-39B825F2B4FE}"/>
          </ac:picMkLst>
        </pc:picChg>
      </pc:sldChg>
      <pc:sldChg chg="addSp modSp modNotesTx">
        <pc:chgData name="Yejoon Lee" userId="c780d5a30fa7b868" providerId="LiveId" clId="{B90F9800-C6BB-4E4A-9B07-A4DB94200D79}" dt="2025-08-12T12:21:41.910" v="15561"/>
        <pc:sldMkLst>
          <pc:docMk/>
          <pc:sldMk cId="3384754325" sldId="410"/>
        </pc:sldMkLst>
        <pc:spChg chg="mod">
          <ac:chgData name="Yejoon Lee" userId="c780d5a30fa7b868" providerId="LiveId" clId="{B90F9800-C6BB-4E4A-9B07-A4DB94200D79}" dt="2025-08-12T11:10:39.688" v="12324" actId="20577"/>
          <ac:spMkLst>
            <pc:docMk/>
            <pc:sldMk cId="3384754325" sldId="410"/>
            <ac:spMk id="22" creationId="{03D878A7-C2D0-019B-6829-9B2750331E54}"/>
          </ac:spMkLst>
        </pc:spChg>
        <pc:picChg chg="add mod">
          <ac:chgData name="Yejoon Lee" userId="c780d5a30fa7b868" providerId="LiveId" clId="{B90F9800-C6BB-4E4A-9B07-A4DB94200D79}" dt="2025-08-12T12:21:41.910" v="15561"/>
          <ac:picMkLst>
            <pc:docMk/>
            <pc:sldMk cId="3384754325" sldId="410"/>
            <ac:picMk id="26" creationId="{8FC5F443-1CBE-4986-8A24-E4ED3BEA1069}"/>
          </ac:picMkLst>
        </pc:picChg>
      </pc:sldChg>
      <pc:sldChg chg="addSp modSp modNotesTx">
        <pc:chgData name="Yejoon Lee" userId="c780d5a30fa7b868" providerId="LiveId" clId="{B90F9800-C6BB-4E4A-9B07-A4DB94200D79}" dt="2025-08-12T12:21:41.910" v="15561"/>
        <pc:sldMkLst>
          <pc:docMk/>
          <pc:sldMk cId="830641710" sldId="411"/>
        </pc:sldMkLst>
        <pc:picChg chg="add mod">
          <ac:chgData name="Yejoon Lee" userId="c780d5a30fa7b868" providerId="LiveId" clId="{B90F9800-C6BB-4E4A-9B07-A4DB94200D79}" dt="2025-08-12T12:21:41.910" v="15561"/>
          <ac:picMkLst>
            <pc:docMk/>
            <pc:sldMk cId="830641710" sldId="411"/>
            <ac:picMk id="11" creationId="{BA16D7F6-08AF-2786-9CA5-F2427641D38D}"/>
          </ac:picMkLst>
        </pc:picChg>
      </pc:sldChg>
      <pc:sldChg chg="addSp modSp modNotesTx">
        <pc:chgData name="Yejoon Lee" userId="c780d5a30fa7b868" providerId="LiveId" clId="{B90F9800-C6BB-4E4A-9B07-A4DB94200D79}" dt="2025-08-12T12:00:37.804" v="15181"/>
        <pc:sldMkLst>
          <pc:docMk/>
          <pc:sldMk cId="3932069665" sldId="412"/>
        </pc:sldMkLst>
        <pc:picChg chg="add mod">
          <ac:chgData name="Yejoon Lee" userId="c780d5a30fa7b868" providerId="LiveId" clId="{B90F9800-C6BB-4E4A-9B07-A4DB94200D79}" dt="2025-08-12T12:00:37.804" v="15181"/>
          <ac:picMkLst>
            <pc:docMk/>
            <pc:sldMk cId="3932069665" sldId="412"/>
            <ac:picMk id="9" creationId="{757689AC-B989-0D86-AF51-685F3EA12BB2}"/>
          </ac:picMkLst>
        </pc:picChg>
      </pc:sldChg>
      <pc:sldChg chg="addSp modSp modNotesTx">
        <pc:chgData name="Yejoon Lee" userId="c780d5a30fa7b868" providerId="LiveId" clId="{B90F9800-C6BB-4E4A-9B07-A4DB94200D79}" dt="2025-08-12T12:21:41.910" v="15561"/>
        <pc:sldMkLst>
          <pc:docMk/>
          <pc:sldMk cId="986309457" sldId="413"/>
        </pc:sldMkLst>
        <pc:picChg chg="add mod">
          <ac:chgData name="Yejoon Lee" userId="c780d5a30fa7b868" providerId="LiveId" clId="{B90F9800-C6BB-4E4A-9B07-A4DB94200D79}" dt="2025-08-12T12:21:41.910" v="15561"/>
          <ac:picMkLst>
            <pc:docMk/>
            <pc:sldMk cId="986309457" sldId="413"/>
            <ac:picMk id="11" creationId="{D14B0164-46E9-83D6-6F9B-45D3E40CCD6C}"/>
          </ac:picMkLst>
        </pc:picChg>
      </pc:sldChg>
      <pc:sldChg chg="addSp modSp modNotes">
        <pc:chgData name="Yejoon Lee" userId="c780d5a30fa7b868" providerId="LiveId" clId="{B90F9800-C6BB-4E4A-9B07-A4DB94200D79}" dt="2025-08-12T12:21:41.910" v="15561"/>
        <pc:sldMkLst>
          <pc:docMk/>
          <pc:sldMk cId="670502517" sldId="414"/>
        </pc:sldMkLst>
        <pc:picChg chg="add mod">
          <ac:chgData name="Yejoon Lee" userId="c780d5a30fa7b868" providerId="LiveId" clId="{B90F9800-C6BB-4E4A-9B07-A4DB94200D79}" dt="2025-08-12T12:21:41.910" v="15561"/>
          <ac:picMkLst>
            <pc:docMk/>
            <pc:sldMk cId="670502517" sldId="414"/>
            <ac:picMk id="18" creationId="{D3F668FA-A7E2-5D70-8BF7-A97214295BD5}"/>
          </ac:picMkLst>
        </pc:picChg>
      </pc:sldChg>
      <pc:sldChg chg="addSp modSp modNotesTx">
        <pc:chgData name="Yejoon Lee" userId="c780d5a30fa7b868" providerId="LiveId" clId="{B90F9800-C6BB-4E4A-9B07-A4DB94200D79}" dt="2025-08-12T11:36:35.772" v="15080" actId="20577"/>
        <pc:sldMkLst>
          <pc:docMk/>
          <pc:sldMk cId="1463535376" sldId="415"/>
        </pc:sldMkLst>
        <pc:picChg chg="add mod">
          <ac:chgData name="Yejoon Lee" userId="c780d5a30fa7b868" providerId="LiveId" clId="{B90F9800-C6BB-4E4A-9B07-A4DB94200D79}" dt="2025-08-12T11:36:19.823" v="15077"/>
          <ac:picMkLst>
            <pc:docMk/>
            <pc:sldMk cId="1463535376" sldId="415"/>
            <ac:picMk id="20" creationId="{F9E70E22-CE90-5116-8FD0-74B1F9666482}"/>
          </ac:picMkLst>
        </pc:picChg>
      </pc:sldChg>
      <pc:sldChg chg="addSp delSp modSp modTransition modAnim modNotesTx">
        <pc:chgData name="Yejoon Lee" userId="c780d5a30fa7b868" providerId="LiveId" clId="{B90F9800-C6BB-4E4A-9B07-A4DB94200D79}" dt="2025-08-12T11:38:20.497" v="15114"/>
        <pc:sldMkLst>
          <pc:docMk/>
          <pc:sldMk cId="1131162450" sldId="416"/>
        </pc:sldMkLst>
        <pc:picChg chg="add del mod">
          <ac:chgData name="Yejoon Lee" userId="c780d5a30fa7b868" providerId="LiveId" clId="{B90F9800-C6BB-4E4A-9B07-A4DB94200D79}" dt="2025-08-12T11:36:20.562" v="15078"/>
          <ac:picMkLst>
            <pc:docMk/>
            <pc:sldMk cId="1131162450" sldId="416"/>
            <ac:picMk id="24" creationId="{93DABA82-A094-434F-58E1-47F582FEB332}"/>
          </ac:picMkLst>
        </pc:picChg>
        <pc:picChg chg="add del mod">
          <ac:chgData name="Yejoon Lee" userId="c780d5a30fa7b868" providerId="LiveId" clId="{B90F9800-C6BB-4E4A-9B07-A4DB94200D79}" dt="2025-08-12T11:37:10.236" v="15082"/>
          <ac:picMkLst>
            <pc:docMk/>
            <pc:sldMk cId="1131162450" sldId="416"/>
            <ac:picMk id="33" creationId="{8B4DA3CF-A283-4112-86CE-86504FD24F3C}"/>
          </ac:picMkLst>
        </pc:picChg>
        <pc:picChg chg="add mod">
          <ac:chgData name="Yejoon Lee" userId="c780d5a30fa7b868" providerId="LiveId" clId="{B90F9800-C6BB-4E4A-9B07-A4DB94200D79}" dt="2025-08-12T11:38:20.497" v="15114"/>
          <ac:picMkLst>
            <pc:docMk/>
            <pc:sldMk cId="1131162450" sldId="416"/>
            <ac:picMk id="38" creationId="{10782A62-5167-890F-2314-740E6FF6D11A}"/>
          </ac:picMkLst>
        </pc:picChg>
      </pc:sldChg>
      <pc:sldChg chg="addSp delSp modSp modTransition modAnim modNotesTx">
        <pc:chgData name="Yejoon Lee" userId="c780d5a30fa7b868" providerId="LiveId" clId="{B90F9800-C6BB-4E4A-9B07-A4DB94200D79}" dt="2025-08-12T11:52:51.826" v="15177"/>
        <pc:sldMkLst>
          <pc:docMk/>
          <pc:sldMk cId="1923580023" sldId="417"/>
        </pc:sldMkLst>
        <pc:picChg chg="add del mod">
          <ac:chgData name="Yejoon Lee" userId="c780d5a30fa7b868" providerId="LiveId" clId="{B90F9800-C6BB-4E4A-9B07-A4DB94200D79}" dt="2025-08-12T11:44:37.781" v="15176"/>
          <ac:picMkLst>
            <pc:docMk/>
            <pc:sldMk cId="1923580023" sldId="417"/>
            <ac:picMk id="53" creationId="{B007CCA6-58A8-C6DA-5032-240A15C82EEB}"/>
          </ac:picMkLst>
        </pc:picChg>
        <pc:picChg chg="add mod">
          <ac:chgData name="Yejoon Lee" userId="c780d5a30fa7b868" providerId="LiveId" clId="{B90F9800-C6BB-4E4A-9B07-A4DB94200D79}" dt="2025-08-12T11:52:51.826" v="15177"/>
          <ac:picMkLst>
            <pc:docMk/>
            <pc:sldMk cId="1923580023" sldId="417"/>
            <ac:picMk id="82" creationId="{20680A6F-FE0E-CF14-8CAD-92FEC55D6070}"/>
          </ac:picMkLst>
        </pc:picChg>
      </pc:sldChg>
      <pc:sldChg chg="addSp modSp modNotesTx">
        <pc:chgData name="Yejoon Lee" userId="c780d5a30fa7b868" providerId="LiveId" clId="{B90F9800-C6BB-4E4A-9B07-A4DB94200D79}" dt="2025-08-12T11:52:51.826" v="15177"/>
        <pc:sldMkLst>
          <pc:docMk/>
          <pc:sldMk cId="3481883844" sldId="419"/>
        </pc:sldMkLst>
        <pc:picChg chg="add mod">
          <ac:chgData name="Yejoon Lee" userId="c780d5a30fa7b868" providerId="LiveId" clId="{B90F9800-C6BB-4E4A-9B07-A4DB94200D79}" dt="2025-08-12T11:52:51.826" v="15177"/>
          <ac:picMkLst>
            <pc:docMk/>
            <pc:sldMk cId="3481883844" sldId="419"/>
            <ac:picMk id="26" creationId="{9988DC38-C008-0EC0-22EC-C00AEB25F32E}"/>
          </ac:picMkLst>
        </pc:picChg>
      </pc:sldChg>
      <pc:sldChg chg="addSp delSp modSp modTransition modAnim modNotesTx">
        <pc:chgData name="Yejoon Lee" userId="c780d5a30fa7b868" providerId="LiveId" clId="{B90F9800-C6BB-4E4A-9B07-A4DB94200D79}" dt="2025-08-12T12:02:22.513" v="15183"/>
        <pc:sldMkLst>
          <pc:docMk/>
          <pc:sldMk cId="1877528269" sldId="420"/>
        </pc:sldMkLst>
        <pc:picChg chg="add del mod">
          <ac:chgData name="Yejoon Lee" userId="c780d5a30fa7b868" providerId="LiveId" clId="{B90F9800-C6BB-4E4A-9B07-A4DB94200D79}" dt="2025-08-12T12:00:40.735" v="15182"/>
          <ac:picMkLst>
            <pc:docMk/>
            <pc:sldMk cId="1877528269" sldId="420"/>
            <ac:picMk id="18" creationId="{047AD043-1894-B59F-1A1D-19B5129A0BE6}"/>
          </ac:picMkLst>
        </pc:picChg>
        <pc:picChg chg="add mod">
          <ac:chgData name="Yejoon Lee" userId="c780d5a30fa7b868" providerId="LiveId" clId="{B90F9800-C6BB-4E4A-9B07-A4DB94200D79}" dt="2025-08-12T12:02:22.513" v="15183"/>
          <ac:picMkLst>
            <pc:docMk/>
            <pc:sldMk cId="1877528269" sldId="420"/>
            <ac:picMk id="26" creationId="{CD3E43DB-47E9-30E7-652D-295F9F92109A}"/>
          </ac:picMkLst>
        </pc:picChg>
      </pc:sldChg>
      <pc:sldChg chg="addSp modSp">
        <pc:chgData name="Yejoon Lee" userId="c780d5a30fa7b868" providerId="LiveId" clId="{B90F9800-C6BB-4E4A-9B07-A4DB94200D79}" dt="2025-08-12T12:00:37.804" v="15181"/>
        <pc:sldMkLst>
          <pc:docMk/>
          <pc:sldMk cId="2841874666" sldId="421"/>
        </pc:sldMkLst>
        <pc:picChg chg="add mod">
          <ac:chgData name="Yejoon Lee" userId="c780d5a30fa7b868" providerId="LiveId" clId="{B90F9800-C6BB-4E4A-9B07-A4DB94200D79}" dt="2025-08-12T12:00:37.804" v="15181"/>
          <ac:picMkLst>
            <pc:docMk/>
            <pc:sldMk cId="2841874666" sldId="421"/>
            <ac:picMk id="27" creationId="{D9532F1D-19F1-D582-702E-0B46EFDD721B}"/>
          </ac:picMkLst>
        </pc:picChg>
      </pc:sldChg>
      <pc:sldChg chg="addSp modSp modNotesTx">
        <pc:chgData name="Yejoon Lee" userId="c780d5a30fa7b868" providerId="LiveId" clId="{B90F9800-C6BB-4E4A-9B07-A4DB94200D79}" dt="2025-08-12T12:06:42.074" v="15237"/>
        <pc:sldMkLst>
          <pc:docMk/>
          <pc:sldMk cId="1774321855" sldId="422"/>
        </pc:sldMkLst>
        <pc:picChg chg="add mod">
          <ac:chgData name="Yejoon Lee" userId="c780d5a30fa7b868" providerId="LiveId" clId="{B90F9800-C6BB-4E4A-9B07-A4DB94200D79}" dt="2025-08-12T12:06:42.074" v="15237"/>
          <ac:picMkLst>
            <pc:docMk/>
            <pc:sldMk cId="1774321855" sldId="422"/>
            <ac:picMk id="34" creationId="{2BFA0954-EF95-670C-AC15-E13D62AA30D3}"/>
          </ac:picMkLst>
        </pc:picChg>
      </pc:sldChg>
      <pc:sldChg chg="del">
        <pc:chgData name="Yejoon Lee" userId="c780d5a30fa7b868" providerId="LiveId" clId="{B90F9800-C6BB-4E4A-9B07-A4DB94200D79}" dt="2025-08-12T12:23:06.757" v="15562" actId="2696"/>
        <pc:sldMkLst>
          <pc:docMk/>
          <pc:sldMk cId="2480962889" sldId="423"/>
        </pc:sldMkLst>
      </pc:sldChg>
      <pc:sldChg chg="addSp modSp mod modNotesTx">
        <pc:chgData name="Yejoon Lee" userId="c780d5a30fa7b868" providerId="LiveId" clId="{B90F9800-C6BB-4E4A-9B07-A4DB94200D79}" dt="2025-08-12T12:14:40.319" v="15557"/>
        <pc:sldMkLst>
          <pc:docMk/>
          <pc:sldMk cId="920677072" sldId="424"/>
        </pc:sldMkLst>
        <pc:spChg chg="mod">
          <ac:chgData name="Yejoon Lee" userId="c780d5a30fa7b868" providerId="LiveId" clId="{B90F9800-C6BB-4E4A-9B07-A4DB94200D79}" dt="2025-08-12T11:02:50.531" v="10781" actId="1035"/>
          <ac:spMkLst>
            <pc:docMk/>
            <pc:sldMk cId="920677072" sldId="424"/>
            <ac:spMk id="12" creationId="{7ADD2685-F7A8-BC05-67E0-1FB4FA32DB89}"/>
          </ac:spMkLst>
        </pc:spChg>
        <pc:picChg chg="add mod">
          <ac:chgData name="Yejoon Lee" userId="c780d5a30fa7b868" providerId="LiveId" clId="{B90F9800-C6BB-4E4A-9B07-A4DB94200D79}" dt="2025-08-12T12:14:40.319" v="15557"/>
          <ac:picMkLst>
            <pc:docMk/>
            <pc:sldMk cId="920677072" sldId="424"/>
            <ac:picMk id="26" creationId="{711E43E9-FA15-112E-8247-739BF8C371E1}"/>
          </ac:picMkLst>
        </pc:picChg>
      </pc:sldChg>
      <pc:sldChg chg="addSp modSp modNotesTx">
        <pc:chgData name="Yejoon Lee" userId="c780d5a30fa7b868" providerId="LiveId" clId="{B90F9800-C6BB-4E4A-9B07-A4DB94200D79}" dt="2025-08-12T11:52:51.826" v="15177"/>
        <pc:sldMkLst>
          <pc:docMk/>
          <pc:sldMk cId="4255140490" sldId="425"/>
        </pc:sldMkLst>
        <pc:picChg chg="add mod">
          <ac:chgData name="Yejoon Lee" userId="c780d5a30fa7b868" providerId="LiveId" clId="{B90F9800-C6BB-4E4A-9B07-A4DB94200D79}" dt="2025-08-12T11:52:51.826" v="15177"/>
          <ac:picMkLst>
            <pc:docMk/>
            <pc:sldMk cId="4255140490" sldId="425"/>
            <ac:picMk id="18" creationId="{77937639-F6E8-69D2-38B5-5C3C6643476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pPr algn="ctr"/>
              <a:t>‹#›</a:t>
            </a:fld>
            <a:endParaRPr lang="en-US" sz="1000"/>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a:lvl1pPr>
          </a:lstStyle>
          <a:p>
            <a:fld id="{A3D89E5F-BEEF-42A1-A57B-E5A736D51194}" type="slidenum">
              <a:rPr lang="en-US" smtClean="0"/>
              <a:pPr/>
              <a:t>‹#›</a:t>
            </a:fld>
            <a:endParaRPr lang="en-US"/>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kern="1200">
        <a:solidFill>
          <a:schemeClr val="tx1"/>
        </a:solidFill>
        <a:latin typeface="+mn-lt"/>
        <a:ea typeface="+mn-ea"/>
        <a:cs typeface="+mn-cs"/>
      </a:defRPr>
    </a:lvl1pPr>
    <a:lvl2pPr marL="225425" indent="-1063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2pPr>
    <a:lvl3pPr marL="463550"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3pPr>
    <a:lvl4pPr marL="747713" indent="-119063"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4pPr>
    <a:lvl5pPr marL="973138" indent="-117475" algn="l" defTabSz="914400" rtl="0" eaLnBrk="1" latinLnBrk="0" hangingPunct="1">
      <a:spcAft>
        <a:spcPts val="3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In the last session, we’ve learned about variational inference. The goal of VI is to model the likelihood of x. However, as direct modeling is hard, we marginalize x over some latent z. This would require integration over the entire z which will be most of the times intractable. So we instead sample the latent z from some q and take an expection over this sampler z. Again for tractability, we use Jensen’s inequality, and this expectation becomes the objective of VI. </a:t>
            </a:r>
          </a:p>
          <a:p>
            <a:endParaRPr lang="en-KR" dirty="0"/>
          </a:p>
          <a:p>
            <a:r>
              <a:rPr lang="en-KR" dirty="0"/>
              <a:t>After some few tweaks, you can see that this obj is equiv. to the VI obj you’ve seen in the last session.</a:t>
            </a:r>
          </a:p>
        </p:txBody>
      </p:sp>
      <p:sp>
        <p:nvSpPr>
          <p:cNvPr id="4" name="Slide Number Placeholder 3"/>
          <p:cNvSpPr>
            <a:spLocks noGrp="1"/>
          </p:cNvSpPr>
          <p:nvPr>
            <p:ph type="sldNum" sz="quarter" idx="5"/>
          </p:nvPr>
        </p:nvSpPr>
        <p:spPr/>
        <p:txBody>
          <a:bodyPr/>
          <a:lstStyle/>
          <a:p>
            <a:fld id="{A3D89E5F-BEEF-42A1-A57B-E5A736D51194}" type="slidenum">
              <a:rPr lang="en-US" smtClean="0"/>
              <a:pPr/>
              <a:t>3</a:t>
            </a:fld>
            <a:endParaRPr lang="en-US"/>
          </a:p>
        </p:txBody>
      </p:sp>
    </p:spTree>
    <p:extLst>
      <p:ext uri="{BB962C8B-B14F-4D97-AF65-F5344CB8AC3E}">
        <p14:creationId xmlns:p14="http://schemas.microsoft.com/office/powerpoint/2010/main" val="835561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We also learned about the model using VI, VAE. In VAE, the latent variable is a random vector. </a:t>
            </a:r>
          </a:p>
        </p:txBody>
      </p:sp>
      <p:sp>
        <p:nvSpPr>
          <p:cNvPr id="4" name="Slide Number Placeholder 3"/>
          <p:cNvSpPr>
            <a:spLocks noGrp="1"/>
          </p:cNvSpPr>
          <p:nvPr>
            <p:ph type="sldNum" sz="quarter" idx="5"/>
          </p:nvPr>
        </p:nvSpPr>
        <p:spPr/>
        <p:txBody>
          <a:bodyPr/>
          <a:lstStyle/>
          <a:p>
            <a:fld id="{A3D89E5F-BEEF-42A1-A57B-E5A736D51194}" type="slidenum">
              <a:rPr lang="en-US" smtClean="0"/>
              <a:pPr/>
              <a:t>4</a:t>
            </a:fld>
            <a:endParaRPr lang="en-US"/>
          </a:p>
        </p:txBody>
      </p:sp>
    </p:spTree>
    <p:extLst>
      <p:ext uri="{BB962C8B-B14F-4D97-AF65-F5344CB8AC3E}">
        <p14:creationId xmlns:p14="http://schemas.microsoft.com/office/powerpoint/2010/main" val="4128494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DDPM is just the same as VAE. The difference here is that </a:t>
            </a:r>
            <a:r>
              <a:rPr lang="en-KR" dirty="0">
                <a:latin typeface="Pretendard" panose="02000503000000020004" pitchFamily="2" charset="-127"/>
                <a:ea typeface="Pretendard" panose="02000503000000020004" pitchFamily="2" charset="-127"/>
                <a:cs typeface="Pretendard" panose="02000503000000020004" pitchFamily="2" charset="-127"/>
              </a:rPr>
              <a:t>latent variable is a (normally-distributed) Markov chain of random vectors. So there are multiple latent vectors rather than a single latent vector. And these latent vectors are chained via Markov propeorty. This means that the distribution of x_t is only affected by x_t-1, and not by x_t-2, x_t-3, so on. </a:t>
            </a:r>
          </a:p>
          <a:p>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5</a:t>
            </a:fld>
            <a:endParaRPr lang="en-US"/>
          </a:p>
        </p:txBody>
      </p:sp>
    </p:spTree>
    <p:extLst>
      <p:ext uri="{BB962C8B-B14F-4D97-AF65-F5344CB8AC3E}">
        <p14:creationId xmlns:p14="http://schemas.microsoft.com/office/powerpoint/2010/main" val="2369882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There are some few notes on the notations used in DDPM. When we write as this, p(x) simply means the density of this Gaussian. Note that we wrote the variance as a scalar multiple of identity. This is known as an istropic Gaussian. In DDPM, this special case of Gaussian will be mostly used.</a:t>
            </a:r>
          </a:p>
          <a:p>
            <a:endParaRPr lang="en-KR" dirty="0"/>
          </a:p>
          <a:p>
            <a:r>
              <a:rPr lang="en-KR" dirty="0"/>
              <a:t>Second is the reparam trick. If we write x like this, it simply means that x is a Gaussian random vector with mean ~ and varaicne ~. The benefit of this notation is that we isolate the randomness to eps, which is the standard Gaussian. Mu and sigma is given from the distribution.</a:t>
            </a:r>
          </a:p>
        </p:txBody>
      </p:sp>
      <p:sp>
        <p:nvSpPr>
          <p:cNvPr id="4" name="Slide Number Placeholder 3"/>
          <p:cNvSpPr>
            <a:spLocks noGrp="1"/>
          </p:cNvSpPr>
          <p:nvPr>
            <p:ph type="sldNum" sz="quarter" idx="5"/>
          </p:nvPr>
        </p:nvSpPr>
        <p:spPr/>
        <p:txBody>
          <a:bodyPr/>
          <a:lstStyle/>
          <a:p>
            <a:fld id="{A3D89E5F-BEEF-42A1-A57B-E5A736D51194}" type="slidenum">
              <a:rPr lang="en-US" smtClean="0"/>
              <a:pPr/>
              <a:t>6</a:t>
            </a:fld>
            <a:endParaRPr lang="en-US"/>
          </a:p>
        </p:txBody>
      </p:sp>
    </p:spTree>
    <p:extLst>
      <p:ext uri="{BB962C8B-B14F-4D97-AF65-F5344CB8AC3E}">
        <p14:creationId xmlns:p14="http://schemas.microsoft.com/office/powerpoint/2010/main" val="821689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C8B3-2700-48C7-FDF6-15EE6CEC4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53889-0042-CBF0-F076-962FE593318E}"/>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AB15D1F5-8A73-ECA6-90FC-3D6886EEF0E6}"/>
              </a:ext>
            </a:extLst>
          </p:cNvPr>
          <p:cNvSpPr>
            <a:spLocks noGrp="1"/>
          </p:cNvSpPr>
          <p:nvPr>
            <p:ph type="body" idx="1"/>
          </p:nvPr>
        </p:nvSpPr>
        <p:spPr/>
        <p:txBody>
          <a:bodyPr/>
          <a:lstStyle/>
          <a:p>
            <a:r>
              <a:rPr lang="en-KR" dirty="0"/>
              <a:t>We will first see how to get the data from latents. In other words, how do we denoise the noisy latents to get the data?</a:t>
            </a:r>
          </a:p>
          <a:p>
            <a:endParaRPr lang="en-KR" dirty="0"/>
          </a:p>
          <a:p>
            <a:endParaRPr lang="en-KR" dirty="0"/>
          </a:p>
        </p:txBody>
      </p:sp>
      <p:sp>
        <p:nvSpPr>
          <p:cNvPr id="4" name="Slide Number Placeholder 3">
            <a:extLst>
              <a:ext uri="{FF2B5EF4-FFF2-40B4-BE49-F238E27FC236}">
                <a16:creationId xmlns:a16="http://schemas.microsoft.com/office/drawing/2014/main" id="{12E45204-51CA-0C04-D166-DF30299AE290}"/>
              </a:ext>
            </a:extLst>
          </p:cNvPr>
          <p:cNvSpPr>
            <a:spLocks noGrp="1"/>
          </p:cNvSpPr>
          <p:nvPr>
            <p:ph type="sldNum" sz="quarter" idx="5"/>
          </p:nvPr>
        </p:nvSpPr>
        <p:spPr/>
        <p:txBody>
          <a:bodyPr/>
          <a:lstStyle/>
          <a:p>
            <a:fld id="{A3D89E5F-BEEF-42A1-A57B-E5A736D51194}" type="slidenum">
              <a:rPr lang="en-US" smtClean="0"/>
              <a:pPr/>
              <a:t>8</a:t>
            </a:fld>
            <a:endParaRPr lang="en-US"/>
          </a:p>
        </p:txBody>
      </p:sp>
    </p:spTree>
    <p:extLst>
      <p:ext uri="{BB962C8B-B14F-4D97-AF65-F5344CB8AC3E}">
        <p14:creationId xmlns:p14="http://schemas.microsoft.com/office/powerpoint/2010/main" val="448430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D189-CA40-48B6-0A50-F8C00EDA5A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9FB2A4-D99D-7463-05BC-3154DC250B29}"/>
              </a:ext>
            </a:extLst>
          </p:cNvPr>
          <p:cNvSpPr>
            <a:spLocks noGrp="1" noRot="1" noChangeAspect="1"/>
          </p:cNvSpPr>
          <p:nvPr>
            <p:ph type="sldImg"/>
          </p:nvPr>
        </p:nvSpPr>
        <p:spPr>
          <a:xfrm>
            <a:off x="438150" y="457200"/>
            <a:ext cx="5981700" cy="3363913"/>
          </a:xfrm>
        </p:spPr>
      </p:sp>
      <p:sp>
        <p:nvSpPr>
          <p:cNvPr id="3" name="Notes Placeholder 2">
            <a:extLst>
              <a:ext uri="{FF2B5EF4-FFF2-40B4-BE49-F238E27FC236}">
                <a16:creationId xmlns:a16="http://schemas.microsoft.com/office/drawing/2014/main" id="{E7FC8D0E-F091-D318-35A4-013A7235BE60}"/>
              </a:ext>
            </a:extLst>
          </p:cNvPr>
          <p:cNvSpPr>
            <a:spLocks noGrp="1"/>
          </p:cNvSpPr>
          <p:nvPr>
            <p:ph type="body" idx="1"/>
          </p:nvPr>
        </p:nvSpPr>
        <p:spPr/>
        <p:txBody>
          <a:bodyPr/>
          <a:lstStyle/>
          <a:p>
            <a:endParaRPr lang="en-KR" dirty="0"/>
          </a:p>
        </p:txBody>
      </p:sp>
      <p:sp>
        <p:nvSpPr>
          <p:cNvPr id="4" name="Slide Number Placeholder 3">
            <a:extLst>
              <a:ext uri="{FF2B5EF4-FFF2-40B4-BE49-F238E27FC236}">
                <a16:creationId xmlns:a16="http://schemas.microsoft.com/office/drawing/2014/main" id="{33AA974B-2F3B-E336-E9CD-F0AC85B77642}"/>
              </a:ext>
            </a:extLst>
          </p:cNvPr>
          <p:cNvSpPr>
            <a:spLocks noGrp="1"/>
          </p:cNvSpPr>
          <p:nvPr>
            <p:ph type="sldNum" sz="quarter" idx="5"/>
          </p:nvPr>
        </p:nvSpPr>
        <p:spPr/>
        <p:txBody>
          <a:bodyPr/>
          <a:lstStyle/>
          <a:p>
            <a:fld id="{A3D89E5F-BEEF-42A1-A57B-E5A736D51194}" type="slidenum">
              <a:rPr lang="en-US" smtClean="0"/>
              <a:pPr/>
              <a:t>9</a:t>
            </a:fld>
            <a:endParaRPr lang="en-US"/>
          </a:p>
        </p:txBody>
      </p:sp>
    </p:spTree>
    <p:extLst>
      <p:ext uri="{BB962C8B-B14F-4D97-AF65-F5344CB8AC3E}">
        <p14:creationId xmlns:p14="http://schemas.microsoft.com/office/powerpoint/2010/main" val="312754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Markov chain of reverse process is divided into two parts: pure Gaussian noise at timestep large T and learned transition afterward.</a:t>
            </a:r>
          </a:p>
          <a:p>
            <a:r>
              <a:rPr lang="en-KR" dirty="0"/>
              <a:t>Notice the differnce in subscripts. In pure noise p(x_large T) there is no model parameter theta while transition afterward is learned with the model.</a:t>
            </a:r>
          </a:p>
          <a:p>
            <a:r>
              <a:rPr lang="en-KR" dirty="0"/>
              <a:t>This learned transition is also modeled as a Gaussian noise. As a result, the model can learn the mean and the variance of a Gaussian instaed of directly modeling the density.</a:t>
            </a:r>
          </a:p>
        </p:txBody>
      </p:sp>
      <p:sp>
        <p:nvSpPr>
          <p:cNvPr id="4" name="Slide Number Placeholder 3"/>
          <p:cNvSpPr>
            <a:spLocks noGrp="1"/>
          </p:cNvSpPr>
          <p:nvPr>
            <p:ph type="sldNum" sz="quarter" idx="5"/>
          </p:nvPr>
        </p:nvSpPr>
        <p:spPr/>
        <p:txBody>
          <a:bodyPr/>
          <a:lstStyle/>
          <a:p>
            <a:fld id="{A3D89E5F-BEEF-42A1-A57B-E5A736D51194}" type="slidenum">
              <a:rPr lang="en-US" smtClean="0"/>
              <a:pPr/>
              <a:t>10</a:t>
            </a:fld>
            <a:endParaRPr lang="en-US"/>
          </a:p>
        </p:txBody>
      </p:sp>
    </p:spTree>
    <p:extLst>
      <p:ext uri="{BB962C8B-B14F-4D97-AF65-F5344CB8AC3E}">
        <p14:creationId xmlns:p14="http://schemas.microsoft.com/office/powerpoint/2010/main" val="35571507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Reverse process which we've just seen learns to decode from the latent variables, or in other words denoises.</a:t>
            </a:r>
          </a:p>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In contrast, forward process defines the latent variables of DDPM, or in other words adds noise into the data.</a:t>
            </a:r>
          </a:p>
          <a:p>
            <a:endParaRPr lang="en-KR" dirty="0"/>
          </a:p>
          <a:p>
            <a:r>
              <a:rPr lang="en-KR" dirty="0"/>
              <a:t>Just like the reverse process, forward process is also modeled as a Markov chain, where each transition is modeled by Gaussian. There is a deeper background on why forward and backward can be both Markov Gaussian, but that will be covered more in the next lecture. </a:t>
            </a:r>
          </a:p>
          <a:p>
            <a:endParaRPr lang="en-KR" dirty="0"/>
          </a:p>
          <a:p>
            <a:r>
              <a:rPr lang="en-KR" dirty="0"/>
              <a:t>The forward process q(x_t |  x_{t-1}) is defined by a Gaussian with mean ~~ and variance ~~. Notice the \beta_t which controls the mean and variance. As you can see, if beta_t=1, q becomes a pure standard Gaussian whereas if beta_t=0, q becomes a x_t-1 without any variance. Therefore, we can say that \beta_t controls the level of noise.</a:t>
            </a:r>
          </a:p>
        </p:txBody>
      </p:sp>
      <p:sp>
        <p:nvSpPr>
          <p:cNvPr id="4" name="Slide Number Placeholder 3"/>
          <p:cNvSpPr>
            <a:spLocks noGrp="1"/>
          </p:cNvSpPr>
          <p:nvPr>
            <p:ph type="sldNum" sz="quarter" idx="5"/>
          </p:nvPr>
        </p:nvSpPr>
        <p:spPr/>
        <p:txBody>
          <a:bodyPr/>
          <a:lstStyle/>
          <a:p>
            <a:fld id="{A3D89E5F-BEEF-42A1-A57B-E5A736D51194}" type="slidenum">
              <a:rPr lang="en-US" smtClean="0"/>
              <a:pPr/>
              <a:t>11</a:t>
            </a:fld>
            <a:endParaRPr lang="en-US"/>
          </a:p>
        </p:txBody>
      </p:sp>
    </p:spTree>
    <p:extLst>
      <p:ext uri="{BB962C8B-B14F-4D97-AF65-F5344CB8AC3E}">
        <p14:creationId xmlns:p14="http://schemas.microsoft.com/office/powerpoint/2010/main" val="3883431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An important characteristic of DDPM is that this variance schedule is fixed, not learned. </a:t>
                </a:r>
                <a:r>
                  <a:rPr lang="en-US" dirty="0">
                    <a:latin typeface="Pretendard" panose="02000503000000020004" pitchFamily="2" charset="-127"/>
                  </a:rPr>
                  <a:t>As a result, there is NO trainable component in the forward process </a:t>
                </a:r>
                <a14:m>
                  <m:oMath xmlns:m="http://schemas.openxmlformats.org/officeDocument/2006/math">
                    <m:r>
                      <a:rPr lang="en-US" b="0" i="1" smtClean="0">
                        <a:latin typeface="Cambria Math" panose="02040503050406030204" pitchFamily="18" charset="0"/>
                      </a:rPr>
                      <m:t>𝑞</m:t>
                    </m:r>
                  </m:oMath>
                </a14:m>
                <a:r>
                  <a:rPr lang="en-US" b="0" dirty="0">
                    <a:latin typeface="Pretendard" panose="02000503000000020004" pitchFamily="2" charset="-127"/>
                  </a:rPr>
                  <a:t>.</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b="0" dirty="0">
                    <a:latin typeface="Pretendard" panose="02000503000000020004" pitchFamily="2" charset="-127"/>
                  </a:rPr>
                  <a:t>This is in contrast to generative models like VAE where the latent encoder q also contains learnable parameters.</a:t>
                </a:r>
              </a:p>
              <a:p>
                <a:endParaRPr lang="en-KR" dirty="0"/>
              </a:p>
            </p:txBody>
          </p:sp>
        </mc:Choice>
        <mc:Fallback>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An important characteristic of DDPM is that this variance schedule is fixed, not learned. </a:t>
                </a:r>
                <a:r>
                  <a:rPr lang="en-US" dirty="0">
                    <a:latin typeface="Pretendard" panose="02000503000000020004" pitchFamily="2" charset="-127"/>
                  </a:rPr>
                  <a:t>As a result, there is NO trainable component in the forward process </a:t>
                </a:r>
                <a:r>
                  <a:rPr lang="en-US" b="0" i="0">
                    <a:latin typeface="Cambria Math" panose="02040503050406030204" pitchFamily="18" charset="0"/>
                  </a:rPr>
                  <a:t>𝑞</a:t>
                </a:r>
                <a:r>
                  <a:rPr lang="en-US" b="0" dirty="0">
                    <a:latin typeface="Pretendard" panose="02000503000000020004" pitchFamily="2" charset="-127"/>
                  </a:rPr>
                  <a:t>.</a:t>
                </a:r>
              </a:p>
              <a:p>
                <a:pPr marL="0" marR="0" lvl="0" indent="0" algn="l" defTabSz="914400" rtl="0" eaLnBrk="1" fontAlgn="auto" latinLnBrk="0" hangingPunct="1">
                  <a:lnSpc>
                    <a:spcPct val="100000"/>
                  </a:lnSpc>
                  <a:spcBef>
                    <a:spcPts val="0"/>
                  </a:spcBef>
                  <a:spcAft>
                    <a:spcPts val="300"/>
                  </a:spcAft>
                  <a:buClrTx/>
                  <a:buSzTx/>
                  <a:buFontTx/>
                  <a:buNone/>
                  <a:tabLst/>
                  <a:defRPr/>
                </a:pPr>
                <a:r>
                  <a:rPr lang="en-US" b="0" dirty="0">
                    <a:latin typeface="Pretendard" panose="02000503000000020004" pitchFamily="2" charset="-127"/>
                  </a:rPr>
                  <a:t>This is in contrast to generative models like VAE where the latent encoder q also contains learnable parameters.</a:t>
                </a:r>
              </a:p>
              <a:p>
                <a:endParaRPr lang="en-KR" dirty="0"/>
              </a:p>
            </p:txBody>
          </p:sp>
        </mc:Fallback>
      </mc:AlternateContent>
      <p:sp>
        <p:nvSpPr>
          <p:cNvPr id="4" name="Slide Number Placeholder 3"/>
          <p:cNvSpPr>
            <a:spLocks noGrp="1"/>
          </p:cNvSpPr>
          <p:nvPr>
            <p:ph type="sldNum" sz="quarter" idx="5"/>
          </p:nvPr>
        </p:nvSpPr>
        <p:spPr/>
        <p:txBody>
          <a:bodyPr/>
          <a:lstStyle/>
          <a:p>
            <a:fld id="{A3D89E5F-BEEF-42A1-A57B-E5A736D51194}" type="slidenum">
              <a:rPr lang="en-US" smtClean="0"/>
              <a:pPr/>
              <a:t>12</a:t>
            </a:fld>
            <a:endParaRPr lang="en-US"/>
          </a:p>
        </p:txBody>
      </p:sp>
    </p:spTree>
    <p:extLst>
      <p:ext uri="{BB962C8B-B14F-4D97-AF65-F5344CB8AC3E}">
        <p14:creationId xmlns:p14="http://schemas.microsoft.com/office/powerpoint/2010/main" val="175104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Another important characteristic of DDPM is a so-called variance preserving property. This means that if Var(x_t-1) = I, then also the Var(x_t)=I.</a:t>
            </a:r>
          </a:p>
          <a:p>
            <a:r>
              <a:rPr lang="en-KR" dirty="0"/>
              <a:t>Later in this talk, you will see how we normalize the images, so the pixels, to align with the standard Gaussian. This makes x_0 to have variance somewhat close to I.</a:t>
            </a:r>
          </a:p>
          <a:p>
            <a:r>
              <a:rPr lang="en-KR" dirty="0"/>
              <a:t>Then due to this variance preserving property, the variance of x_t is preserverd to be near-Identity throughout the timesteps. This helps the stable training of DDPM.</a:t>
            </a:r>
          </a:p>
          <a:p>
            <a:r>
              <a:rPr lang="en-US" dirty="0"/>
              <a:t>T</a:t>
            </a:r>
            <a:r>
              <a:rPr lang="en-KR" dirty="0"/>
              <a:t>his variance-preserving property will also be revisited in the next lecture, where we analyze the DDPM through the lens of DE.</a:t>
            </a:r>
          </a:p>
        </p:txBody>
      </p:sp>
      <p:sp>
        <p:nvSpPr>
          <p:cNvPr id="4" name="Slide Number Placeholder 3"/>
          <p:cNvSpPr>
            <a:spLocks noGrp="1"/>
          </p:cNvSpPr>
          <p:nvPr>
            <p:ph type="sldNum" sz="quarter" idx="5"/>
          </p:nvPr>
        </p:nvSpPr>
        <p:spPr/>
        <p:txBody>
          <a:bodyPr/>
          <a:lstStyle/>
          <a:p>
            <a:fld id="{A3D89E5F-BEEF-42A1-A57B-E5A736D51194}" type="slidenum">
              <a:rPr lang="en-US" smtClean="0"/>
              <a:pPr/>
              <a:t>13</a:t>
            </a:fld>
            <a:endParaRPr lang="en-US"/>
          </a:p>
        </p:txBody>
      </p:sp>
    </p:spTree>
    <p:extLst>
      <p:ext uri="{BB962C8B-B14F-4D97-AF65-F5344CB8AC3E}">
        <p14:creationId xmlns:p14="http://schemas.microsoft.com/office/powerpoint/2010/main" val="4034346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dirty="0"/>
              <a:t>A crucial property of DDPM is that it admits sampling from an arbitrary timestep. Even though we defined q as a density of </a:t>
            </a:r>
            <a:r>
              <a:rPr lang="en-US" dirty="0" err="1"/>
              <a:t>x_t</a:t>
            </a:r>
            <a:r>
              <a:rPr lang="en-US" dirty="0"/>
              <a:t> given x_t-1, q(x_t|x_0) can be derived in a closed-form formula.</a:t>
            </a:r>
          </a:p>
          <a:p>
            <a:r>
              <a:rPr lang="en-US" dirty="0"/>
              <a:t>(Explain the formula).</a:t>
            </a:r>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14</a:t>
            </a:fld>
            <a:endParaRPr lang="en-US"/>
          </a:p>
        </p:txBody>
      </p:sp>
    </p:spTree>
    <p:extLst>
      <p:ext uri="{BB962C8B-B14F-4D97-AF65-F5344CB8AC3E}">
        <p14:creationId xmlns:p14="http://schemas.microsoft.com/office/powerpoint/2010/main" val="385812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This closed-form formula for q(x_t|x_0) can be dervied as follows. </a:t>
            </a:r>
          </a:p>
          <a:p>
            <a:r>
              <a:rPr lang="en-KR" dirty="0"/>
              <a:t>We use the Markov property to assert the independence between eps_t-2 and eps_t-1. </a:t>
            </a:r>
          </a:p>
        </p:txBody>
      </p:sp>
      <p:sp>
        <p:nvSpPr>
          <p:cNvPr id="4" name="Slide Number Placeholder 3"/>
          <p:cNvSpPr>
            <a:spLocks noGrp="1"/>
          </p:cNvSpPr>
          <p:nvPr>
            <p:ph type="sldNum" sz="quarter" idx="5"/>
          </p:nvPr>
        </p:nvSpPr>
        <p:spPr/>
        <p:txBody>
          <a:bodyPr/>
          <a:lstStyle/>
          <a:p>
            <a:fld id="{A3D89E5F-BEEF-42A1-A57B-E5A736D51194}" type="slidenum">
              <a:rPr lang="en-US" smtClean="0"/>
              <a:pPr/>
              <a:t>15</a:t>
            </a:fld>
            <a:endParaRPr lang="en-US"/>
          </a:p>
        </p:txBody>
      </p:sp>
    </p:spTree>
    <p:extLst>
      <p:ext uri="{BB962C8B-B14F-4D97-AF65-F5344CB8AC3E}">
        <p14:creationId xmlns:p14="http://schemas.microsoft.com/office/powerpoint/2010/main" val="249109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16</a:t>
            </a:fld>
            <a:endParaRPr lang="en-US"/>
          </a:p>
        </p:txBody>
      </p:sp>
    </p:spTree>
    <p:extLst>
      <p:ext uri="{BB962C8B-B14F-4D97-AF65-F5344CB8AC3E}">
        <p14:creationId xmlns:p14="http://schemas.microsoft.com/office/powerpoint/2010/main" val="244553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DDPM uses variational inference, just like VAE. The overall logic is the same, but there are few noticable changes. First, you could find that there is no subscript for model parameter in q. This is because we have defined the forward process without any learable component. And in the last line, p and q is decomposed via the Markov property.</a:t>
            </a:r>
          </a:p>
        </p:txBody>
      </p:sp>
      <p:sp>
        <p:nvSpPr>
          <p:cNvPr id="4" name="Slide Number Placeholder 3"/>
          <p:cNvSpPr>
            <a:spLocks noGrp="1"/>
          </p:cNvSpPr>
          <p:nvPr>
            <p:ph type="sldNum" sz="quarter" idx="5"/>
          </p:nvPr>
        </p:nvSpPr>
        <p:spPr/>
        <p:txBody>
          <a:bodyPr/>
          <a:lstStyle/>
          <a:p>
            <a:fld id="{A3D89E5F-BEEF-42A1-A57B-E5A736D51194}" type="slidenum">
              <a:rPr lang="en-US" smtClean="0"/>
              <a:pPr/>
              <a:t>18</a:t>
            </a:fld>
            <a:endParaRPr lang="en-US"/>
          </a:p>
        </p:txBody>
      </p:sp>
    </p:spTree>
    <p:extLst>
      <p:ext uri="{BB962C8B-B14F-4D97-AF65-F5344CB8AC3E}">
        <p14:creationId xmlns:p14="http://schemas.microsoft.com/office/powerpoint/2010/main" val="1166116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Skipping to conluson, the loss you see here is the result from variational inference, which we will optimize the model on. </a:t>
            </a:r>
          </a:p>
          <a:p>
            <a:endParaRPr lang="en-KR" dirty="0"/>
          </a:p>
          <a:p>
            <a:r>
              <a:rPr lang="en-KR" dirty="0"/>
              <a:t>The first term is a KL divergence between ~~ and ~~. However, there is no need to include this in the loss bec</a:t>
            </a:r>
            <a:r>
              <a:rPr lang="en-US" dirty="0"/>
              <a:t>au</a:t>
            </a:r>
            <a:r>
              <a:rPr lang="en-KR" dirty="0"/>
              <a:t>se there is no trainable component here.</a:t>
            </a:r>
          </a:p>
          <a:p>
            <a:r>
              <a:rPr lang="en-KR" dirty="0"/>
              <a:t>The next term with the Sigma is the core term in this loss, which we will dive deeper from now on. The last term also can be incorporated into this term, which we will discusss later on.</a:t>
            </a:r>
          </a:p>
        </p:txBody>
      </p:sp>
      <p:sp>
        <p:nvSpPr>
          <p:cNvPr id="4" name="Slide Number Placeholder 3"/>
          <p:cNvSpPr>
            <a:spLocks noGrp="1"/>
          </p:cNvSpPr>
          <p:nvPr>
            <p:ph type="sldNum" sz="quarter" idx="5"/>
          </p:nvPr>
        </p:nvSpPr>
        <p:spPr/>
        <p:txBody>
          <a:bodyPr/>
          <a:lstStyle/>
          <a:p>
            <a:fld id="{A3D89E5F-BEEF-42A1-A57B-E5A736D51194}" type="slidenum">
              <a:rPr lang="en-US" smtClean="0"/>
              <a:pPr/>
              <a:t>19</a:t>
            </a:fld>
            <a:endParaRPr lang="en-US"/>
          </a:p>
        </p:txBody>
      </p:sp>
    </p:spTree>
    <p:extLst>
      <p:ext uri="{BB962C8B-B14F-4D97-AF65-F5344CB8AC3E}">
        <p14:creationId xmlns:p14="http://schemas.microsoft.com/office/powerpoint/2010/main" val="1809656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lgn="l"/>
                <a:r>
                  <a:rPr lang="en-KR" dirty="0"/>
                  <a:t>Before seeing how this loss is derived from variational inference, let’s first break down the second term. We have the modeled density p_theta and a sort of a ground truth from q. But remember q is defined as a forward process, from t-1 to t. How can we know the density of t-1 given t from this q? The answer is the Bayes rule. The </a:t>
                </a:r>
                <a:r>
                  <a:rPr lang="en-KR" b="1" dirty="0">
                    <a:latin typeface="Pretendard" panose="02000503000000020004" pitchFamily="2" charset="-127"/>
                    <a:ea typeface="Pretendard" panose="02000503000000020004" pitchFamily="2" charset="-127"/>
                    <a:cs typeface="Pretendard" panose="02000503000000020004" pitchFamily="2" charset="-127"/>
                  </a:rPr>
                  <a:t>Bayes’ rule</a:t>
                </a:r>
                <a:r>
                  <a:rPr lang="en-KR" dirty="0">
                    <a:latin typeface="Pretendard" panose="02000503000000020004" pitchFamily="2" charset="-127"/>
                    <a:ea typeface="Pretendard" panose="02000503000000020004" pitchFamily="2" charset="-127"/>
                    <a:cs typeface="Pretendard" panose="02000503000000020004" pitchFamily="2" charset="-127"/>
                  </a:rPr>
                  <a:t> tells us the </a:t>
                </a:r>
                <a:r>
                  <a:rPr lang="en-KR" u="sng" dirty="0">
                    <a:solidFill>
                      <a:srgbClr val="FF0000"/>
                    </a:solidFill>
                    <a:latin typeface="Pretendard" panose="02000503000000020004" pitchFamily="2" charset="-127"/>
                    <a:ea typeface="Pretendard" panose="02000503000000020004" pitchFamily="2" charset="-127"/>
                    <a:cs typeface="Pretendard" panose="02000503000000020004" pitchFamily="2" charset="-127"/>
                  </a:rPr>
                  <a:t>reverse</a:t>
                </a:r>
                <a:r>
                  <a:rPr lang="en-KR" dirty="0">
                    <a:latin typeface="Pretendard" panose="02000503000000020004" pitchFamily="2" charset="-127"/>
                    <a:ea typeface="Pretendard" panose="02000503000000020004" pitchFamily="2" charset="-127"/>
                    <a:cs typeface="Pretendard" panose="02000503000000020004" pitchFamily="2" charset="-127"/>
                  </a:rPr>
                  <a:t> probability(“forward posterior”),</a:t>
                </a:r>
              </a:p>
              <a:p>
                <a:pPr algn="l"/>
                <a:r>
                  <a:rPr lang="en-KR" dirty="0">
                    <a:latin typeface="Pretendard" panose="02000503000000020004" pitchFamily="2" charset="-127"/>
                    <a:ea typeface="Pretendard" panose="02000503000000020004" pitchFamily="2" charset="-127"/>
                    <a:cs typeface="Pretendard" panose="02000503000000020004" pitchFamily="2" charset="-127"/>
                  </a:rPr>
                  <a:t>even though </a:t>
                </a:r>
                <a14:m>
                  <m:oMath xmlns:m="http://schemas.openxmlformats.org/officeDocument/2006/math">
                    <m:r>
                      <a:rPr lang="en-US" b="0" i="1" smtClean="0">
                        <a:latin typeface="Cambria Math" panose="02040503050406030204" pitchFamily="18" charset="0"/>
                        <a:ea typeface="Pretendard" panose="02000503000000020004" pitchFamily="2" charset="-127"/>
                        <a:cs typeface="Pretendard" panose="02000503000000020004" pitchFamily="2" charset="-127"/>
                      </a:rPr>
                      <m:t>𝑞</m:t>
                    </m:r>
                  </m:oMath>
                </a14:m>
                <a:r>
                  <a:rPr lang="en-US" dirty="0">
                    <a:latin typeface="Pretendard" panose="02000503000000020004" pitchFamily="2" charset="-127"/>
                    <a:ea typeface="Pretendard" panose="02000503000000020004" pitchFamily="2" charset="-127"/>
                    <a:cs typeface="Pretendard" panose="02000503000000020004" pitchFamily="2" charset="-127"/>
                  </a:rPr>
                  <a:t> </a:t>
                </a:r>
                <a:r>
                  <a:rPr lang="en-KR" dirty="0">
                    <a:latin typeface="Pretendard" panose="02000503000000020004" pitchFamily="2" charset="-127"/>
                    <a:ea typeface="Pretendard" panose="02000503000000020004" pitchFamily="2" charset="-127"/>
                    <a:cs typeface="Pretendard" panose="02000503000000020004" pitchFamily="2" charset="-127"/>
                  </a:rPr>
                  <a:t>is defined as a </a:t>
                </a:r>
                <a:r>
                  <a:rPr lang="en-KR" u="sng" dirty="0">
                    <a:solidFill>
                      <a:srgbClr val="0070C0"/>
                    </a:solidFill>
                    <a:latin typeface="Pretendard" panose="02000503000000020004" pitchFamily="2" charset="-127"/>
                    <a:ea typeface="Pretendard" panose="02000503000000020004" pitchFamily="2" charset="-127"/>
                    <a:cs typeface="Pretendard" panose="02000503000000020004" pitchFamily="2" charset="-127"/>
                  </a:rPr>
                  <a:t>forward</a:t>
                </a:r>
                <a:r>
                  <a:rPr lang="en-KR" dirty="0">
                    <a:latin typeface="Pretendard" panose="02000503000000020004" pitchFamily="2" charset="-127"/>
                    <a:ea typeface="Pretendard" panose="02000503000000020004" pitchFamily="2" charset="-127"/>
                    <a:cs typeface="Pretendard" panose="02000503000000020004" pitchFamily="2" charset="-127"/>
                  </a:rPr>
                  <a:t> process.</a:t>
                </a:r>
                <a:r>
                  <a:rPr lang="en-KR" baseline="0" dirty="0">
                    <a:latin typeface="Pretendard" panose="02000503000000020004" pitchFamily="2" charset="-127"/>
                    <a:ea typeface="Pretendard" panose="02000503000000020004" pitchFamily="2" charset="-127"/>
                    <a:cs typeface="Pretendard" panose="02000503000000020004" pitchFamily="2" charset="-127"/>
                  </a:rPr>
                  <a:t> (Explain briefly.)</a:t>
                </a:r>
                <a:endParaRPr lang="en-KR" dirty="0">
                  <a:latin typeface="Pretendard" panose="02000503000000020004" pitchFamily="2" charset="-127"/>
                  <a:ea typeface="Pretendard" panose="02000503000000020004" pitchFamily="2" charset="-127"/>
                  <a:cs typeface="Pretendard" panose="02000503000000020004" pitchFamily="2" charset="-127"/>
                </a:endParaRPr>
              </a:p>
            </p:txBody>
          </p:sp>
        </mc:Choice>
        <mc:Fallback>
          <p:sp>
            <p:nvSpPr>
              <p:cNvPr id="3" name="Notes Placeholder 2"/>
              <p:cNvSpPr>
                <a:spLocks noGrp="1"/>
              </p:cNvSpPr>
              <p:nvPr>
                <p:ph type="body" idx="1"/>
              </p:nvPr>
            </p:nvSpPr>
            <p:spPr/>
            <p:txBody>
              <a:bodyPr/>
              <a:lstStyle/>
              <a:p>
                <a:pPr algn="l"/>
                <a:r>
                  <a:rPr lang="en-KR" dirty="0"/>
                  <a:t>Before seeing how this loss is derived from variational inference, let’s first break down the second term. We have the modeled density p_theta and a sort of a ground truth from q. But remember q is defined as a forward process, from t-1 to t. How can we know the density of t-1 given t from this q? The answer is the Bayes rule. The </a:t>
                </a:r>
                <a:r>
                  <a:rPr lang="en-KR" b="1" dirty="0">
                    <a:latin typeface="Pretendard" panose="02000503000000020004" pitchFamily="2" charset="-127"/>
                    <a:ea typeface="Pretendard" panose="02000503000000020004" pitchFamily="2" charset="-127"/>
                    <a:cs typeface="Pretendard" panose="02000503000000020004" pitchFamily="2" charset="-127"/>
                  </a:rPr>
                  <a:t>Bayes’ rule</a:t>
                </a:r>
                <a:r>
                  <a:rPr lang="en-KR" dirty="0">
                    <a:latin typeface="Pretendard" panose="02000503000000020004" pitchFamily="2" charset="-127"/>
                    <a:ea typeface="Pretendard" panose="02000503000000020004" pitchFamily="2" charset="-127"/>
                    <a:cs typeface="Pretendard" panose="02000503000000020004" pitchFamily="2" charset="-127"/>
                  </a:rPr>
                  <a:t> tells us the </a:t>
                </a:r>
                <a:r>
                  <a:rPr lang="en-KR" u="sng" dirty="0">
                    <a:solidFill>
                      <a:srgbClr val="FF0000"/>
                    </a:solidFill>
                    <a:latin typeface="Pretendard" panose="02000503000000020004" pitchFamily="2" charset="-127"/>
                    <a:ea typeface="Pretendard" panose="02000503000000020004" pitchFamily="2" charset="-127"/>
                    <a:cs typeface="Pretendard" panose="02000503000000020004" pitchFamily="2" charset="-127"/>
                  </a:rPr>
                  <a:t>reverse</a:t>
                </a:r>
                <a:r>
                  <a:rPr lang="en-KR" dirty="0">
                    <a:latin typeface="Pretendard" panose="02000503000000020004" pitchFamily="2" charset="-127"/>
                    <a:ea typeface="Pretendard" panose="02000503000000020004" pitchFamily="2" charset="-127"/>
                    <a:cs typeface="Pretendard" panose="02000503000000020004" pitchFamily="2" charset="-127"/>
                  </a:rPr>
                  <a:t> probability(“forward posterior”),</a:t>
                </a:r>
              </a:p>
              <a:p>
                <a:pPr algn="l"/>
                <a:r>
                  <a:rPr lang="en-KR" dirty="0">
                    <a:latin typeface="Pretendard" panose="02000503000000020004" pitchFamily="2" charset="-127"/>
                    <a:ea typeface="Pretendard" panose="02000503000000020004" pitchFamily="2" charset="-127"/>
                    <a:cs typeface="Pretendard" panose="02000503000000020004" pitchFamily="2" charset="-127"/>
                  </a:rPr>
                  <a:t>even though </a:t>
                </a:r>
                <a:r>
                  <a:rPr lang="en-US" b="0" i="0">
                    <a:latin typeface="Cambria Math" panose="02040503050406030204" pitchFamily="18" charset="0"/>
                    <a:ea typeface="Pretendard" panose="02000503000000020004" pitchFamily="2" charset="-127"/>
                    <a:cs typeface="Pretendard" panose="02000503000000020004" pitchFamily="2" charset="-127"/>
                  </a:rPr>
                  <a:t>𝑞</a:t>
                </a:r>
                <a:r>
                  <a:rPr lang="en-US" dirty="0">
                    <a:latin typeface="Pretendard" panose="02000503000000020004" pitchFamily="2" charset="-127"/>
                    <a:ea typeface="Pretendard" panose="02000503000000020004" pitchFamily="2" charset="-127"/>
                    <a:cs typeface="Pretendard" panose="02000503000000020004" pitchFamily="2" charset="-127"/>
                  </a:rPr>
                  <a:t> </a:t>
                </a:r>
                <a:r>
                  <a:rPr lang="en-KR" dirty="0">
                    <a:latin typeface="Pretendard" panose="02000503000000020004" pitchFamily="2" charset="-127"/>
                    <a:ea typeface="Pretendard" panose="02000503000000020004" pitchFamily="2" charset="-127"/>
                    <a:cs typeface="Pretendard" panose="02000503000000020004" pitchFamily="2" charset="-127"/>
                  </a:rPr>
                  <a:t>is defined as a </a:t>
                </a:r>
                <a:r>
                  <a:rPr lang="en-KR" u="sng" dirty="0">
                    <a:solidFill>
                      <a:srgbClr val="0070C0"/>
                    </a:solidFill>
                    <a:latin typeface="Pretendard" panose="02000503000000020004" pitchFamily="2" charset="-127"/>
                    <a:ea typeface="Pretendard" panose="02000503000000020004" pitchFamily="2" charset="-127"/>
                    <a:cs typeface="Pretendard" panose="02000503000000020004" pitchFamily="2" charset="-127"/>
                  </a:rPr>
                  <a:t>forward</a:t>
                </a:r>
                <a:r>
                  <a:rPr lang="en-KR" dirty="0">
                    <a:latin typeface="Pretendard" panose="02000503000000020004" pitchFamily="2" charset="-127"/>
                    <a:ea typeface="Pretendard" panose="02000503000000020004" pitchFamily="2" charset="-127"/>
                    <a:cs typeface="Pretendard" panose="02000503000000020004" pitchFamily="2" charset="-127"/>
                  </a:rPr>
                  <a:t> process.</a:t>
                </a:r>
                <a:r>
                  <a:rPr lang="en-KR" baseline="0" dirty="0">
                    <a:latin typeface="Pretendard" panose="02000503000000020004" pitchFamily="2" charset="-127"/>
                    <a:ea typeface="Pretendard" panose="02000503000000020004" pitchFamily="2" charset="-127"/>
                    <a:cs typeface="Pretendard" panose="02000503000000020004" pitchFamily="2" charset="-127"/>
                  </a:rPr>
                  <a:t> (Explain briefly.)</a:t>
                </a:r>
                <a:endParaRPr lang="en-KR" dirty="0">
                  <a:latin typeface="Pretendard" panose="02000503000000020004" pitchFamily="2" charset="-127"/>
                  <a:ea typeface="Pretendard" panose="02000503000000020004" pitchFamily="2" charset="-127"/>
                  <a:cs typeface="Pretendard" panose="02000503000000020004" pitchFamily="2" charset="-127"/>
                </a:endParaRPr>
              </a:p>
            </p:txBody>
          </p:sp>
        </mc:Fallback>
      </mc:AlternateContent>
      <p:sp>
        <p:nvSpPr>
          <p:cNvPr id="4" name="Slide Number Placeholder 3"/>
          <p:cNvSpPr>
            <a:spLocks noGrp="1"/>
          </p:cNvSpPr>
          <p:nvPr>
            <p:ph type="sldNum" sz="quarter" idx="5"/>
          </p:nvPr>
        </p:nvSpPr>
        <p:spPr/>
        <p:txBody>
          <a:bodyPr/>
          <a:lstStyle/>
          <a:p>
            <a:fld id="{A3D89E5F-BEEF-42A1-A57B-E5A736D51194}" type="slidenum">
              <a:rPr lang="en-US" smtClean="0"/>
              <a:pPr/>
              <a:t>20</a:t>
            </a:fld>
            <a:endParaRPr lang="en-US"/>
          </a:p>
        </p:txBody>
      </p:sp>
    </p:spTree>
    <p:extLst>
      <p:ext uri="{BB962C8B-B14F-4D97-AF65-F5344CB8AC3E}">
        <p14:creationId xmlns:p14="http://schemas.microsoft.com/office/powerpoint/2010/main" val="32291167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Now we will see how this loss is derived from variational inference. </a:t>
            </a:r>
          </a:p>
        </p:txBody>
      </p:sp>
      <p:sp>
        <p:nvSpPr>
          <p:cNvPr id="4" name="Slide Number Placeholder 3"/>
          <p:cNvSpPr>
            <a:spLocks noGrp="1"/>
          </p:cNvSpPr>
          <p:nvPr>
            <p:ph type="sldNum" sz="quarter" idx="5"/>
          </p:nvPr>
        </p:nvSpPr>
        <p:spPr/>
        <p:txBody>
          <a:bodyPr/>
          <a:lstStyle/>
          <a:p>
            <a:fld id="{A3D89E5F-BEEF-42A1-A57B-E5A736D51194}" type="slidenum">
              <a:rPr lang="en-US" smtClean="0"/>
              <a:pPr/>
              <a:t>21</a:t>
            </a:fld>
            <a:endParaRPr lang="en-US"/>
          </a:p>
        </p:txBody>
      </p:sp>
    </p:spTree>
    <p:extLst>
      <p:ext uri="{BB962C8B-B14F-4D97-AF65-F5344CB8AC3E}">
        <p14:creationId xmlns:p14="http://schemas.microsoft.com/office/powerpoint/2010/main" val="2808040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Back to the loss, now we will see how to calculate the second term, the core term of DDPM loss. There are two components in this KL divergence, which we should both know. First is the posterior and second is the model density. Let’s first see the posterior.</a:t>
            </a:r>
          </a:p>
        </p:txBody>
      </p:sp>
      <p:sp>
        <p:nvSpPr>
          <p:cNvPr id="4" name="Slide Number Placeholder 3"/>
          <p:cNvSpPr>
            <a:spLocks noGrp="1"/>
          </p:cNvSpPr>
          <p:nvPr>
            <p:ph type="sldNum" sz="quarter" idx="5"/>
          </p:nvPr>
        </p:nvSpPr>
        <p:spPr/>
        <p:txBody>
          <a:bodyPr/>
          <a:lstStyle/>
          <a:p>
            <a:fld id="{A3D89E5F-BEEF-42A1-A57B-E5A736D51194}" type="slidenum">
              <a:rPr lang="en-US" smtClean="0"/>
              <a:pPr/>
              <a:t>22</a:t>
            </a:fld>
            <a:endParaRPr lang="en-US"/>
          </a:p>
        </p:txBody>
      </p:sp>
    </p:spTree>
    <p:extLst>
      <p:ext uri="{BB962C8B-B14F-4D97-AF65-F5344CB8AC3E}">
        <p14:creationId xmlns:p14="http://schemas.microsoft.com/office/powerpoint/2010/main" val="38172890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As mentioned earlier, this q is derived from the Bayes rule. </a:t>
            </a:r>
          </a:p>
        </p:txBody>
      </p:sp>
      <p:sp>
        <p:nvSpPr>
          <p:cNvPr id="4" name="Slide Number Placeholder 3"/>
          <p:cNvSpPr>
            <a:spLocks noGrp="1"/>
          </p:cNvSpPr>
          <p:nvPr>
            <p:ph type="sldNum" sz="quarter" idx="5"/>
          </p:nvPr>
        </p:nvSpPr>
        <p:spPr/>
        <p:txBody>
          <a:bodyPr/>
          <a:lstStyle/>
          <a:p>
            <a:fld id="{A3D89E5F-BEEF-42A1-A57B-E5A736D51194}" type="slidenum">
              <a:rPr lang="en-US" smtClean="0"/>
              <a:pPr/>
              <a:t>23</a:t>
            </a:fld>
            <a:endParaRPr lang="en-US"/>
          </a:p>
        </p:txBody>
      </p:sp>
    </p:spTree>
    <p:extLst>
      <p:ext uri="{BB962C8B-B14F-4D97-AF65-F5344CB8AC3E}">
        <p14:creationId xmlns:p14="http://schemas.microsoft.com/office/powerpoint/2010/main" val="4096541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Now we have the final close—form posterior of q(x_t-1 given …). Two things you should remember here is that</a:t>
            </a:r>
          </a:p>
          <a:p>
            <a:pPr marL="228600" indent="-228600">
              <a:buAutoNum type="arabicPeriod"/>
            </a:pPr>
            <a:r>
              <a:rPr lang="en-KR" dirty="0"/>
              <a:t>Forward posterior is also an istropic Gaussian.</a:t>
            </a:r>
          </a:p>
          <a:p>
            <a:pPr marL="228600" marR="0" lvl="0" indent="-228600" algn="l" defTabSz="914400" rtl="0" eaLnBrk="1" fontAlgn="auto" latinLnBrk="0" hangingPunct="1">
              <a:lnSpc>
                <a:spcPct val="100000"/>
              </a:lnSpc>
              <a:spcBef>
                <a:spcPts val="0"/>
              </a:spcBef>
              <a:spcAft>
                <a:spcPts val="300"/>
              </a:spcAft>
              <a:buClrTx/>
              <a:buSzTx/>
              <a:buFontTx/>
              <a:buAutoNum type="arabicPeriod"/>
              <a:tabLst/>
              <a:defRPr/>
            </a:pPr>
            <a:r>
              <a:rPr lang="en-KR" dirty="0"/>
              <a:t>Its mean mu tilde t is a mixture of x_t and x_0 </a:t>
            </a:r>
            <a:r>
              <a:rPr lang="en-KR" dirty="0">
                <a:latin typeface="Pretendard" panose="02000503000000020004" pitchFamily="2" charset="-127"/>
                <a:ea typeface="Pretendard" panose="02000503000000020004" pitchFamily="2" charset="-127"/>
                <a:cs typeface="Pretendard" panose="02000503000000020004" pitchFamily="2" charset="-127"/>
              </a:rPr>
              <a:t>according to the variance schedule </a:t>
            </a:r>
          </a:p>
          <a:p>
            <a:pPr marL="228600" indent="-228600">
              <a:buAutoNum type="arabicPeriod"/>
            </a:pPr>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25</a:t>
            </a:fld>
            <a:endParaRPr lang="en-US"/>
          </a:p>
        </p:txBody>
      </p:sp>
    </p:spTree>
    <p:extLst>
      <p:ext uri="{BB962C8B-B14F-4D97-AF65-F5344CB8AC3E}">
        <p14:creationId xmlns:p14="http://schemas.microsoft.com/office/powerpoint/2010/main" val="1628776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Now let’s see what is the model p theta</a:t>
            </a:r>
          </a:p>
        </p:txBody>
      </p:sp>
      <p:sp>
        <p:nvSpPr>
          <p:cNvPr id="4" name="Slide Number Placeholder 3"/>
          <p:cNvSpPr>
            <a:spLocks noGrp="1"/>
          </p:cNvSpPr>
          <p:nvPr>
            <p:ph type="sldNum" sz="quarter" idx="5"/>
          </p:nvPr>
        </p:nvSpPr>
        <p:spPr/>
        <p:txBody>
          <a:bodyPr/>
          <a:lstStyle/>
          <a:p>
            <a:fld id="{A3D89E5F-BEEF-42A1-A57B-E5A736D51194}" type="slidenum">
              <a:rPr lang="en-US" smtClean="0"/>
              <a:pPr/>
              <a:t>26</a:t>
            </a:fld>
            <a:endParaRPr lang="en-US"/>
          </a:p>
        </p:txBody>
      </p:sp>
    </p:spTree>
    <p:extLst>
      <p:ext uri="{BB962C8B-B14F-4D97-AF65-F5344CB8AC3E}">
        <p14:creationId xmlns:p14="http://schemas.microsoft.com/office/powerpoint/2010/main" val="365892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As we’ve seen in the first slides, we define this p_theta, the reverse process to be Gaussian. Modeling Gaussian means modeling the mean and the variance. But in DDPM, we fix the variance as an untrained time-dependent constant sigma^2I. So the variance of p_theta is fixed as some sigma_t, not trained. This sigma_t is largely a design choice, which we will see more in the last section. Now that we’ve fixed the variance, the KL divergence between two isotropic Gaussian becomes a L2 distance between their mean. We will omit a detailed proof here.</a:t>
            </a:r>
          </a:p>
        </p:txBody>
      </p:sp>
      <p:sp>
        <p:nvSpPr>
          <p:cNvPr id="4" name="Slide Number Placeholder 3"/>
          <p:cNvSpPr>
            <a:spLocks noGrp="1"/>
          </p:cNvSpPr>
          <p:nvPr>
            <p:ph type="sldNum" sz="quarter" idx="5"/>
          </p:nvPr>
        </p:nvSpPr>
        <p:spPr/>
        <p:txBody>
          <a:bodyPr/>
          <a:lstStyle/>
          <a:p>
            <a:fld id="{A3D89E5F-BEEF-42A1-A57B-E5A736D51194}" type="slidenum">
              <a:rPr lang="en-US" smtClean="0"/>
              <a:pPr/>
              <a:t>27</a:t>
            </a:fld>
            <a:endParaRPr lang="en-US"/>
          </a:p>
        </p:txBody>
      </p:sp>
    </p:spTree>
    <p:extLst>
      <p:ext uri="{BB962C8B-B14F-4D97-AF65-F5344CB8AC3E}">
        <p14:creationId xmlns:p14="http://schemas.microsoft.com/office/powerpoint/2010/main" val="26417204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If you could recall, the mean of posterior is given in a closed form, as a mixture of x_t and x_0. But how do we model the model mean this with mu_theta? Simple and na</a:t>
            </a:r>
            <a:r>
              <a:rPr lang="en-US" dirty="0" err="1"/>
              <a:t>ï</a:t>
            </a:r>
            <a:r>
              <a:rPr lang="en-KR" dirty="0"/>
              <a:t>ve solution is building a neural network that recieves x_t and t as input and outputs mu_theta, the estimate for mu tilde t. However, this turns out to be a kind of dumb approach.</a:t>
            </a:r>
          </a:p>
        </p:txBody>
      </p:sp>
      <p:sp>
        <p:nvSpPr>
          <p:cNvPr id="4" name="Slide Number Placeholder 3"/>
          <p:cNvSpPr>
            <a:spLocks noGrp="1"/>
          </p:cNvSpPr>
          <p:nvPr>
            <p:ph type="sldNum" sz="quarter" idx="5"/>
          </p:nvPr>
        </p:nvSpPr>
        <p:spPr/>
        <p:txBody>
          <a:bodyPr/>
          <a:lstStyle/>
          <a:p>
            <a:fld id="{A3D89E5F-BEEF-42A1-A57B-E5A736D51194}" type="slidenum">
              <a:rPr lang="en-US" smtClean="0"/>
              <a:pPr/>
              <a:t>28</a:t>
            </a:fld>
            <a:endParaRPr lang="en-US"/>
          </a:p>
        </p:txBody>
      </p:sp>
    </p:spTree>
    <p:extLst>
      <p:ext uri="{BB962C8B-B14F-4D97-AF65-F5344CB8AC3E}">
        <p14:creationId xmlns:p14="http://schemas.microsoft.com/office/powerpoint/2010/main" val="3725207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This is because we already know a lot of parts of u tilde t. As the variance schedule beta and its complement alpha is fixed starting from training, we know the coefficients of x_t and x_0. And furthermore, we already know the x_t. This only leaves us with x_0. x_0 is the only unknown. </a:t>
            </a:r>
          </a:p>
          <a:p>
            <a:endParaRPr lang="en-KR" dirty="0"/>
          </a:p>
          <a:p>
            <a:r>
              <a:rPr lang="en-KR" dirty="0"/>
              <a:t>And actually, we can go more from x_0. Remember how x_t can be given as a closed-form formula given x_0? By reversing this formula, we can get x_0 from x_t in a closed-form solution. Through reparametrizaiotn, we isolate the randomness of x_t into eps_t. Then x_0 is given as ~~ where we only don’t know the eps_t.</a:t>
            </a:r>
          </a:p>
        </p:txBody>
      </p:sp>
      <p:sp>
        <p:nvSpPr>
          <p:cNvPr id="4" name="Slide Number Placeholder 3"/>
          <p:cNvSpPr>
            <a:spLocks noGrp="1"/>
          </p:cNvSpPr>
          <p:nvPr>
            <p:ph type="sldNum" sz="quarter" idx="5"/>
          </p:nvPr>
        </p:nvSpPr>
        <p:spPr/>
        <p:txBody>
          <a:bodyPr/>
          <a:lstStyle/>
          <a:p>
            <a:fld id="{A3D89E5F-BEEF-42A1-A57B-E5A736D51194}" type="slidenum">
              <a:rPr lang="en-US" smtClean="0"/>
              <a:pPr/>
              <a:t>29</a:t>
            </a:fld>
            <a:endParaRPr lang="en-US"/>
          </a:p>
        </p:txBody>
      </p:sp>
    </p:spTree>
    <p:extLst>
      <p:ext uri="{BB962C8B-B14F-4D97-AF65-F5344CB8AC3E}">
        <p14:creationId xmlns:p14="http://schemas.microsoft.com/office/powerpoint/2010/main" val="2543701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Now let’s combine the formula for posterior and formula for relationship between x_0 and (x_t and eps_t).</a:t>
            </a:r>
          </a:p>
          <a:p>
            <a:r>
              <a:rPr lang="en-KR" dirty="0"/>
              <a:t>(Explanation).</a:t>
            </a:r>
          </a:p>
          <a:p>
            <a:r>
              <a:rPr lang="en-KR" dirty="0"/>
              <a:t>Now we’ve reparametrized the formula for posterior mean as a function of x_t and eps_t, not x_t and x_0. As explained below, this is a better parametriziation as it clearly breaks down the posterior mean into x_t, which we surley know and x_0, which we never know,</a:t>
            </a:r>
          </a:p>
        </p:txBody>
      </p:sp>
      <p:sp>
        <p:nvSpPr>
          <p:cNvPr id="4" name="Slide Number Placeholder 3"/>
          <p:cNvSpPr>
            <a:spLocks noGrp="1"/>
          </p:cNvSpPr>
          <p:nvPr>
            <p:ph type="sldNum" sz="quarter" idx="5"/>
          </p:nvPr>
        </p:nvSpPr>
        <p:spPr/>
        <p:txBody>
          <a:bodyPr/>
          <a:lstStyle/>
          <a:p>
            <a:fld id="{A3D89E5F-BEEF-42A1-A57B-E5A736D51194}" type="slidenum">
              <a:rPr lang="en-US" smtClean="0"/>
              <a:pPr/>
              <a:t>30</a:t>
            </a:fld>
            <a:endParaRPr lang="en-US"/>
          </a:p>
        </p:txBody>
      </p:sp>
    </p:spTree>
    <p:extLst>
      <p:ext uri="{BB962C8B-B14F-4D97-AF65-F5344CB8AC3E}">
        <p14:creationId xmlns:p14="http://schemas.microsoft.com/office/powerpoint/2010/main" val="1782220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As we’ve isolated the unknown of posterior mean to eps_t, we only need to model this eps_t. The modeled eps_t will now be called as eps_theta.</a:t>
            </a:r>
          </a:p>
        </p:txBody>
      </p:sp>
      <p:sp>
        <p:nvSpPr>
          <p:cNvPr id="4" name="Slide Number Placeholder 3"/>
          <p:cNvSpPr>
            <a:spLocks noGrp="1"/>
          </p:cNvSpPr>
          <p:nvPr>
            <p:ph type="sldNum" sz="quarter" idx="5"/>
          </p:nvPr>
        </p:nvSpPr>
        <p:spPr/>
        <p:txBody>
          <a:bodyPr/>
          <a:lstStyle/>
          <a:p>
            <a:fld id="{A3D89E5F-BEEF-42A1-A57B-E5A736D51194}" type="slidenum">
              <a:rPr lang="en-US" smtClean="0"/>
              <a:pPr/>
              <a:t>31</a:t>
            </a:fld>
            <a:endParaRPr lang="en-US"/>
          </a:p>
        </p:txBody>
      </p:sp>
    </p:spTree>
    <p:extLst>
      <p:ext uri="{BB962C8B-B14F-4D97-AF65-F5344CB8AC3E}">
        <p14:creationId xmlns:p14="http://schemas.microsoft.com/office/powerpoint/2010/main" val="1327500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Recall that our loss term of intereset is a L2 distance between the posterior mean and the model mean. Now that we’ve reprarametrized this mean with x_t and eps_t, this L2 distance of mean turns into the L2 distance between eps, weighted by variance schedule and fixed variance of reverse process.</a:t>
            </a:r>
          </a:p>
        </p:txBody>
      </p:sp>
      <p:sp>
        <p:nvSpPr>
          <p:cNvPr id="4" name="Slide Number Placeholder 3"/>
          <p:cNvSpPr>
            <a:spLocks noGrp="1"/>
          </p:cNvSpPr>
          <p:nvPr>
            <p:ph type="sldNum" sz="quarter" idx="5"/>
          </p:nvPr>
        </p:nvSpPr>
        <p:spPr/>
        <p:txBody>
          <a:bodyPr/>
          <a:lstStyle/>
          <a:p>
            <a:fld id="{A3D89E5F-BEEF-42A1-A57B-E5A736D51194}" type="slidenum">
              <a:rPr lang="en-US" smtClean="0"/>
              <a:pPr/>
              <a:t>32</a:t>
            </a:fld>
            <a:endParaRPr lang="en-US"/>
          </a:p>
        </p:txBody>
      </p:sp>
    </p:spTree>
    <p:extLst>
      <p:ext uri="{BB962C8B-B14F-4D97-AF65-F5344CB8AC3E}">
        <p14:creationId xmlns:p14="http://schemas.microsoft.com/office/powerpoint/2010/main" val="2635031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Recall that this expectation in the loss term is an expectation over q. Q basically samples latent from the data x_0, and the only random part in this latent sampling is the eps_t. Noise is always sampled from the standard Gaussian, and the degree of noise is controlled by the variance schedule.</a:t>
            </a:r>
          </a:p>
          <a:p>
            <a:r>
              <a:rPr lang="en-KR" dirty="0"/>
              <a:t>So the noise eps_t is actually not depedent on t. Therefore, we simply drop the t in epsilon and take an expectiation over the standard Gaussian eps.</a:t>
            </a:r>
          </a:p>
          <a:p>
            <a:endParaRPr lang="en-KR" dirty="0"/>
          </a:p>
          <a:p>
            <a:endParaRPr lang="en-KR" dirty="0"/>
          </a:p>
          <a:p>
            <a:r>
              <a:rPr lang="en-KR" dirty="0"/>
              <a:t>And obviously we also take an expectation over the data x_0. </a:t>
            </a:r>
          </a:p>
          <a:p>
            <a:endParaRPr lang="en-KR" dirty="0"/>
          </a:p>
          <a:p>
            <a:r>
              <a:rPr lang="en-KR" dirty="0"/>
              <a:t>Now we get something t</a:t>
            </a:r>
            <a:r>
              <a:rPr lang="en-US" dirty="0"/>
              <a:t>ha</a:t>
            </a:r>
            <a:r>
              <a:rPr lang="en-KR" dirty="0"/>
              <a:t>t is very close to the loss term of DDPM</a:t>
            </a:r>
          </a:p>
        </p:txBody>
      </p:sp>
      <p:sp>
        <p:nvSpPr>
          <p:cNvPr id="4" name="Slide Number Placeholder 3"/>
          <p:cNvSpPr>
            <a:spLocks noGrp="1"/>
          </p:cNvSpPr>
          <p:nvPr>
            <p:ph type="sldNum" sz="quarter" idx="5"/>
          </p:nvPr>
        </p:nvSpPr>
        <p:spPr/>
        <p:txBody>
          <a:bodyPr/>
          <a:lstStyle/>
          <a:p>
            <a:fld id="{A3D89E5F-BEEF-42A1-A57B-E5A736D51194}" type="slidenum">
              <a:rPr lang="en-US" smtClean="0"/>
              <a:pPr/>
              <a:t>33</a:t>
            </a:fld>
            <a:endParaRPr lang="en-US"/>
          </a:p>
        </p:txBody>
      </p:sp>
    </p:spTree>
    <p:extLst>
      <p:ext uri="{BB962C8B-B14F-4D97-AF65-F5344CB8AC3E}">
        <p14:creationId xmlns:p14="http://schemas.microsoft.com/office/powerpoint/2010/main" val="38367966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In DDPM, actually a simpler variant is used for loss. This loss discards all the weighting factor of L2 distance. The authors explains that this is ~~.</a:t>
            </a:r>
          </a:p>
        </p:txBody>
      </p:sp>
      <p:sp>
        <p:nvSpPr>
          <p:cNvPr id="4" name="Slide Number Placeholder 3"/>
          <p:cNvSpPr>
            <a:spLocks noGrp="1"/>
          </p:cNvSpPr>
          <p:nvPr>
            <p:ph type="sldNum" sz="quarter" idx="5"/>
          </p:nvPr>
        </p:nvSpPr>
        <p:spPr/>
        <p:txBody>
          <a:bodyPr/>
          <a:lstStyle/>
          <a:p>
            <a:fld id="{A3D89E5F-BEEF-42A1-A57B-E5A736D51194}" type="slidenum">
              <a:rPr lang="en-US" smtClean="0"/>
              <a:pPr/>
              <a:t>34</a:t>
            </a:fld>
            <a:endParaRPr lang="en-US"/>
          </a:p>
        </p:txBody>
      </p:sp>
    </p:spTree>
    <p:extLst>
      <p:ext uri="{BB962C8B-B14F-4D97-AF65-F5344CB8AC3E}">
        <p14:creationId xmlns:p14="http://schemas.microsoft.com/office/powerpoint/2010/main" val="4213815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Now will deal with the last term L_0, which I’ve earlier said that will be corporated into L_t-1. The problem with L_0 is that there is no stochasticity in the ground truth x_0. For all the other x_t’s x_t is given as a density. So we could calculate a KL divergence between this density and modeled density. Howver is there is no such thing as a density of x_0. There is only the single fixed point x_0, which is the true data. Therefore, what we do is effectively calculating the L2 loss of the data and the mean of the modled density. This intutiviely makes sense. The simple loss we’ve seen in the last slide is basically this L2 distance between the data and the mean of modled density, ignoring the constants.</a:t>
            </a:r>
          </a:p>
        </p:txBody>
      </p:sp>
      <p:sp>
        <p:nvSpPr>
          <p:cNvPr id="4" name="Slide Number Placeholder 3"/>
          <p:cNvSpPr>
            <a:spLocks noGrp="1"/>
          </p:cNvSpPr>
          <p:nvPr>
            <p:ph type="sldNum" sz="quarter" idx="5"/>
          </p:nvPr>
        </p:nvSpPr>
        <p:spPr/>
        <p:txBody>
          <a:bodyPr/>
          <a:lstStyle/>
          <a:p>
            <a:fld id="{A3D89E5F-BEEF-42A1-A57B-E5A736D51194}" type="slidenum">
              <a:rPr lang="en-US" smtClean="0"/>
              <a:pPr/>
              <a:t>35</a:t>
            </a:fld>
            <a:endParaRPr lang="en-US"/>
          </a:p>
        </p:txBody>
      </p:sp>
    </p:spTree>
    <p:extLst>
      <p:ext uri="{BB962C8B-B14F-4D97-AF65-F5344CB8AC3E}">
        <p14:creationId xmlns:p14="http://schemas.microsoft.com/office/powerpoint/2010/main" val="31711967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US" dirty="0"/>
              <a:t>N</a:t>
            </a:r>
            <a:r>
              <a:rPr lang="en-KR" dirty="0"/>
              <a:t>ow we wrap up the training process of DDPM. As shown in this pseudocode, we t</a:t>
            </a:r>
            <a:r>
              <a:rPr lang="en-US" dirty="0" err="1"/>
              <a:t>ak</a:t>
            </a:r>
            <a:r>
              <a:rPr lang="en-KR" dirty="0"/>
              <a:t>e a gradient update step on this loss we derived. Sampling is done on data x_0, timestep t, and the noise eps. This effectively means that DDPM learns to denoise from any timestep. Given the noisy latent x_t at timestep t, it predicts the noise. Predicting the noise means predicting the data, as we can simply subtract the predicted noise from the noisy latent x_t.</a:t>
            </a:r>
          </a:p>
        </p:txBody>
      </p:sp>
      <p:sp>
        <p:nvSpPr>
          <p:cNvPr id="4" name="Slide Number Placeholder 3"/>
          <p:cNvSpPr>
            <a:spLocks noGrp="1"/>
          </p:cNvSpPr>
          <p:nvPr>
            <p:ph type="sldNum" sz="quarter" idx="5"/>
          </p:nvPr>
        </p:nvSpPr>
        <p:spPr/>
        <p:txBody>
          <a:bodyPr/>
          <a:lstStyle/>
          <a:p>
            <a:fld id="{A3D89E5F-BEEF-42A1-A57B-E5A736D51194}" type="slidenum">
              <a:rPr lang="en-US" smtClean="0"/>
              <a:pPr/>
              <a:t>36</a:t>
            </a:fld>
            <a:endParaRPr lang="en-US"/>
          </a:p>
        </p:txBody>
      </p:sp>
    </p:spTree>
    <p:extLst>
      <p:ext uri="{BB962C8B-B14F-4D97-AF65-F5344CB8AC3E}">
        <p14:creationId xmlns:p14="http://schemas.microsoft.com/office/powerpoint/2010/main" val="26111568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When sampling from the prior, DDPM gradually denoises. The density of next latent x_t-1 is sampled from the density p. This model p consists of the modeled mean and the fixed variance.</a:t>
            </a:r>
          </a:p>
        </p:txBody>
      </p:sp>
      <p:sp>
        <p:nvSpPr>
          <p:cNvPr id="4" name="Slide Number Placeholder 3"/>
          <p:cNvSpPr>
            <a:spLocks noGrp="1"/>
          </p:cNvSpPr>
          <p:nvPr>
            <p:ph type="sldNum" sz="quarter" idx="5"/>
          </p:nvPr>
        </p:nvSpPr>
        <p:spPr/>
        <p:txBody>
          <a:bodyPr/>
          <a:lstStyle/>
          <a:p>
            <a:fld id="{A3D89E5F-BEEF-42A1-A57B-E5A736D51194}" type="slidenum">
              <a:rPr lang="en-US" smtClean="0"/>
              <a:pPr/>
              <a:t>37</a:t>
            </a:fld>
            <a:endParaRPr lang="en-US"/>
          </a:p>
        </p:txBody>
      </p:sp>
    </p:spTree>
    <p:extLst>
      <p:ext uri="{BB962C8B-B14F-4D97-AF65-F5344CB8AC3E}">
        <p14:creationId xmlns:p14="http://schemas.microsoft.com/office/powerpoint/2010/main" val="46900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One noticable thing is that </a:t>
                </a:r>
                <a:r>
                  <a:rPr lang="en-KR" dirty="0">
                    <a:latin typeface="Pretendard Medium" panose="02000503000000020004" pitchFamily="2" charset="-127"/>
                    <a:ea typeface="Pretendard Medium" panose="02000503000000020004" pitchFamily="2" charset="-127"/>
                    <a:cs typeface="Pretendard Medium" panose="02000503000000020004" pitchFamily="2" charset="-127"/>
                  </a:rPr>
                  <a:t>in principle, </a:t>
                </a:r>
                <a14:m>
                  <m:oMath xmlns:m="http://schemas.openxmlformats.org/officeDocument/2006/math">
                    <m:sSub>
                      <m:sSubPr>
                        <m:ctrlPr>
                          <a:rPr lang="en-US" i="1">
                            <a:latin typeface="Cambria Math" panose="02040503050406030204" pitchFamily="18" charset="0"/>
                            <a:ea typeface="Pretendard Medium" panose="02000503000000020004" pitchFamily="2" charset="-127"/>
                            <a:cs typeface="Pretendard Medium" panose="02000503000000020004" pitchFamily="2" charset="-127"/>
                          </a:rPr>
                        </m:ctrlPr>
                      </m:sSubPr>
                      <m:e>
                        <m:r>
                          <a:rPr lang="en-US" b="1" i="1">
                            <a:latin typeface="Cambria Math" panose="02040503050406030204" pitchFamily="18" charset="0"/>
                            <a:ea typeface="Pretendard Medium" panose="02000503000000020004" pitchFamily="2" charset="-127"/>
                            <a:cs typeface="Pretendard Medium" panose="02000503000000020004" pitchFamily="2" charset="-127"/>
                          </a:rPr>
                          <m:t>𝒙</m:t>
                        </m:r>
                      </m:e>
                      <m:sub>
                        <m:r>
                          <a:rPr lang="en-US" i="1">
                            <a:latin typeface="Cambria Math" panose="02040503050406030204" pitchFamily="18" charset="0"/>
                            <a:ea typeface="Pretendard Medium" panose="02000503000000020004" pitchFamily="2" charset="-127"/>
                            <a:cs typeface="Pretendard Medium" panose="02000503000000020004" pitchFamily="2" charset="-127"/>
                          </a:rPr>
                          <m:t>0</m:t>
                        </m:r>
                      </m:sub>
                    </m:sSub>
                  </m:oMath>
                </a14:m>
                <a:r>
                  <a:rPr lang="en-KR" dirty="0">
                    <a:latin typeface="Pretendard Medium" panose="02000503000000020004" pitchFamily="2" charset="-127"/>
                    <a:ea typeface="Pretendard Medium" panose="02000503000000020004" pitchFamily="2" charset="-127"/>
                    <a:cs typeface="Pretendard Medium" panose="02000503000000020004" pitchFamily="2" charset="-127"/>
                  </a:rPr>
                  <a:t> can be generated from any timestep. Since eps_t is prediciting</a:t>
                </a:r>
                <a:r>
                  <a:rPr lang="en-KR" baseline="0" dirty="0">
                    <a:latin typeface="Pretendard Medium" panose="02000503000000020004" pitchFamily="2" charset="-127"/>
                    <a:ea typeface="Pretendard Medium" panose="02000503000000020004" pitchFamily="2" charset="-127"/>
                    <a:cs typeface="Pretendard Medium" panose="02000503000000020004" pitchFamily="2" charset="-127"/>
                  </a:rPr>
                  <a:t> the noise from data to current given latent, we can simply subtract that noise to get the data. </a:t>
                </a:r>
                <a:endParaRPr lang="en-KR" dirty="0">
                  <a:latin typeface="Pretendard Medium" panose="02000503000000020004" pitchFamily="2" charset="-127"/>
                  <a:ea typeface="Pretendard Medium" panose="02000503000000020004" pitchFamily="2" charset="-127"/>
                  <a:cs typeface="Pretendard Medium" panose="02000503000000020004" pitchFamily="2" charset="-127"/>
                </a:endParaRPr>
              </a:p>
              <a:p>
                <a:endParaRPr lang="en-KR" dirty="0"/>
              </a:p>
            </p:txBody>
          </p:sp>
        </mc:Choice>
        <mc:Fallback>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One noticable thing is that </a:t>
                </a:r>
                <a:r>
                  <a:rPr lang="en-KR" dirty="0">
                    <a:latin typeface="Pretendard Medium" panose="02000503000000020004" pitchFamily="2" charset="-127"/>
                    <a:ea typeface="Pretendard Medium" panose="02000503000000020004" pitchFamily="2" charset="-127"/>
                    <a:cs typeface="Pretendard Medium" panose="02000503000000020004" pitchFamily="2" charset="-127"/>
                  </a:rPr>
                  <a:t>in principle, </a:t>
                </a:r>
                <a:r>
                  <a:rPr lang="en-US" b="1" i="0">
                    <a:latin typeface="Cambria Math" panose="02040503050406030204" pitchFamily="18" charset="0"/>
                    <a:ea typeface="Pretendard Medium" panose="02000503000000020004" pitchFamily="2" charset="-127"/>
                    <a:cs typeface="Pretendard Medium" panose="02000503000000020004" pitchFamily="2" charset="-127"/>
                  </a:rPr>
                  <a:t>𝒙_</a:t>
                </a:r>
                <a:r>
                  <a:rPr lang="en-US" i="0">
                    <a:latin typeface="Cambria Math" panose="02040503050406030204" pitchFamily="18" charset="0"/>
                    <a:ea typeface="Pretendard Medium" panose="02000503000000020004" pitchFamily="2" charset="-127"/>
                    <a:cs typeface="Pretendard Medium" panose="02000503000000020004" pitchFamily="2" charset="-127"/>
                  </a:rPr>
                  <a:t>0</a:t>
                </a:r>
                <a:r>
                  <a:rPr lang="en-KR" dirty="0">
                    <a:latin typeface="Pretendard Medium" panose="02000503000000020004" pitchFamily="2" charset="-127"/>
                    <a:ea typeface="Pretendard Medium" panose="02000503000000020004" pitchFamily="2" charset="-127"/>
                    <a:cs typeface="Pretendard Medium" panose="02000503000000020004" pitchFamily="2" charset="-127"/>
                  </a:rPr>
                  <a:t> can be generated from any timestep. Since eps_t is prediciting</a:t>
                </a:r>
                <a:r>
                  <a:rPr lang="en-KR" baseline="0" dirty="0">
                    <a:latin typeface="Pretendard Medium" panose="02000503000000020004" pitchFamily="2" charset="-127"/>
                    <a:ea typeface="Pretendard Medium" panose="02000503000000020004" pitchFamily="2" charset="-127"/>
                    <a:cs typeface="Pretendard Medium" panose="02000503000000020004" pitchFamily="2" charset="-127"/>
                  </a:rPr>
                  <a:t> the noise from data to current given latent, we can simply subtract that noise to get the data. </a:t>
                </a:r>
                <a:endParaRPr lang="en-KR" dirty="0">
                  <a:latin typeface="Pretendard Medium" panose="02000503000000020004" pitchFamily="2" charset="-127"/>
                  <a:ea typeface="Pretendard Medium" panose="02000503000000020004" pitchFamily="2" charset="-127"/>
                  <a:cs typeface="Pretendard Medium" panose="02000503000000020004" pitchFamily="2" charset="-127"/>
                </a:endParaRPr>
              </a:p>
              <a:p>
                <a:endParaRPr lang="en-KR" dirty="0"/>
              </a:p>
            </p:txBody>
          </p:sp>
        </mc:Fallback>
      </mc:AlternateContent>
      <p:sp>
        <p:nvSpPr>
          <p:cNvPr id="4" name="Slide Number Placeholder 3"/>
          <p:cNvSpPr>
            <a:spLocks noGrp="1"/>
          </p:cNvSpPr>
          <p:nvPr>
            <p:ph type="sldNum" sz="quarter" idx="5"/>
          </p:nvPr>
        </p:nvSpPr>
        <p:spPr/>
        <p:txBody>
          <a:bodyPr/>
          <a:lstStyle/>
          <a:p>
            <a:fld id="{A3D89E5F-BEEF-42A1-A57B-E5A736D51194}" type="slidenum">
              <a:rPr lang="en-US" smtClean="0"/>
              <a:pPr/>
              <a:t>38</a:t>
            </a:fld>
            <a:endParaRPr lang="en-US"/>
          </a:p>
        </p:txBody>
      </p:sp>
    </p:spTree>
    <p:extLst>
      <p:ext uri="{BB962C8B-B14F-4D97-AF65-F5344CB8AC3E}">
        <p14:creationId xmlns:p14="http://schemas.microsoft.com/office/powerpoint/2010/main" val="21635196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KR" dirty="0"/>
              <a:t>However, </a:t>
            </a:r>
            <a:r>
              <a:rPr lang="en-US" dirty="0"/>
              <a:t>this does NOT mean you can generate good samples from any timestep. This is because during DDPM, we trained over </a:t>
            </a:r>
            <a:r>
              <a:rPr lang="en-US" dirty="0" err="1"/>
              <a:t>latents</a:t>
            </a:r>
            <a:r>
              <a:rPr lang="en-US" dirty="0"/>
              <a:t> from different timesteps, from t=1 to large T. Skipping </a:t>
            </a:r>
            <a:r>
              <a:rPr lang="en-US" dirty="0" err="1"/>
              <a:t>timestpes</a:t>
            </a:r>
            <a:r>
              <a:rPr lang="en-US" dirty="0"/>
              <a:t> won’t be beneficial for generating data as some valuable information might be hidden in the </a:t>
            </a:r>
            <a:r>
              <a:rPr lang="en-US" dirty="0" err="1"/>
              <a:t>latents</a:t>
            </a:r>
            <a:r>
              <a:rPr lang="en-US" dirty="0"/>
              <a:t> of those skipped timesteps.</a:t>
            </a:r>
          </a:p>
          <a:p>
            <a:pPr marL="0" marR="0" lvl="0" indent="0" algn="l" defTabSz="914400" rtl="0" eaLnBrk="1" fontAlgn="auto" latinLnBrk="0" hangingPunct="1">
              <a:lnSpc>
                <a:spcPct val="100000"/>
              </a:lnSpc>
              <a:spcBef>
                <a:spcPts val="0"/>
              </a:spcBef>
              <a:spcAft>
                <a:spcPts val="300"/>
              </a:spcAft>
              <a:buClrTx/>
              <a:buSzTx/>
              <a:buFontTx/>
              <a:buNone/>
              <a:tabLst/>
              <a:defRPr/>
            </a:pPr>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39</a:t>
            </a:fld>
            <a:endParaRPr lang="en-US"/>
          </a:p>
        </p:txBody>
      </p:sp>
    </p:spTree>
    <p:extLst>
      <p:ext uri="{BB962C8B-B14F-4D97-AF65-F5344CB8AC3E}">
        <p14:creationId xmlns:p14="http://schemas.microsoft.com/office/powerpoint/2010/main" val="5126824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pPr algn="l"/>
            <a:r>
              <a:rPr lang="en-KR" sz="1200" dirty="0">
                <a:latin typeface="Pretendard" panose="02000503000000020004" pitchFamily="2" charset="-127"/>
                <a:ea typeface="Pretendard" panose="02000503000000020004" pitchFamily="2" charset="-127"/>
                <a:cs typeface="Pretendard" panose="02000503000000020004" pitchFamily="2" charset="-127"/>
              </a:rPr>
              <a:t>So far we discussed continuous densities, but image is N</a:t>
            </a:r>
            <a:r>
              <a:rPr lang="en-US" sz="1200" dirty="0">
                <a:latin typeface="Pretendard" panose="02000503000000020004" pitchFamily="2" charset="-127"/>
                <a:ea typeface="Pretendard" panose="02000503000000020004" pitchFamily="2" charset="-127"/>
                <a:cs typeface="Pretendard" panose="02000503000000020004" pitchFamily="2" charset="-127"/>
              </a:rPr>
              <a:t>OT continuous. Given an image, we re-scale each pixels so that the distribution of pixel aligns with our assumption, the standard normal prior. When generating a fixed image from the modeled density </a:t>
            </a:r>
            <a:r>
              <a:rPr lang="en-US" sz="1200" dirty="0" err="1">
                <a:latin typeface="Pretendard" panose="02000503000000020004" pitchFamily="2" charset="-127"/>
                <a:ea typeface="Pretendard" panose="02000503000000020004" pitchFamily="2" charset="-127"/>
                <a:cs typeface="Pretendard" panose="02000503000000020004" pitchFamily="2" charset="-127"/>
              </a:rPr>
              <a:t>p_theta</a:t>
            </a:r>
            <a:r>
              <a:rPr lang="en-US" sz="1200" dirty="0">
                <a:latin typeface="Pretendard" panose="02000503000000020004" pitchFamily="2" charset="-127"/>
                <a:ea typeface="Pretendard" panose="02000503000000020004" pitchFamily="2" charset="-127"/>
                <a:cs typeface="Pretendard" panose="02000503000000020004" pitchFamily="2" charset="-127"/>
              </a:rPr>
              <a:t>(x_0 | x_1), we integrate the Gaussian density over each bin. For instance, the probability mass for pixel 243 would be the integration of density over 230 over 255 to 232 over 255. Image-level probability mass is simply a product of all pixel-level prob mass.</a:t>
            </a:r>
            <a:endParaRPr lang="en-KR" sz="1200"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4" name="Slide Number Placeholder 3"/>
          <p:cNvSpPr>
            <a:spLocks noGrp="1"/>
          </p:cNvSpPr>
          <p:nvPr>
            <p:ph type="sldNum" sz="quarter" idx="5"/>
          </p:nvPr>
        </p:nvSpPr>
        <p:spPr/>
        <p:txBody>
          <a:bodyPr/>
          <a:lstStyle/>
          <a:p>
            <a:fld id="{A3D89E5F-BEEF-42A1-A57B-E5A736D51194}" type="slidenum">
              <a:rPr lang="en-US" smtClean="0"/>
              <a:pPr/>
              <a:t>41</a:t>
            </a:fld>
            <a:endParaRPr lang="en-US"/>
          </a:p>
        </p:txBody>
      </p:sp>
    </p:spTree>
    <p:extLst>
      <p:ext uri="{BB962C8B-B14F-4D97-AF65-F5344CB8AC3E}">
        <p14:creationId xmlns:p14="http://schemas.microsoft.com/office/powerpoint/2010/main" val="39130906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r>
              <a:rPr lang="en-KR" dirty="0"/>
              <a:t>Variance schedule is a hyperparameter. In DDPM, it is set as ~~&gt;</a:t>
            </a:r>
          </a:p>
        </p:txBody>
      </p:sp>
      <p:sp>
        <p:nvSpPr>
          <p:cNvPr id="4" name="Slide Number Placeholder 3"/>
          <p:cNvSpPr>
            <a:spLocks noGrp="1"/>
          </p:cNvSpPr>
          <p:nvPr>
            <p:ph type="sldNum" sz="quarter" idx="5"/>
          </p:nvPr>
        </p:nvSpPr>
        <p:spPr/>
        <p:txBody>
          <a:bodyPr/>
          <a:lstStyle/>
          <a:p>
            <a:fld id="{A3D89E5F-BEEF-42A1-A57B-E5A736D51194}" type="slidenum">
              <a:rPr lang="en-US" smtClean="0"/>
              <a:pPr/>
              <a:t>42</a:t>
            </a:fld>
            <a:endParaRPr lang="en-US"/>
          </a:p>
        </p:txBody>
      </p:sp>
    </p:spTree>
    <p:extLst>
      <p:ext uri="{BB962C8B-B14F-4D97-AF65-F5344CB8AC3E}">
        <p14:creationId xmlns:p14="http://schemas.microsoft.com/office/powerpoint/2010/main" val="18674507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43</a:t>
            </a:fld>
            <a:endParaRPr lang="en-US"/>
          </a:p>
        </p:txBody>
      </p:sp>
    </p:spTree>
    <p:extLst>
      <p:ext uri="{BB962C8B-B14F-4D97-AF65-F5344CB8AC3E}">
        <p14:creationId xmlns:p14="http://schemas.microsoft.com/office/powerpoint/2010/main" val="205673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Option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019D5990-0C54-831D-96A4-1627FE9FCB07}"/>
              </a:ext>
            </a:extLst>
          </p:cNvPr>
          <p:cNvSpPr/>
          <p:nvPr userDrawn="1"/>
        </p:nvSpPr>
        <p:spPr>
          <a:xfrm>
            <a:off x="0" y="15433"/>
            <a:ext cx="12192000" cy="685363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KR"/>
          </a:p>
        </p:txBody>
      </p:sp>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609598" y="2126159"/>
            <a:ext cx="6460999" cy="757130"/>
          </a:xfrm>
        </p:spPr>
        <p:txBody>
          <a:bodyPr wrap="square" anchor="t" anchorCtr="0"/>
          <a:lstStyle>
            <a:lvl1pPr algn="l">
              <a:defRPr sz="4800" b="1" i="0">
                <a:solidFill>
                  <a:schemeClr val="tx1"/>
                </a:solidFill>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dirty="0"/>
              <a:t>Enter 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4349712"/>
            <a:ext cx="3797302" cy="369332"/>
          </a:xfrm>
        </p:spPr>
        <p:txBody>
          <a:bodyPr wrap="square"/>
          <a:lstStyle>
            <a:lvl1pPr marL="0" indent="0">
              <a:spcAft>
                <a:spcPts val="0"/>
              </a:spcAft>
              <a:buNone/>
              <a:defRPr sz="2000" b="0" i="0" cap="none" spc="0" baseline="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pPr lvl="0"/>
            <a:r>
              <a:rPr lang="en-US" dirty="0"/>
              <a:t>Speaker name</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4762500"/>
            <a:ext cx="3797302" cy="535531"/>
          </a:xfrm>
        </p:spPr>
        <p:txBody>
          <a:bodyPr wrap="square"/>
          <a:lstStyle>
            <a:lvl1pPr marL="0" indent="0">
              <a:spcAft>
                <a:spcPts val="300"/>
              </a:spcAft>
              <a:buNone/>
              <a:defRPr sz="1600" b="0" i="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pPr lvl="0"/>
            <a:r>
              <a:rPr lang="en-US" dirty="0"/>
              <a:t>Speaker job title</a:t>
            </a:r>
            <a:br>
              <a:rPr lang="en-US" dirty="0"/>
            </a:br>
            <a:r>
              <a:rPr lang="en-US" dirty="0"/>
              <a:t>Speaker company</a:t>
            </a:r>
          </a:p>
        </p:txBody>
      </p:sp>
      <p:pic>
        <p:nvPicPr>
          <p:cNvPr id="7" name="Picture 6" descr="정장 - 대학상징 - 대학소개 - 서울대학교">
            <a:extLst>
              <a:ext uri="{FF2B5EF4-FFF2-40B4-BE49-F238E27FC236}">
                <a16:creationId xmlns:a16="http://schemas.microsoft.com/office/drawing/2014/main" id="{1CEEA42D-03E6-42C5-DB73-A8862FA3379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61088" y="5858852"/>
            <a:ext cx="617768" cy="6409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495E115-D62C-AE0C-429A-CF37FB88955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890451" y="5901343"/>
            <a:ext cx="949740" cy="555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5140719"/>
      </p:ext>
    </p:extLst>
  </p:cSld>
  <p:clrMapOvr>
    <a:masterClrMapping/>
  </p:clrMapOvr>
  <p:extLst>
    <p:ext uri="{DCECCB84-F9BA-43D5-87BE-67443E8EF086}">
      <p15:sldGuideLst xmlns:p15="http://schemas.microsoft.com/office/powerpoint/2012/main">
        <p15:guide id="2" pos="4464" userDrawn="1">
          <p15:clr>
            <a:srgbClr val="FBAE40"/>
          </p15:clr>
        </p15:guide>
        <p15:guide id="3" orient="horz" pos="2736" userDrawn="1">
          <p15:clr>
            <a:srgbClr val="FBAE40"/>
          </p15:clr>
        </p15:guide>
        <p15:guide id="4" orient="horz" pos="1272" userDrawn="1">
          <p15:clr>
            <a:srgbClr val="FBAE40"/>
          </p15:clr>
        </p15:guide>
        <p15:guide id="5" orient="horz" pos="172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ection Header Option 5">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5406E2F2-8AA5-3982-5D4F-A13EB9512525}"/>
              </a:ext>
            </a:extLst>
          </p:cNvPr>
          <p:cNvSpPr/>
          <p:nvPr userDrawn="1"/>
        </p:nvSpPr>
        <p:spPr>
          <a:xfrm>
            <a:off x="0" y="4367"/>
            <a:ext cx="12192000" cy="685363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KR"/>
          </a:p>
        </p:txBody>
      </p:sp>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p:spPr>
        <p:txBody>
          <a:bodyPr anchor="ctr" anchorCtr="0"/>
          <a:lstStyle>
            <a:lvl1pPr>
              <a:defRPr sz="4800" b="1" i="0">
                <a:solidFill>
                  <a:schemeClr val="tx1"/>
                </a:solidFill>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dirty="0"/>
              <a:t>Section layout: Enter section name here</a:t>
            </a:r>
          </a:p>
        </p:txBody>
      </p:sp>
      <p:sp>
        <p:nvSpPr>
          <p:cNvPr id="6" name="Date Placeholder 5">
            <a:extLst>
              <a:ext uri="{FF2B5EF4-FFF2-40B4-BE49-F238E27FC236}">
                <a16:creationId xmlns:a16="http://schemas.microsoft.com/office/drawing/2014/main" id="{25053DED-8B0A-4549-8967-4B01D5F3B8AB}"/>
              </a:ext>
            </a:extLst>
          </p:cNvPr>
          <p:cNvSpPr>
            <a:spLocks noGrp="1"/>
          </p:cNvSpPr>
          <p:nvPr>
            <p:ph type="dt" sz="half" idx="10"/>
          </p:nvPr>
        </p:nvSpPr>
        <p:spPr/>
        <p:txBody>
          <a:bodyPr/>
          <a:lstStyle/>
          <a:p>
            <a:fld id="{504A1AE1-7907-F24D-8677-0B8F5F67234B}" type="datetime1">
              <a:rPr lang="en-US" smtClean="0"/>
              <a:t>8/12/25</a:t>
            </a:fld>
            <a:endParaRPr lang="en-US"/>
          </a:p>
        </p:txBody>
      </p:sp>
      <p:sp>
        <p:nvSpPr>
          <p:cNvPr id="7" name="Footer Placeholder 6">
            <a:extLst>
              <a:ext uri="{FF2B5EF4-FFF2-40B4-BE49-F238E27FC236}">
                <a16:creationId xmlns:a16="http://schemas.microsoft.com/office/drawing/2014/main" id="{3C84D5AC-C55E-442D-A261-2526AFE660A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9BE13C20-A770-495A-BA36-0CE111A9138F}"/>
              </a:ext>
            </a:extLst>
          </p:cNvPr>
          <p:cNvSpPr>
            <a:spLocks noGrp="1"/>
          </p:cNvSpPr>
          <p:nvPr>
            <p:ph type="sldNum" sz="quarter" idx="12"/>
          </p:nvPr>
        </p:nvSpPr>
        <p:spPr/>
        <p:txBody>
          <a:bodyPr/>
          <a:lstStyle>
            <a:lvl1pPr>
              <a:defRPr b="0" i="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71392087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1_Title Only Dark">
    <p:bg>
      <p:bgRef idx="1001">
        <a:schemeClr val="bg2"/>
      </p:bgRef>
    </p:bg>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BBD02A2E-F04D-C9AF-9F9A-C610B110494F}"/>
              </a:ext>
            </a:extLst>
          </p:cNvPr>
          <p:cNvSpPr/>
          <p:nvPr userDrawn="1"/>
        </p:nvSpPr>
        <p:spPr>
          <a:xfrm>
            <a:off x="0" y="4367"/>
            <a:ext cx="12192000" cy="685363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KR"/>
          </a:p>
        </p:txBody>
      </p:sp>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b="0" i="0">
                <a:solidFill>
                  <a:schemeClr val="bg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only layout with art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8FBA4412-B7A6-5248-9101-6EE6DBC2D916}" type="datetime1">
              <a:rPr lang="en-US" smtClean="0"/>
              <a:t>8/12/25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lvl1pPr>
              <a:defRPr b="0" i="0">
                <a:solidFill>
                  <a:schemeClr val="bg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fld id="{EB4B8DE2-A4E8-46E4-8BBF-D75455EFF32C}" type="slidenum">
              <a:rPr lang="en-US" smtClean="0"/>
              <a:pPr/>
              <a:t>‹#›</a:t>
            </a:fld>
            <a:endParaRPr lang="en-US" dirty="0"/>
          </a:p>
        </p:txBody>
      </p:sp>
    </p:spTree>
    <p:extLst>
      <p:ext uri="{BB962C8B-B14F-4D97-AF65-F5344CB8AC3E}">
        <p14:creationId xmlns:p14="http://schemas.microsoft.com/office/powerpoint/2010/main" val="217512054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24E4CF3D-D908-926B-E2E0-16DC23B9AD70}"/>
              </a:ext>
            </a:extLst>
          </p:cNvPr>
          <p:cNvSpPr/>
          <p:nvPr userDrawn="1"/>
        </p:nvSpPr>
        <p:spPr>
          <a:xfrm>
            <a:off x="0" y="4367"/>
            <a:ext cx="12192000" cy="685363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KR"/>
          </a:p>
        </p:txBody>
      </p:sp>
      <p:sp>
        <p:nvSpPr>
          <p:cNvPr id="18" name="Text Placeholder 7">
            <a:extLst>
              <a:ext uri="{FF2B5EF4-FFF2-40B4-BE49-F238E27FC236}">
                <a16:creationId xmlns:a16="http://schemas.microsoft.com/office/drawing/2014/main" id="{41519F39-6580-C4C2-BB47-492DBFE4A899}"/>
              </a:ext>
            </a:extLst>
          </p:cNvPr>
          <p:cNvSpPr>
            <a:spLocks noGrp="1"/>
          </p:cNvSpPr>
          <p:nvPr>
            <p:ph type="body" sz="quarter" idx="10" hasCustomPrompt="1"/>
          </p:nvPr>
        </p:nvSpPr>
        <p:spPr>
          <a:xfrm>
            <a:off x="619124" y="3621643"/>
            <a:ext cx="1981201" cy="369332"/>
          </a:xfrm>
        </p:spPr>
        <p:txBody>
          <a:bodyPr anchor="b" anchorCtr="0"/>
          <a:lstStyle>
            <a:lvl1pPr marL="0" indent="0">
              <a:buNone/>
              <a:defRPr sz="2000">
                <a:solidFill>
                  <a:schemeClr val="tx1"/>
                </a:solidFill>
              </a:defRPr>
            </a:lvl1pPr>
          </a:lstStyle>
          <a:p>
            <a:pPr lvl="0"/>
            <a:r>
              <a:rPr lang="en-US" dirty="0"/>
              <a:t>Speaker name</a:t>
            </a:r>
          </a:p>
        </p:txBody>
      </p:sp>
      <p:sp>
        <p:nvSpPr>
          <p:cNvPr id="20" name="Text Placeholder 9">
            <a:extLst>
              <a:ext uri="{FF2B5EF4-FFF2-40B4-BE49-F238E27FC236}">
                <a16:creationId xmlns:a16="http://schemas.microsoft.com/office/drawing/2014/main" id="{219A95A1-B9DA-4AAF-6327-04E6E02C3367}"/>
              </a:ext>
            </a:extLst>
          </p:cNvPr>
          <p:cNvSpPr>
            <a:spLocks noGrp="1"/>
          </p:cNvSpPr>
          <p:nvPr>
            <p:ph type="body" sz="quarter" idx="11" hasCustomPrompt="1"/>
          </p:nvPr>
        </p:nvSpPr>
        <p:spPr>
          <a:xfrm>
            <a:off x="619124" y="3990975"/>
            <a:ext cx="1981201" cy="535531"/>
          </a:xfrm>
        </p:spPr>
        <p:txBody>
          <a:bodyPr/>
          <a:lstStyle>
            <a:lvl1pPr marL="0" indent="0">
              <a:spcAft>
                <a:spcPts val="600"/>
              </a:spcAft>
              <a:buNone/>
              <a:defRPr sz="1600">
                <a:solidFill>
                  <a:schemeClr val="tx1"/>
                </a:solidFill>
              </a:defRPr>
            </a:lvl1pPr>
          </a:lstStyle>
          <a:p>
            <a:pPr lvl="0"/>
            <a:r>
              <a:rPr lang="en-US" dirty="0"/>
              <a:t>Speaker contact info (email or socials)</a:t>
            </a:r>
          </a:p>
        </p:txBody>
      </p:sp>
      <p:sp>
        <p:nvSpPr>
          <p:cNvPr id="23" name="TextBox 22">
            <a:extLst>
              <a:ext uri="{FF2B5EF4-FFF2-40B4-BE49-F238E27FC236}">
                <a16:creationId xmlns:a16="http://schemas.microsoft.com/office/drawing/2014/main" id="{BABFCCCA-452D-9DA7-013E-E3237E8C1941}"/>
              </a:ext>
            </a:extLst>
          </p:cNvPr>
          <p:cNvSpPr txBox="1"/>
          <p:nvPr userDrawn="1"/>
        </p:nvSpPr>
        <p:spPr>
          <a:xfrm>
            <a:off x="609599" y="2461211"/>
            <a:ext cx="6867525" cy="923330"/>
          </a:xfrm>
          <a:prstGeom prst="rect">
            <a:avLst/>
          </a:prstGeom>
          <a:noFill/>
        </p:spPr>
        <p:txBody>
          <a:bodyPr wrap="square" lIns="0" rtlCol="0">
            <a:noAutofit/>
          </a:bodyPr>
          <a:lstStyle/>
          <a:p>
            <a:r>
              <a:rPr lang="en-US" sz="4800" b="1" i="0" dirty="0">
                <a:solidFill>
                  <a:schemeClr val="tx1"/>
                </a:solidFill>
                <a:latin typeface="Pretendard SemiBold" panose="02000503000000020004" pitchFamily="2" charset="-127"/>
                <a:ea typeface="Pretendard SemiBold" panose="02000503000000020004" pitchFamily="2" charset="-127"/>
                <a:cs typeface="Pretendard SemiBold" panose="02000503000000020004" pitchFamily="2" charset="-127"/>
              </a:rPr>
              <a:t>Thank you!</a:t>
            </a:r>
          </a:p>
        </p:txBody>
      </p:sp>
    </p:spTree>
    <p:extLst>
      <p:ext uri="{BB962C8B-B14F-4D97-AF65-F5344CB8AC3E}">
        <p14:creationId xmlns:p14="http://schemas.microsoft.com/office/powerpoint/2010/main" val="159671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91CB6-D820-4A96-8204-600D7D956821}"/>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Agenda layout</a:t>
            </a:r>
          </a:p>
        </p:txBody>
      </p:sp>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714500"/>
            <a:ext cx="10972800" cy="3293209"/>
          </a:xfrm>
        </p:spPr>
        <p:txBody>
          <a:bodyPr/>
          <a:lstStyle>
            <a:lvl1pPr marL="0" indent="0">
              <a:spcAft>
                <a:spcPts val="3000"/>
              </a:spcAft>
              <a:buNone/>
              <a:defRPr sz="2400" b="0" i="0">
                <a:latin typeface="Pretendard" panose="02000503000000020004" pitchFamily="2" charset="-127"/>
                <a:ea typeface="Pretendard" panose="02000503000000020004" pitchFamily="2" charset="-127"/>
                <a:cs typeface="Pretendard" panose="02000503000000020004" pitchFamily="2" charset="-127"/>
              </a:defRPr>
            </a:lvl1pPr>
            <a:lvl2pPr marL="0" indent="0">
              <a:spcAft>
                <a:spcPts val="3000"/>
              </a:spcAft>
              <a:buNone/>
              <a:defRPr sz="2400" b="0" i="0">
                <a:latin typeface="Pretendard" panose="02000503000000020004" pitchFamily="2" charset="-127"/>
                <a:ea typeface="Pretendard" panose="02000503000000020004" pitchFamily="2" charset="-127"/>
                <a:cs typeface="Pretendard" panose="02000503000000020004" pitchFamily="2" charset="-127"/>
              </a:defRPr>
            </a:lvl2pPr>
            <a:lvl3pPr marL="0" indent="0">
              <a:spcAft>
                <a:spcPts val="3000"/>
              </a:spcAft>
              <a:buNone/>
              <a:defRPr sz="2400" b="0" i="0">
                <a:latin typeface="Pretendard" panose="02000503000000020004" pitchFamily="2" charset="-127"/>
                <a:ea typeface="Pretendard" panose="02000503000000020004" pitchFamily="2" charset="-127"/>
                <a:cs typeface="Pretendard" panose="02000503000000020004" pitchFamily="2" charset="-127"/>
              </a:defRPr>
            </a:lvl3pPr>
            <a:lvl4pPr marL="0" indent="0">
              <a:spcAft>
                <a:spcPts val="3000"/>
              </a:spcAft>
              <a:buNone/>
              <a:defRPr sz="2400" b="0" i="0">
                <a:latin typeface="Pretendard" panose="02000503000000020004" pitchFamily="2" charset="-127"/>
                <a:ea typeface="Pretendard" panose="02000503000000020004" pitchFamily="2" charset="-127"/>
                <a:cs typeface="Pretendard" panose="02000503000000020004" pitchFamily="2" charset="-127"/>
              </a:defRPr>
            </a:lvl4pPr>
            <a:lvl5pPr marL="0" indent="0">
              <a:spcAft>
                <a:spcPts val="3000"/>
              </a:spcAft>
              <a:buNone/>
              <a:defRPr sz="24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CF5A1D86-6A7C-4718-BC8A-729563F7E07F}"/>
              </a:ext>
            </a:extLst>
          </p:cNvPr>
          <p:cNvSpPr>
            <a:spLocks noGrp="1"/>
          </p:cNvSpPr>
          <p:nvPr>
            <p:ph type="dt" sz="half" idx="11"/>
          </p:nvPr>
        </p:nvSpPr>
        <p:spPr/>
        <p:txBody>
          <a:bodyPr/>
          <a:lstStyle/>
          <a:p>
            <a:fld id="{06736434-7E81-994B-854B-1BF33F160A0D}" type="datetime1">
              <a:rPr lang="en-US" smtClean="0"/>
              <a:t>8/12/25</a:t>
            </a:fld>
            <a:endParaRPr lang="en-US"/>
          </a:p>
        </p:txBody>
      </p:sp>
      <p:sp>
        <p:nvSpPr>
          <p:cNvPr id="4" name="Footer Placeholder 3">
            <a:extLst>
              <a:ext uri="{FF2B5EF4-FFF2-40B4-BE49-F238E27FC236}">
                <a16:creationId xmlns:a16="http://schemas.microsoft.com/office/drawing/2014/main" id="{AC5447C4-003F-49F1-92D9-AA8E16018146}"/>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784C0F27-F073-46C5-99AA-D6BC67A40F51}"/>
              </a:ext>
            </a:extLst>
          </p:cNvPr>
          <p:cNvSpPr>
            <a:spLocks noGrp="1"/>
          </p:cNvSpPr>
          <p:nvPr>
            <p:ph type="sldNum" sz="quarter" idx="13"/>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fld id="{EB4B8DE2-A4E8-46E4-8BBF-D75455EFF32C}" type="slidenum">
              <a:rPr lang="en-US" smtClean="0"/>
              <a:pPr/>
              <a:t>‹#›</a:t>
            </a:fld>
            <a:endParaRPr lang="en-US" dirty="0"/>
          </a:p>
        </p:txBody>
      </p:sp>
      <p:sp>
        <p:nvSpPr>
          <p:cNvPr id="8" name="Content Placeholder 7">
            <a:extLst>
              <a:ext uri="{FF2B5EF4-FFF2-40B4-BE49-F238E27FC236}">
                <a16:creationId xmlns:a16="http://schemas.microsoft.com/office/drawing/2014/main" id="{A6BF1900-B2E7-E06B-0395-1DBBF9304A07}"/>
              </a:ext>
            </a:extLst>
          </p:cNvPr>
          <p:cNvSpPr>
            <a:spLocks noGrp="1"/>
          </p:cNvSpPr>
          <p:nvPr>
            <p:ph sz="quarter" idx="14" hasCustomPrompt="1"/>
          </p:nvPr>
        </p:nvSpPr>
        <p:spPr>
          <a:xfrm>
            <a:off x="609600" y="6437643"/>
            <a:ext cx="4206875" cy="216982"/>
          </a:xfrm>
        </p:spPr>
        <p:txBody>
          <a:bodyPr/>
          <a:lstStyle>
            <a:lvl1pPr marL="0" indent="0">
              <a:buNone/>
              <a:defRPr sz="900"/>
            </a:lvl1pPr>
          </a:lstStyle>
          <a:p>
            <a:pPr lvl="0"/>
            <a:r>
              <a:rPr lang="en-KR" dirty="0"/>
              <a:t>Ref</a:t>
            </a:r>
          </a:p>
        </p:txBody>
      </p:sp>
    </p:spTree>
    <p:extLst>
      <p:ext uri="{BB962C8B-B14F-4D97-AF65-F5344CB8AC3E}">
        <p14:creationId xmlns:p14="http://schemas.microsoft.com/office/powerpoint/2010/main" val="7061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only layout</a:t>
            </a:r>
          </a:p>
        </p:txBody>
      </p:sp>
      <p:sp>
        <p:nvSpPr>
          <p:cNvPr id="3" name="Date Placeholder 2">
            <a:extLst>
              <a:ext uri="{FF2B5EF4-FFF2-40B4-BE49-F238E27FC236}">
                <a16:creationId xmlns:a16="http://schemas.microsoft.com/office/drawing/2014/main" id="{08A22A18-A983-4477-9CE2-E889A78034A4}"/>
              </a:ext>
            </a:extLst>
          </p:cNvPr>
          <p:cNvSpPr>
            <a:spLocks noGrp="1"/>
          </p:cNvSpPr>
          <p:nvPr>
            <p:ph type="dt" sz="half" idx="10"/>
          </p:nvPr>
        </p:nvSpPr>
        <p:spPr/>
        <p:txBody>
          <a:bodyPr/>
          <a:lstStyle/>
          <a:p>
            <a:fld id="{9600D62F-E191-C046-B6EA-E79BE99AA24A}" type="datetime1">
              <a:rPr lang="en-US" smtClean="0"/>
              <a:t>8/12/25</a:t>
            </a:fld>
            <a:endParaRPr lang="en-US"/>
          </a:p>
        </p:txBody>
      </p:sp>
      <p:sp>
        <p:nvSpPr>
          <p:cNvPr id="4" name="Footer Placeholder 3">
            <a:extLst>
              <a:ext uri="{FF2B5EF4-FFF2-40B4-BE49-F238E27FC236}">
                <a16:creationId xmlns:a16="http://schemas.microsoft.com/office/drawing/2014/main" id="{416B6389-19E6-4677-81FB-25CCEB0E3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07AE9-2A8E-446F-AC5C-E522F1C0231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2579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C8CF9-BF86-4458-BFA4-38F0F2DB9847}"/>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and subtitle layout</a:t>
            </a:r>
          </a:p>
        </p:txBody>
      </p:sp>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609600" y="1455968"/>
            <a:ext cx="10972800" cy="258532"/>
          </a:xfrm>
        </p:spPr>
        <p:txBody>
          <a:bodyPr/>
          <a:lstStyle>
            <a:lvl1pPr marL="0" indent="0">
              <a:buNone/>
              <a:defRPr sz="1200" b="0" i="0" cap="all" spc="300" baseline="0">
                <a:latin typeface="Pretendard Medium" panose="02000503000000020004" pitchFamily="2" charset="-127"/>
                <a:ea typeface="Pretendard Medium" panose="02000503000000020004" pitchFamily="2" charset="-127"/>
                <a:cs typeface="Pretendard Medium" panose="02000503000000020004" pitchFamily="2" charset="-127"/>
              </a:defRPr>
            </a:lvl1pPr>
          </a:lstStyle>
          <a:p>
            <a:pPr lvl="0"/>
            <a:r>
              <a:rPr lang="en-US" dirty="0"/>
              <a:t>Enter subtitle</a:t>
            </a:r>
          </a:p>
        </p:txBody>
      </p:sp>
      <p:sp>
        <p:nvSpPr>
          <p:cNvPr id="3" name="Date Placeholder 2">
            <a:extLst>
              <a:ext uri="{FF2B5EF4-FFF2-40B4-BE49-F238E27FC236}">
                <a16:creationId xmlns:a16="http://schemas.microsoft.com/office/drawing/2014/main" id="{A312CB8C-58A4-4758-8C91-E8641A9F6DCF}"/>
              </a:ext>
            </a:extLst>
          </p:cNvPr>
          <p:cNvSpPr>
            <a:spLocks noGrp="1"/>
          </p:cNvSpPr>
          <p:nvPr>
            <p:ph type="dt" sz="half" idx="11"/>
          </p:nvPr>
        </p:nvSpPr>
        <p:spPr/>
        <p:txBody>
          <a:bodyPr/>
          <a:lstStyle/>
          <a:p>
            <a:fld id="{31D3B374-854B-EF47-9B56-0018B9F83111}" type="datetime1">
              <a:rPr lang="en-US" smtClean="0"/>
              <a:t>8/12/25</a:t>
            </a:fld>
            <a:endParaRPr lang="en-US"/>
          </a:p>
        </p:txBody>
      </p:sp>
      <p:sp>
        <p:nvSpPr>
          <p:cNvPr id="5" name="Footer Placeholder 4">
            <a:extLst>
              <a:ext uri="{FF2B5EF4-FFF2-40B4-BE49-F238E27FC236}">
                <a16:creationId xmlns:a16="http://schemas.microsoft.com/office/drawing/2014/main" id="{50444248-408B-4052-8B56-17F469F98EA1}"/>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88178479-5E5D-4B94-9958-5C40D64BED65}"/>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024204732"/>
      </p:ext>
    </p:extLst>
  </p:cSld>
  <p:clrMapOvr>
    <a:masterClrMapping/>
  </p:clrMapOvr>
  <p:extLst>
    <p:ext uri="{DCECCB84-F9BA-43D5-87BE-67443E8EF086}">
      <p15:sldGuideLst xmlns:p15="http://schemas.microsoft.com/office/powerpoint/2012/main">
        <p15:guide id="1" orient="horz" pos="840" userDrawn="1">
          <p15:clr>
            <a:srgbClr val="9FCC3B"/>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511457"/>
          </a:xfrm>
        </p:spPr>
        <p:txBody>
          <a:bodyPr/>
          <a:lstStyle>
            <a:lvl1pPr marL="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1pPr>
            <a:lvl2pPr marL="28575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2pPr>
            <a:lvl3pPr marL="62865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3pPr>
            <a:lvl4pPr marL="91440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4pPr>
            <a:lvl5pPr marL="114300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B02A07-9279-4389-95B8-CFF5307F9EBB}"/>
              </a:ext>
            </a:extLst>
          </p:cNvPr>
          <p:cNvSpPr>
            <a:spLocks noGrp="1"/>
          </p:cNvSpPr>
          <p:nvPr>
            <p:ph type="dt" sz="half" idx="10"/>
          </p:nvPr>
        </p:nvSpPr>
        <p:spPr/>
        <p:txBody>
          <a:bodyPr/>
          <a:lstStyle/>
          <a:p>
            <a:fld id="{B9026E32-37D5-A446-8A01-9B6BBEB5E690}" type="datetime1">
              <a:rPr lang="en-US" smtClean="0"/>
              <a:t>8/12/25</a:t>
            </a:fld>
            <a:endParaRPr lang="en-US"/>
          </a:p>
        </p:txBody>
      </p:sp>
      <p:sp>
        <p:nvSpPr>
          <p:cNvPr id="5" name="Footer Placeholder 4">
            <a:extLst>
              <a:ext uri="{FF2B5EF4-FFF2-40B4-BE49-F238E27FC236}">
                <a16:creationId xmlns:a16="http://schemas.microsoft.com/office/drawing/2014/main" id="{5D24D072-A634-4E51-88E3-AFF4BBF53F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91B74-659E-4EB1-8DB0-B962093F0B4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597322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b="1" i="0">
                <a:latin typeface="Pretendard SemiBold" panose="02000503000000020004" pitchFamily="2" charset="-127"/>
                <a:ea typeface="Pretendard SemiBold" panose="02000503000000020004" pitchFamily="2" charset="-127"/>
                <a:cs typeface="Pretendard SemiBold" panose="02000503000000020004" pitchFamily="2" charset="-127"/>
              </a:defRPr>
            </a:lvl1pPr>
          </a:lstStyle>
          <a:p>
            <a:r>
              <a:rPr lang="en-US" dirty="0"/>
              <a:t>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714500"/>
            <a:ext cx="10972800" cy="2009781"/>
          </a:xfrm>
        </p:spPr>
        <p:txBody>
          <a:bodyPr/>
          <a:lstStyle>
            <a:lvl1pPr>
              <a:defRPr sz="2400" b="0" i="0">
                <a:latin typeface="Pretendard" panose="02000503000000020004" pitchFamily="2" charset="-127"/>
                <a:ea typeface="Pretendard" panose="02000503000000020004" pitchFamily="2" charset="-127"/>
                <a:cs typeface="Pretendard" panose="02000503000000020004" pitchFamily="2" charset="-127"/>
              </a:defRPr>
            </a:lvl1pPr>
            <a:lvl2pPr>
              <a:defRPr sz="2000" b="0" i="0">
                <a:latin typeface="Pretendard" panose="02000503000000020004" pitchFamily="2" charset="-127"/>
                <a:ea typeface="Pretendard" panose="02000503000000020004" pitchFamily="2" charset="-127"/>
                <a:cs typeface="Pretendard" panose="02000503000000020004" pitchFamily="2" charset="-127"/>
              </a:defRPr>
            </a:lvl2pPr>
            <a:lvl3pPr>
              <a:defRPr sz="1800" b="0" i="0">
                <a:latin typeface="Pretendard" panose="02000503000000020004" pitchFamily="2" charset="-127"/>
                <a:ea typeface="Pretendard" panose="02000503000000020004" pitchFamily="2" charset="-127"/>
                <a:cs typeface="Pretendard" panose="02000503000000020004" pitchFamily="2" charset="-127"/>
              </a:defRPr>
            </a:lvl3pPr>
            <a:lvl4pPr>
              <a:defRPr sz="1600" b="0" i="0">
                <a:latin typeface="Pretendard" panose="02000503000000020004" pitchFamily="2" charset="-127"/>
                <a:ea typeface="Pretendard" panose="02000503000000020004" pitchFamily="2" charset="-127"/>
                <a:cs typeface="Pretendard" panose="02000503000000020004" pitchFamily="2" charset="-127"/>
              </a:defRPr>
            </a:lvl4pPr>
            <a:lvl5pPr>
              <a:defRPr sz="16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 </a:t>
            </a:r>
          </a:p>
        </p:txBody>
      </p:sp>
      <p:sp>
        <p:nvSpPr>
          <p:cNvPr id="4" name="Date Placeholder 3">
            <a:extLst>
              <a:ext uri="{FF2B5EF4-FFF2-40B4-BE49-F238E27FC236}">
                <a16:creationId xmlns:a16="http://schemas.microsoft.com/office/drawing/2014/main" id="{5428ABEB-87DF-4979-B8D5-38D09C158222}"/>
              </a:ext>
            </a:extLst>
          </p:cNvPr>
          <p:cNvSpPr>
            <a:spLocks noGrp="1"/>
          </p:cNvSpPr>
          <p:nvPr>
            <p:ph type="dt" sz="half" idx="10"/>
          </p:nvPr>
        </p:nvSpPr>
        <p:spPr/>
        <p:txBody>
          <a:bodyPr/>
          <a:lstStyle/>
          <a:p>
            <a:fld id="{F68F78D1-9721-044C-B65C-A6FC97994CEC}" type="datetime1">
              <a:rPr lang="en-US" smtClean="0"/>
              <a:t>8/12/25</a:t>
            </a:fld>
            <a:endParaRPr lang="en-US"/>
          </a:p>
        </p:txBody>
      </p:sp>
      <p:sp>
        <p:nvSpPr>
          <p:cNvPr id="5" name="Footer Placeholder 4">
            <a:extLst>
              <a:ext uri="{FF2B5EF4-FFF2-40B4-BE49-F238E27FC236}">
                <a16:creationId xmlns:a16="http://schemas.microsoft.com/office/drawing/2014/main" id="{B67DE3A9-1F3C-45F4-9F53-543C4B62D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27DE2B-5658-4ECD-9AB5-497E1D05E00C}"/>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174197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subtitle, and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33600"/>
            <a:ext cx="10972800" cy="2511457"/>
          </a:xfrm>
        </p:spPr>
        <p:txBody>
          <a:bodyPr/>
          <a:lstStyle>
            <a:lvl1pPr marL="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1pPr>
            <a:lvl2pPr marL="28575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2pPr>
            <a:lvl3pPr marL="62865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3pPr>
            <a:lvl4pPr marL="91440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4pPr>
            <a:lvl5pPr marL="1143000" indent="0">
              <a:spcAft>
                <a:spcPts val="1800"/>
              </a:spcAft>
              <a:buNone/>
              <a:defRPr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942CBB3C-A513-466E-B53F-E5E5781263EA}"/>
              </a:ext>
            </a:extLst>
          </p:cNvPr>
          <p:cNvSpPr>
            <a:spLocks noGrp="1"/>
          </p:cNvSpPr>
          <p:nvPr>
            <p:ph type="body" sz="quarter" idx="10" hasCustomPrompt="1"/>
          </p:nvPr>
        </p:nvSpPr>
        <p:spPr>
          <a:xfrm>
            <a:off x="609600" y="1455968"/>
            <a:ext cx="10972800" cy="258532"/>
          </a:xfrm>
        </p:spPr>
        <p:txBody>
          <a:bodyPr/>
          <a:lstStyle>
            <a:lvl1pPr marL="0" indent="0">
              <a:buNone/>
              <a:defRPr sz="1200" b="1" i="0" cap="all" spc="300" baseline="0"/>
            </a:lvl1pPr>
          </a:lstStyle>
          <a:p>
            <a:pPr lvl="0"/>
            <a:r>
              <a:rPr lang="en-US" dirty="0"/>
              <a:t>Enter subtitle</a:t>
            </a:r>
          </a:p>
        </p:txBody>
      </p:sp>
      <p:sp>
        <p:nvSpPr>
          <p:cNvPr id="4" name="Date Placeholder 3">
            <a:extLst>
              <a:ext uri="{FF2B5EF4-FFF2-40B4-BE49-F238E27FC236}">
                <a16:creationId xmlns:a16="http://schemas.microsoft.com/office/drawing/2014/main" id="{876D2500-AAFD-4464-92DE-45442731C6FD}"/>
              </a:ext>
            </a:extLst>
          </p:cNvPr>
          <p:cNvSpPr>
            <a:spLocks noGrp="1"/>
          </p:cNvSpPr>
          <p:nvPr>
            <p:ph type="dt" sz="half" idx="11"/>
          </p:nvPr>
        </p:nvSpPr>
        <p:spPr/>
        <p:txBody>
          <a:bodyPr/>
          <a:lstStyle/>
          <a:p>
            <a:fld id="{C4422CFE-CB70-E144-AF43-F0FCE393742F}" type="datetime1">
              <a:rPr lang="en-US" smtClean="0"/>
              <a:t>8/12/25</a:t>
            </a:fld>
            <a:endParaRPr lang="en-US"/>
          </a:p>
        </p:txBody>
      </p:sp>
      <p:sp>
        <p:nvSpPr>
          <p:cNvPr id="6" name="Footer Placeholder 5">
            <a:extLst>
              <a:ext uri="{FF2B5EF4-FFF2-40B4-BE49-F238E27FC236}">
                <a16:creationId xmlns:a16="http://schemas.microsoft.com/office/drawing/2014/main" id="{77A7C935-E20D-482F-89A5-4255E88216F0}"/>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0E19C1A1-91E5-46D2-97FB-94E48C63B96F}"/>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41649350"/>
      </p:ext>
    </p:extLst>
  </p:cSld>
  <p:clrMapOvr>
    <a:masterClrMapping/>
  </p:clrMapOvr>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3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Bullete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subtitle, and bulleted content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1981200"/>
            <a:ext cx="10972800" cy="2203680"/>
          </a:xfrm>
        </p:spPr>
        <p:txBody>
          <a:bodyPr/>
          <a:lstStyle>
            <a:lvl1pPr>
              <a:defRPr b="0" i="0">
                <a:latin typeface="Pretendard" panose="02000503000000020004" pitchFamily="2" charset="-127"/>
                <a:ea typeface="Pretendard" panose="02000503000000020004" pitchFamily="2" charset="-127"/>
                <a:cs typeface="Pretendard" panose="02000503000000020004" pitchFamily="2" charset="-127"/>
              </a:defRPr>
            </a:lvl1pPr>
            <a:lvl2pPr>
              <a:defRPr b="0" i="0">
                <a:latin typeface="Pretendard" panose="02000503000000020004" pitchFamily="2" charset="-127"/>
                <a:ea typeface="Pretendard" panose="02000503000000020004" pitchFamily="2" charset="-127"/>
                <a:cs typeface="Pretendard" panose="02000503000000020004" pitchFamily="2" charset="-127"/>
              </a:defRPr>
            </a:lvl2pPr>
            <a:lvl3pPr>
              <a:defRPr b="0" i="0">
                <a:latin typeface="Pretendard" panose="02000503000000020004" pitchFamily="2" charset="-127"/>
                <a:ea typeface="Pretendard" panose="02000503000000020004" pitchFamily="2" charset="-127"/>
                <a:cs typeface="Pretendard" panose="02000503000000020004" pitchFamily="2" charset="-127"/>
              </a:defRPr>
            </a:lvl3pPr>
            <a:lvl4pPr>
              <a:defRPr b="0" i="0">
                <a:latin typeface="Pretendard" panose="02000503000000020004" pitchFamily="2" charset="-127"/>
                <a:ea typeface="Pretendard" panose="02000503000000020004" pitchFamily="2" charset="-127"/>
                <a:cs typeface="Pretendard" panose="02000503000000020004" pitchFamily="2" charset="-127"/>
              </a:defRPr>
            </a:lvl4pPr>
            <a:lvl5pPr>
              <a:defRPr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C73DDF9C-7004-4F4E-8707-3F8553760CAE}"/>
              </a:ext>
            </a:extLst>
          </p:cNvPr>
          <p:cNvSpPr>
            <a:spLocks noGrp="1"/>
          </p:cNvSpPr>
          <p:nvPr>
            <p:ph type="body" sz="quarter" idx="10" hasCustomPrompt="1"/>
          </p:nvPr>
        </p:nvSpPr>
        <p:spPr>
          <a:xfrm>
            <a:off x="609600" y="1457034"/>
            <a:ext cx="10972800" cy="258532"/>
          </a:xfrm>
        </p:spPr>
        <p:txBody>
          <a:bodyPr/>
          <a:lstStyle>
            <a:lvl1pPr marL="0" indent="0">
              <a:buNone/>
              <a:defRPr sz="1200" b="1" i="0" cap="all" spc="300" baseline="0"/>
            </a:lvl1pPr>
          </a:lstStyle>
          <a:p>
            <a:pPr lvl="0"/>
            <a:r>
              <a:rPr lang="en-US" dirty="0"/>
              <a:t>Enter subtitle</a:t>
            </a:r>
          </a:p>
        </p:txBody>
      </p:sp>
      <p:sp>
        <p:nvSpPr>
          <p:cNvPr id="5" name="Date Placeholder 4">
            <a:extLst>
              <a:ext uri="{FF2B5EF4-FFF2-40B4-BE49-F238E27FC236}">
                <a16:creationId xmlns:a16="http://schemas.microsoft.com/office/drawing/2014/main" id="{91E9B8C3-36CA-4A97-B3FF-2FCDD97E1A02}"/>
              </a:ext>
            </a:extLst>
          </p:cNvPr>
          <p:cNvSpPr>
            <a:spLocks noGrp="1"/>
          </p:cNvSpPr>
          <p:nvPr>
            <p:ph type="dt" sz="half" idx="11"/>
          </p:nvPr>
        </p:nvSpPr>
        <p:spPr/>
        <p:txBody>
          <a:bodyPr/>
          <a:lstStyle/>
          <a:p>
            <a:fld id="{F4FC2D43-256D-6645-BCF9-A844B8D70195}" type="datetime1">
              <a:rPr lang="en-US" smtClean="0"/>
              <a:t>8/12/25</a:t>
            </a:fld>
            <a:endParaRPr lang="en-US"/>
          </a:p>
        </p:txBody>
      </p:sp>
      <p:sp>
        <p:nvSpPr>
          <p:cNvPr id="6" name="Footer Placeholder 5">
            <a:extLst>
              <a:ext uri="{FF2B5EF4-FFF2-40B4-BE49-F238E27FC236}">
                <a16:creationId xmlns:a16="http://schemas.microsoft.com/office/drawing/2014/main" id="{9AEEE534-0361-47D3-8F92-2D7522A226D4}"/>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A34270F7-2BCA-4119-8F34-BD17AB29E14B}"/>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094173681"/>
      </p:ext>
    </p:extLst>
  </p:cSld>
  <p:clrMapOvr>
    <a:masterClrMapping/>
  </p:clrMapOvr>
  <p:extLst>
    <p:ext uri="{DCECCB84-F9BA-43D5-87BE-67443E8EF086}">
      <p15:sldGuideLst xmlns:p15="http://schemas.microsoft.com/office/powerpoint/2012/main">
        <p15:guide id="1" orient="horz" pos="840" userDrawn="1">
          <p15:clr>
            <a:srgbClr val="9FCC3B"/>
          </p15:clr>
        </p15:guide>
        <p15:guide id="2" orient="horz" pos="1128" userDrawn="1">
          <p15:clr>
            <a:srgbClr val="9FCC3B"/>
          </p15:clr>
        </p15:guide>
        <p15:guide id="3" orient="horz" pos="12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8ECA2-6D6E-4722-9B75-7468AE1E58A6}"/>
              </a:ext>
            </a:extLst>
          </p:cNvPr>
          <p:cNvSpPr>
            <a:spLocks noGrp="1"/>
          </p:cNvSpPr>
          <p:nvPr>
            <p:ph type="title" hasCustomPrompt="1"/>
          </p:nvPr>
        </p:nvSpPr>
        <p:spPr>
          <a:xfrm>
            <a:off x="609600" y="914401"/>
            <a:ext cx="5334000" cy="978729"/>
          </a:xfrm>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Title, content, and image layout</a:t>
            </a:r>
          </a:p>
        </p:txBody>
      </p:sp>
      <p:sp>
        <p:nvSpPr>
          <p:cNvPr id="3" name="Content Placeholder 2">
            <a:extLst>
              <a:ext uri="{FF2B5EF4-FFF2-40B4-BE49-F238E27FC236}">
                <a16:creationId xmlns:a16="http://schemas.microsoft.com/office/drawing/2014/main" id="{1025BCD8-5D1C-48DC-A21B-317A0B7D55A0}"/>
              </a:ext>
            </a:extLst>
          </p:cNvPr>
          <p:cNvSpPr>
            <a:spLocks noGrp="1"/>
          </p:cNvSpPr>
          <p:nvPr>
            <p:ph idx="1" hasCustomPrompt="1"/>
          </p:nvPr>
        </p:nvSpPr>
        <p:spPr>
          <a:xfrm>
            <a:off x="609600" y="2171700"/>
            <a:ext cx="5334000" cy="1412694"/>
          </a:xfrm>
        </p:spPr>
        <p:txBody>
          <a:bodyPr/>
          <a:lstStyle>
            <a:lvl1pPr marL="0" indent="0">
              <a:spcAft>
                <a:spcPts val="1800"/>
              </a:spcAft>
              <a:buNone/>
              <a:defRPr sz="24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spcAft>
                <a:spcPts val="1800"/>
              </a:spcAft>
              <a:buNone/>
              <a:defRPr sz="20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spcAft>
                <a:spcPts val="1800"/>
              </a:spcAft>
              <a:buNone/>
              <a:defRPr sz="1800" b="0" i="0">
                <a:latin typeface="Pretendard" panose="02000503000000020004" pitchFamily="2" charset="-127"/>
                <a:ea typeface="Pretendard" panose="02000503000000020004" pitchFamily="2" charset="-127"/>
                <a:cs typeface="Pretendard" panose="02000503000000020004" pitchFamily="2" charset="-127"/>
              </a:defRPr>
            </a:lvl3pPr>
            <a:lvl4pPr marL="914400" indent="0">
              <a:spcAft>
                <a:spcPts val="1800"/>
              </a:spcAft>
              <a:buNone/>
              <a:defRPr sz="1600"/>
            </a:lvl4pPr>
            <a:lvl5pPr marL="1143000" indent="0">
              <a:spcAft>
                <a:spcPts val="1800"/>
              </a:spcAft>
              <a:buNone/>
              <a:defRPr sz="1600"/>
            </a:lvl5pPr>
          </a:lstStyle>
          <a:p>
            <a:pPr lvl="0"/>
            <a:r>
              <a:rPr lang="en-US" dirty="0"/>
              <a:t>Enter text</a:t>
            </a:r>
          </a:p>
          <a:p>
            <a:pPr lvl="1"/>
            <a:r>
              <a:rPr lang="en-US" dirty="0"/>
              <a:t>Second level</a:t>
            </a:r>
          </a:p>
          <a:p>
            <a:pPr lvl="2"/>
            <a:r>
              <a:rPr lang="en-US" dirty="0"/>
              <a:t>Third level</a:t>
            </a:r>
          </a:p>
        </p:txBody>
      </p:sp>
      <p:sp>
        <p:nvSpPr>
          <p:cNvPr id="5" name="Picture Placeholder 4">
            <a:extLst>
              <a:ext uri="{FF2B5EF4-FFF2-40B4-BE49-F238E27FC236}">
                <a16:creationId xmlns:a16="http://schemas.microsoft.com/office/drawing/2014/main" id="{F3B2582F-3FE9-42AC-8572-5C27E1A8E55F}"/>
              </a:ext>
            </a:extLst>
          </p:cNvPr>
          <p:cNvSpPr>
            <a:spLocks noGrp="1"/>
          </p:cNvSpPr>
          <p:nvPr>
            <p:ph type="pic" sz="quarter" idx="10" hasCustomPrompt="1"/>
          </p:nvPr>
        </p:nvSpPr>
        <p:spPr>
          <a:xfrm>
            <a:off x="6248400" y="0"/>
            <a:ext cx="5943600" cy="6858000"/>
          </a:xfrm>
        </p:spPr>
        <p:txBody>
          <a:bodyPr anchor="ctr">
            <a:noAutofit/>
          </a:bodyPr>
          <a:lstStyle>
            <a:lvl1pPr marL="0" indent="0" algn="ctr">
              <a:buNone/>
              <a:defRPr/>
            </a:lvl1pPr>
          </a:lstStyle>
          <a:p>
            <a:r>
              <a:rPr lang="en-US" dirty="0"/>
              <a:t>Click (or paste) to insert picture</a:t>
            </a:r>
          </a:p>
        </p:txBody>
      </p:sp>
      <p:sp>
        <p:nvSpPr>
          <p:cNvPr id="4" name="Date Placeholder 3">
            <a:extLst>
              <a:ext uri="{FF2B5EF4-FFF2-40B4-BE49-F238E27FC236}">
                <a16:creationId xmlns:a16="http://schemas.microsoft.com/office/drawing/2014/main" id="{FC3FE715-EC87-4B8E-9C5A-5A9D588BB97F}"/>
              </a:ext>
            </a:extLst>
          </p:cNvPr>
          <p:cNvSpPr>
            <a:spLocks noGrp="1"/>
          </p:cNvSpPr>
          <p:nvPr>
            <p:ph type="dt" sz="half" idx="11"/>
          </p:nvPr>
        </p:nvSpPr>
        <p:spPr/>
        <p:txBody>
          <a:bodyPr/>
          <a:lstStyle/>
          <a:p>
            <a:fld id="{08C0C526-AA41-9246-8D2F-123642CF358A}" type="datetime1">
              <a:rPr lang="en-US" smtClean="0"/>
              <a:t>8/12/25</a:t>
            </a:fld>
            <a:endParaRPr lang="en-US"/>
          </a:p>
        </p:txBody>
      </p:sp>
      <p:sp>
        <p:nvSpPr>
          <p:cNvPr id="6" name="Footer Placeholder 5">
            <a:extLst>
              <a:ext uri="{FF2B5EF4-FFF2-40B4-BE49-F238E27FC236}">
                <a16:creationId xmlns:a16="http://schemas.microsoft.com/office/drawing/2014/main" id="{18D5F6CD-847A-4EBE-9BAA-72269373CEED}"/>
              </a:ext>
            </a:extLst>
          </p:cNvPr>
          <p:cNvSpPr>
            <a:spLocks noGrp="1"/>
          </p:cNvSpPr>
          <p:nvPr>
            <p:ph type="ftr" sz="quarter" idx="12"/>
          </p:nvPr>
        </p:nvSpPr>
        <p:spPr/>
        <p:txBody>
          <a:bodyPr/>
          <a:lstStyle/>
          <a:p>
            <a:endParaRPr lang="en-US"/>
          </a:p>
        </p:txBody>
      </p:sp>
      <p:sp>
        <p:nvSpPr>
          <p:cNvPr id="7" name="Slide Number Placeholder 6">
            <a:extLst>
              <a:ext uri="{FF2B5EF4-FFF2-40B4-BE49-F238E27FC236}">
                <a16:creationId xmlns:a16="http://schemas.microsoft.com/office/drawing/2014/main" id="{E1C972F2-75D0-4C1D-B2C9-D4DDBBA7EBAC}"/>
              </a:ext>
            </a:extLst>
          </p:cNvPr>
          <p:cNvSpPr>
            <a:spLocks noGrp="1"/>
          </p:cNvSpPr>
          <p:nvPr>
            <p:ph type="sldNum" sz="quarter" idx="13"/>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172912364"/>
      </p:ext>
    </p:extLst>
  </p:cSld>
  <p:clrMapOvr>
    <a:masterClrMapping/>
  </p:clrMapOvr>
  <p:extLst>
    <p:ext uri="{DCECCB84-F9BA-43D5-87BE-67443E8EF086}">
      <p15:sldGuideLst xmlns:p15="http://schemas.microsoft.com/office/powerpoint/2012/main">
        <p15:guide id="2" orient="horz" pos="136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4C8A-667C-40C7-9A6D-BA3F977C5FDD}"/>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Two-column layout</a:t>
            </a:r>
          </a:p>
        </p:txBody>
      </p:sp>
      <p:sp>
        <p:nvSpPr>
          <p:cNvPr id="3" name="Content Placeholder 2">
            <a:extLst>
              <a:ext uri="{FF2B5EF4-FFF2-40B4-BE49-F238E27FC236}">
                <a16:creationId xmlns:a16="http://schemas.microsoft.com/office/drawing/2014/main" id="{9B10331E-4F8F-4DEC-91C1-F631560E6601}"/>
              </a:ext>
            </a:extLst>
          </p:cNvPr>
          <p:cNvSpPr>
            <a:spLocks noGrp="1"/>
          </p:cNvSpPr>
          <p:nvPr>
            <p:ph sz="half" idx="1" hasCustomPrompt="1"/>
          </p:nvPr>
        </p:nvSpPr>
        <p:spPr>
          <a:xfrm>
            <a:off x="609600" y="1714500"/>
            <a:ext cx="5248274" cy="2317558"/>
          </a:xfrm>
        </p:spPr>
        <p:txBody>
          <a:bodyPr/>
          <a:lstStyle>
            <a:lvl1pPr marL="0" indent="0">
              <a:spcAft>
                <a:spcPts val="1800"/>
              </a:spcAft>
              <a:buNone/>
              <a:defRPr sz="24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spcAft>
                <a:spcPts val="1800"/>
              </a:spcAft>
              <a:buNone/>
              <a:defRPr sz="20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spcAft>
                <a:spcPts val="1800"/>
              </a:spcAft>
              <a:buNone/>
              <a:defRPr sz="1800" b="0" i="0">
                <a:latin typeface="Pretendard" panose="02000503000000020004" pitchFamily="2" charset="-127"/>
                <a:ea typeface="Pretendard" panose="02000503000000020004" pitchFamily="2" charset="-127"/>
                <a:cs typeface="Pretendard" panose="02000503000000020004" pitchFamily="2" charset="-127"/>
              </a:defRPr>
            </a:lvl3pPr>
            <a:lvl4pPr marL="914400" indent="0">
              <a:spcAft>
                <a:spcPts val="1800"/>
              </a:spcAft>
              <a:buNone/>
              <a:defRPr sz="1600" b="0" i="0">
                <a:latin typeface="Pretendard" panose="02000503000000020004" pitchFamily="2" charset="-127"/>
                <a:ea typeface="Pretendard" panose="02000503000000020004" pitchFamily="2" charset="-127"/>
                <a:cs typeface="Pretendard" panose="02000503000000020004" pitchFamily="2" charset="-127"/>
              </a:defRPr>
            </a:lvl4pPr>
            <a:lvl5pPr marL="1143000" indent="0">
              <a:spcAft>
                <a:spcPts val="1800"/>
              </a:spcAft>
              <a:buNone/>
              <a:defRPr sz="16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CF72257F-5E84-444A-B9C4-CCB856025EB2}"/>
              </a:ext>
            </a:extLst>
          </p:cNvPr>
          <p:cNvSpPr>
            <a:spLocks noGrp="1"/>
          </p:cNvSpPr>
          <p:nvPr>
            <p:ph sz="half" idx="2" hasCustomPrompt="1"/>
          </p:nvPr>
        </p:nvSpPr>
        <p:spPr>
          <a:xfrm>
            <a:off x="6334125" y="1714499"/>
            <a:ext cx="5248276" cy="2317558"/>
          </a:xfrm>
        </p:spPr>
        <p:txBody>
          <a:bodyPr/>
          <a:lstStyle>
            <a:lvl1pPr marL="0" indent="0">
              <a:spcAft>
                <a:spcPts val="1800"/>
              </a:spcAft>
              <a:buNone/>
              <a:defRPr sz="24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spcAft>
                <a:spcPts val="1800"/>
              </a:spcAft>
              <a:buNone/>
              <a:defRPr sz="20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spcAft>
                <a:spcPts val="1800"/>
              </a:spcAft>
              <a:buNone/>
              <a:defRPr sz="1800" b="0" i="0">
                <a:latin typeface="Pretendard" panose="02000503000000020004" pitchFamily="2" charset="-127"/>
                <a:ea typeface="Pretendard" panose="02000503000000020004" pitchFamily="2" charset="-127"/>
                <a:cs typeface="Pretendard" panose="02000503000000020004" pitchFamily="2" charset="-127"/>
              </a:defRPr>
            </a:lvl3pPr>
            <a:lvl4pPr marL="914400" indent="0">
              <a:spcAft>
                <a:spcPts val="1800"/>
              </a:spcAft>
              <a:buNone/>
              <a:defRPr sz="1600" b="0" i="0">
                <a:latin typeface="Pretendard" panose="02000503000000020004" pitchFamily="2" charset="-127"/>
                <a:ea typeface="Pretendard" panose="02000503000000020004" pitchFamily="2" charset="-127"/>
                <a:cs typeface="Pretendard" panose="02000503000000020004" pitchFamily="2" charset="-127"/>
              </a:defRPr>
            </a:lvl4pPr>
            <a:lvl5pPr marL="1143000" indent="0">
              <a:spcAft>
                <a:spcPts val="1800"/>
              </a:spcAft>
              <a:buNone/>
              <a:defRPr sz="1600" b="0" i="0">
                <a:latin typeface="Pretendard" panose="02000503000000020004" pitchFamily="2" charset="-127"/>
                <a:ea typeface="Pretendard" panose="02000503000000020004" pitchFamily="2" charset="-127"/>
                <a:cs typeface="Pretendard" panose="02000503000000020004" pitchFamily="2" charset="-127"/>
              </a:defRPr>
            </a:lvl5pPr>
          </a:lstStyle>
          <a:p>
            <a:pPr lvl="0"/>
            <a:r>
              <a:rPr lang="en-US" dirty="0"/>
              <a:t>Enter text or click icon to add media</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B8530C4-DC55-4C62-84CC-692229E78516}"/>
              </a:ext>
            </a:extLst>
          </p:cNvPr>
          <p:cNvSpPr>
            <a:spLocks noGrp="1"/>
          </p:cNvSpPr>
          <p:nvPr>
            <p:ph type="dt" sz="half" idx="10"/>
          </p:nvPr>
        </p:nvSpPr>
        <p:spPr/>
        <p:txBody>
          <a:bodyPr/>
          <a:lstStyle/>
          <a:p>
            <a:fld id="{C6CBC29B-2875-A847-90DD-93F5B9D216F5}" type="datetime1">
              <a:rPr lang="en-US" smtClean="0"/>
              <a:t>8/12/25</a:t>
            </a:fld>
            <a:endParaRPr lang="en-US"/>
          </a:p>
        </p:txBody>
      </p:sp>
      <p:sp>
        <p:nvSpPr>
          <p:cNvPr id="6" name="Footer Placeholder 5">
            <a:extLst>
              <a:ext uri="{FF2B5EF4-FFF2-40B4-BE49-F238E27FC236}">
                <a16:creationId xmlns:a16="http://schemas.microsoft.com/office/drawing/2014/main" id="{A64B8C68-5C05-4F96-9FF2-B531F83A53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B81369-2E97-4C0B-9762-D765E28372D1}"/>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4481334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Two-column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5248656"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5248656"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6334125" y="1743647"/>
            <a:ext cx="5248656"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6334125" y="2141554"/>
            <a:ext cx="5248656"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Date Placeholder 6">
            <a:extLst>
              <a:ext uri="{FF2B5EF4-FFF2-40B4-BE49-F238E27FC236}">
                <a16:creationId xmlns:a16="http://schemas.microsoft.com/office/drawing/2014/main" id="{996D1DC3-FE4E-4BC2-8CA3-4ED12B138031}"/>
              </a:ext>
            </a:extLst>
          </p:cNvPr>
          <p:cNvSpPr>
            <a:spLocks noGrp="1"/>
          </p:cNvSpPr>
          <p:nvPr>
            <p:ph type="dt" sz="half" idx="10"/>
          </p:nvPr>
        </p:nvSpPr>
        <p:spPr/>
        <p:txBody>
          <a:bodyPr/>
          <a:lstStyle/>
          <a:p>
            <a:fld id="{D467C09E-9944-944E-A974-7D6AA4E02B83}" type="datetime1">
              <a:rPr lang="en-US" smtClean="0"/>
              <a:t>8/12/25</a:t>
            </a:fld>
            <a:endParaRPr lang="en-US"/>
          </a:p>
        </p:txBody>
      </p:sp>
      <p:sp>
        <p:nvSpPr>
          <p:cNvPr id="8" name="Footer Placeholder 7">
            <a:extLst>
              <a:ext uri="{FF2B5EF4-FFF2-40B4-BE49-F238E27FC236}">
                <a16:creationId xmlns:a16="http://schemas.microsoft.com/office/drawing/2014/main" id="{E24AE993-84F9-4B17-BB98-5AAAFAF3EA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2CB0EC-BB93-4417-89BD-8704180EA225}"/>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10409789"/>
      </p:ext>
    </p:extLst>
  </p:cSld>
  <p:clrMapOvr>
    <a:masterClrMapping/>
  </p:clrMapOvr>
  <p:extLst>
    <p:ext uri="{DCECCB84-F9BA-43D5-87BE-67443E8EF086}">
      <p15:sldGuideLst xmlns:p15="http://schemas.microsoft.com/office/powerpoint/2012/main">
        <p15:guide id="1" orient="horz" pos="134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Three-column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3483864" cy="1314206"/>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174364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2141554"/>
            <a:ext cx="3483864" cy="1314206"/>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174364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2141554"/>
            <a:ext cx="3483864" cy="1314206"/>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 or click icon to add media</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4B58E081-E30E-4521-AEC0-F25E96B2F80B}"/>
              </a:ext>
            </a:extLst>
          </p:cNvPr>
          <p:cNvSpPr>
            <a:spLocks noGrp="1"/>
          </p:cNvSpPr>
          <p:nvPr>
            <p:ph type="dt" sz="half" idx="12"/>
          </p:nvPr>
        </p:nvSpPr>
        <p:spPr/>
        <p:txBody>
          <a:bodyPr/>
          <a:lstStyle/>
          <a:p>
            <a:fld id="{6F02E835-1245-C748-8E9F-651FE6B45587}" type="datetime1">
              <a:rPr lang="en-US" smtClean="0"/>
              <a:t>8/12/25</a:t>
            </a:fld>
            <a:endParaRPr lang="en-US"/>
          </a:p>
        </p:txBody>
      </p:sp>
      <p:sp>
        <p:nvSpPr>
          <p:cNvPr id="10" name="Footer Placeholder 9">
            <a:extLst>
              <a:ext uri="{FF2B5EF4-FFF2-40B4-BE49-F238E27FC236}">
                <a16:creationId xmlns:a16="http://schemas.microsoft.com/office/drawing/2014/main" id="{8E5D495B-454B-46AE-A85D-594A0B9FDDCC}"/>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F05D547-F845-48C9-979D-DD2269BB9C80}"/>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04503320"/>
      </p:ext>
    </p:extLst>
  </p:cSld>
  <p:clrMapOvr>
    <a:masterClrMapping/>
  </p:clrMapOvr>
  <p:extLst>
    <p:ext uri="{DCECCB84-F9BA-43D5-87BE-67443E8EF086}">
      <p15:sldGuideLst xmlns:p15="http://schemas.microsoft.com/office/powerpoint/2012/main">
        <p15:guide id="1" orient="horz" pos="134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hree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Three-column layout with subheadings and images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328669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3656030"/>
            <a:ext cx="3483864"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4354068" y="328669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4354067" y="3656030"/>
            <a:ext cx="3483864"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8098536" y="3286697"/>
            <a:ext cx="3483864"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8098536" y="3656030"/>
            <a:ext cx="3483864"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Date Placeholder 8">
            <a:extLst>
              <a:ext uri="{FF2B5EF4-FFF2-40B4-BE49-F238E27FC236}">
                <a16:creationId xmlns:a16="http://schemas.microsoft.com/office/drawing/2014/main" id="{FFCFB8E8-C9F0-4143-9378-EA7F6C76665B}"/>
              </a:ext>
            </a:extLst>
          </p:cNvPr>
          <p:cNvSpPr>
            <a:spLocks noGrp="1"/>
          </p:cNvSpPr>
          <p:nvPr>
            <p:ph type="dt" sz="half" idx="12"/>
          </p:nvPr>
        </p:nvSpPr>
        <p:spPr/>
        <p:txBody>
          <a:bodyPr/>
          <a:lstStyle/>
          <a:p>
            <a:fld id="{F96E8718-D810-5D42-BBA7-DBDBA7B074E9}" type="datetime1">
              <a:rPr lang="en-US" smtClean="0"/>
              <a:t>8/12/25</a:t>
            </a:fld>
            <a:endParaRPr lang="en-US"/>
          </a:p>
        </p:txBody>
      </p:sp>
      <p:sp>
        <p:nvSpPr>
          <p:cNvPr id="10" name="Footer Placeholder 9">
            <a:extLst>
              <a:ext uri="{FF2B5EF4-FFF2-40B4-BE49-F238E27FC236}">
                <a16:creationId xmlns:a16="http://schemas.microsoft.com/office/drawing/2014/main" id="{D7D1B458-DF75-45ED-B8CC-69A72676AB03}"/>
              </a:ext>
            </a:extLst>
          </p:cNvPr>
          <p:cNvSpPr>
            <a:spLocks noGrp="1"/>
          </p:cNvSpPr>
          <p:nvPr>
            <p:ph type="ftr" sz="quarter" idx="13"/>
          </p:nvPr>
        </p:nvSpPr>
        <p:spPr/>
        <p:txBody>
          <a:bodyPr/>
          <a:lstStyle/>
          <a:p>
            <a:endParaRPr lang="en-US"/>
          </a:p>
        </p:txBody>
      </p:sp>
      <p:sp>
        <p:nvSpPr>
          <p:cNvPr id="11" name="Slide Number Placeholder 10">
            <a:extLst>
              <a:ext uri="{FF2B5EF4-FFF2-40B4-BE49-F238E27FC236}">
                <a16:creationId xmlns:a16="http://schemas.microsoft.com/office/drawing/2014/main" id="{7BB1AFFF-5B96-4371-BCA2-F0CE04ECF7FC}"/>
              </a:ext>
            </a:extLst>
          </p:cNvPr>
          <p:cNvSpPr>
            <a:spLocks noGrp="1"/>
          </p:cNvSpPr>
          <p:nvPr>
            <p:ph type="sldNum" sz="quarter" idx="14"/>
          </p:nvPr>
        </p:nvSpPr>
        <p:spPr/>
        <p:txBody>
          <a:bodyPr/>
          <a:lstStyle/>
          <a:p>
            <a:fld id="{EB4B8DE2-A4E8-46E4-8BBF-D75455EFF32C}" type="slidenum">
              <a:rPr lang="en-US" smtClean="0"/>
              <a:pPr/>
              <a:t>‹#›</a:t>
            </a:fld>
            <a:endParaRPr lang="en-US"/>
          </a:p>
        </p:txBody>
      </p:sp>
      <p:sp>
        <p:nvSpPr>
          <p:cNvPr id="13" name="Picture Placeholder 12">
            <a:extLst>
              <a:ext uri="{FF2B5EF4-FFF2-40B4-BE49-F238E27FC236}">
                <a16:creationId xmlns:a16="http://schemas.microsoft.com/office/drawing/2014/main" id="{E1FED918-02AD-4AE8-80A2-5FBE2CA7CD40}"/>
              </a:ext>
            </a:extLst>
          </p:cNvPr>
          <p:cNvSpPr>
            <a:spLocks noGrp="1"/>
          </p:cNvSpPr>
          <p:nvPr>
            <p:ph type="pic" sz="quarter" idx="15" hasCustomPrompt="1"/>
          </p:nvPr>
        </p:nvSpPr>
        <p:spPr>
          <a:xfrm>
            <a:off x="1500631" y="1553369"/>
            <a:ext cx="1701800" cy="1481931"/>
          </a:xfrm>
        </p:spPr>
        <p:txBody>
          <a:bodyPr>
            <a:noAutofit/>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stStyle>
          <a:p>
            <a:r>
              <a:rPr lang="en-US" dirty="0"/>
              <a:t>Click icon to add image</a:t>
            </a:r>
          </a:p>
        </p:txBody>
      </p:sp>
      <p:sp>
        <p:nvSpPr>
          <p:cNvPr id="14" name="Picture Placeholder 12">
            <a:extLst>
              <a:ext uri="{FF2B5EF4-FFF2-40B4-BE49-F238E27FC236}">
                <a16:creationId xmlns:a16="http://schemas.microsoft.com/office/drawing/2014/main" id="{6A07340D-F35E-44B1-83E7-553D9B9F4A1B}"/>
              </a:ext>
            </a:extLst>
          </p:cNvPr>
          <p:cNvSpPr>
            <a:spLocks noGrp="1"/>
          </p:cNvSpPr>
          <p:nvPr>
            <p:ph type="pic" sz="quarter" idx="16" hasCustomPrompt="1"/>
          </p:nvPr>
        </p:nvSpPr>
        <p:spPr>
          <a:xfrm>
            <a:off x="5245099" y="1553369"/>
            <a:ext cx="1701800" cy="1481931"/>
          </a:xfrm>
        </p:spPr>
        <p:txBody>
          <a:bodyPr>
            <a:noAutofit/>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stStyle>
          <a:p>
            <a:r>
              <a:rPr lang="en-US" dirty="0"/>
              <a:t>Click icon to add image</a:t>
            </a:r>
          </a:p>
        </p:txBody>
      </p:sp>
      <p:sp>
        <p:nvSpPr>
          <p:cNvPr id="15" name="Picture Placeholder 12">
            <a:extLst>
              <a:ext uri="{FF2B5EF4-FFF2-40B4-BE49-F238E27FC236}">
                <a16:creationId xmlns:a16="http://schemas.microsoft.com/office/drawing/2014/main" id="{0E39C743-124E-4ED1-8147-16B673DA194A}"/>
              </a:ext>
            </a:extLst>
          </p:cNvPr>
          <p:cNvSpPr>
            <a:spLocks noGrp="1"/>
          </p:cNvSpPr>
          <p:nvPr>
            <p:ph type="pic" sz="quarter" idx="17" hasCustomPrompt="1"/>
          </p:nvPr>
        </p:nvSpPr>
        <p:spPr>
          <a:xfrm>
            <a:off x="8989568" y="1553369"/>
            <a:ext cx="1701800" cy="1481931"/>
          </a:xfrm>
        </p:spPr>
        <p:txBody>
          <a:bodyPr>
            <a:noAutofit/>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stStyle>
          <a:p>
            <a:r>
              <a:rPr lang="en-US" dirty="0"/>
              <a:t>Click icon to add image</a:t>
            </a:r>
          </a:p>
        </p:txBody>
      </p:sp>
    </p:spTree>
    <p:extLst>
      <p:ext uri="{BB962C8B-B14F-4D97-AF65-F5344CB8AC3E}">
        <p14:creationId xmlns:p14="http://schemas.microsoft.com/office/powerpoint/2010/main" val="1546422377"/>
      </p:ext>
    </p:extLst>
  </p:cSld>
  <p:clrMapOvr>
    <a:masterClrMapping/>
  </p:clrMapOvr>
  <p:extLst>
    <p:ext uri="{DCECCB84-F9BA-43D5-87BE-67443E8EF086}">
      <p15:sldGuideLst xmlns:p15="http://schemas.microsoft.com/office/powerpoint/2012/main">
        <p15:guide id="1" orient="horz" pos="20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Four column with sub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5D51-461F-4BF3-B83C-3319F4FEFF79}"/>
              </a:ext>
            </a:extLst>
          </p:cNvPr>
          <p:cNvSpPr>
            <a:spLocks noGrp="1"/>
          </p:cNvSpPr>
          <p:nvPr>
            <p:ph type="title" hasCustomPrompt="1"/>
          </p:nvPr>
        </p:nvSpPr>
        <p:spPr>
          <a:xfrm>
            <a:off x="609600" y="917577"/>
            <a:ext cx="10972800" cy="535531"/>
          </a:xfrm>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Four-column layout with subheadings</a:t>
            </a:r>
          </a:p>
        </p:txBody>
      </p:sp>
      <p:sp>
        <p:nvSpPr>
          <p:cNvPr id="3" name="Text Placeholder 2">
            <a:extLst>
              <a:ext uri="{FF2B5EF4-FFF2-40B4-BE49-F238E27FC236}">
                <a16:creationId xmlns:a16="http://schemas.microsoft.com/office/drawing/2014/main" id="{BC1CA65A-3F20-4CCD-AE7B-297E975BC0E8}"/>
              </a:ext>
            </a:extLst>
          </p:cNvPr>
          <p:cNvSpPr>
            <a:spLocks noGrp="1"/>
          </p:cNvSpPr>
          <p:nvPr>
            <p:ph type="body" idx="1" hasCustomPrompt="1"/>
          </p:nvPr>
        </p:nvSpPr>
        <p:spPr>
          <a:xfrm>
            <a:off x="609599" y="1743647"/>
            <a:ext cx="2377440"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4" name="Content Placeholder 3">
            <a:extLst>
              <a:ext uri="{FF2B5EF4-FFF2-40B4-BE49-F238E27FC236}">
                <a16:creationId xmlns:a16="http://schemas.microsoft.com/office/drawing/2014/main" id="{1DBED614-1324-4FC8-94DC-2BB58446A188}"/>
              </a:ext>
            </a:extLst>
          </p:cNvPr>
          <p:cNvSpPr>
            <a:spLocks noGrp="1"/>
          </p:cNvSpPr>
          <p:nvPr>
            <p:ph sz="half" idx="2" hasCustomPrompt="1"/>
          </p:nvPr>
        </p:nvSpPr>
        <p:spPr>
          <a:xfrm>
            <a:off x="609598" y="2141554"/>
            <a:ext cx="2377440"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5" name="Text Placeholder 4">
            <a:extLst>
              <a:ext uri="{FF2B5EF4-FFF2-40B4-BE49-F238E27FC236}">
                <a16:creationId xmlns:a16="http://schemas.microsoft.com/office/drawing/2014/main" id="{7BCE1A54-1330-4A91-B63D-5CFA63F9FFDF}"/>
              </a:ext>
            </a:extLst>
          </p:cNvPr>
          <p:cNvSpPr>
            <a:spLocks noGrp="1"/>
          </p:cNvSpPr>
          <p:nvPr>
            <p:ph type="body" sz="quarter" idx="3" hasCustomPrompt="1"/>
          </p:nvPr>
        </p:nvSpPr>
        <p:spPr>
          <a:xfrm>
            <a:off x="3474719" y="1743647"/>
            <a:ext cx="2377440"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6" name="Content Placeholder 5">
            <a:extLst>
              <a:ext uri="{FF2B5EF4-FFF2-40B4-BE49-F238E27FC236}">
                <a16:creationId xmlns:a16="http://schemas.microsoft.com/office/drawing/2014/main" id="{8249DC76-96C3-408F-9627-4D642BE1BDD7}"/>
              </a:ext>
            </a:extLst>
          </p:cNvPr>
          <p:cNvSpPr>
            <a:spLocks noGrp="1"/>
          </p:cNvSpPr>
          <p:nvPr>
            <p:ph sz="quarter" idx="4" hasCustomPrompt="1"/>
          </p:nvPr>
        </p:nvSpPr>
        <p:spPr>
          <a:xfrm>
            <a:off x="3474719" y="2141554"/>
            <a:ext cx="2377440"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7" name="Text Placeholder 4">
            <a:extLst>
              <a:ext uri="{FF2B5EF4-FFF2-40B4-BE49-F238E27FC236}">
                <a16:creationId xmlns:a16="http://schemas.microsoft.com/office/drawing/2014/main" id="{EB7A6272-EB3F-49FE-8293-213DA74B26E7}"/>
              </a:ext>
            </a:extLst>
          </p:cNvPr>
          <p:cNvSpPr>
            <a:spLocks noGrp="1"/>
          </p:cNvSpPr>
          <p:nvPr>
            <p:ph type="body" sz="quarter" idx="10" hasCustomPrompt="1"/>
          </p:nvPr>
        </p:nvSpPr>
        <p:spPr>
          <a:xfrm>
            <a:off x="6339839" y="1743647"/>
            <a:ext cx="2377440"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8" name="Content Placeholder 5">
            <a:extLst>
              <a:ext uri="{FF2B5EF4-FFF2-40B4-BE49-F238E27FC236}">
                <a16:creationId xmlns:a16="http://schemas.microsoft.com/office/drawing/2014/main" id="{A4C7D216-B044-4089-8FA7-0E2598881E88}"/>
              </a:ext>
            </a:extLst>
          </p:cNvPr>
          <p:cNvSpPr>
            <a:spLocks noGrp="1"/>
          </p:cNvSpPr>
          <p:nvPr>
            <p:ph sz="quarter" idx="11" hasCustomPrompt="1"/>
          </p:nvPr>
        </p:nvSpPr>
        <p:spPr>
          <a:xfrm>
            <a:off x="6339840" y="2141554"/>
            <a:ext cx="2377440"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4A70CBA4-9A7C-4AA6-80BD-DA7E39D565C8}"/>
              </a:ext>
            </a:extLst>
          </p:cNvPr>
          <p:cNvSpPr>
            <a:spLocks noGrp="1"/>
          </p:cNvSpPr>
          <p:nvPr>
            <p:ph type="body" sz="quarter" idx="12" hasCustomPrompt="1"/>
          </p:nvPr>
        </p:nvSpPr>
        <p:spPr>
          <a:xfrm>
            <a:off x="9204960" y="1743647"/>
            <a:ext cx="2377440" cy="369332"/>
          </a:xfrm>
        </p:spPr>
        <p:txBody>
          <a:bodyPr anchor="t"/>
          <a:lstStyle>
            <a:lvl1pPr marL="0" indent="0">
              <a:buNone/>
              <a:defRPr sz="2000" b="0" i="0">
                <a:solidFill>
                  <a:schemeClr val="accent1"/>
                </a:solidFill>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heading here</a:t>
            </a:r>
          </a:p>
        </p:txBody>
      </p:sp>
      <p:sp>
        <p:nvSpPr>
          <p:cNvPr id="10" name="Content Placeholder 5">
            <a:extLst>
              <a:ext uri="{FF2B5EF4-FFF2-40B4-BE49-F238E27FC236}">
                <a16:creationId xmlns:a16="http://schemas.microsoft.com/office/drawing/2014/main" id="{188FFD55-A15C-40BB-919A-289EBCA6F226}"/>
              </a:ext>
            </a:extLst>
          </p:cNvPr>
          <p:cNvSpPr>
            <a:spLocks noGrp="1"/>
          </p:cNvSpPr>
          <p:nvPr>
            <p:ph sz="quarter" idx="13" hasCustomPrompt="1"/>
          </p:nvPr>
        </p:nvSpPr>
        <p:spPr>
          <a:xfrm>
            <a:off x="9204960" y="2141554"/>
            <a:ext cx="2377440" cy="1064907"/>
          </a:xfrm>
        </p:spPr>
        <p:txBody>
          <a:bodyPr/>
          <a:lstStyle>
            <a:lvl1pPr marL="0" indent="0">
              <a:buNone/>
              <a:defRPr sz="1800" b="0" i="0">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sz="1600" b="0" i="0">
                <a:latin typeface="Pretendard" panose="02000503000000020004" pitchFamily="2" charset="-127"/>
                <a:ea typeface="Pretendard" panose="02000503000000020004" pitchFamily="2" charset="-127"/>
                <a:cs typeface="Pretendard" panose="02000503000000020004" pitchFamily="2" charset="-127"/>
              </a:defRPr>
            </a:lvl2pPr>
            <a:lvl3pPr marL="628650" indent="0">
              <a:buNone/>
              <a:defRPr sz="1400" b="0" i="0">
                <a:latin typeface="Pretendard" panose="02000503000000020004" pitchFamily="2" charset="-127"/>
                <a:ea typeface="Pretendard" panose="02000503000000020004" pitchFamily="2" charset="-127"/>
                <a:cs typeface="Pretendard" panose="02000503000000020004" pitchFamily="2" charset="-127"/>
              </a:defRPr>
            </a:lvl3pPr>
            <a:lvl4pPr marL="858838" indent="0">
              <a:buNone/>
              <a:defRPr sz="1200"/>
            </a:lvl4pPr>
            <a:lvl5pPr marL="1030288" indent="0">
              <a:buNone/>
              <a:defRPr sz="1200"/>
            </a:lvl5pPr>
          </a:lstStyle>
          <a:p>
            <a:pPr lvl="0"/>
            <a:r>
              <a:rPr lang="en-US" dirty="0"/>
              <a:t>Enter text</a:t>
            </a:r>
          </a:p>
          <a:p>
            <a:pPr lvl="1"/>
            <a:r>
              <a:rPr lang="en-US" dirty="0"/>
              <a:t>Second level</a:t>
            </a:r>
          </a:p>
          <a:p>
            <a:pPr lvl="2"/>
            <a:r>
              <a:rPr lang="en-US" dirty="0"/>
              <a:t>Third level</a:t>
            </a:r>
          </a:p>
        </p:txBody>
      </p:sp>
      <p:sp>
        <p:nvSpPr>
          <p:cNvPr id="11" name="Date Placeholder 10">
            <a:extLst>
              <a:ext uri="{FF2B5EF4-FFF2-40B4-BE49-F238E27FC236}">
                <a16:creationId xmlns:a16="http://schemas.microsoft.com/office/drawing/2014/main" id="{ADEB3A35-9813-4635-AE9D-3B9F6CA53160}"/>
              </a:ext>
            </a:extLst>
          </p:cNvPr>
          <p:cNvSpPr>
            <a:spLocks noGrp="1"/>
          </p:cNvSpPr>
          <p:nvPr>
            <p:ph type="dt" sz="half" idx="14"/>
          </p:nvPr>
        </p:nvSpPr>
        <p:spPr/>
        <p:txBody>
          <a:bodyPr/>
          <a:lstStyle/>
          <a:p>
            <a:fld id="{2B958DF5-F549-8B46-95E0-C2CB36033BB5}" type="datetime1">
              <a:rPr lang="en-US" smtClean="0"/>
              <a:t>8/12/25</a:t>
            </a:fld>
            <a:endParaRPr lang="en-US"/>
          </a:p>
        </p:txBody>
      </p:sp>
      <p:sp>
        <p:nvSpPr>
          <p:cNvPr id="12" name="Footer Placeholder 11">
            <a:extLst>
              <a:ext uri="{FF2B5EF4-FFF2-40B4-BE49-F238E27FC236}">
                <a16:creationId xmlns:a16="http://schemas.microsoft.com/office/drawing/2014/main" id="{2617FC00-CD62-4B48-80A6-4E68401E9601}"/>
              </a:ext>
            </a:extLst>
          </p:cNvPr>
          <p:cNvSpPr>
            <a:spLocks noGrp="1"/>
          </p:cNvSpPr>
          <p:nvPr>
            <p:ph type="ftr" sz="quarter" idx="15"/>
          </p:nvPr>
        </p:nvSpPr>
        <p:spPr/>
        <p:txBody>
          <a:bodyPr/>
          <a:lstStyle/>
          <a:p>
            <a:endParaRPr lang="en-US"/>
          </a:p>
        </p:txBody>
      </p:sp>
      <p:sp>
        <p:nvSpPr>
          <p:cNvPr id="13" name="Slide Number Placeholder 12">
            <a:extLst>
              <a:ext uri="{FF2B5EF4-FFF2-40B4-BE49-F238E27FC236}">
                <a16:creationId xmlns:a16="http://schemas.microsoft.com/office/drawing/2014/main" id="{1F0D3C1B-0D24-4BCA-810C-31D050008A6D}"/>
              </a:ext>
            </a:extLst>
          </p:cNvPr>
          <p:cNvSpPr>
            <a:spLocks noGrp="1"/>
          </p:cNvSpPr>
          <p:nvPr>
            <p:ph type="sldNum" sz="quarter" idx="16"/>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03665623"/>
      </p:ext>
    </p:extLst>
  </p:cSld>
  <p:clrMapOvr>
    <a:masterClrMapping/>
  </p:clrMapOvr>
  <p:extLst>
    <p:ext uri="{DCECCB84-F9BA-43D5-87BE-67443E8EF086}">
      <p15:sldGuideLst xmlns:p15="http://schemas.microsoft.com/office/powerpoint/2012/main">
        <p15:guide id="1" orient="horz" pos="134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643E-9D53-435F-9BF5-216545CC17ED}"/>
              </a:ext>
            </a:extLst>
          </p:cNvPr>
          <p:cNvSpPr>
            <a:spLocks noGrp="1"/>
          </p:cNvSpPr>
          <p:nvPr>
            <p:ph type="title" hasCustomPrompt="1"/>
          </p:nvPr>
        </p:nvSpPr>
        <p:spPr>
          <a:xfrm>
            <a:off x="609600" y="917577"/>
            <a:ext cx="10972800" cy="535531"/>
          </a:xfrm>
        </p:spPr>
        <p:txBody>
          <a:bodyPr anchor="t" anchorCtr="0"/>
          <a:lstStyle>
            <a:lvl1pPr>
              <a:defRPr sz="3200"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Picture with caption layout</a:t>
            </a:r>
          </a:p>
        </p:txBody>
      </p:sp>
      <p:sp>
        <p:nvSpPr>
          <p:cNvPr id="3" name="Picture Placeholder 2">
            <a:extLst>
              <a:ext uri="{FF2B5EF4-FFF2-40B4-BE49-F238E27FC236}">
                <a16:creationId xmlns:a16="http://schemas.microsoft.com/office/drawing/2014/main" id="{170FD460-44A4-4368-BEE3-4B57384F2DAD}"/>
              </a:ext>
            </a:extLst>
          </p:cNvPr>
          <p:cNvSpPr>
            <a:spLocks noGrp="1"/>
          </p:cNvSpPr>
          <p:nvPr>
            <p:ph type="pic" idx="1"/>
          </p:nvPr>
        </p:nvSpPr>
        <p:spPr>
          <a:xfrm>
            <a:off x="6210300" y="1714501"/>
            <a:ext cx="5372100" cy="4495798"/>
          </a:xfrm>
        </p:spPr>
        <p:txBody>
          <a:bodyPr>
            <a:noAutofit/>
          </a:bodyPr>
          <a:lstStyle>
            <a:lvl1pPr marL="0" indent="0">
              <a:buNone/>
              <a:defRPr sz="2400" b="0" i="0">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6F8F45C-51B3-4A66-AF8A-1A15D1257108}"/>
              </a:ext>
            </a:extLst>
          </p:cNvPr>
          <p:cNvSpPr>
            <a:spLocks noGrp="1"/>
          </p:cNvSpPr>
          <p:nvPr>
            <p:ph type="body" sz="half" idx="2" hasCustomPrompt="1"/>
          </p:nvPr>
        </p:nvSpPr>
        <p:spPr>
          <a:xfrm>
            <a:off x="609598" y="1714501"/>
            <a:ext cx="5372101" cy="313932"/>
          </a:xfrm>
        </p:spPr>
        <p:txBody>
          <a:bodyPr/>
          <a:lstStyle>
            <a:lvl1pPr marL="0" indent="0">
              <a:buNone/>
              <a:defRPr sz="1600" b="0" i="0">
                <a:latin typeface="Pretendard" panose="02000503000000020004" pitchFamily="2" charset="-127"/>
                <a:ea typeface="Pretendard" panose="02000503000000020004" pitchFamily="2" charset="-127"/>
                <a:cs typeface="Pretendard" panose="02000503000000020004" pitchFamily="2" charset="-12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Enter descriptive text here</a:t>
            </a:r>
          </a:p>
        </p:txBody>
      </p:sp>
      <p:sp>
        <p:nvSpPr>
          <p:cNvPr id="5" name="Date Placeholder 4">
            <a:extLst>
              <a:ext uri="{FF2B5EF4-FFF2-40B4-BE49-F238E27FC236}">
                <a16:creationId xmlns:a16="http://schemas.microsoft.com/office/drawing/2014/main" id="{9CAB3B1C-D783-464F-B951-6F802A18E624}"/>
              </a:ext>
            </a:extLst>
          </p:cNvPr>
          <p:cNvSpPr>
            <a:spLocks noGrp="1"/>
          </p:cNvSpPr>
          <p:nvPr>
            <p:ph type="dt" sz="half" idx="10"/>
          </p:nvPr>
        </p:nvSpPr>
        <p:spPr/>
        <p:txBody>
          <a:bodyPr/>
          <a:lstStyle/>
          <a:p>
            <a:fld id="{96301397-8FE7-FB4B-82EE-58C288712F6D}" type="datetime1">
              <a:rPr lang="en-US" smtClean="0"/>
              <a:t>8/12/25</a:t>
            </a:fld>
            <a:endParaRPr lang="en-US"/>
          </a:p>
        </p:txBody>
      </p:sp>
      <p:sp>
        <p:nvSpPr>
          <p:cNvPr id="6" name="Footer Placeholder 5">
            <a:extLst>
              <a:ext uri="{FF2B5EF4-FFF2-40B4-BE49-F238E27FC236}">
                <a16:creationId xmlns:a16="http://schemas.microsoft.com/office/drawing/2014/main" id="{ECB0C078-A6D5-4C61-A732-EC72F4B2E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CB9B7-F1A6-4E7E-9A44-4A1BF91C8917}"/>
              </a:ext>
            </a:extLst>
          </p:cNvPr>
          <p:cNvSpPr>
            <a:spLocks noGrp="1"/>
          </p:cNvSpPr>
          <p:nvPr>
            <p:ph type="sldNum" sz="quarter" idx="1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18296205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er logo wall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31D2-1E8A-4798-BD13-0606620FD062}"/>
              </a:ext>
            </a:extLst>
          </p:cNvPr>
          <p:cNvSpPr>
            <a:spLocks noGrp="1"/>
          </p:cNvSpPr>
          <p:nvPr>
            <p:ph type="title" hasCustomPrompt="1"/>
          </p:nvPr>
        </p:nvSpPr>
        <p:spPr/>
        <p:txBody>
          <a:bodyPr/>
          <a:lstStyle>
            <a:lvl1pPr>
              <a:defRPr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Customer logo wall layout</a:t>
            </a:r>
          </a:p>
        </p:txBody>
      </p:sp>
      <p:sp>
        <p:nvSpPr>
          <p:cNvPr id="3" name="Date Placeholder 2">
            <a:extLst>
              <a:ext uri="{FF2B5EF4-FFF2-40B4-BE49-F238E27FC236}">
                <a16:creationId xmlns:a16="http://schemas.microsoft.com/office/drawing/2014/main" id="{D4046C62-58BE-4875-9CF1-988E9FBC80B5}"/>
              </a:ext>
            </a:extLst>
          </p:cNvPr>
          <p:cNvSpPr>
            <a:spLocks noGrp="1"/>
          </p:cNvSpPr>
          <p:nvPr>
            <p:ph type="dt" sz="half" idx="10"/>
          </p:nvPr>
        </p:nvSpPr>
        <p:spPr/>
        <p:txBody>
          <a:bodyPr/>
          <a:lstStyle/>
          <a:p>
            <a:fld id="{C3A8789C-A0D1-A74F-A15D-501FE221905E}" type="datetime1">
              <a:rPr lang="en-US" smtClean="0"/>
              <a:t>8/12/25</a:t>
            </a:fld>
            <a:endParaRPr lang="en-US"/>
          </a:p>
        </p:txBody>
      </p:sp>
      <p:sp>
        <p:nvSpPr>
          <p:cNvPr id="4" name="Footer Placeholder 3">
            <a:extLst>
              <a:ext uri="{FF2B5EF4-FFF2-40B4-BE49-F238E27FC236}">
                <a16:creationId xmlns:a16="http://schemas.microsoft.com/office/drawing/2014/main" id="{C09F8648-DA5C-4249-B315-5FCC6764F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4976B-D5E7-498C-99B5-7AA17CD10183}"/>
              </a:ext>
            </a:extLst>
          </p:cNvPr>
          <p:cNvSpPr>
            <a:spLocks noGrp="1"/>
          </p:cNvSpPr>
          <p:nvPr>
            <p:ph type="sldNum" sz="quarter" idx="12"/>
          </p:nvPr>
        </p:nvSpPr>
        <p:spPr/>
        <p:txBody>
          <a:bodyPr/>
          <a:lstStyle/>
          <a:p>
            <a:fld id="{EB4B8DE2-A4E8-46E4-8BBF-D75455EFF32C}" type="slidenum">
              <a:rPr lang="en-US" smtClean="0"/>
              <a:pPr/>
              <a:t>‹#›</a:t>
            </a:fld>
            <a:endParaRPr lang="en-US"/>
          </a:p>
        </p:txBody>
      </p:sp>
      <p:sp>
        <p:nvSpPr>
          <p:cNvPr id="8" name="Content Placeholder 7">
            <a:extLst>
              <a:ext uri="{FF2B5EF4-FFF2-40B4-BE49-F238E27FC236}">
                <a16:creationId xmlns:a16="http://schemas.microsoft.com/office/drawing/2014/main" id="{67C4FF75-DBF1-4846-9B49-7424CC9B81D0}"/>
              </a:ext>
            </a:extLst>
          </p:cNvPr>
          <p:cNvSpPr>
            <a:spLocks noGrp="1"/>
          </p:cNvSpPr>
          <p:nvPr>
            <p:ph sz="quarter" idx="13" hasCustomPrompt="1"/>
          </p:nvPr>
        </p:nvSpPr>
        <p:spPr>
          <a:xfrm>
            <a:off x="790841" y="2194560"/>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9" name="Content Placeholder 7">
            <a:extLst>
              <a:ext uri="{FF2B5EF4-FFF2-40B4-BE49-F238E27FC236}">
                <a16:creationId xmlns:a16="http://schemas.microsoft.com/office/drawing/2014/main" id="{AA3F6BBD-CD6D-4350-B54B-BE6A362B5E0C}"/>
              </a:ext>
            </a:extLst>
          </p:cNvPr>
          <p:cNvSpPr>
            <a:spLocks noGrp="1"/>
          </p:cNvSpPr>
          <p:nvPr>
            <p:ph sz="quarter" idx="14" hasCustomPrompt="1"/>
          </p:nvPr>
        </p:nvSpPr>
        <p:spPr>
          <a:xfrm>
            <a:off x="9572359" y="2194560"/>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0" name="Content Placeholder 7">
            <a:extLst>
              <a:ext uri="{FF2B5EF4-FFF2-40B4-BE49-F238E27FC236}">
                <a16:creationId xmlns:a16="http://schemas.microsoft.com/office/drawing/2014/main" id="{F03249D0-599C-470C-AF38-A23174D881DA}"/>
              </a:ext>
            </a:extLst>
          </p:cNvPr>
          <p:cNvSpPr>
            <a:spLocks noGrp="1"/>
          </p:cNvSpPr>
          <p:nvPr>
            <p:ph sz="quarter" idx="15" hasCustomPrompt="1"/>
          </p:nvPr>
        </p:nvSpPr>
        <p:spPr>
          <a:xfrm>
            <a:off x="3718014" y="2194560"/>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1" name="Content Placeholder 7">
            <a:extLst>
              <a:ext uri="{FF2B5EF4-FFF2-40B4-BE49-F238E27FC236}">
                <a16:creationId xmlns:a16="http://schemas.microsoft.com/office/drawing/2014/main" id="{494B0474-3C2B-4A1F-847C-77DB62476761}"/>
              </a:ext>
            </a:extLst>
          </p:cNvPr>
          <p:cNvSpPr>
            <a:spLocks noGrp="1"/>
          </p:cNvSpPr>
          <p:nvPr>
            <p:ph sz="quarter" idx="16" hasCustomPrompt="1"/>
          </p:nvPr>
        </p:nvSpPr>
        <p:spPr>
          <a:xfrm>
            <a:off x="6645187" y="2194560"/>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2" name="Content Placeholder 7">
            <a:extLst>
              <a:ext uri="{FF2B5EF4-FFF2-40B4-BE49-F238E27FC236}">
                <a16:creationId xmlns:a16="http://schemas.microsoft.com/office/drawing/2014/main" id="{6B3D3A2C-F2FE-4E58-9179-32ACA63A87E0}"/>
              </a:ext>
            </a:extLst>
          </p:cNvPr>
          <p:cNvSpPr>
            <a:spLocks noGrp="1"/>
          </p:cNvSpPr>
          <p:nvPr>
            <p:ph sz="quarter" idx="17" hasCustomPrompt="1"/>
          </p:nvPr>
        </p:nvSpPr>
        <p:spPr>
          <a:xfrm>
            <a:off x="790841" y="4059936"/>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3" name="Content Placeholder 7">
            <a:extLst>
              <a:ext uri="{FF2B5EF4-FFF2-40B4-BE49-F238E27FC236}">
                <a16:creationId xmlns:a16="http://schemas.microsoft.com/office/drawing/2014/main" id="{D9DA6D6E-7CB2-43EC-A618-77FD5AC68695}"/>
              </a:ext>
            </a:extLst>
          </p:cNvPr>
          <p:cNvSpPr>
            <a:spLocks noGrp="1"/>
          </p:cNvSpPr>
          <p:nvPr>
            <p:ph sz="quarter" idx="18" hasCustomPrompt="1"/>
          </p:nvPr>
        </p:nvSpPr>
        <p:spPr>
          <a:xfrm>
            <a:off x="9572359" y="4059936"/>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4" name="Content Placeholder 7">
            <a:extLst>
              <a:ext uri="{FF2B5EF4-FFF2-40B4-BE49-F238E27FC236}">
                <a16:creationId xmlns:a16="http://schemas.microsoft.com/office/drawing/2014/main" id="{DD3BB708-38D6-4216-8681-62B5B1293221}"/>
              </a:ext>
            </a:extLst>
          </p:cNvPr>
          <p:cNvSpPr>
            <a:spLocks noGrp="1"/>
          </p:cNvSpPr>
          <p:nvPr>
            <p:ph sz="quarter" idx="19" hasCustomPrompt="1"/>
          </p:nvPr>
        </p:nvSpPr>
        <p:spPr>
          <a:xfrm>
            <a:off x="3718014" y="4059936"/>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
        <p:nvSpPr>
          <p:cNvPr id="15" name="Content Placeholder 7">
            <a:extLst>
              <a:ext uri="{FF2B5EF4-FFF2-40B4-BE49-F238E27FC236}">
                <a16:creationId xmlns:a16="http://schemas.microsoft.com/office/drawing/2014/main" id="{D95B1CF7-30AD-446D-BB48-437779BB20A2}"/>
              </a:ext>
            </a:extLst>
          </p:cNvPr>
          <p:cNvSpPr>
            <a:spLocks noGrp="1"/>
          </p:cNvSpPr>
          <p:nvPr>
            <p:ph sz="quarter" idx="20" hasCustomPrompt="1"/>
          </p:nvPr>
        </p:nvSpPr>
        <p:spPr>
          <a:xfrm>
            <a:off x="6645187" y="4059936"/>
            <a:ext cx="1828800" cy="1097280"/>
          </a:xfrm>
        </p:spPr>
        <p:txBody>
          <a:bodyPr>
            <a:noAutofit/>
          </a:bodyPr>
          <a:lstStyle>
            <a:lvl1pPr marL="0" indent="0">
              <a:buNone/>
              <a:defRPr sz="1100" b="0" i="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285750" indent="0">
              <a:buNone/>
              <a:defRPr/>
            </a:lvl2pPr>
            <a:lvl3pPr marL="628650" indent="0">
              <a:buNone/>
              <a:defRPr/>
            </a:lvl3pPr>
            <a:lvl4pPr marL="858838" indent="0">
              <a:buNone/>
              <a:defRPr/>
            </a:lvl4pPr>
            <a:lvl5pPr marL="1030288" indent="0">
              <a:buNone/>
              <a:defRPr/>
            </a:lvl5pPr>
          </a:lstStyle>
          <a:p>
            <a:pPr lvl="0"/>
            <a:r>
              <a:rPr lang="en-US" dirty="0"/>
              <a:t>Click photo icon to add logo</a:t>
            </a:r>
          </a:p>
        </p:txBody>
      </p:sp>
    </p:spTree>
    <p:extLst>
      <p:ext uri="{BB962C8B-B14F-4D97-AF65-F5344CB8AC3E}">
        <p14:creationId xmlns:p14="http://schemas.microsoft.com/office/powerpoint/2010/main" val="96285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17ECE-DA96-4373-B8B2-4E847C5ACBA3}"/>
              </a:ext>
            </a:extLst>
          </p:cNvPr>
          <p:cNvSpPr>
            <a:spLocks noGrp="1"/>
          </p:cNvSpPr>
          <p:nvPr>
            <p:ph type="title" hasCustomPrompt="1"/>
          </p:nvPr>
        </p:nvSpPr>
        <p:spPr>
          <a:xfrm>
            <a:off x="609599" y="1975199"/>
            <a:ext cx="8067261" cy="1920526"/>
          </a:xfrm>
        </p:spPr>
        <p:txBody>
          <a:bodyPr anchor="b" anchorCtr="0"/>
          <a:lstStyle>
            <a:lvl1pPr>
              <a:defRPr sz="4400" b="0" i="0">
                <a:latin typeface="Pretendard Medium" panose="02000503000000020004" pitchFamily="2" charset="-127"/>
                <a:ea typeface="Pretendard Medium" panose="02000503000000020004" pitchFamily="2" charset="-127"/>
                <a:cs typeface="Pretendard Medium" panose="02000503000000020004" pitchFamily="2" charset="-127"/>
              </a:defRPr>
            </a:lvl1pPr>
          </a:lstStyle>
          <a:p>
            <a:r>
              <a:rPr lang="en-US" dirty="0"/>
              <a:t>Enter quote here. Reposition quote mark graphics to frame the quote.</a:t>
            </a:r>
          </a:p>
        </p:txBody>
      </p:sp>
      <p:sp>
        <p:nvSpPr>
          <p:cNvPr id="6" name="Text Placeholder 15">
            <a:extLst>
              <a:ext uri="{FF2B5EF4-FFF2-40B4-BE49-F238E27FC236}">
                <a16:creationId xmlns:a16="http://schemas.microsoft.com/office/drawing/2014/main" id="{2AB32ED6-534B-4417-86C2-7D43CBC56BD1}"/>
              </a:ext>
            </a:extLst>
          </p:cNvPr>
          <p:cNvSpPr>
            <a:spLocks noGrp="1"/>
          </p:cNvSpPr>
          <p:nvPr>
            <p:ph type="body" sz="quarter" idx="13" hasCustomPrompt="1"/>
          </p:nvPr>
        </p:nvSpPr>
        <p:spPr>
          <a:xfrm>
            <a:off x="300036" y="1981200"/>
            <a:ext cx="309563" cy="309563"/>
          </a:xfrm>
          <a:blipFill>
            <a:blip r:embed="rId2">
              <a:duotone>
                <a:prstClr val="black"/>
                <a:srgbClr val="191919">
                  <a:tint val="45000"/>
                  <a:satMod val="400000"/>
                </a:srgbClr>
              </a:duotone>
              <a:extLst>
                <a:ext uri="{BEBA8EAE-BF5A-486C-A8C5-ECC9F3942E4B}">
                  <a14:imgProps xmlns:a14="http://schemas.microsoft.com/office/drawing/2010/main">
                    <a14:imgLayer r:embed="rId3">
                      <a14:imgEffect>
                        <a14:brightnessContrast bright="-80000" contrast="-40000"/>
                      </a14:imgEffect>
                    </a14:imgLayer>
                  </a14:imgProps>
                </a:ext>
              </a:extLst>
            </a:blip>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7" name="Text Placeholder 15">
            <a:extLst>
              <a:ext uri="{FF2B5EF4-FFF2-40B4-BE49-F238E27FC236}">
                <a16:creationId xmlns:a16="http://schemas.microsoft.com/office/drawing/2014/main" id="{12DE8EBE-FC95-451D-BADD-B5580296FA70}"/>
              </a:ext>
            </a:extLst>
          </p:cNvPr>
          <p:cNvSpPr>
            <a:spLocks noGrp="1"/>
          </p:cNvSpPr>
          <p:nvPr>
            <p:ph type="body" sz="quarter" idx="14" hasCustomPrompt="1"/>
          </p:nvPr>
        </p:nvSpPr>
        <p:spPr>
          <a:xfrm>
            <a:off x="5264150" y="3274218"/>
            <a:ext cx="309563" cy="309563"/>
          </a:xfrm>
          <a:blipFill>
            <a:blip r:embed="rId4">
              <a:extLst>
                <a:ext uri="{BEBA8EAE-BF5A-486C-A8C5-ECC9F3942E4B}">
                  <a14:imgProps xmlns:a14="http://schemas.microsoft.com/office/drawing/2010/main">
                    <a14:imgLayer r:embed="rId5">
                      <a14:imgEffect>
                        <a14:brightnessContrast bright="-80000"/>
                      </a14:imgEffect>
                    </a14:imgLayer>
                  </a14:imgProps>
                </a:ext>
              </a:extLst>
            </a:blip>
            <a:stretch>
              <a:fillRect/>
            </a:stretch>
          </a:blipFill>
        </p:spPr>
        <p:txBody>
          <a:bodyPr/>
          <a:lstStyle>
            <a:lvl1pPr marL="0" indent="0">
              <a:buNone/>
              <a:defRPr sz="100"/>
            </a:lvl1pPr>
            <a:lvl2pPr marL="228600" indent="0">
              <a:buNone/>
              <a:defRPr sz="1000"/>
            </a:lvl2pPr>
            <a:lvl3pPr marL="457200" indent="0">
              <a:buNone/>
              <a:defRPr sz="1000"/>
            </a:lvl3pPr>
            <a:lvl4pPr marL="685800" indent="0">
              <a:buNone/>
              <a:defRPr sz="1000"/>
            </a:lvl4pPr>
            <a:lvl5pPr marL="685800" indent="0">
              <a:buNone/>
              <a:defRPr sz="1000"/>
            </a:lvl5pPr>
          </a:lstStyle>
          <a:p>
            <a:pPr lvl="0"/>
            <a:r>
              <a:rPr lang="en-US" dirty="0"/>
              <a:t> </a:t>
            </a:r>
          </a:p>
        </p:txBody>
      </p:sp>
      <p:sp>
        <p:nvSpPr>
          <p:cNvPr id="9" name="Text Placeholder 8">
            <a:extLst>
              <a:ext uri="{FF2B5EF4-FFF2-40B4-BE49-F238E27FC236}">
                <a16:creationId xmlns:a16="http://schemas.microsoft.com/office/drawing/2014/main" id="{2CC38951-92FB-41A4-A9D4-F3B7D3577EC9}"/>
              </a:ext>
            </a:extLst>
          </p:cNvPr>
          <p:cNvSpPr>
            <a:spLocks noGrp="1"/>
          </p:cNvSpPr>
          <p:nvPr>
            <p:ph type="body" sz="quarter" idx="15" hasCustomPrompt="1"/>
          </p:nvPr>
        </p:nvSpPr>
        <p:spPr>
          <a:xfrm>
            <a:off x="609599" y="4127500"/>
            <a:ext cx="8067261" cy="369332"/>
          </a:xfrm>
        </p:spPr>
        <p:txBody>
          <a:bodyPr/>
          <a:lstStyle>
            <a:lvl1pPr marL="0" indent="0">
              <a:spcAft>
                <a:spcPts val="0"/>
              </a:spcAft>
              <a:buNone/>
              <a:defRPr sz="2000" b="1"/>
            </a:lvl1pPr>
          </a:lstStyle>
          <a:p>
            <a:pPr lvl="0"/>
            <a:r>
              <a:rPr lang="en-US" dirty="0"/>
              <a:t>Quoted person’s name</a:t>
            </a:r>
          </a:p>
        </p:txBody>
      </p:sp>
      <p:sp>
        <p:nvSpPr>
          <p:cNvPr id="11" name="Text Placeholder 10">
            <a:extLst>
              <a:ext uri="{FF2B5EF4-FFF2-40B4-BE49-F238E27FC236}">
                <a16:creationId xmlns:a16="http://schemas.microsoft.com/office/drawing/2014/main" id="{3C436BC0-B224-4E6F-99AF-155A3657C058}"/>
              </a:ext>
            </a:extLst>
          </p:cNvPr>
          <p:cNvSpPr>
            <a:spLocks noGrp="1"/>
          </p:cNvSpPr>
          <p:nvPr>
            <p:ph type="body" sz="quarter" idx="16" hasCustomPrompt="1"/>
          </p:nvPr>
        </p:nvSpPr>
        <p:spPr>
          <a:xfrm>
            <a:off x="609599" y="4496832"/>
            <a:ext cx="8067261" cy="313932"/>
          </a:xfrm>
        </p:spPr>
        <p:txBody>
          <a:bodyPr/>
          <a:lstStyle>
            <a:lvl1pPr marL="0" indent="0">
              <a:buNone/>
              <a:defRPr sz="1600"/>
            </a:lvl1pPr>
          </a:lstStyle>
          <a:p>
            <a:pPr lvl="0"/>
            <a:r>
              <a:rPr lang="en-US" dirty="0"/>
              <a:t>Quoted person’s affiliation</a:t>
            </a:r>
          </a:p>
        </p:txBody>
      </p:sp>
      <p:sp>
        <p:nvSpPr>
          <p:cNvPr id="3" name="Date Placeholder 2">
            <a:extLst>
              <a:ext uri="{FF2B5EF4-FFF2-40B4-BE49-F238E27FC236}">
                <a16:creationId xmlns:a16="http://schemas.microsoft.com/office/drawing/2014/main" id="{B11DEF90-4BC7-4449-B8ED-B9BEFD74704A}"/>
              </a:ext>
            </a:extLst>
          </p:cNvPr>
          <p:cNvSpPr>
            <a:spLocks noGrp="1"/>
          </p:cNvSpPr>
          <p:nvPr>
            <p:ph type="dt" sz="half" idx="17"/>
          </p:nvPr>
        </p:nvSpPr>
        <p:spPr/>
        <p:txBody>
          <a:bodyPr/>
          <a:lstStyle/>
          <a:p>
            <a:fld id="{82BEA218-CD6F-B44E-B26C-C64BF244E0F0}" type="datetime1">
              <a:rPr lang="en-US" smtClean="0"/>
              <a:t>8/12/25</a:t>
            </a:fld>
            <a:endParaRPr lang="en-US"/>
          </a:p>
        </p:txBody>
      </p:sp>
      <p:sp>
        <p:nvSpPr>
          <p:cNvPr id="4" name="Footer Placeholder 3">
            <a:extLst>
              <a:ext uri="{FF2B5EF4-FFF2-40B4-BE49-F238E27FC236}">
                <a16:creationId xmlns:a16="http://schemas.microsoft.com/office/drawing/2014/main" id="{580F1DAA-08EC-40A3-9CC6-57B8099A6FAA}"/>
              </a:ext>
            </a:extLst>
          </p:cNvPr>
          <p:cNvSpPr>
            <a:spLocks noGrp="1"/>
          </p:cNvSpPr>
          <p:nvPr>
            <p:ph type="ftr" sz="quarter" idx="18"/>
          </p:nvPr>
        </p:nvSpPr>
        <p:spPr/>
        <p:txBody>
          <a:bodyPr/>
          <a:lstStyle/>
          <a:p>
            <a:endParaRPr lang="en-US"/>
          </a:p>
        </p:txBody>
      </p:sp>
      <p:sp>
        <p:nvSpPr>
          <p:cNvPr id="5" name="Slide Number Placeholder 4">
            <a:extLst>
              <a:ext uri="{FF2B5EF4-FFF2-40B4-BE49-F238E27FC236}">
                <a16:creationId xmlns:a16="http://schemas.microsoft.com/office/drawing/2014/main" id="{18D867C9-C0CC-45E6-BDB6-5AAA8DF8A9C3}"/>
              </a:ext>
            </a:extLst>
          </p:cNvPr>
          <p:cNvSpPr>
            <a:spLocks noGrp="1"/>
          </p:cNvSpPr>
          <p:nvPr>
            <p:ph type="sldNum" sz="quarter" idx="19"/>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00873848"/>
      </p:ext>
    </p:extLst>
  </p:cSld>
  <p:clrMapOvr>
    <a:masterClrMapping/>
  </p:clrMapOvr>
  <p:extLst>
    <p:ext uri="{DCECCB84-F9BA-43D5-87BE-67443E8EF086}">
      <p15:sldGuideLst xmlns:p15="http://schemas.microsoft.com/office/powerpoint/2012/main">
        <p15:guide id="1" orient="horz" pos="1248" userDrawn="1">
          <p15:clr>
            <a:srgbClr val="FBAE40"/>
          </p15:clr>
        </p15:guide>
        <p15:guide id="2" orient="horz" pos="259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ank You - Color set 2 - gradi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7B1A5DF-D1AF-9EE3-9432-779B4BB2A974}"/>
              </a:ext>
            </a:extLst>
          </p:cNvPr>
          <p:cNvSpPr/>
          <p:nvPr userDrawn="1"/>
        </p:nvSpPr>
        <p:spPr>
          <a:xfrm>
            <a:off x="0" y="4367"/>
            <a:ext cx="12192000" cy="6853633"/>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KR"/>
          </a:p>
        </p:txBody>
      </p:sp>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p:spPr>
        <p:txBody>
          <a:bodyPr anchor="b" anchorCtr="0"/>
          <a:lstStyle>
            <a:lvl1pPr marL="0" indent="0">
              <a:buNone/>
              <a:defRPr sz="2000" b="0" i="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p:spPr>
        <p:txBody>
          <a:bodyPr/>
          <a:lstStyle>
            <a:lvl1pPr marL="0" indent="0">
              <a:spcAft>
                <a:spcPts val="600"/>
              </a:spcAft>
              <a:buNone/>
              <a:defRPr sz="1600" b="0" i="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1" i="0" dirty="0">
                <a:solidFill>
                  <a:schemeClr val="tx1"/>
                </a:solidFill>
                <a:latin typeface="Pretendard SemiBold" panose="02000503000000020004" pitchFamily="2" charset="-127"/>
                <a:ea typeface="Pretendard SemiBold" panose="02000503000000020004" pitchFamily="2" charset="-127"/>
                <a:cs typeface="Pretendard SemiBold" panose="02000503000000020004" pitchFamily="2" charset="-127"/>
              </a:rPr>
              <a:t>Thank you!</a:t>
            </a:r>
          </a:p>
        </p:txBody>
      </p:sp>
    </p:spTree>
    <p:extLst>
      <p:ext uri="{BB962C8B-B14F-4D97-AF65-F5344CB8AC3E}">
        <p14:creationId xmlns:p14="http://schemas.microsoft.com/office/powerpoint/2010/main" val="1183112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86CC99-EC41-4647-BD17-9EFC9AA4DB4E}"/>
              </a:ext>
            </a:extLst>
          </p:cNvPr>
          <p:cNvSpPr>
            <a:spLocks noGrp="1"/>
          </p:cNvSpPr>
          <p:nvPr>
            <p:ph type="title"/>
          </p:nvPr>
        </p:nvSpPr>
        <p:spPr>
          <a:xfrm>
            <a:off x="609600" y="914401"/>
            <a:ext cx="10972800" cy="535531"/>
          </a:xfrm>
          <a:prstGeom prst="rect">
            <a:avLst/>
          </a:prstGeom>
        </p:spPr>
        <p:txBody>
          <a:bodyPr vert="horz" wrap="square" lIns="0" tIns="45720" rIns="0" bIns="4572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F4928EF9-1BCD-42D2-8B21-6150BBD86FBB}"/>
              </a:ext>
            </a:extLst>
          </p:cNvPr>
          <p:cNvSpPr>
            <a:spLocks noGrp="1"/>
          </p:cNvSpPr>
          <p:nvPr>
            <p:ph type="body" idx="1"/>
          </p:nvPr>
        </p:nvSpPr>
        <p:spPr>
          <a:xfrm>
            <a:off x="609600" y="1718983"/>
            <a:ext cx="10972800" cy="2203680"/>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484D14-2EC8-4252-96DA-F75A75EAF30C}"/>
              </a:ext>
            </a:extLst>
          </p:cNvPr>
          <p:cNvSpPr>
            <a:spLocks noGrp="1"/>
          </p:cNvSpPr>
          <p:nvPr>
            <p:ph type="dt" sz="half" idx="2"/>
          </p:nvPr>
        </p:nvSpPr>
        <p:spPr>
          <a:xfrm>
            <a:off x="838200" y="69532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3B1EF3D5-2436-9240-B6D0-2048A71FFF33}" type="datetime1">
              <a:rPr lang="en-US" smtClean="0"/>
              <a:t>8/12/25</a:t>
            </a:fld>
            <a:endParaRPr lang="en-US"/>
          </a:p>
        </p:txBody>
      </p:sp>
      <p:sp>
        <p:nvSpPr>
          <p:cNvPr id="5" name="Footer Placeholder 4">
            <a:extLst>
              <a:ext uri="{FF2B5EF4-FFF2-40B4-BE49-F238E27FC236}">
                <a16:creationId xmlns:a16="http://schemas.microsoft.com/office/drawing/2014/main" id="{125B18F2-2506-4A8B-983C-1A77A245E650}"/>
              </a:ext>
            </a:extLst>
          </p:cNvPr>
          <p:cNvSpPr>
            <a:spLocks noGrp="1"/>
          </p:cNvSpPr>
          <p:nvPr>
            <p:ph type="ftr" sz="quarter" idx="3"/>
          </p:nvPr>
        </p:nvSpPr>
        <p:spPr>
          <a:xfrm>
            <a:off x="4038600" y="69532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925A29-F4EF-4A12-9095-1B88A1BDDE58}"/>
              </a:ext>
            </a:extLst>
          </p:cNvPr>
          <p:cNvSpPr>
            <a:spLocks noGrp="1"/>
          </p:cNvSpPr>
          <p:nvPr>
            <p:ph type="sldNum" sz="quarter" idx="4"/>
          </p:nvPr>
        </p:nvSpPr>
        <p:spPr>
          <a:xfrm>
            <a:off x="8929200" y="6289500"/>
            <a:ext cx="2743200" cy="365125"/>
          </a:xfrm>
          <a:prstGeom prst="rect">
            <a:avLst/>
          </a:prstGeom>
        </p:spPr>
        <p:txBody>
          <a:bodyPr vert="horz" lIns="91440" tIns="45720" rIns="91440" bIns="45720" rtlCol="0" anchor="ctr"/>
          <a:lstStyle>
            <a:lvl1pPr algn="r">
              <a:defRPr sz="900" b="0" i="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1pPr>
          </a:lstStyle>
          <a:p>
            <a:fld id="{EB4B8DE2-A4E8-46E4-8BBF-D75455EFF32C}" type="slidenum">
              <a:rPr lang="en-US" smtClean="0"/>
              <a:pPr/>
              <a:t>‹#›</a:t>
            </a:fld>
            <a:endParaRPr lang="en-US" dirty="0"/>
          </a:p>
        </p:txBody>
      </p:sp>
      <p:sp>
        <p:nvSpPr>
          <p:cNvPr id="9" name="Text Placeholder 10">
            <a:extLst>
              <a:ext uri="{FF2B5EF4-FFF2-40B4-BE49-F238E27FC236}">
                <a16:creationId xmlns:a16="http://schemas.microsoft.com/office/drawing/2014/main" id="{AB08AA2C-B509-4BA9-B3D5-46E288298CEC}"/>
              </a:ext>
            </a:extLst>
          </p:cNvPr>
          <p:cNvSpPr txBox="1">
            <a:spLocks/>
          </p:cNvSpPr>
          <p:nvPr userDrawn="1"/>
        </p:nvSpPr>
        <p:spPr>
          <a:xfrm>
            <a:off x="609600" y="324282"/>
            <a:ext cx="10972800" cy="241300"/>
          </a:xfrm>
          <a:prstGeom prst="rect">
            <a:avLst/>
          </a:prstGeom>
          <a:solidFill>
            <a:schemeClr val="bg2"/>
          </a:solidFill>
        </p:spPr>
        <p:txBody>
          <a:bodyPr lIns="0"/>
          <a:lstStyle>
            <a:lvl1pPr marL="0" indent="0" algn="l" defTabSz="914400" rtl="0" eaLnBrk="1" latinLnBrk="0" hangingPunct="1">
              <a:lnSpc>
                <a:spcPct val="90000"/>
              </a:lnSpc>
              <a:spcBef>
                <a:spcPts val="0"/>
              </a:spcBef>
              <a:spcAft>
                <a:spcPts val="900"/>
              </a:spcAft>
              <a:buClr>
                <a:schemeClr val="tx1"/>
              </a:buClr>
              <a:buSzPct val="90000"/>
              <a:buFont typeface="Amazon Ember" panose="020B0603020204020204" pitchFamily="34" charset="0"/>
              <a:buNone/>
              <a:defRPr sz="1000" b="0" kern="1200" cap="all" spc="0" baseline="0">
                <a:solidFill>
                  <a:schemeClr val="tx1"/>
                </a:solidFill>
                <a:latin typeface="+mn-lt"/>
                <a:ea typeface="+mn-ea"/>
                <a:cs typeface="+mn-cs"/>
              </a:defRPr>
            </a:lvl1pPr>
            <a:lvl2pPr marL="457200" indent="-228600" algn="l" defTabSz="914400" rtl="0" eaLnBrk="1" latinLnBrk="0" hangingPunct="1">
              <a:lnSpc>
                <a:spcPct val="90000"/>
              </a:lnSpc>
              <a:spcBef>
                <a:spcPts val="0"/>
              </a:spcBef>
              <a:spcAft>
                <a:spcPts val="900"/>
              </a:spcAft>
              <a:buClr>
                <a:schemeClr val="tx1"/>
              </a:buClr>
              <a:buSzPct val="90000"/>
              <a:buFont typeface="Wingdings" panose="05000000000000000000" pitchFamily="2" charset="2"/>
              <a:buChar char="§"/>
              <a:defRPr sz="2400" kern="1200">
                <a:solidFill>
                  <a:schemeClr val="tx1"/>
                </a:solidFill>
                <a:latin typeface="+mn-lt"/>
                <a:ea typeface="+mn-ea"/>
                <a:cs typeface="+mn-cs"/>
              </a:defRPr>
            </a:lvl2pPr>
            <a:lvl3pPr marL="73152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2000" kern="1200">
                <a:solidFill>
                  <a:schemeClr val="tx1"/>
                </a:solidFill>
                <a:latin typeface="+mn-lt"/>
                <a:ea typeface="+mn-ea"/>
                <a:cs typeface="+mn-cs"/>
              </a:defRPr>
            </a:lvl3pPr>
            <a:lvl4pPr marL="100584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1800" kern="1200">
                <a:solidFill>
                  <a:schemeClr val="tx1"/>
                </a:solidFill>
                <a:latin typeface="+mn-lt"/>
                <a:ea typeface="+mn-ea"/>
                <a:cs typeface="+mn-cs"/>
              </a:defRPr>
            </a:lvl4pPr>
            <a:lvl5pPr marL="1280160" indent="-228600" algn="l" defTabSz="914400" rtl="0" eaLnBrk="1" latinLnBrk="0" hangingPunct="1">
              <a:lnSpc>
                <a:spcPct val="90000"/>
              </a:lnSpc>
              <a:spcBef>
                <a:spcPts val="0"/>
              </a:spcBef>
              <a:spcAft>
                <a:spcPts val="600"/>
              </a:spcAft>
              <a:buClr>
                <a:schemeClr val="tx1"/>
              </a:buClr>
              <a:buFont typeface="Amazon Ember" panose="020B0603020204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panose="020B0603020204020204" pitchFamily="34" charset="0"/>
              <a:buChar char="•"/>
              <a:defRPr sz="1800" kern="1200">
                <a:solidFill>
                  <a:schemeClr val="tx1"/>
                </a:solidFill>
                <a:latin typeface="+mn-lt"/>
                <a:ea typeface="+mn-ea"/>
                <a:cs typeface="+mn-cs"/>
              </a:defRPr>
            </a:lvl9pPr>
          </a:lstStyle>
          <a:p>
            <a:r>
              <a:rPr lang="en-US" b="0" i="0" dirty="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Denoising diffusion probabilistic model</a:t>
            </a:r>
          </a:p>
        </p:txBody>
      </p:sp>
    </p:spTree>
    <p:extLst>
      <p:ext uri="{BB962C8B-B14F-4D97-AF65-F5344CB8AC3E}">
        <p14:creationId xmlns:p14="http://schemas.microsoft.com/office/powerpoint/2010/main" val="471148940"/>
      </p:ext>
    </p:extLst>
  </p:cSld>
  <p:clrMap bg1="lt1" tx1="dk1" bg2="lt2" tx2="dk2" accent1="accent1" accent2="accent2" accent3="accent3" accent4="accent4" accent5="accent5" accent6="accent6" hlink="hlink" folHlink="folHlink"/>
  <p:sldLayoutIdLst>
    <p:sldLayoutId id="2147483722" r:id="rId1"/>
    <p:sldLayoutId id="2147483740" r:id="rId2"/>
    <p:sldLayoutId id="2147483741" r:id="rId3"/>
    <p:sldLayoutId id="2147483676" r:id="rId4"/>
    <p:sldLayoutId id="2147483661" r:id="rId5"/>
    <p:sldLayoutId id="2147483654" r:id="rId6"/>
    <p:sldLayoutId id="2147483663" r:id="rId7"/>
    <p:sldLayoutId id="2147483650" r:id="rId8"/>
    <p:sldLayoutId id="2147483664" r:id="rId9"/>
    <p:sldLayoutId id="2147483666" r:id="rId10"/>
    <p:sldLayoutId id="2147483667" r:id="rId11"/>
    <p:sldLayoutId id="2147483665" r:id="rId12"/>
    <p:sldLayoutId id="2147483668" r:id="rId13"/>
    <p:sldLayoutId id="2147483653" r:id="rId14"/>
    <p:sldLayoutId id="2147483689" r:id="rId15"/>
    <p:sldLayoutId id="2147483691" r:id="rId16"/>
    <p:sldLayoutId id="2147483690" r:id="rId17"/>
    <p:sldLayoutId id="2147483657" r:id="rId18"/>
    <p:sldLayoutId id="2147483693" r:id="rId19"/>
    <p:sldLayoutId id="2147483673" r:id="rId20"/>
    <p:sldLayoutId id="2147483743" r:id="rId21"/>
  </p:sldLayoutIdLst>
  <p:hf hdr="0" ftr="0" dt="0"/>
  <p:txStyles>
    <p:titleStyle>
      <a:lvl1pPr algn="l" defTabSz="914400" rtl="0" eaLnBrk="1" latinLnBrk="0" hangingPunct="1">
        <a:lnSpc>
          <a:spcPct val="90000"/>
        </a:lnSpc>
        <a:spcBef>
          <a:spcPct val="0"/>
        </a:spcBef>
        <a:buNone/>
        <a:defRPr sz="3200" b="1" i="0" kern="1200" baseline="0">
          <a:solidFill>
            <a:schemeClr val="tx2"/>
          </a:solidFill>
          <a:latin typeface="Pretendard Variable Black" panose="02000003000000020004" pitchFamily="2" charset="-127"/>
          <a:ea typeface="Pretendard Variable Black" panose="02000003000000020004" pitchFamily="2" charset="-127"/>
          <a:cs typeface="Pretendard Variable Black" panose="02000003000000020004" pitchFamily="2" charset="-127"/>
        </a:defRPr>
      </a:lvl1pPr>
    </p:titleStyle>
    <p:bodyStyle>
      <a:lvl1pPr marL="228600" indent="-228600" algn="l" defTabSz="914400" rtl="0" eaLnBrk="1" latinLnBrk="0" hangingPunct="1">
        <a:lnSpc>
          <a:spcPct val="90000"/>
        </a:lnSpc>
        <a:spcBef>
          <a:spcPts val="0"/>
        </a:spcBef>
        <a:spcAft>
          <a:spcPts val="1200"/>
        </a:spcAft>
        <a:buSzPct val="90000"/>
        <a:buFont typeface="Arial" panose="020B0604020202020204" pitchFamily="34" charset="0"/>
        <a:buChar char="•"/>
        <a:defRPr sz="2800" kern="1200" baseline="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1pPr>
      <a:lvl2pPr marL="51435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400" kern="1200" baseline="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2pPr>
      <a:lvl3pPr marL="857250" indent="-228600" algn="l" defTabSz="914400" rtl="0" eaLnBrk="1" latinLnBrk="0" hangingPunct="1">
        <a:lnSpc>
          <a:spcPct val="90000"/>
        </a:lnSpc>
        <a:spcBef>
          <a:spcPts val="0"/>
        </a:spcBef>
        <a:spcAft>
          <a:spcPts val="1200"/>
        </a:spcAft>
        <a:buFont typeface="Amazon Ember" panose="020B0603020204020204" pitchFamily="34" charset="0"/>
        <a:buChar char="–"/>
        <a:defRPr sz="2000" kern="1200" baseline="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3pPr>
      <a:lvl4pPr marL="103028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4pPr>
      <a:lvl5pPr marL="1201738" indent="-171450" algn="l" defTabSz="914400" rtl="0" eaLnBrk="1" latinLnBrk="0" hangingPunct="1">
        <a:lnSpc>
          <a:spcPct val="90000"/>
        </a:lnSpc>
        <a:spcBef>
          <a:spcPts val="0"/>
        </a:spcBef>
        <a:spcAft>
          <a:spcPts val="1200"/>
        </a:spcAft>
        <a:buFont typeface="Arial" panose="020B0604020202020204" pitchFamily="34" charset="0"/>
        <a:buChar char="•"/>
        <a:defRPr sz="1800" kern="1200" baseline="0">
          <a:solidFill>
            <a:schemeClr val="tx2"/>
          </a:solidFill>
          <a:latin typeface="Pretendard Variable Medium" panose="02000003000000020004" pitchFamily="2" charset="-127"/>
          <a:ea typeface="Pretendard Variable Medium" panose="02000003000000020004" pitchFamily="2" charset="-127"/>
          <a:cs typeface="Pretendard Variable Medium" panose="020000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F26B43"/>
          </p15:clr>
        </p15:guide>
        <p15:guide id="2" pos="7296" userDrawn="1">
          <p15:clr>
            <a:srgbClr val="F26B43"/>
          </p15:clr>
        </p15:guide>
        <p15:guide id="3" orient="horz" pos="192" userDrawn="1">
          <p15:clr>
            <a:srgbClr val="F26B43"/>
          </p15:clr>
        </p15:guide>
        <p15:guide id="4" orient="horz" pos="3912" userDrawn="1">
          <p15:clr>
            <a:srgbClr val="F26B43"/>
          </p15:clr>
        </p15:guide>
        <p15:guide id="5" orient="horz" pos="1080" userDrawn="1">
          <p15:clr>
            <a:srgbClr val="F26B43"/>
          </p15:clr>
        </p15:guide>
        <p15:guide id="6" orient="horz" pos="5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audio" Target="../media/media3.m4a"/><Relationship Id="rId7" Type="http://schemas.openxmlformats.org/officeDocument/2006/relationships/image" Target="../media/image7.png"/><Relationship Id="rId2" Type="http://schemas.microsoft.com/office/2007/relationships/media" Target="../media/media3.m4a"/><Relationship Id="rId1" Type="http://schemas.openxmlformats.org/officeDocument/2006/relationships/tags" Target="../tags/tag1.xml"/><Relationship Id="rId6" Type="http://schemas.openxmlformats.org/officeDocument/2006/relationships/image" Target="../media/image611.png"/><Relationship Id="rId11" Type="http://schemas.openxmlformats.org/officeDocument/2006/relationships/image" Target="../media/image11.png"/><Relationship Id="rId5" Type="http://schemas.openxmlformats.org/officeDocument/2006/relationships/notesSlide" Target="../notesSlides/notesSlide1.xml"/><Relationship Id="rId10" Type="http://schemas.openxmlformats.org/officeDocument/2006/relationships/image" Target="../media/image10.png"/><Relationship Id="rId4" Type="http://schemas.openxmlformats.org/officeDocument/2006/relationships/slideLayout" Target="../slideLayouts/slideLayout5.xml"/><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490.png"/><Relationship Id="rId13" Type="http://schemas.openxmlformats.org/officeDocument/2006/relationships/image" Target="../media/image16.png"/><Relationship Id="rId3" Type="http://schemas.openxmlformats.org/officeDocument/2006/relationships/slideLayout" Target="../slideLayouts/slideLayout5.xml"/><Relationship Id="rId7" Type="http://schemas.openxmlformats.org/officeDocument/2006/relationships/image" Target="../media/image7.jpeg"/><Relationship Id="rId12" Type="http://schemas.openxmlformats.org/officeDocument/2006/relationships/image" Target="../media/image520.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480.png"/><Relationship Id="rId11" Type="http://schemas.openxmlformats.org/officeDocument/2006/relationships/image" Target="../media/image510.png"/><Relationship Id="rId5" Type="http://schemas.openxmlformats.org/officeDocument/2006/relationships/image" Target="../media/image12.png"/><Relationship Id="rId15" Type="http://schemas.openxmlformats.org/officeDocument/2006/relationships/image" Target="../media/image6.png"/><Relationship Id="rId10" Type="http://schemas.openxmlformats.org/officeDocument/2006/relationships/image" Target="../media/image15.png"/><Relationship Id="rId4" Type="http://schemas.openxmlformats.org/officeDocument/2006/relationships/notesSlide" Target="../notesSlides/notesSlide2.xml"/><Relationship Id="rId9" Type="http://schemas.openxmlformats.org/officeDocument/2006/relationships/image" Target="../media/image13.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slideLayout" Target="../slideLayouts/slideLayout5.xml"/><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audio" Target="../media/media5.m4a"/><Relationship Id="rId16" Type="http://schemas.openxmlformats.org/officeDocument/2006/relationships/image" Target="../media/image6.png"/><Relationship Id="rId1" Type="http://schemas.microsoft.com/office/2007/relationships/media" Target="../media/media5.m4a"/><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notesSlide" Target="../notesSlides/notesSlide3.xml"/><Relationship Id="rId9" Type="http://schemas.openxmlformats.org/officeDocument/2006/relationships/image" Target="../media/image21.png"/><Relationship Id="rId1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image" Target="../media/image32.png"/><Relationship Id="rId12" Type="http://schemas.openxmlformats.org/officeDocument/2006/relationships/image" Target="../media/image25.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31.png"/><Relationship Id="rId11" Type="http://schemas.openxmlformats.org/officeDocument/2006/relationships/image" Target="../media/image24.png"/><Relationship Id="rId5" Type="http://schemas.openxmlformats.org/officeDocument/2006/relationships/image" Target="../media/image30.png"/><Relationship Id="rId10" Type="http://schemas.openxmlformats.org/officeDocument/2006/relationships/image" Target="../media/image23.png"/><Relationship Id="rId4" Type="http://schemas.openxmlformats.org/officeDocument/2006/relationships/notesSlide" Target="../notesSlides/notesSlide5.xml"/><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25.png"/><Relationship Id="rId3" Type="http://schemas.openxmlformats.org/officeDocument/2006/relationships/slideLayout" Target="../slideLayouts/slideLayout5.xml"/><Relationship Id="rId7" Type="http://schemas.openxmlformats.org/officeDocument/2006/relationships/image" Target="../media/image31.png"/><Relationship Id="rId12" Type="http://schemas.openxmlformats.org/officeDocument/2006/relationships/image" Target="../media/image24.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30.png"/><Relationship Id="rId11" Type="http://schemas.openxmlformats.org/officeDocument/2006/relationships/image" Target="../media/image23.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notesSlide" Target="../notesSlides/notesSlide6.xml"/><Relationship Id="rId9" Type="http://schemas.openxmlformats.org/officeDocument/2006/relationships/image" Target="../media/image33.png"/><Relationship Id="rId14"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24.png"/><Relationship Id="rId3" Type="http://schemas.openxmlformats.org/officeDocument/2006/relationships/audio" Target="../media/media10.m4a"/><Relationship Id="rId7" Type="http://schemas.openxmlformats.org/officeDocument/2006/relationships/image" Target="../media/image30.png"/><Relationship Id="rId12" Type="http://schemas.openxmlformats.org/officeDocument/2006/relationships/image" Target="../media/image23.png"/><Relationship Id="rId17" Type="http://schemas.openxmlformats.org/officeDocument/2006/relationships/image" Target="../media/image6.png"/><Relationship Id="rId2" Type="http://schemas.microsoft.com/office/2007/relationships/media" Target="../media/media10.m4a"/><Relationship Id="rId16" Type="http://schemas.openxmlformats.org/officeDocument/2006/relationships/image" Target="../media/image36.png"/><Relationship Id="rId1" Type="http://schemas.openxmlformats.org/officeDocument/2006/relationships/tags" Target="../tags/tag2.xml"/><Relationship Id="rId6" Type="http://schemas.openxmlformats.org/officeDocument/2006/relationships/image" Target="../media/image35.png"/><Relationship Id="rId11" Type="http://schemas.openxmlformats.org/officeDocument/2006/relationships/image" Target="../media/image34.png"/><Relationship Id="rId5" Type="http://schemas.openxmlformats.org/officeDocument/2006/relationships/notesSlide" Target="../notesSlides/notesSlide7.xml"/><Relationship Id="rId15" Type="http://schemas.openxmlformats.org/officeDocument/2006/relationships/image" Target="../media/image350.png"/><Relationship Id="rId10" Type="http://schemas.openxmlformats.org/officeDocument/2006/relationships/image" Target="../media/image33.png"/><Relationship Id="rId4" Type="http://schemas.openxmlformats.org/officeDocument/2006/relationships/slideLayout" Target="../slideLayouts/slideLayout5.xml"/><Relationship Id="rId9" Type="http://schemas.openxmlformats.org/officeDocument/2006/relationships/image" Target="../media/image32.png"/><Relationship Id="rId1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5.png"/><Relationship Id="rId3" Type="http://schemas.openxmlformats.org/officeDocument/2006/relationships/audio" Target="../media/media11.m4a"/><Relationship Id="rId7" Type="http://schemas.openxmlformats.org/officeDocument/2006/relationships/image" Target="../media/image38.png"/><Relationship Id="rId12" Type="http://schemas.openxmlformats.org/officeDocument/2006/relationships/image" Target="../media/image44.png"/><Relationship Id="rId17" Type="http://schemas.openxmlformats.org/officeDocument/2006/relationships/image" Target="../media/image6.png"/><Relationship Id="rId2" Type="http://schemas.microsoft.com/office/2007/relationships/media" Target="../media/media11.m4a"/><Relationship Id="rId16" Type="http://schemas.openxmlformats.org/officeDocument/2006/relationships/image" Target="../media/image25.png"/><Relationship Id="rId1" Type="http://schemas.openxmlformats.org/officeDocument/2006/relationships/tags" Target="../tags/tag3.xml"/><Relationship Id="rId6" Type="http://schemas.openxmlformats.org/officeDocument/2006/relationships/image" Target="../media/image37.png"/><Relationship Id="rId11" Type="http://schemas.openxmlformats.org/officeDocument/2006/relationships/image" Target="../media/image43.png"/><Relationship Id="rId5" Type="http://schemas.openxmlformats.org/officeDocument/2006/relationships/notesSlide" Target="../notesSlides/notesSlide8.xml"/><Relationship Id="rId15" Type="http://schemas.openxmlformats.org/officeDocument/2006/relationships/image" Target="../media/image24.png"/><Relationship Id="rId10" Type="http://schemas.openxmlformats.org/officeDocument/2006/relationships/image" Target="../media/image42.png"/><Relationship Id="rId4" Type="http://schemas.openxmlformats.org/officeDocument/2006/relationships/slideLayout" Target="../slideLayouts/slideLayout5.xml"/><Relationship Id="rId9" Type="http://schemas.openxmlformats.org/officeDocument/2006/relationships/image" Target="../media/image41.png"/><Relationship Id="rId1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3.png"/><Relationship Id="rId18" Type="http://schemas.openxmlformats.org/officeDocument/2006/relationships/image" Target="../media/image6.png"/><Relationship Id="rId3" Type="http://schemas.openxmlformats.org/officeDocument/2006/relationships/audio" Target="../media/media12.m4a"/><Relationship Id="rId7" Type="http://schemas.openxmlformats.org/officeDocument/2006/relationships/image" Target="../media/image38.png"/><Relationship Id="rId12" Type="http://schemas.openxmlformats.org/officeDocument/2006/relationships/image" Target="../media/image45.png"/><Relationship Id="rId17" Type="http://schemas.openxmlformats.org/officeDocument/2006/relationships/image" Target="../media/image39.png"/><Relationship Id="rId2" Type="http://schemas.microsoft.com/office/2007/relationships/media" Target="../media/media12.m4a"/><Relationship Id="rId16" Type="http://schemas.openxmlformats.org/officeDocument/2006/relationships/image" Target="../media/image47.png"/><Relationship Id="rId1" Type="http://schemas.openxmlformats.org/officeDocument/2006/relationships/tags" Target="../tags/tag4.xml"/><Relationship Id="rId6" Type="http://schemas.openxmlformats.org/officeDocument/2006/relationships/image" Target="../media/image37.png"/><Relationship Id="rId11" Type="http://schemas.openxmlformats.org/officeDocument/2006/relationships/image" Target="../media/image44.png"/><Relationship Id="rId5" Type="http://schemas.openxmlformats.org/officeDocument/2006/relationships/notesSlide" Target="../notesSlides/notesSlide9.xml"/><Relationship Id="rId15" Type="http://schemas.openxmlformats.org/officeDocument/2006/relationships/image" Target="../media/image25.png"/><Relationship Id="rId10" Type="http://schemas.openxmlformats.org/officeDocument/2006/relationships/image" Target="../media/image43.png"/><Relationship Id="rId4" Type="http://schemas.openxmlformats.org/officeDocument/2006/relationships/slideLayout" Target="../slideLayouts/slideLayout5.xml"/><Relationship Id="rId9" Type="http://schemas.openxmlformats.org/officeDocument/2006/relationships/image" Target="../media/image42.png"/><Relationship Id="rId1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23.png"/><Relationship Id="rId18" Type="http://schemas.openxmlformats.org/officeDocument/2006/relationships/image" Target="../media/image6.png"/><Relationship Id="rId3" Type="http://schemas.openxmlformats.org/officeDocument/2006/relationships/audio" Target="../media/media13.m4a"/><Relationship Id="rId7" Type="http://schemas.openxmlformats.org/officeDocument/2006/relationships/image" Target="../media/image38.png"/><Relationship Id="rId12" Type="http://schemas.openxmlformats.org/officeDocument/2006/relationships/image" Target="../media/image45.png"/><Relationship Id="rId17" Type="http://schemas.openxmlformats.org/officeDocument/2006/relationships/image" Target="../media/image46.png"/><Relationship Id="rId2" Type="http://schemas.microsoft.com/office/2007/relationships/media" Target="../media/media13.m4a"/><Relationship Id="rId16" Type="http://schemas.openxmlformats.org/officeDocument/2006/relationships/image" Target="../media/image40.png"/><Relationship Id="rId1" Type="http://schemas.openxmlformats.org/officeDocument/2006/relationships/tags" Target="../tags/tag5.xml"/><Relationship Id="rId6" Type="http://schemas.openxmlformats.org/officeDocument/2006/relationships/image" Target="../media/image37.png"/><Relationship Id="rId11" Type="http://schemas.openxmlformats.org/officeDocument/2006/relationships/image" Target="../media/image44.png"/><Relationship Id="rId5" Type="http://schemas.openxmlformats.org/officeDocument/2006/relationships/notesSlide" Target="../notesSlides/notesSlide10.xml"/><Relationship Id="rId15" Type="http://schemas.openxmlformats.org/officeDocument/2006/relationships/image" Target="../media/image25.png"/><Relationship Id="rId10" Type="http://schemas.openxmlformats.org/officeDocument/2006/relationships/image" Target="../media/image43.png"/><Relationship Id="rId4" Type="http://schemas.openxmlformats.org/officeDocument/2006/relationships/slideLayout" Target="../slideLayouts/slideLayout5.xml"/><Relationship Id="rId9" Type="http://schemas.openxmlformats.org/officeDocument/2006/relationships/image" Target="../media/image42.png"/><Relationship Id="rId14" Type="http://schemas.openxmlformats.org/officeDocument/2006/relationships/image" Target="../media/image24.png"/></Relationships>
</file>

<file path=ppt/slides/_rels/slide14.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25.png"/><Relationship Id="rId3" Type="http://schemas.openxmlformats.org/officeDocument/2006/relationships/audio" Target="../media/media14.m4a"/><Relationship Id="rId7" Type="http://schemas.openxmlformats.org/officeDocument/2006/relationships/image" Target="../media/image49.png"/><Relationship Id="rId12" Type="http://schemas.openxmlformats.org/officeDocument/2006/relationships/image" Target="../media/image491.png"/><Relationship Id="rId17" Type="http://schemas.openxmlformats.org/officeDocument/2006/relationships/image" Target="../media/image24.png"/><Relationship Id="rId2" Type="http://schemas.microsoft.com/office/2007/relationships/media" Target="../media/media14.m4a"/><Relationship Id="rId16" Type="http://schemas.openxmlformats.org/officeDocument/2006/relationships/image" Target="../media/image23.png"/><Relationship Id="rId1" Type="http://schemas.openxmlformats.org/officeDocument/2006/relationships/tags" Target="../tags/tag6.xml"/><Relationship Id="rId6" Type="http://schemas.openxmlformats.org/officeDocument/2006/relationships/image" Target="../media/image48.png"/><Relationship Id="rId11" Type="http://schemas.openxmlformats.org/officeDocument/2006/relationships/image" Target="../media/image53.png"/><Relationship Id="rId5" Type="http://schemas.openxmlformats.org/officeDocument/2006/relationships/notesSlide" Target="../notesSlides/notesSlide11.xml"/><Relationship Id="rId15" Type="http://schemas.openxmlformats.org/officeDocument/2006/relationships/image" Target="../media/image52.png"/><Relationship Id="rId19" Type="http://schemas.openxmlformats.org/officeDocument/2006/relationships/image" Target="../media/image6.png"/><Relationship Id="rId4" Type="http://schemas.openxmlformats.org/officeDocument/2006/relationships/slideLayout" Target="../slideLayouts/slideLayout5.xml"/><Relationship Id="rId14" Type="http://schemas.openxmlformats.org/officeDocument/2006/relationships/image" Target="../media/image51.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audio" Target="../media/media15.m4a"/><Relationship Id="rId7" Type="http://schemas.openxmlformats.org/officeDocument/2006/relationships/image" Target="../media/image55.png"/><Relationship Id="rId12" Type="http://schemas.openxmlformats.org/officeDocument/2006/relationships/image" Target="../media/image60.png"/><Relationship Id="rId2" Type="http://schemas.microsoft.com/office/2007/relationships/media" Target="../media/media15.m4a"/><Relationship Id="rId16" Type="http://schemas.openxmlformats.org/officeDocument/2006/relationships/image" Target="../media/image6.png"/><Relationship Id="rId1" Type="http://schemas.openxmlformats.org/officeDocument/2006/relationships/tags" Target="../tags/tag7.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notesSlide" Target="../notesSlides/notesSlide12.xml"/><Relationship Id="rId15" Type="http://schemas.openxmlformats.org/officeDocument/2006/relationships/image" Target="../media/image63.png"/><Relationship Id="rId10" Type="http://schemas.openxmlformats.org/officeDocument/2006/relationships/image" Target="../media/image58.png"/><Relationship Id="rId4" Type="http://schemas.openxmlformats.org/officeDocument/2006/relationships/slideLayout" Target="../slideLayouts/slideLayout5.xml"/><Relationship Id="rId9" Type="http://schemas.openxmlformats.org/officeDocument/2006/relationships/image" Target="../media/image57.png"/><Relationship Id="rId1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6.png"/><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slideLayout" Target="../slideLayouts/slideLayout5.xml"/><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6.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571.png"/><Relationship Id="rId3" Type="http://schemas.openxmlformats.org/officeDocument/2006/relationships/audio" Target="../media/media18.m4a"/><Relationship Id="rId7" Type="http://schemas.openxmlformats.org/officeDocument/2006/relationships/image" Target="../media/image65.png"/><Relationship Id="rId2" Type="http://schemas.microsoft.com/office/2007/relationships/media" Target="../media/media18.m4a"/><Relationship Id="rId1" Type="http://schemas.openxmlformats.org/officeDocument/2006/relationships/tags" Target="../tags/tag8.xml"/><Relationship Id="rId6" Type="http://schemas.openxmlformats.org/officeDocument/2006/relationships/image" Target="../media/image64.png"/><Relationship Id="rId11" Type="http://schemas.openxmlformats.org/officeDocument/2006/relationships/image" Target="../media/image6.png"/><Relationship Id="rId5" Type="http://schemas.openxmlformats.org/officeDocument/2006/relationships/notesSlide" Target="../notesSlides/notesSlide14.xml"/><Relationship Id="rId10" Type="http://schemas.openxmlformats.org/officeDocument/2006/relationships/image" Target="../media/image67.png"/><Relationship Id="rId4" Type="http://schemas.openxmlformats.org/officeDocument/2006/relationships/slideLayout" Target="../slideLayouts/slideLayout5.xml"/><Relationship Id="rId9" Type="http://schemas.openxmlformats.org/officeDocument/2006/relationships/image" Target="../media/image66.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audio" Target="../media/media19.m4a"/><Relationship Id="rId7" Type="http://schemas.openxmlformats.org/officeDocument/2006/relationships/image" Target="../media/image610.png"/><Relationship Id="rId2" Type="http://schemas.microsoft.com/office/2007/relationships/media" Target="../media/media19.m4a"/><Relationship Id="rId1" Type="http://schemas.openxmlformats.org/officeDocument/2006/relationships/tags" Target="../tags/tag9.xml"/><Relationship Id="rId6" Type="http://schemas.openxmlformats.org/officeDocument/2006/relationships/image" Target="../media/image570.png"/><Relationship Id="rId5" Type="http://schemas.openxmlformats.org/officeDocument/2006/relationships/notesSlide" Target="../notesSlides/notesSlide15.xml"/><Relationship Id="rId4"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image" Target="../media/image620.png"/><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600.png"/><Relationship Id="rId5" Type="http://schemas.openxmlformats.org/officeDocument/2006/relationships/image" Target="../media/image570.pn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8" Type="http://schemas.openxmlformats.org/officeDocument/2006/relationships/image" Target="../media/image660.png"/><Relationship Id="rId13" Type="http://schemas.openxmlformats.org/officeDocument/2006/relationships/image" Target="../media/image73.png"/><Relationship Id="rId3" Type="http://schemas.openxmlformats.org/officeDocument/2006/relationships/audio" Target="../media/media21.m4a"/><Relationship Id="rId7" Type="http://schemas.openxmlformats.org/officeDocument/2006/relationships/image" Target="../media/image68.png"/><Relationship Id="rId12" Type="http://schemas.openxmlformats.org/officeDocument/2006/relationships/image" Target="../media/image72.png"/><Relationship Id="rId2" Type="http://schemas.microsoft.com/office/2007/relationships/media" Target="../media/media21.m4a"/><Relationship Id="rId1" Type="http://schemas.openxmlformats.org/officeDocument/2006/relationships/tags" Target="../tags/tag10.xml"/><Relationship Id="rId6" Type="http://schemas.openxmlformats.org/officeDocument/2006/relationships/image" Target="../media/image640.png"/><Relationship Id="rId11" Type="http://schemas.openxmlformats.org/officeDocument/2006/relationships/image" Target="../media/image71.png"/><Relationship Id="rId5" Type="http://schemas.openxmlformats.org/officeDocument/2006/relationships/notesSlide" Target="../notesSlides/notesSlide17.xml"/><Relationship Id="rId10" Type="http://schemas.openxmlformats.org/officeDocument/2006/relationships/image" Target="../media/image70.png"/><Relationship Id="rId4" Type="http://schemas.openxmlformats.org/officeDocument/2006/relationships/slideLayout" Target="../slideLayouts/slideLayout5.xml"/><Relationship Id="rId9" Type="http://schemas.openxmlformats.org/officeDocument/2006/relationships/image" Target="../media/image69.png"/><Relationship Id="rId14" Type="http://schemas.openxmlformats.org/officeDocument/2006/relationships/image" Target="../media/image6.png"/></Relationships>
</file>

<file path=ppt/slides/_rels/slide22.xml.rels><?xml version="1.0" encoding="UTF-8" standalone="yes"?>
<Relationships xmlns="http://schemas.openxmlformats.org/package/2006/relationships"><Relationship Id="rId8" Type="http://schemas.openxmlformats.org/officeDocument/2006/relationships/image" Target="../media/image690.png"/><Relationship Id="rId3" Type="http://schemas.openxmlformats.org/officeDocument/2006/relationships/audio" Target="../media/media22.m4a"/><Relationship Id="rId7" Type="http://schemas.openxmlformats.org/officeDocument/2006/relationships/image" Target="../media/image680.png"/><Relationship Id="rId2" Type="http://schemas.microsoft.com/office/2007/relationships/media" Target="../media/media22.m4a"/><Relationship Id="rId1" Type="http://schemas.openxmlformats.org/officeDocument/2006/relationships/tags" Target="../tags/tag11.xml"/><Relationship Id="rId6" Type="http://schemas.openxmlformats.org/officeDocument/2006/relationships/image" Target="../media/image670.png"/><Relationship Id="rId11" Type="http://schemas.openxmlformats.org/officeDocument/2006/relationships/image" Target="../media/image6.png"/><Relationship Id="rId5" Type="http://schemas.openxmlformats.org/officeDocument/2006/relationships/notesSlide" Target="../notesSlides/notesSlide18.xml"/><Relationship Id="rId10" Type="http://schemas.openxmlformats.org/officeDocument/2006/relationships/image" Target="../media/image570.png"/><Relationship Id="rId4" Type="http://schemas.openxmlformats.org/officeDocument/2006/relationships/slideLayout" Target="../slideLayouts/slideLayout5.xml"/><Relationship Id="rId9" Type="http://schemas.openxmlformats.org/officeDocument/2006/relationships/image" Target="../media/image630.png"/></Relationships>
</file>

<file path=ppt/slides/_rels/slide23.xml.rels><?xml version="1.0" encoding="UTF-8" standalone="yes"?>
<Relationships xmlns="http://schemas.openxmlformats.org/package/2006/relationships"><Relationship Id="rId8" Type="http://schemas.openxmlformats.org/officeDocument/2006/relationships/image" Target="../media/image730.png"/><Relationship Id="rId3" Type="http://schemas.openxmlformats.org/officeDocument/2006/relationships/audio" Target="../media/media23.m4a"/><Relationship Id="rId7" Type="http://schemas.openxmlformats.org/officeDocument/2006/relationships/image" Target="../media/image720.png"/><Relationship Id="rId12" Type="http://schemas.openxmlformats.org/officeDocument/2006/relationships/image" Target="../media/image6.png"/><Relationship Id="rId2" Type="http://schemas.microsoft.com/office/2007/relationships/media" Target="../media/media23.m4a"/><Relationship Id="rId1" Type="http://schemas.openxmlformats.org/officeDocument/2006/relationships/tags" Target="../tags/tag12.xml"/><Relationship Id="rId6" Type="http://schemas.openxmlformats.org/officeDocument/2006/relationships/image" Target="../media/image710.png"/><Relationship Id="rId11" Type="http://schemas.openxmlformats.org/officeDocument/2006/relationships/image" Target="../media/image700.png"/><Relationship Id="rId5" Type="http://schemas.openxmlformats.org/officeDocument/2006/relationships/notesSlide" Target="../notesSlides/notesSlide19.xml"/><Relationship Id="rId10" Type="http://schemas.openxmlformats.org/officeDocument/2006/relationships/image" Target="../media/image671.png"/><Relationship Id="rId4" Type="http://schemas.openxmlformats.org/officeDocument/2006/relationships/slideLayout" Target="../slideLayouts/slideLayout5.xml"/><Relationship Id="rId9"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82.png"/><Relationship Id="rId18" Type="http://schemas.openxmlformats.org/officeDocument/2006/relationships/image" Target="../media/image6.png"/><Relationship Id="rId3" Type="http://schemas.openxmlformats.org/officeDocument/2006/relationships/audio" Target="../media/media24.m4a"/><Relationship Id="rId7" Type="http://schemas.openxmlformats.org/officeDocument/2006/relationships/image" Target="../media/image77.png"/><Relationship Id="rId12" Type="http://schemas.openxmlformats.org/officeDocument/2006/relationships/image" Target="../media/image81.png"/><Relationship Id="rId17" Type="http://schemas.openxmlformats.org/officeDocument/2006/relationships/image" Target="../media/image86.png"/><Relationship Id="rId2" Type="http://schemas.microsoft.com/office/2007/relationships/media" Target="../media/media24.m4a"/><Relationship Id="rId16" Type="http://schemas.openxmlformats.org/officeDocument/2006/relationships/image" Target="../media/image85.png"/><Relationship Id="rId1" Type="http://schemas.openxmlformats.org/officeDocument/2006/relationships/tags" Target="../tags/tag13.xml"/><Relationship Id="rId6" Type="http://schemas.openxmlformats.org/officeDocument/2006/relationships/image" Target="../media/image76.png"/><Relationship Id="rId11" Type="http://schemas.openxmlformats.org/officeDocument/2006/relationships/image" Target="../media/image80.png"/><Relationship Id="rId5" Type="http://schemas.openxmlformats.org/officeDocument/2006/relationships/image" Target="../media/image75.png"/><Relationship Id="rId15" Type="http://schemas.openxmlformats.org/officeDocument/2006/relationships/image" Target="../media/image84.png"/><Relationship Id="rId10" Type="http://schemas.openxmlformats.org/officeDocument/2006/relationships/image" Target="../media/image79.png"/><Relationship Id="rId4" Type="http://schemas.openxmlformats.org/officeDocument/2006/relationships/slideLayout" Target="../slideLayouts/slideLayout5.xml"/><Relationship Id="rId9" Type="http://schemas.openxmlformats.org/officeDocument/2006/relationships/image" Target="../media/image78.png"/><Relationship Id="rId14" Type="http://schemas.openxmlformats.org/officeDocument/2006/relationships/image" Target="../media/image83.png"/></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image" Target="../media/image89.png"/><Relationship Id="rId2" Type="http://schemas.openxmlformats.org/officeDocument/2006/relationships/audio" Target="../media/media25.m4a"/><Relationship Id="rId1" Type="http://schemas.microsoft.com/office/2007/relationships/media" Target="../media/media25.m4a"/><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8" Type="http://schemas.openxmlformats.org/officeDocument/2006/relationships/image" Target="../media/image690.png"/><Relationship Id="rId3" Type="http://schemas.openxmlformats.org/officeDocument/2006/relationships/audio" Target="../media/media26.m4a"/><Relationship Id="rId7" Type="http://schemas.openxmlformats.org/officeDocument/2006/relationships/image" Target="../media/image680.png"/><Relationship Id="rId2" Type="http://schemas.microsoft.com/office/2007/relationships/media" Target="../media/media26.m4a"/><Relationship Id="rId1" Type="http://schemas.openxmlformats.org/officeDocument/2006/relationships/tags" Target="../tags/tag14.xml"/><Relationship Id="rId6" Type="http://schemas.openxmlformats.org/officeDocument/2006/relationships/image" Target="../media/image670.png"/><Relationship Id="rId11" Type="http://schemas.openxmlformats.org/officeDocument/2006/relationships/image" Target="../media/image6.png"/><Relationship Id="rId5" Type="http://schemas.openxmlformats.org/officeDocument/2006/relationships/notesSlide" Target="../notesSlides/notesSlide21.xml"/><Relationship Id="rId10" Type="http://schemas.openxmlformats.org/officeDocument/2006/relationships/image" Target="../media/image570.png"/><Relationship Id="rId4" Type="http://schemas.openxmlformats.org/officeDocument/2006/relationships/slideLayout" Target="../slideLayouts/slideLayout5.xml"/><Relationship Id="rId9" Type="http://schemas.openxmlformats.org/officeDocument/2006/relationships/image" Target="../media/image90.png"/></Relationships>
</file>

<file path=ppt/slides/_rels/slide27.xml.rels><?xml version="1.0" encoding="UTF-8" standalone="yes"?>
<Relationships xmlns="http://schemas.openxmlformats.org/package/2006/relationships"><Relationship Id="rId8" Type="http://schemas.openxmlformats.org/officeDocument/2006/relationships/image" Target="../media/image830.png"/><Relationship Id="rId3" Type="http://schemas.openxmlformats.org/officeDocument/2006/relationships/audio" Target="../media/media27.m4a"/><Relationship Id="rId7" Type="http://schemas.openxmlformats.org/officeDocument/2006/relationships/image" Target="../media/image91.png"/><Relationship Id="rId2" Type="http://schemas.microsoft.com/office/2007/relationships/media" Target="../media/media27.m4a"/><Relationship Id="rId1" Type="http://schemas.openxmlformats.org/officeDocument/2006/relationships/tags" Target="../tags/tag15.xml"/><Relationship Id="rId6" Type="http://schemas.openxmlformats.org/officeDocument/2006/relationships/image" Target="../media/image810.png"/><Relationship Id="rId11" Type="http://schemas.openxmlformats.org/officeDocument/2006/relationships/image" Target="../media/image6.png"/><Relationship Id="rId5" Type="http://schemas.openxmlformats.org/officeDocument/2006/relationships/notesSlide" Target="../notesSlides/notesSlide22.xml"/><Relationship Id="rId10" Type="http://schemas.openxmlformats.org/officeDocument/2006/relationships/image" Target="../media/image92.png"/><Relationship Id="rId4" Type="http://schemas.openxmlformats.org/officeDocument/2006/relationships/slideLayout" Target="../slideLayouts/slideLayout5.xml"/><Relationship Id="rId9" Type="http://schemas.openxmlformats.org/officeDocument/2006/relationships/image" Target="../media/image840.png"/></Relationships>
</file>

<file path=ppt/slides/_rels/slide28.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audio" Target="../media/media28.m4a"/><Relationship Id="rId7" Type="http://schemas.openxmlformats.org/officeDocument/2006/relationships/image" Target="../media/image931.png"/><Relationship Id="rId2" Type="http://schemas.microsoft.com/office/2007/relationships/media" Target="../media/media28.m4a"/><Relationship Id="rId1" Type="http://schemas.openxmlformats.org/officeDocument/2006/relationships/tags" Target="../tags/tag16.xml"/><Relationship Id="rId6" Type="http://schemas.openxmlformats.org/officeDocument/2006/relationships/image" Target="../media/image93.png"/><Relationship Id="rId5" Type="http://schemas.openxmlformats.org/officeDocument/2006/relationships/notesSlide" Target="../notesSlides/notesSlide23.xml"/><Relationship Id="rId4" Type="http://schemas.openxmlformats.org/officeDocument/2006/relationships/slideLayout" Target="../slideLayouts/slideLayout5.xml"/><Relationship Id="rId9"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880.png"/><Relationship Id="rId13" Type="http://schemas.openxmlformats.org/officeDocument/2006/relationships/image" Target="../media/image930.png"/><Relationship Id="rId3" Type="http://schemas.openxmlformats.org/officeDocument/2006/relationships/audio" Target="../media/media29.m4a"/><Relationship Id="rId7" Type="http://schemas.openxmlformats.org/officeDocument/2006/relationships/image" Target="../media/image931.png"/><Relationship Id="rId12" Type="http://schemas.openxmlformats.org/officeDocument/2006/relationships/image" Target="../media/image920.png"/><Relationship Id="rId2" Type="http://schemas.microsoft.com/office/2007/relationships/media" Target="../media/media29.m4a"/><Relationship Id="rId1" Type="http://schemas.openxmlformats.org/officeDocument/2006/relationships/tags" Target="../tags/tag17.xml"/><Relationship Id="rId6" Type="http://schemas.openxmlformats.org/officeDocument/2006/relationships/image" Target="../media/image860.png"/><Relationship Id="rId11" Type="http://schemas.openxmlformats.org/officeDocument/2006/relationships/image" Target="../media/image910.png"/><Relationship Id="rId5" Type="http://schemas.openxmlformats.org/officeDocument/2006/relationships/notesSlide" Target="../notesSlides/notesSlide24.xml"/><Relationship Id="rId10" Type="http://schemas.openxmlformats.org/officeDocument/2006/relationships/image" Target="../media/image900.png"/><Relationship Id="rId4" Type="http://schemas.openxmlformats.org/officeDocument/2006/relationships/slideLayout" Target="../slideLayouts/slideLayout5.xml"/><Relationship Id="rId9" Type="http://schemas.openxmlformats.org/officeDocument/2006/relationships/image" Target="../media/image890.png"/><Relationship Id="rId14" Type="http://schemas.openxmlformats.org/officeDocument/2006/relationships/image" Target="../media/image6.png"/></Relationships>
</file>

<file path=ppt/slides/_rels/slide30.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1.png"/><Relationship Id="rId3" Type="http://schemas.openxmlformats.org/officeDocument/2006/relationships/audio" Target="../media/media30.m4a"/><Relationship Id="rId7" Type="http://schemas.openxmlformats.org/officeDocument/2006/relationships/image" Target="../media/image96.png"/><Relationship Id="rId12" Type="http://schemas.openxmlformats.org/officeDocument/2006/relationships/image" Target="../media/image100.png"/><Relationship Id="rId2" Type="http://schemas.microsoft.com/office/2007/relationships/media" Target="../media/media30.m4a"/><Relationship Id="rId1" Type="http://schemas.openxmlformats.org/officeDocument/2006/relationships/tags" Target="../tags/tag18.xml"/><Relationship Id="rId6" Type="http://schemas.openxmlformats.org/officeDocument/2006/relationships/image" Target="../media/image940.png"/><Relationship Id="rId11" Type="http://schemas.openxmlformats.org/officeDocument/2006/relationships/image" Target="../media/image99.png"/><Relationship Id="rId5" Type="http://schemas.openxmlformats.org/officeDocument/2006/relationships/notesSlide" Target="../notesSlides/notesSlide25.xml"/><Relationship Id="rId10" Type="http://schemas.openxmlformats.org/officeDocument/2006/relationships/image" Target="../media/image98.png"/><Relationship Id="rId4" Type="http://schemas.openxmlformats.org/officeDocument/2006/relationships/slideLayout" Target="../slideLayouts/slideLayout5.xml"/><Relationship Id="rId9" Type="http://schemas.openxmlformats.org/officeDocument/2006/relationships/image" Target="../media/image97.png"/><Relationship Id="rId1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31.m4a"/><Relationship Id="rId1" Type="http://schemas.microsoft.com/office/2007/relationships/media" Target="../media/media31.m4a"/><Relationship Id="rId6" Type="http://schemas.openxmlformats.org/officeDocument/2006/relationships/image" Target="../media/image6.png"/><Relationship Id="rId5" Type="http://schemas.openxmlformats.org/officeDocument/2006/relationships/image" Target="../media/image102.png"/><Relationship Id="rId4"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8" Type="http://schemas.openxmlformats.org/officeDocument/2006/relationships/image" Target="../media/image1020.png"/><Relationship Id="rId13" Type="http://schemas.openxmlformats.org/officeDocument/2006/relationships/image" Target="../media/image107.png"/><Relationship Id="rId3" Type="http://schemas.openxmlformats.org/officeDocument/2006/relationships/audio" Target="../media/media32.m4a"/><Relationship Id="rId7" Type="http://schemas.openxmlformats.org/officeDocument/2006/relationships/image" Target="../media/image1010.png"/><Relationship Id="rId12" Type="http://schemas.openxmlformats.org/officeDocument/2006/relationships/image" Target="../media/image106.png"/><Relationship Id="rId2" Type="http://schemas.microsoft.com/office/2007/relationships/media" Target="../media/media32.m4a"/><Relationship Id="rId1" Type="http://schemas.openxmlformats.org/officeDocument/2006/relationships/tags" Target="../tags/tag19.xml"/><Relationship Id="rId6" Type="http://schemas.openxmlformats.org/officeDocument/2006/relationships/image" Target="../media/image1000.png"/><Relationship Id="rId11" Type="http://schemas.openxmlformats.org/officeDocument/2006/relationships/image" Target="../media/image105.png"/><Relationship Id="rId5" Type="http://schemas.openxmlformats.org/officeDocument/2006/relationships/notesSlide" Target="../notesSlides/notesSlide27.xml"/><Relationship Id="rId10" Type="http://schemas.openxmlformats.org/officeDocument/2006/relationships/image" Target="../media/image104.png"/><Relationship Id="rId4" Type="http://schemas.openxmlformats.org/officeDocument/2006/relationships/slideLayout" Target="../slideLayouts/slideLayout5.xml"/><Relationship Id="rId9" Type="http://schemas.openxmlformats.org/officeDocument/2006/relationships/image" Target="../media/image103.png"/><Relationship Id="rId14" Type="http://schemas.openxmlformats.org/officeDocument/2006/relationships/image" Target="../media/image6.png"/></Relationships>
</file>

<file path=ppt/slides/_rels/slide33.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0.png"/><Relationship Id="rId3" Type="http://schemas.openxmlformats.org/officeDocument/2006/relationships/audio" Target="../media/media33.m4a"/><Relationship Id="rId7" Type="http://schemas.openxmlformats.org/officeDocument/2006/relationships/image" Target="../media/image1020.png"/><Relationship Id="rId12" Type="http://schemas.openxmlformats.org/officeDocument/2006/relationships/image" Target="../media/image1050.png"/><Relationship Id="rId2" Type="http://schemas.microsoft.com/office/2007/relationships/media" Target="../media/media33.m4a"/><Relationship Id="rId1" Type="http://schemas.openxmlformats.org/officeDocument/2006/relationships/tags" Target="../tags/tag20.xml"/><Relationship Id="rId6" Type="http://schemas.openxmlformats.org/officeDocument/2006/relationships/image" Target="../media/image1010.png"/><Relationship Id="rId11" Type="http://schemas.openxmlformats.org/officeDocument/2006/relationships/image" Target="../media/image991.png"/><Relationship Id="rId5" Type="http://schemas.openxmlformats.org/officeDocument/2006/relationships/notesSlide" Target="../notesSlides/notesSlide28.xml"/><Relationship Id="rId15" Type="http://schemas.openxmlformats.org/officeDocument/2006/relationships/image" Target="../media/image6.png"/><Relationship Id="rId10" Type="http://schemas.openxmlformats.org/officeDocument/2006/relationships/image" Target="../media/image109.png"/><Relationship Id="rId4" Type="http://schemas.openxmlformats.org/officeDocument/2006/relationships/slideLayout" Target="../slideLayouts/slideLayout5.xml"/><Relationship Id="rId9" Type="http://schemas.openxmlformats.org/officeDocument/2006/relationships/image" Target="../media/image104.png"/><Relationship Id="rId14" Type="http://schemas.openxmlformats.org/officeDocument/2006/relationships/image" Target="../media/image111.png"/></Relationships>
</file>

<file path=ppt/slides/_rels/slide3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audio" Target="../media/media34.m4a"/><Relationship Id="rId7" Type="http://schemas.openxmlformats.org/officeDocument/2006/relationships/image" Target="../media/image1080.png"/><Relationship Id="rId2" Type="http://schemas.microsoft.com/office/2007/relationships/media" Target="../media/media34.m4a"/><Relationship Id="rId1" Type="http://schemas.openxmlformats.org/officeDocument/2006/relationships/tags" Target="../tags/tag21.xml"/><Relationship Id="rId6" Type="http://schemas.openxmlformats.org/officeDocument/2006/relationships/image" Target="../media/image1070.png"/><Relationship Id="rId5" Type="http://schemas.openxmlformats.org/officeDocument/2006/relationships/notesSlide" Target="../notesSlides/notesSlide29.xml"/><Relationship Id="rId4"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image" Target="../media/image1080.png"/><Relationship Id="rId13" Type="http://schemas.openxmlformats.org/officeDocument/2006/relationships/image" Target="../media/image114.png"/><Relationship Id="rId3" Type="http://schemas.openxmlformats.org/officeDocument/2006/relationships/audio" Target="../media/media35.m4a"/><Relationship Id="rId7" Type="http://schemas.openxmlformats.org/officeDocument/2006/relationships/image" Target="../media/image1070.png"/><Relationship Id="rId12" Type="http://schemas.openxmlformats.org/officeDocument/2006/relationships/image" Target="../media/image113.png"/><Relationship Id="rId2" Type="http://schemas.microsoft.com/office/2007/relationships/media" Target="../media/media35.m4a"/><Relationship Id="rId16" Type="http://schemas.openxmlformats.org/officeDocument/2006/relationships/image" Target="../media/image6.png"/><Relationship Id="rId1" Type="http://schemas.openxmlformats.org/officeDocument/2006/relationships/tags" Target="../tags/tag22.xml"/><Relationship Id="rId6" Type="http://schemas.openxmlformats.org/officeDocument/2006/relationships/image" Target="../media/image112.png"/><Relationship Id="rId11" Type="http://schemas.openxmlformats.org/officeDocument/2006/relationships/image" Target="../media/image1120.png"/><Relationship Id="rId5" Type="http://schemas.openxmlformats.org/officeDocument/2006/relationships/notesSlide" Target="../notesSlides/notesSlide30.xml"/><Relationship Id="rId15" Type="http://schemas.openxmlformats.org/officeDocument/2006/relationships/image" Target="../media/image116.png"/><Relationship Id="rId10" Type="http://schemas.openxmlformats.org/officeDocument/2006/relationships/image" Target="../media/image1111.png"/><Relationship Id="rId4" Type="http://schemas.openxmlformats.org/officeDocument/2006/relationships/slideLayout" Target="../slideLayouts/slideLayout5.xml"/><Relationship Id="rId9" Type="http://schemas.openxmlformats.org/officeDocument/2006/relationships/image" Target="../media/image1100.png"/><Relationship Id="rId14" Type="http://schemas.openxmlformats.org/officeDocument/2006/relationships/image" Target="../media/image115.png"/></Relationships>
</file>

<file path=ppt/slides/_rels/slide36.xml.rels><?xml version="1.0" encoding="UTF-8" standalone="yes"?>
<Relationships xmlns="http://schemas.openxmlformats.org/package/2006/relationships"><Relationship Id="rId8" Type="http://schemas.openxmlformats.org/officeDocument/2006/relationships/image" Target="../media/image1140.png"/><Relationship Id="rId13" Type="http://schemas.openxmlformats.org/officeDocument/2006/relationships/image" Target="../media/image25.png"/><Relationship Id="rId3" Type="http://schemas.openxmlformats.org/officeDocument/2006/relationships/slideLayout" Target="../slideLayouts/slideLayout5.xml"/><Relationship Id="rId7" Type="http://schemas.openxmlformats.org/officeDocument/2006/relationships/image" Target="../media/image1130.png"/><Relationship Id="rId12" Type="http://schemas.openxmlformats.org/officeDocument/2006/relationships/image" Target="../media/image24.png"/><Relationship Id="rId2" Type="http://schemas.openxmlformats.org/officeDocument/2006/relationships/audio" Target="../media/media36.m4a"/><Relationship Id="rId1" Type="http://schemas.microsoft.com/office/2007/relationships/media" Target="../media/media36.m4a"/><Relationship Id="rId6" Type="http://schemas.openxmlformats.org/officeDocument/2006/relationships/image" Target="../media/image117.png"/><Relationship Id="rId11" Type="http://schemas.openxmlformats.org/officeDocument/2006/relationships/image" Target="../media/image23.png"/><Relationship Id="rId5" Type="http://schemas.openxmlformats.org/officeDocument/2006/relationships/image" Target="../media/image1110.png"/><Relationship Id="rId10" Type="http://schemas.openxmlformats.org/officeDocument/2006/relationships/image" Target="../media/image1160.png"/><Relationship Id="rId4" Type="http://schemas.openxmlformats.org/officeDocument/2006/relationships/notesSlide" Target="../notesSlides/notesSlide31.xml"/><Relationship Id="rId9" Type="http://schemas.openxmlformats.org/officeDocument/2006/relationships/image" Target="../media/image1150.png"/><Relationship Id="rId14" Type="http://schemas.openxmlformats.org/officeDocument/2006/relationships/image" Target="../media/image6.png"/></Relationships>
</file>

<file path=ppt/slides/_rels/slide3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3" Type="http://schemas.openxmlformats.org/officeDocument/2006/relationships/slideLayout" Target="../slideLayouts/slideLayout5.xml"/><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6.png"/><Relationship Id="rId2" Type="http://schemas.openxmlformats.org/officeDocument/2006/relationships/audio" Target="../media/media37.m4a"/><Relationship Id="rId16" Type="http://schemas.openxmlformats.org/officeDocument/2006/relationships/image" Target="../media/image25.png"/><Relationship Id="rId1" Type="http://schemas.microsoft.com/office/2007/relationships/media" Target="../media/media37.m4a"/><Relationship Id="rId6" Type="http://schemas.openxmlformats.org/officeDocument/2006/relationships/image" Target="../media/image1180.png"/><Relationship Id="rId11" Type="http://schemas.openxmlformats.org/officeDocument/2006/relationships/image" Target="../media/image123.png"/><Relationship Id="rId5" Type="http://schemas.openxmlformats.org/officeDocument/2006/relationships/image" Target="../media/image118.png"/><Relationship Id="rId15" Type="http://schemas.openxmlformats.org/officeDocument/2006/relationships/image" Target="../media/image24.png"/><Relationship Id="rId10" Type="http://schemas.openxmlformats.org/officeDocument/2006/relationships/image" Target="../media/image122.png"/><Relationship Id="rId4" Type="http://schemas.openxmlformats.org/officeDocument/2006/relationships/notesSlide" Target="../notesSlides/notesSlide32.xml"/><Relationship Id="rId9" Type="http://schemas.openxmlformats.org/officeDocument/2006/relationships/image" Target="../media/image121.png"/><Relationship Id="rId14" Type="http://schemas.openxmlformats.org/officeDocument/2006/relationships/image" Target="../media/image23.png"/></Relationships>
</file>

<file path=ppt/slides/_rels/slide3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30.png"/><Relationship Id="rId18" Type="http://schemas.openxmlformats.org/officeDocument/2006/relationships/image" Target="../media/image6.png"/><Relationship Id="rId3" Type="http://schemas.openxmlformats.org/officeDocument/2006/relationships/slideLayout" Target="../slideLayouts/slideLayout5.xml"/><Relationship Id="rId7" Type="http://schemas.openxmlformats.org/officeDocument/2006/relationships/image" Target="../media/image1180.png"/><Relationship Id="rId12" Type="http://schemas.openxmlformats.org/officeDocument/2006/relationships/image" Target="../media/image129.png"/><Relationship Id="rId17" Type="http://schemas.openxmlformats.org/officeDocument/2006/relationships/image" Target="../media/image25.png"/><Relationship Id="rId2" Type="http://schemas.openxmlformats.org/officeDocument/2006/relationships/audio" Target="../media/media38.m4a"/><Relationship Id="rId16" Type="http://schemas.openxmlformats.org/officeDocument/2006/relationships/image" Target="../media/image24.png"/><Relationship Id="rId1" Type="http://schemas.microsoft.com/office/2007/relationships/media" Target="../media/media38.m4a"/><Relationship Id="rId6" Type="http://schemas.openxmlformats.org/officeDocument/2006/relationships/image" Target="../media/image118.png"/><Relationship Id="rId11" Type="http://schemas.openxmlformats.org/officeDocument/2006/relationships/image" Target="../media/image128.png"/><Relationship Id="rId5" Type="http://schemas.openxmlformats.org/officeDocument/2006/relationships/image" Target="../media/image126.png"/><Relationship Id="rId15" Type="http://schemas.openxmlformats.org/officeDocument/2006/relationships/image" Target="../media/image23.png"/><Relationship Id="rId10" Type="http://schemas.openxmlformats.org/officeDocument/2006/relationships/image" Target="../media/image127.png"/><Relationship Id="rId4" Type="http://schemas.openxmlformats.org/officeDocument/2006/relationships/notesSlide" Target="../notesSlides/notesSlide33.xml"/><Relationship Id="rId9" Type="http://schemas.openxmlformats.org/officeDocument/2006/relationships/image" Target="../media/image120.png"/><Relationship Id="rId14" Type="http://schemas.openxmlformats.org/officeDocument/2006/relationships/image" Target="../media/image131.png"/></Relationships>
</file>

<file path=ppt/slides/_rels/slide39.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31.png"/><Relationship Id="rId3" Type="http://schemas.openxmlformats.org/officeDocument/2006/relationships/slideLayout" Target="../slideLayouts/slideLayout5.xml"/><Relationship Id="rId7" Type="http://schemas.openxmlformats.org/officeDocument/2006/relationships/image" Target="../media/image1180.png"/><Relationship Id="rId12" Type="http://schemas.openxmlformats.org/officeDocument/2006/relationships/image" Target="../media/image130.png"/><Relationship Id="rId17" Type="http://schemas.openxmlformats.org/officeDocument/2006/relationships/image" Target="../media/image6.png"/><Relationship Id="rId2" Type="http://schemas.openxmlformats.org/officeDocument/2006/relationships/audio" Target="../media/media39.m4a"/><Relationship Id="rId16" Type="http://schemas.openxmlformats.org/officeDocument/2006/relationships/image" Target="../media/image25.png"/><Relationship Id="rId1" Type="http://schemas.microsoft.com/office/2007/relationships/media" Target="../media/media39.m4a"/><Relationship Id="rId6" Type="http://schemas.openxmlformats.org/officeDocument/2006/relationships/image" Target="../media/image118.png"/><Relationship Id="rId11" Type="http://schemas.openxmlformats.org/officeDocument/2006/relationships/image" Target="../media/image129.png"/><Relationship Id="rId5" Type="http://schemas.openxmlformats.org/officeDocument/2006/relationships/image" Target="../media/image126.png"/><Relationship Id="rId15" Type="http://schemas.openxmlformats.org/officeDocument/2006/relationships/image" Target="../media/image24.png"/><Relationship Id="rId10" Type="http://schemas.openxmlformats.org/officeDocument/2006/relationships/image" Target="../media/image128.png"/><Relationship Id="rId4" Type="http://schemas.openxmlformats.org/officeDocument/2006/relationships/notesSlide" Target="../notesSlides/notesSlide34.xml"/><Relationship Id="rId9" Type="http://schemas.openxmlformats.org/officeDocument/2006/relationships/image" Target="../media/image120.png"/><Relationship Id="rId1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0.m4a"/><Relationship Id="rId1" Type="http://schemas.microsoft.com/office/2007/relationships/media" Target="../media/media40.m4a"/><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audio" Target="../media/media41.m4a"/><Relationship Id="rId7" Type="http://schemas.openxmlformats.org/officeDocument/2006/relationships/image" Target="../media/image133.png"/><Relationship Id="rId12" Type="http://schemas.openxmlformats.org/officeDocument/2006/relationships/image" Target="../media/image6.png"/><Relationship Id="rId2" Type="http://schemas.microsoft.com/office/2007/relationships/media" Target="../media/media41.m4a"/><Relationship Id="rId1" Type="http://schemas.openxmlformats.org/officeDocument/2006/relationships/tags" Target="../tags/tag2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notesSlide" Target="../notesSlides/notesSlide35.xml"/><Relationship Id="rId10" Type="http://schemas.openxmlformats.org/officeDocument/2006/relationships/image" Target="../media/image136.png"/><Relationship Id="rId4" Type="http://schemas.openxmlformats.org/officeDocument/2006/relationships/slideLayout" Target="../slideLayouts/slideLayout6.xml"/><Relationship Id="rId9" Type="http://schemas.openxmlformats.org/officeDocument/2006/relationships/image" Target="../media/image135.png"/></Relationships>
</file>

<file path=ppt/slides/_rels/slide42.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audio" Target="../media/media42.m4a"/><Relationship Id="rId7" Type="http://schemas.openxmlformats.org/officeDocument/2006/relationships/image" Target="../media/image138.png"/><Relationship Id="rId2" Type="http://schemas.microsoft.com/office/2007/relationships/media" Target="../media/media42.m4a"/><Relationship Id="rId1" Type="http://schemas.openxmlformats.org/officeDocument/2006/relationships/tags" Target="../tags/tag24.xml"/><Relationship Id="rId6" Type="http://schemas.openxmlformats.org/officeDocument/2006/relationships/image" Target="../media/image1170.png"/><Relationship Id="rId5" Type="http://schemas.openxmlformats.org/officeDocument/2006/relationships/notesSlide" Target="../notesSlides/notesSlide36.xml"/><Relationship Id="rId4" Type="http://schemas.openxmlformats.org/officeDocument/2006/relationships/slideLayout" Target="../slideLayouts/slideLayout6.xml"/><Relationship Id="rId9" Type="http://schemas.openxmlformats.org/officeDocument/2006/relationships/image" Target="../media/image6.png"/></Relationships>
</file>

<file path=ppt/slides/_rels/slide43.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3" Type="http://schemas.openxmlformats.org/officeDocument/2006/relationships/audio" Target="../media/media43.m4a"/><Relationship Id="rId7" Type="http://schemas.openxmlformats.org/officeDocument/2006/relationships/image" Target="../media/image141.png"/><Relationship Id="rId12" Type="http://schemas.openxmlformats.org/officeDocument/2006/relationships/image" Target="../media/image146.png"/><Relationship Id="rId2" Type="http://schemas.microsoft.com/office/2007/relationships/media" Target="../media/media43.m4a"/><Relationship Id="rId1" Type="http://schemas.openxmlformats.org/officeDocument/2006/relationships/tags" Target="../tags/tag25.xml"/><Relationship Id="rId6" Type="http://schemas.openxmlformats.org/officeDocument/2006/relationships/image" Target="../media/image140.png"/><Relationship Id="rId11" Type="http://schemas.openxmlformats.org/officeDocument/2006/relationships/image" Target="../media/image145.png"/><Relationship Id="rId5" Type="http://schemas.openxmlformats.org/officeDocument/2006/relationships/notesSlide" Target="../notesSlides/notesSlide37.xml"/><Relationship Id="rId10" Type="http://schemas.openxmlformats.org/officeDocument/2006/relationships/image" Target="../media/image144.png"/><Relationship Id="rId4" Type="http://schemas.openxmlformats.org/officeDocument/2006/relationships/slideLayout" Target="../slideLayouts/slideLayout6.xml"/><Relationship Id="rId9" Type="http://schemas.openxmlformats.org/officeDocument/2006/relationships/image" Target="../media/image143.png"/><Relationship Id="rId1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4.m4a"/><Relationship Id="rId1" Type="http://schemas.microsoft.com/office/2007/relationships/media" Target="../media/media44.m4a"/><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audio" Target="../media/media45.m4a"/><Relationship Id="rId2" Type="http://schemas.microsoft.com/office/2007/relationships/media" Target="../media/media45.m4a"/><Relationship Id="rId1" Type="http://schemas.openxmlformats.org/officeDocument/2006/relationships/tags" Target="../tags/tag26.xml"/><Relationship Id="rId5" Type="http://schemas.openxmlformats.org/officeDocument/2006/relationships/image" Target="../media/image6.png"/><Relationship Id="rId4"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audio" Target="../media/media46.m4a"/><Relationship Id="rId1" Type="http://schemas.microsoft.com/office/2007/relationships/media" Target="../media/media46.m4a"/><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8DDD679A-5DC1-14B2-A08C-2D75E114048E}"/>
              </a:ext>
            </a:extLst>
          </p:cNvPr>
          <p:cNvSpPr>
            <a:spLocks noGrp="1"/>
          </p:cNvSpPr>
          <p:nvPr>
            <p:ph type="ctrTitle"/>
          </p:nvPr>
        </p:nvSpPr>
        <p:spPr>
          <a:xfrm>
            <a:off x="609598" y="2126159"/>
            <a:ext cx="10617202" cy="2086725"/>
          </a:xfrm>
        </p:spPr>
        <p:txBody>
          <a:bodyPr/>
          <a:lstStyle/>
          <a:p>
            <a:r>
              <a:rPr lang="en-US" altLang="ko-KR" dirty="0"/>
              <a:t>Week 4 - Denoising Diffusion</a:t>
            </a:r>
            <a:br>
              <a:rPr lang="en-US" altLang="ko-KR" dirty="0"/>
            </a:br>
            <a:r>
              <a:rPr lang="en-US" altLang="ko-KR" dirty="0"/>
              <a:t>Probabilistic Model</a:t>
            </a:r>
            <a:endParaRPr lang="ko-KR" altLang="en-US" dirty="0"/>
          </a:p>
        </p:txBody>
      </p:sp>
      <p:sp>
        <p:nvSpPr>
          <p:cNvPr id="10" name="텍스트 개체 틀 9">
            <a:extLst>
              <a:ext uri="{FF2B5EF4-FFF2-40B4-BE49-F238E27FC236}">
                <a16:creationId xmlns:a16="http://schemas.microsoft.com/office/drawing/2014/main" id="{879986BE-08F0-DED1-9883-73080EA3B6AD}"/>
              </a:ext>
            </a:extLst>
          </p:cNvPr>
          <p:cNvSpPr>
            <a:spLocks noGrp="1"/>
          </p:cNvSpPr>
          <p:nvPr>
            <p:ph type="body" sz="quarter" idx="11"/>
          </p:nvPr>
        </p:nvSpPr>
        <p:spPr/>
        <p:txBody>
          <a:bodyPr/>
          <a:lstStyle/>
          <a:p>
            <a:r>
              <a:rPr lang="en-US" altLang="ko-KR" dirty="0"/>
              <a:t>Yejoon Lee</a:t>
            </a:r>
            <a:endParaRPr lang="ko-KR" altLang="en-US" dirty="0"/>
          </a:p>
        </p:txBody>
      </p:sp>
      <p:sp>
        <p:nvSpPr>
          <p:cNvPr id="11" name="텍스트 개체 틀 10">
            <a:extLst>
              <a:ext uri="{FF2B5EF4-FFF2-40B4-BE49-F238E27FC236}">
                <a16:creationId xmlns:a16="http://schemas.microsoft.com/office/drawing/2014/main" id="{C0A28C4B-C2F7-AFDA-6EB2-ECA35FEB74E2}"/>
              </a:ext>
            </a:extLst>
          </p:cNvPr>
          <p:cNvSpPr>
            <a:spLocks noGrp="1"/>
          </p:cNvSpPr>
          <p:nvPr>
            <p:ph type="body" sz="quarter" idx="12"/>
          </p:nvPr>
        </p:nvSpPr>
        <p:spPr>
          <a:xfrm>
            <a:off x="609598" y="4762500"/>
            <a:ext cx="3797302" cy="834074"/>
          </a:xfrm>
        </p:spPr>
        <p:txBody>
          <a:bodyPr/>
          <a:lstStyle/>
          <a:p>
            <a:r>
              <a:rPr lang="en-US" altLang="ko-KR" dirty="0"/>
              <a:t>AIDAS Lab</a:t>
            </a:r>
          </a:p>
          <a:p>
            <a:r>
              <a:rPr lang="en-US" altLang="ko-KR" dirty="0"/>
              <a:t>Seoul National University</a:t>
            </a:r>
          </a:p>
          <a:p>
            <a:r>
              <a:rPr lang="en-US" altLang="ko-KR" dirty="0" err="1"/>
              <a:t>leeyejoon@snu.ac.kr</a:t>
            </a:r>
            <a:endParaRPr lang="en-US" altLang="ko-KR" dirty="0"/>
          </a:p>
        </p:txBody>
      </p:sp>
      <p:sp>
        <p:nvSpPr>
          <p:cNvPr id="2" name="TextBox 1">
            <a:extLst>
              <a:ext uri="{FF2B5EF4-FFF2-40B4-BE49-F238E27FC236}">
                <a16:creationId xmlns:a16="http://schemas.microsoft.com/office/drawing/2014/main" id="{F143AFFD-CCBE-E04C-309D-A5FA12DEBB1F}"/>
              </a:ext>
            </a:extLst>
          </p:cNvPr>
          <p:cNvSpPr txBox="1"/>
          <p:nvPr/>
        </p:nvSpPr>
        <p:spPr>
          <a:xfrm>
            <a:off x="609598" y="1713371"/>
            <a:ext cx="6096000" cy="369332"/>
          </a:xfrm>
          <a:prstGeom prst="rect">
            <a:avLst/>
          </a:prstGeom>
          <a:noFill/>
        </p:spPr>
        <p:txBody>
          <a:bodyPr wrap="square">
            <a:spAutoFit/>
          </a:bodyPr>
          <a:lstStyle/>
          <a:p>
            <a:r>
              <a:rPr lang="en-US" altLang="ko-KR" dirty="0">
                <a:latin typeface="Pretendard Medium" panose="02000503000000020004" pitchFamily="2" charset="-127"/>
                <a:ea typeface="Pretendard Medium" panose="02000503000000020004" pitchFamily="2" charset="-127"/>
                <a:cs typeface="Pretendard Medium" panose="02000503000000020004" pitchFamily="2" charset="-127"/>
              </a:rPr>
              <a:t>Mastering Diffusion</a:t>
            </a:r>
            <a:endParaRPr lang="ko-KR" altLang="en-US" dirty="0">
              <a:latin typeface="Pretendard Medium" panose="02000503000000020004" pitchFamily="2" charset="-127"/>
              <a:ea typeface="Pretendard Medium" panose="02000503000000020004" pitchFamily="2" charset="-127"/>
              <a:cs typeface="Pretendard Medium" panose="02000503000000020004" pitchFamily="2" charset="-127"/>
            </a:endParaRPr>
          </a:p>
        </p:txBody>
      </p:sp>
      <p:pic>
        <p:nvPicPr>
          <p:cNvPr id="23" name="Audio 22">
            <a:extLst>
              <a:ext uri="{FF2B5EF4-FFF2-40B4-BE49-F238E27FC236}">
                <a16:creationId xmlns:a16="http://schemas.microsoft.com/office/drawing/2014/main" id="{6712085A-0B61-6680-1436-01DA4C55B4A5}"/>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10913955"/>
      </p:ext>
    </p:extLst>
  </p:cSld>
  <p:clrMapOvr>
    <a:masterClrMapping/>
  </p:clrMapOvr>
  <mc:AlternateContent xmlns:mc="http://schemas.openxmlformats.org/markup-compatibility/2006">
    <mc:Choice xmlns:p14="http://schemas.microsoft.com/office/powerpoint/2010/main" Requires="p14">
      <p:transition spd="slow" p14:dur="2000" advTm="15658"/>
    </mc:Choice>
    <mc:Fallback>
      <p:transition spd="slow" advTm="156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68FD8B-3D21-EDD7-D90D-36BE0250E505}"/>
              </a:ext>
            </a:extLst>
          </p:cNvPr>
          <p:cNvSpPr>
            <a:spLocks noGrp="1"/>
          </p:cNvSpPr>
          <p:nvPr>
            <p:ph type="title"/>
          </p:nvPr>
        </p:nvSpPr>
        <p:spPr>
          <a:xfrm>
            <a:off x="609600" y="3050435"/>
            <a:ext cx="7823200" cy="757130"/>
          </a:xfrm>
        </p:spPr>
        <p:txBody>
          <a:bodyPr/>
          <a:lstStyle/>
          <a:p>
            <a:r>
              <a:rPr lang="en-KR" dirty="0"/>
              <a:t>Review</a:t>
            </a:r>
          </a:p>
        </p:txBody>
      </p:sp>
      <p:sp>
        <p:nvSpPr>
          <p:cNvPr id="3" name="Slide Number Placeholder 2">
            <a:extLst>
              <a:ext uri="{FF2B5EF4-FFF2-40B4-BE49-F238E27FC236}">
                <a16:creationId xmlns:a16="http://schemas.microsoft.com/office/drawing/2014/main" id="{E78698D3-AA26-1205-DD4B-ABC336665217}"/>
              </a:ext>
            </a:extLst>
          </p:cNvPr>
          <p:cNvSpPr>
            <a:spLocks noGrp="1"/>
          </p:cNvSpPr>
          <p:nvPr>
            <p:ph type="sldNum" sz="quarter" idx="12"/>
          </p:nvPr>
        </p:nvSpPr>
        <p:spPr/>
        <p:txBody>
          <a:bodyPr/>
          <a:lstStyle/>
          <a:p>
            <a:fld id="{EB4B8DE2-A4E8-46E4-8BBF-D75455EFF32C}" type="slidenum">
              <a:rPr lang="en-US" smtClean="0"/>
              <a:pPr/>
              <a:t>2</a:t>
            </a:fld>
            <a:endParaRPr lang="en-US" dirty="0"/>
          </a:p>
        </p:txBody>
      </p:sp>
      <p:pic>
        <p:nvPicPr>
          <p:cNvPr id="20" name="Audio 19">
            <a:extLst>
              <a:ext uri="{FF2B5EF4-FFF2-40B4-BE49-F238E27FC236}">
                <a16:creationId xmlns:a16="http://schemas.microsoft.com/office/drawing/2014/main" id="{C75354DB-3E3D-47EC-F4BA-292EF01E05F7}"/>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13077131"/>
      </p:ext>
    </p:extLst>
  </p:cSld>
  <p:clrMapOvr>
    <a:masterClrMapping/>
  </p:clrMapOvr>
  <mc:AlternateContent xmlns:mc="http://schemas.openxmlformats.org/markup-compatibility/2006">
    <mc:Choice xmlns:p14="http://schemas.microsoft.com/office/powerpoint/2010/main" Requires="p14">
      <p:transition spd="slow" p14:dur="2000" advTm="5717"/>
    </mc:Choice>
    <mc:Fallback>
      <p:transition spd="slow" advTm="57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A376A7F-F2BF-0AFB-1B5C-8F23818D93E0}"/>
              </a:ext>
            </a:extLst>
          </p:cNvPr>
          <p:cNvSpPr>
            <a:spLocks noGrp="1"/>
          </p:cNvSpPr>
          <p:nvPr>
            <p:ph type="title"/>
          </p:nvPr>
        </p:nvSpPr>
        <p:spPr/>
        <p:txBody>
          <a:bodyPr/>
          <a:lstStyle/>
          <a:p>
            <a:r>
              <a:rPr lang="en-KR" dirty="0"/>
              <a:t>Variational Inference</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B0B6299E-93C0-EB82-44EF-01B63D5BB0FA}"/>
                  </a:ext>
                </a:extLst>
              </p:cNvPr>
              <p:cNvSpPr>
                <a:spLocks noGrp="1"/>
              </p:cNvSpPr>
              <p:nvPr>
                <p:ph type="body" sz="quarter" idx="10"/>
              </p:nvPr>
            </p:nvSpPr>
            <p:spPr>
              <a:xfrm>
                <a:off x="-795867" y="1523360"/>
                <a:ext cx="7569200" cy="980451"/>
              </a:xfrm>
            </p:spPr>
            <p:txBody>
              <a:bodyPr/>
              <a:lstStyle/>
              <a:p>
                <a:pPr>
                  <a:lnSpc>
                    <a:spcPct val="120000"/>
                  </a:lnSpc>
                </a:pPr>
                <a14:m>
                  <m:oMathPara xmlns:m="http://schemas.openxmlformats.org/officeDocument/2006/math">
                    <m:oMathParaPr>
                      <m:jc m:val="centerGroup"/>
                    </m:oMathParaPr>
                    <m:oMath xmlns:m="http://schemas.openxmlformats.org/officeDocument/2006/math">
                      <m:func>
                        <m:funcPr>
                          <m:ctrlPr>
                            <a:rPr lang="en-US" sz="2000" b="0" i="1" smtClean="0">
                              <a:latin typeface="Cambria Math" panose="02040503050406030204" pitchFamily="18" charset="0"/>
                            </a:rPr>
                          </m:ctrlPr>
                        </m:funcPr>
                        <m:fName>
                          <m:r>
                            <m:rPr>
                              <m:sty m:val="p"/>
                            </m:rPr>
                            <a:rPr lang="en-US" sz="2000" i="0">
                              <a:latin typeface="Cambria Math" panose="02040503050406030204" pitchFamily="18" charset="0"/>
                            </a:rPr>
                            <m:t>log</m:t>
                          </m:r>
                        </m:fName>
                        <m:e>
                          <m:sSub>
                            <m:sSubPr>
                              <m:ctrlPr>
                                <a:rPr lang="en-US" sz="2000" b="0" i="1" smtClean="0">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𝜃</m:t>
                              </m:r>
                            </m:sub>
                          </m:sSub>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m:rPr>
                              <m:nor/>
                            </m:rPr>
                            <a:rPr lang="en-KR" sz="2000" dirty="0"/>
                            <m:t> </m:t>
                          </m:r>
                        </m:e>
                      </m:func>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nary>
                            <m:naryPr>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𝑧</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𝜃</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𝑧</m:t>
                                  </m:r>
                                </m:e>
                              </m:d>
                              <m:r>
                                <a:rPr lang="en-US" sz="2000" b="0" i="1" smtClean="0">
                                  <a:latin typeface="Cambria Math" panose="02040503050406030204" pitchFamily="18" charset="0"/>
                                </a:rPr>
                                <m:t>𝑑𝑧</m:t>
                              </m:r>
                            </m:e>
                          </m:nary>
                        </m:e>
                      </m:func>
                    </m:oMath>
                  </m:oMathPara>
                </a14:m>
                <a:endParaRPr lang="en-US" sz="2000" b="0" dirty="0"/>
              </a:p>
            </p:txBody>
          </p:sp>
        </mc:Choice>
        <mc:Fallback xmlns="">
          <p:sp>
            <p:nvSpPr>
              <p:cNvPr id="5" name="Text Placeholder 4">
                <a:extLst>
                  <a:ext uri="{FF2B5EF4-FFF2-40B4-BE49-F238E27FC236}">
                    <a16:creationId xmlns:a16="http://schemas.microsoft.com/office/drawing/2014/main" id="{B0B6299E-93C0-EB82-44EF-01B63D5BB0FA}"/>
                  </a:ext>
                </a:extLst>
              </p:cNvPr>
              <p:cNvSpPr>
                <a:spLocks noGrp="1" noRot="1" noChangeAspect="1" noMove="1" noResize="1" noEditPoints="1" noAdjustHandles="1" noChangeArrowheads="1" noChangeShapeType="1" noTextEdit="1"/>
              </p:cNvSpPr>
              <p:nvPr>
                <p:ph type="body" sz="quarter" idx="10"/>
              </p:nvPr>
            </p:nvSpPr>
            <p:spPr>
              <a:xfrm>
                <a:off x="-795867" y="1523360"/>
                <a:ext cx="7569200" cy="980451"/>
              </a:xfrm>
              <a:blipFill>
                <a:blip r:embed="rId6"/>
                <a:stretch>
                  <a:fillRect t="-116667" b="-170513"/>
                </a:stretch>
              </a:blipFill>
            </p:spPr>
            <p:txBody>
              <a:bodyPr/>
              <a:lstStyle/>
              <a:p>
                <a:r>
                  <a:rPr lang="en-KR">
                    <a:noFill/>
                  </a:rPr>
                  <a:t> </a:t>
                </a:r>
              </a:p>
            </p:txBody>
          </p:sp>
        </mc:Fallback>
      </mc:AlternateContent>
      <p:sp>
        <p:nvSpPr>
          <p:cNvPr id="3" name="Slide Number Placeholder 2">
            <a:extLst>
              <a:ext uri="{FF2B5EF4-FFF2-40B4-BE49-F238E27FC236}">
                <a16:creationId xmlns:a16="http://schemas.microsoft.com/office/drawing/2014/main" id="{36808350-9150-9A81-EDF5-2BBFEC2DA160}"/>
              </a:ext>
            </a:extLst>
          </p:cNvPr>
          <p:cNvSpPr>
            <a:spLocks noGrp="1"/>
          </p:cNvSpPr>
          <p:nvPr>
            <p:ph type="sldNum" sz="quarter" idx="13"/>
          </p:nvPr>
        </p:nvSpPr>
        <p:spPr/>
        <p:txBody>
          <a:bodyPr/>
          <a:lstStyle/>
          <a:p>
            <a:fld id="{EB4B8DE2-A4E8-46E4-8BBF-D75455EFF32C}" type="slidenum">
              <a:rPr lang="en-US" smtClean="0"/>
              <a:pPr/>
              <a:t>3</a:t>
            </a:fld>
            <a:endParaRPr lang="en-US" dirty="0"/>
          </a:p>
        </p:txBody>
      </p:sp>
      <p:sp>
        <p:nvSpPr>
          <p:cNvPr id="7" name="TextBox 6">
            <a:extLst>
              <a:ext uri="{FF2B5EF4-FFF2-40B4-BE49-F238E27FC236}">
                <a16:creationId xmlns:a16="http://schemas.microsoft.com/office/drawing/2014/main" id="{6549B959-01B2-F73D-088E-EEB228FC6B9A}"/>
              </a:ext>
            </a:extLst>
          </p:cNvPr>
          <p:cNvSpPr txBox="1"/>
          <p:nvPr/>
        </p:nvSpPr>
        <p:spPr>
          <a:xfrm>
            <a:off x="7603066" y="1857906"/>
            <a:ext cx="3290966" cy="338554"/>
          </a:xfrm>
          <a:prstGeom prst="rect">
            <a:avLst/>
          </a:prstGeom>
          <a:noFill/>
        </p:spPr>
        <p:txBody>
          <a:bodyPr wrap="non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Marginalization over latent variable z</a:t>
            </a:r>
          </a:p>
        </p:txBody>
      </p:sp>
      <p:sp>
        <p:nvSpPr>
          <p:cNvPr id="9" name="TextBox 8">
            <a:extLst>
              <a:ext uri="{FF2B5EF4-FFF2-40B4-BE49-F238E27FC236}">
                <a16:creationId xmlns:a16="http://schemas.microsoft.com/office/drawing/2014/main" id="{3AFC1B58-C4C0-FB26-59E5-CCAD98C96DFD}"/>
              </a:ext>
            </a:extLst>
          </p:cNvPr>
          <p:cNvSpPr txBox="1"/>
          <p:nvPr/>
        </p:nvSpPr>
        <p:spPr>
          <a:xfrm>
            <a:off x="7603066" y="3361885"/>
            <a:ext cx="4233334" cy="338554"/>
          </a:xfrm>
          <a:prstGeom prst="rect">
            <a:avLst/>
          </a:prstGeom>
          <a:noFill/>
        </p:spPr>
        <p:txBody>
          <a:bodyPr wrap="squar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For tractability, sample from q, not the entire z</a:t>
            </a:r>
          </a:p>
        </p:txBody>
      </p:sp>
      <p:sp>
        <p:nvSpPr>
          <p:cNvPr id="10" name="TextBox 9">
            <a:extLst>
              <a:ext uri="{FF2B5EF4-FFF2-40B4-BE49-F238E27FC236}">
                <a16:creationId xmlns:a16="http://schemas.microsoft.com/office/drawing/2014/main" id="{B313A49F-8F5F-08FB-FED2-6E42D0CFE3E3}"/>
              </a:ext>
            </a:extLst>
          </p:cNvPr>
          <p:cNvSpPr txBox="1"/>
          <p:nvPr/>
        </p:nvSpPr>
        <p:spPr>
          <a:xfrm>
            <a:off x="7603066" y="4155307"/>
            <a:ext cx="3954440" cy="338554"/>
          </a:xfrm>
          <a:prstGeom prst="rect">
            <a:avLst/>
          </a:prstGeom>
          <a:noFill/>
        </p:spPr>
        <p:txBody>
          <a:bodyPr wrap="squar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For tractability, use Jensen’s inequality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D20C87-98EC-3685-A2BF-458F1FF14C3D}"/>
                  </a:ext>
                </a:extLst>
              </p:cNvPr>
              <p:cNvSpPr txBox="1"/>
              <p:nvPr/>
            </p:nvSpPr>
            <p:spPr>
              <a:xfrm>
                <a:off x="677333" y="3935055"/>
                <a:ext cx="6096000" cy="779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𝔼</m:t>
                          </m:r>
                        </m:e>
                        <m:sub>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𝜙</m:t>
                              </m:r>
                            </m:sub>
                          </m:sSub>
                        </m:sub>
                      </m:sSub>
                      <m:r>
                        <a:rPr lang="en-US" sz="2000" b="0" i="1" smtClean="0">
                          <a:latin typeface="Cambria Math" panose="02040503050406030204" pitchFamily="18" charset="0"/>
                          <a:ea typeface="Cambria Math" panose="02040503050406030204" pitchFamily="18" charset="0"/>
                        </a:rPr>
                        <m:t>[</m:t>
                      </m:r>
                      <m:func>
                        <m:funcPr>
                          <m:ctrlPr>
                            <a:rPr lang="en-US" sz="2000" b="0" i="1" smtClean="0">
                              <a:latin typeface="Cambria Math" panose="02040503050406030204" pitchFamily="18" charset="0"/>
                              <a:ea typeface="Cambria Math" panose="02040503050406030204" pitchFamily="18" charset="0"/>
                            </a:rPr>
                          </m:ctrlPr>
                        </m:funcPr>
                        <m:fName>
                          <m:r>
                            <m:rPr>
                              <m:sty m:val="p"/>
                            </m:rPr>
                            <a:rPr lang="en-US" sz="2000" b="0" i="0" smtClean="0">
                              <a:latin typeface="Cambria Math" panose="02040503050406030204" pitchFamily="18" charset="0"/>
                              <a:ea typeface="Cambria Math" panose="02040503050406030204" pitchFamily="18" charset="0"/>
                            </a:rPr>
                            <m:t>log</m:t>
                          </m:r>
                        </m:fName>
                        <m:e>
                          <m:f>
                            <m:fPr>
                              <m:ctrlPr>
                                <a:rPr lang="en-US" sz="2000" b="0" i="1" smtClean="0">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𝜃</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e>
                              </m:d>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den>
                          </m:f>
                        </m:e>
                      </m:func>
                      <m:r>
                        <a:rPr lang="en-US" sz="2000" b="0" i="1" smtClean="0">
                          <a:latin typeface="Cambria Math" panose="02040503050406030204" pitchFamily="18" charset="0"/>
                          <a:ea typeface="Cambria Math" panose="02040503050406030204" pitchFamily="18" charset="0"/>
                        </a:rPr>
                        <m:t>]</m:t>
                      </m:r>
                    </m:oMath>
                  </m:oMathPara>
                </a14:m>
                <a:endParaRPr lang="en-KR" sz="2000" dirty="0"/>
              </a:p>
            </p:txBody>
          </p:sp>
        </mc:Choice>
        <mc:Fallback xmlns="">
          <p:sp>
            <p:nvSpPr>
              <p:cNvPr id="12" name="TextBox 11">
                <a:extLst>
                  <a:ext uri="{FF2B5EF4-FFF2-40B4-BE49-F238E27FC236}">
                    <a16:creationId xmlns:a16="http://schemas.microsoft.com/office/drawing/2014/main" id="{B0D20C87-98EC-3685-A2BF-458F1FF14C3D}"/>
                  </a:ext>
                </a:extLst>
              </p:cNvPr>
              <p:cNvSpPr txBox="1">
                <a:spLocks noRot="1" noChangeAspect="1" noMove="1" noResize="1" noEditPoints="1" noAdjustHandles="1" noChangeArrowheads="1" noChangeShapeType="1" noTextEdit="1"/>
              </p:cNvSpPr>
              <p:nvPr/>
            </p:nvSpPr>
            <p:spPr>
              <a:xfrm>
                <a:off x="677333" y="3935055"/>
                <a:ext cx="6096000" cy="779059"/>
              </a:xfrm>
              <a:prstGeom prst="rect">
                <a:avLst/>
              </a:prstGeom>
              <a:blipFill>
                <a:blip r:embed="rId7"/>
                <a:stretch>
                  <a:fillRect b="-322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60DC994-9077-EEFB-A9C0-5AD65F05B80E}"/>
                  </a:ext>
                </a:extLst>
              </p:cNvPr>
              <p:cNvSpPr txBox="1"/>
              <p:nvPr/>
            </p:nvSpPr>
            <p:spPr>
              <a:xfrm>
                <a:off x="913944" y="3138423"/>
                <a:ext cx="6096000" cy="779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sSub>
                            <m:sSubPr>
                              <m:ctrlPr>
                                <a:rPr lang="en-US" sz="2000" b="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𝔼</m:t>
                              </m:r>
                            </m:e>
                            <m:sub>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m:t>
                              </m:r>
                            </m:sub>
                          </m:sSub>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𝜃</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e>
                              </m:d>
                            </m:num>
                            <m:den>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den>
                          </m:f>
                          <m:r>
                            <a:rPr lang="en-US" sz="2000" b="0" i="1" smtClean="0">
                              <a:latin typeface="Cambria Math" panose="02040503050406030204" pitchFamily="18" charset="0"/>
                              <a:ea typeface="Cambria Math" panose="02040503050406030204" pitchFamily="18" charset="0"/>
                            </a:rPr>
                            <m:t>]</m:t>
                          </m:r>
                        </m:e>
                      </m:func>
                    </m:oMath>
                  </m:oMathPara>
                </a14:m>
                <a:endParaRPr lang="en-KR" sz="2000" dirty="0"/>
              </a:p>
            </p:txBody>
          </p:sp>
        </mc:Choice>
        <mc:Fallback xmlns="">
          <p:sp>
            <p:nvSpPr>
              <p:cNvPr id="14" name="TextBox 13">
                <a:extLst>
                  <a:ext uri="{FF2B5EF4-FFF2-40B4-BE49-F238E27FC236}">
                    <a16:creationId xmlns:a16="http://schemas.microsoft.com/office/drawing/2014/main" id="{F60DC994-9077-EEFB-A9C0-5AD65F05B80E}"/>
                  </a:ext>
                </a:extLst>
              </p:cNvPr>
              <p:cNvSpPr txBox="1">
                <a:spLocks noRot="1" noChangeAspect="1" noMove="1" noResize="1" noEditPoints="1" noAdjustHandles="1" noChangeArrowheads="1" noChangeShapeType="1" noTextEdit="1"/>
              </p:cNvSpPr>
              <p:nvPr/>
            </p:nvSpPr>
            <p:spPr>
              <a:xfrm>
                <a:off x="913944" y="3138423"/>
                <a:ext cx="6096000" cy="779059"/>
              </a:xfrm>
              <a:prstGeom prst="rect">
                <a:avLst/>
              </a:prstGeom>
              <a:blipFill>
                <a:blip r:embed="rId8"/>
                <a:stretch>
                  <a:fillRect b="-4839"/>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4F048B5-9C5A-0954-BFCF-05247FC1BBB1}"/>
                  </a:ext>
                </a:extLst>
              </p:cNvPr>
              <p:cNvSpPr txBox="1"/>
              <p:nvPr/>
            </p:nvSpPr>
            <p:spPr>
              <a:xfrm>
                <a:off x="981628" y="2358914"/>
                <a:ext cx="6096000" cy="7795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nary>
                            <m:naryPr>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𝑧</m:t>
                              </m:r>
                            </m:sub>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𝜃</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𝑧</m:t>
                                  </m:r>
                                </m:e>
                              </m:d>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𝜙</m:t>
                                      </m:r>
                                    </m:sub>
                                  </m:sSub>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num>
                                <m:den>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𝑞</m:t>
                                      </m:r>
                                    </m:e>
                                    <m:sub>
                                      <m:r>
                                        <a:rPr lang="en-US" sz="2000" b="0" i="1" smtClean="0">
                                          <a:latin typeface="Cambria Math" panose="02040503050406030204" pitchFamily="18" charset="0"/>
                                        </a:rPr>
                                        <m:t>𝜙</m:t>
                                      </m:r>
                                    </m:sub>
                                  </m:sSub>
                                  <m:r>
                                    <a:rPr lang="en-US" sz="2000" b="0" i="1" smtClean="0">
                                      <a:latin typeface="Cambria Math" panose="02040503050406030204" pitchFamily="18" charset="0"/>
                                    </a:rPr>
                                    <m:t>(</m:t>
                                  </m:r>
                                  <m:r>
                                    <a:rPr lang="en-US" sz="2000" b="0" i="1" smtClean="0">
                                      <a:latin typeface="Cambria Math" panose="02040503050406030204" pitchFamily="18" charset="0"/>
                                    </a:rPr>
                                    <m:t>𝑧</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den>
                              </m:f>
                              <m:r>
                                <a:rPr lang="en-US" sz="2000" b="0" i="1" smtClean="0">
                                  <a:latin typeface="Cambria Math" panose="02040503050406030204" pitchFamily="18" charset="0"/>
                                </a:rPr>
                                <m:t>𝑑𝑧</m:t>
                              </m:r>
                            </m:e>
                          </m:nary>
                        </m:e>
                      </m:func>
                    </m:oMath>
                  </m:oMathPara>
                </a14:m>
                <a:endParaRPr lang="en-KR" sz="2000" dirty="0"/>
              </a:p>
            </p:txBody>
          </p:sp>
        </mc:Choice>
        <mc:Fallback xmlns="">
          <p:sp>
            <p:nvSpPr>
              <p:cNvPr id="16" name="TextBox 15">
                <a:extLst>
                  <a:ext uri="{FF2B5EF4-FFF2-40B4-BE49-F238E27FC236}">
                    <a16:creationId xmlns:a16="http://schemas.microsoft.com/office/drawing/2014/main" id="{B4F048B5-9C5A-0954-BFCF-05247FC1BBB1}"/>
                  </a:ext>
                </a:extLst>
              </p:cNvPr>
              <p:cNvSpPr txBox="1">
                <a:spLocks noRot="1" noChangeAspect="1" noMove="1" noResize="1" noEditPoints="1" noAdjustHandles="1" noChangeArrowheads="1" noChangeShapeType="1" noTextEdit="1"/>
              </p:cNvSpPr>
              <p:nvPr/>
            </p:nvSpPr>
            <p:spPr>
              <a:xfrm>
                <a:off x="981628" y="2358914"/>
                <a:ext cx="6096000" cy="779509"/>
              </a:xfrm>
              <a:prstGeom prst="rect">
                <a:avLst/>
              </a:prstGeom>
              <a:blipFill>
                <a:blip r:embed="rId9"/>
                <a:stretch>
                  <a:fillRect t="-155556" b="-22539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05C1501-3A1D-8954-0B36-B7F9864E0D88}"/>
                  </a:ext>
                </a:extLst>
              </p:cNvPr>
              <p:cNvSpPr txBox="1"/>
              <p:nvPr/>
            </p:nvSpPr>
            <p:spPr>
              <a:xfrm>
                <a:off x="677333" y="4874449"/>
                <a:ext cx="6096000" cy="46019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𝔼</m:t>
                          </m:r>
                        </m:e>
                        <m:sub>
                          <m:r>
                            <a:rPr lang="en-US" sz="2000" i="1">
                              <a:latin typeface="Cambria Math" panose="02040503050406030204" pitchFamily="18" charset="0"/>
                              <a:ea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𝜙</m:t>
                              </m:r>
                            </m:sub>
                          </m:sSub>
                        </m:sub>
                      </m:sSub>
                      <m:d>
                        <m:dPr>
                          <m:begChr m:val="["/>
                          <m:endChr m:val="]"/>
                          <m:ctrlPr>
                            <a:rPr lang="en-US" sz="2000" i="1">
                              <a:latin typeface="Cambria Math" panose="02040503050406030204" pitchFamily="18" charset="0"/>
                              <a:ea typeface="Cambria Math" panose="02040503050406030204" pitchFamily="18" charset="0"/>
                            </a:rPr>
                          </m:ctrlPr>
                        </m:dPr>
                        <m:e>
                          <m:func>
                            <m:funcPr>
                              <m:ctrlPr>
                                <a:rPr lang="en-US" sz="2000" i="1">
                                  <a:latin typeface="Cambria Math" panose="02040503050406030204" pitchFamily="18" charset="0"/>
                                  <a:ea typeface="Cambria Math" panose="02040503050406030204" pitchFamily="18" charset="0"/>
                                </a:rPr>
                              </m:ctrlPr>
                            </m:funcPr>
                            <m:fName>
                              <m:r>
                                <m:rPr>
                                  <m:sty m:val="p"/>
                                </m:rPr>
                                <a:rPr lang="en-US" sz="2000">
                                  <a:latin typeface="Cambria Math" panose="02040503050406030204" pitchFamily="18" charset="0"/>
                                  <a:ea typeface="Cambria Math" panose="02040503050406030204" pitchFamily="18" charset="0"/>
                                </a:rPr>
                                <m:t>log</m:t>
                              </m:r>
                            </m:fName>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𝜃</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e>
                                  <m:r>
                                    <a:rPr lang="en-US" sz="2000" b="0" i="1" smtClean="0">
                                      <a:latin typeface="Cambria Math" panose="02040503050406030204" pitchFamily="18" charset="0"/>
                                      <a:ea typeface="Cambria Math" panose="02040503050406030204" pitchFamily="18" charset="0"/>
                                    </a:rPr>
                                    <m:t>𝑧</m:t>
                                  </m:r>
                                </m:e>
                              </m:d>
                              <m:r>
                                <a:rPr lang="en-US" sz="2000" b="0" i="1" smtClean="0">
                                  <a:latin typeface="Cambria Math" panose="02040503050406030204" pitchFamily="18" charset="0"/>
                                  <a:ea typeface="Cambria Math" panose="02040503050406030204" pitchFamily="18" charset="0"/>
                                </a:rPr>
                                <m:t>𝑝</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𝑧</m:t>
                                  </m:r>
                                </m:e>
                              </m:d>
                            </m:e>
                          </m:func>
                        </m:e>
                      </m:d>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𝔼</m:t>
                          </m:r>
                        </m:e>
                        <m:sub>
                          <m:r>
                            <a:rPr lang="en-US" sz="2000" i="1">
                              <a:latin typeface="Cambria Math" panose="02040503050406030204" pitchFamily="18" charset="0"/>
                              <a:ea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𝜙</m:t>
                              </m:r>
                            </m:sub>
                          </m:sSub>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𝜙</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oMath>
                  </m:oMathPara>
                </a14:m>
                <a:endParaRPr lang="en-KR" sz="2000" dirty="0"/>
              </a:p>
            </p:txBody>
          </p:sp>
        </mc:Choice>
        <mc:Fallback xmlns="">
          <p:sp>
            <p:nvSpPr>
              <p:cNvPr id="17" name="TextBox 16">
                <a:extLst>
                  <a:ext uri="{FF2B5EF4-FFF2-40B4-BE49-F238E27FC236}">
                    <a16:creationId xmlns:a16="http://schemas.microsoft.com/office/drawing/2014/main" id="{F05C1501-3A1D-8954-0B36-B7F9864E0D88}"/>
                  </a:ext>
                </a:extLst>
              </p:cNvPr>
              <p:cNvSpPr txBox="1">
                <a:spLocks noRot="1" noChangeAspect="1" noMove="1" noResize="1" noEditPoints="1" noAdjustHandles="1" noChangeArrowheads="1" noChangeShapeType="1" noTextEdit="1"/>
              </p:cNvSpPr>
              <p:nvPr/>
            </p:nvSpPr>
            <p:spPr>
              <a:xfrm>
                <a:off x="677333" y="4874449"/>
                <a:ext cx="6096000" cy="460191"/>
              </a:xfrm>
              <a:prstGeom prst="rect">
                <a:avLst/>
              </a:prstGeom>
              <a:blipFill>
                <a:blip r:embed="rId10"/>
                <a:stretch>
                  <a:fillRect b="-270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9383A06-FC37-0EDC-4DBA-4559F7226264}"/>
                  </a:ext>
                </a:extLst>
              </p:cNvPr>
              <p:cNvSpPr txBox="1"/>
              <p:nvPr/>
            </p:nvSpPr>
            <p:spPr>
              <a:xfrm>
                <a:off x="677333" y="5494975"/>
                <a:ext cx="6096000" cy="5529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𝔼</m:t>
                          </m:r>
                        </m:e>
                        <m:sub>
                          <m:r>
                            <a:rPr lang="en-US" sz="2000" i="1">
                              <a:latin typeface="Cambria Math" panose="02040503050406030204" pitchFamily="18" charset="0"/>
                              <a:ea typeface="Cambria Math" panose="02040503050406030204" pitchFamily="18" charset="0"/>
                            </a:rPr>
                            <m:t>𝑧</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𝜙</m:t>
                              </m:r>
                            </m:sub>
                          </m:sSub>
                        </m:sub>
                      </m:sSub>
                      <m:d>
                        <m:dPr>
                          <m:begChr m:val="["/>
                          <m:endChr m:val="]"/>
                          <m:ctrlPr>
                            <a:rPr lang="en-US" sz="2000" i="1">
                              <a:latin typeface="Cambria Math" panose="02040503050406030204" pitchFamily="18" charset="0"/>
                              <a:ea typeface="Cambria Math" panose="02040503050406030204" pitchFamily="18" charset="0"/>
                            </a:rPr>
                          </m:ctrlPr>
                        </m:dPr>
                        <m:e>
                          <m:func>
                            <m:funcPr>
                              <m:ctrlPr>
                                <a:rPr lang="en-US" sz="2000" i="1">
                                  <a:latin typeface="Cambria Math" panose="02040503050406030204" pitchFamily="18" charset="0"/>
                                  <a:ea typeface="Cambria Math" panose="02040503050406030204" pitchFamily="18" charset="0"/>
                                </a:rPr>
                              </m:ctrlPr>
                            </m:funcPr>
                            <m:fName>
                              <m:r>
                                <m:rPr>
                                  <m:sty m:val="p"/>
                                </m:rPr>
                                <a:rPr lang="en-US" sz="2000">
                                  <a:latin typeface="Cambria Math" panose="02040503050406030204" pitchFamily="18" charset="0"/>
                                  <a:ea typeface="Cambria Math" panose="02040503050406030204" pitchFamily="18" charset="0"/>
                                </a:rPr>
                                <m:t>log</m:t>
                              </m:r>
                            </m:fName>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𝜃</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e>
                                  <m:r>
                                    <a:rPr lang="en-US" sz="2000" b="0" i="1" smtClean="0">
                                      <a:latin typeface="Cambria Math" panose="02040503050406030204" pitchFamily="18" charset="0"/>
                                      <a:ea typeface="Cambria Math" panose="02040503050406030204" pitchFamily="18" charset="0"/>
                                    </a:rPr>
                                    <m:t>𝑧</m:t>
                                  </m:r>
                                </m:e>
                              </m:d>
                            </m:e>
                          </m:func>
                        </m:e>
                      </m:d>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𝐷</m:t>
                          </m:r>
                        </m:e>
                        <m:sub>
                          <m:r>
                            <a:rPr lang="en-US" sz="2000" i="1">
                              <a:latin typeface="Cambria Math" panose="02040503050406030204" pitchFamily="18" charset="0"/>
                            </a:rPr>
                            <m:t>𝐾𝐿</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1">
                                  <a:latin typeface="Cambria Math" panose="02040503050406030204" pitchFamily="18" charset="0"/>
                                </a:rPr>
                                <m:t>𝜙</m:t>
                              </m:r>
                            </m:sub>
                          </m:sSub>
                          <m:d>
                            <m:dPr>
                              <m:ctrlPr>
                                <a:rPr lang="en-US" sz="2000" i="1">
                                  <a:latin typeface="Cambria Math" panose="02040503050406030204" pitchFamily="18" charset="0"/>
                                </a:rPr>
                              </m:ctrlPr>
                            </m:dPr>
                            <m:e>
                              <m:r>
                                <a:rPr lang="en-US" sz="2000" i="1">
                                  <a:latin typeface="Cambria Math" panose="02040503050406030204" pitchFamily="18" charset="0"/>
                                </a:rPr>
                                <m:t>𝑧</m:t>
                              </m:r>
                            </m:e>
                            <m:e>
                              <m:r>
                                <a:rPr lang="en-US" sz="2000" i="1">
                                  <a:latin typeface="Cambria Math" panose="02040503050406030204" pitchFamily="18" charset="0"/>
                                </a:rPr>
                                <m:t>𝑥</m:t>
                              </m:r>
                            </m:e>
                          </m:d>
                          <m:r>
                            <m:rPr>
                              <m:lit/>
                            </m:rPr>
                            <a:rPr lang="en-US" sz="2000" i="1">
                              <a:latin typeface="Cambria Math" panose="02040503050406030204" pitchFamily="18" charset="0"/>
                            </a:rPr>
                            <m:t>||</m:t>
                          </m:r>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𝑧</m:t>
                              </m:r>
                            </m:e>
                          </m:d>
                        </m:e>
                      </m:d>
                    </m:oMath>
                  </m:oMathPara>
                </a14:m>
                <a:endParaRPr lang="en-KR" sz="2000" dirty="0"/>
              </a:p>
            </p:txBody>
          </p:sp>
        </mc:Choice>
        <mc:Fallback xmlns="">
          <p:sp>
            <p:nvSpPr>
              <p:cNvPr id="18" name="TextBox 17">
                <a:extLst>
                  <a:ext uri="{FF2B5EF4-FFF2-40B4-BE49-F238E27FC236}">
                    <a16:creationId xmlns:a16="http://schemas.microsoft.com/office/drawing/2014/main" id="{89383A06-FC37-0EDC-4DBA-4559F7226264}"/>
                  </a:ext>
                </a:extLst>
              </p:cNvPr>
              <p:cNvSpPr txBox="1">
                <a:spLocks noRot="1" noChangeAspect="1" noMove="1" noResize="1" noEditPoints="1" noAdjustHandles="1" noChangeArrowheads="1" noChangeShapeType="1" noTextEdit="1"/>
              </p:cNvSpPr>
              <p:nvPr/>
            </p:nvSpPr>
            <p:spPr>
              <a:xfrm>
                <a:off x="677333" y="5494975"/>
                <a:ext cx="6096000" cy="552972"/>
              </a:xfrm>
              <a:prstGeom prst="rect">
                <a:avLst/>
              </a:prstGeom>
              <a:blipFill>
                <a:blip r:embed="rId11"/>
                <a:stretch>
                  <a:fillRect/>
                </a:stretch>
              </a:blipFill>
            </p:spPr>
            <p:txBody>
              <a:bodyPr/>
              <a:lstStyle/>
              <a:p>
                <a:r>
                  <a:rPr lang="en-KR">
                    <a:noFill/>
                  </a:rPr>
                  <a:t> </a:t>
                </a:r>
              </a:p>
            </p:txBody>
          </p:sp>
        </mc:Fallback>
      </mc:AlternateContent>
      <p:sp>
        <p:nvSpPr>
          <p:cNvPr id="19" name="TextBox 18">
            <a:extLst>
              <a:ext uri="{FF2B5EF4-FFF2-40B4-BE49-F238E27FC236}">
                <a16:creationId xmlns:a16="http://schemas.microsoft.com/office/drawing/2014/main" id="{2FB86DC9-DD05-7AD9-886E-EAD4DDBA7D7D}"/>
              </a:ext>
            </a:extLst>
          </p:cNvPr>
          <p:cNvSpPr txBox="1"/>
          <p:nvPr/>
        </p:nvSpPr>
        <p:spPr>
          <a:xfrm>
            <a:off x="7603066" y="5605045"/>
            <a:ext cx="3954440" cy="338554"/>
          </a:xfrm>
          <a:prstGeom prst="rect">
            <a:avLst/>
          </a:prstGeom>
          <a:noFill/>
        </p:spPr>
        <p:txBody>
          <a:bodyPr wrap="squar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Variational bound from the last session</a:t>
            </a:r>
          </a:p>
        </p:txBody>
      </p:sp>
      <p:pic>
        <p:nvPicPr>
          <p:cNvPr id="28" name="Audio 27">
            <a:extLst>
              <a:ext uri="{FF2B5EF4-FFF2-40B4-BE49-F238E27FC236}">
                <a16:creationId xmlns:a16="http://schemas.microsoft.com/office/drawing/2014/main" id="{01F1493B-37D6-CA7B-C0B2-108D3EAFAF3F}"/>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4214553431"/>
      </p:ext>
    </p:extLst>
  </p:cSld>
  <p:clrMapOvr>
    <a:masterClrMapping/>
  </p:clrMapOvr>
  <mc:AlternateContent xmlns:mc="http://schemas.openxmlformats.org/markup-compatibility/2006">
    <mc:Choice xmlns:p14="http://schemas.microsoft.com/office/powerpoint/2010/main" Requires="p14">
      <p:transition spd="slow" p14:dur="2000" advTm="61441"/>
    </mc:Choice>
    <mc:Fallback>
      <p:transition spd="slow" advTm="614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9" fill="hold" display="0">
                  <p:stCondLst>
                    <p:cond delay="indefinite"/>
                  </p:stCondLst>
                  <p:endCondLst>
                    <p:cond evt="onStopAudio" delay="0">
                      <p:tgtEl>
                        <p:sldTgt/>
                      </p:tgtEl>
                    </p:cond>
                  </p:endCondLst>
                </p:cTn>
                <p:tgtEl>
                  <p:spTgt spid="28"/>
                </p:tgtEl>
              </p:cMediaNode>
            </p:audio>
          </p:childTnLst>
        </p:cTn>
      </p:par>
    </p:tnLst>
    <p:bldLst>
      <p:bldP spid="9" grpId="0"/>
      <p:bldP spid="10" grpId="0"/>
      <p:bldP spid="12" grpId="0"/>
      <p:bldP spid="14" grpId="0"/>
      <p:bldP spid="16" grpId="0"/>
      <p:bldP spid="17" grpId="0"/>
      <p:bldP spid="18" grpId="0"/>
      <p:bldP spid="19" grpId="0"/>
    </p:bldLst>
  </p:timing>
  <p:extLst>
    <p:ext uri="{3A86A75C-4F4B-4683-9AE1-C65F6400EC91}">
      <p14:laserTraceLst xmlns:p14="http://schemas.microsoft.com/office/powerpoint/2010/main">
        <p14:tracePtLst>
          <p14:tracePt t="48898" x="3878263" y="6680200"/>
          <p14:tracePt t="48908" x="3919538" y="6510338"/>
          <p14:tracePt t="48914" x="3937000" y="6375400"/>
          <p14:tracePt t="48922" x="4005263" y="6062663"/>
          <p14:tracePt t="48929" x="4071938" y="5773738"/>
          <p14:tracePt t="48938" x="4140200" y="5503863"/>
          <p14:tracePt t="48946" x="4208463" y="5265738"/>
          <p14:tracePt t="48954" x="4275138" y="5029200"/>
          <p14:tracePt t="48962" x="4292600" y="4953000"/>
          <p14:tracePt t="48970" x="4351338" y="4783138"/>
          <p14:tracePt t="48979" x="4402138" y="4648200"/>
          <p14:tracePt t="48987" x="4427538" y="4579938"/>
          <p14:tracePt t="48995" x="4462463" y="4503738"/>
          <p14:tracePt t="49003" x="4470400" y="4452938"/>
          <p14:tracePt t="49012" x="4487863" y="4445000"/>
          <p14:tracePt t="49020" x="4487863" y="4427538"/>
          <p14:tracePt t="49028" x="4503738" y="4411663"/>
          <p14:tracePt t="49036" x="4503738" y="4394200"/>
          <p14:tracePt t="49126" x="4521200" y="4386263"/>
          <p14:tracePt t="49134" x="4521200" y="4368800"/>
          <p14:tracePt t="49143" x="4538663" y="4335463"/>
          <p14:tracePt t="49153" x="4546600" y="4318000"/>
          <p14:tracePt t="49159" x="4579938" y="4310063"/>
          <p14:tracePt t="49169" x="4597400" y="4292600"/>
          <p14:tracePt t="49176" x="4605338" y="4275138"/>
          <p14:tracePt t="49192" x="4622800" y="4275138"/>
          <p14:tracePt t="49202" x="4622800" y="4259263"/>
          <p14:tracePt t="49208" x="4640263" y="4259263"/>
          <p14:tracePt t="49233" x="4656138" y="4259263"/>
          <p14:tracePt t="49282" x="4656138" y="4275138"/>
          <p14:tracePt t="49290" x="4656138" y="4292600"/>
          <p14:tracePt t="49306" x="4673600" y="4310063"/>
          <p14:tracePt t="49315" x="4673600" y="4318000"/>
          <p14:tracePt t="49339" x="4673600" y="4335463"/>
          <p14:tracePt t="49356" x="4673600" y="4351338"/>
          <p14:tracePt t="49364" x="4681538" y="4351338"/>
          <p14:tracePt t="49380" x="4681538" y="4368800"/>
          <p14:tracePt t="49396" x="4681538" y="4386263"/>
          <p14:tracePt t="49421" x="4681538" y="4394200"/>
          <p14:tracePt t="53939" x="4681538" y="4411663"/>
          <p14:tracePt t="53947" x="4681538" y="4452938"/>
          <p14:tracePt t="53955" x="4681538" y="4546600"/>
          <p14:tracePt t="53963" x="4681538" y="4589463"/>
          <p14:tracePt t="53972" x="4681538" y="4648200"/>
          <p14:tracePt t="53980" x="4681538" y="4699000"/>
          <p14:tracePt t="53988" x="4681538" y="4724400"/>
          <p14:tracePt t="53996" x="4681538" y="4775200"/>
          <p14:tracePt t="54005" x="4681538" y="4843463"/>
          <p14:tracePt t="54013" x="4699000" y="4910138"/>
          <p14:tracePt t="54021" x="4699000" y="4935538"/>
          <p14:tracePt t="54029" x="4699000" y="4978400"/>
          <p14:tracePt t="54037" x="4716463" y="5011738"/>
          <p14:tracePt t="54054" x="4716463" y="5029200"/>
          <p14:tracePt t="54062" x="4716463" y="5046663"/>
          <p14:tracePt t="54078" x="4716463" y="5054600"/>
          <p14:tracePt t="54152" x="4716463" y="5072063"/>
          <p14:tracePt t="54250" x="4716463" y="5087938"/>
          <p14:tracePt t="54275" x="4716463" y="5105400"/>
          <p14:tracePt t="54291" x="4699000" y="5113338"/>
          <p14:tracePt t="54301" x="4699000" y="5130800"/>
          <p14:tracePt t="54316" x="4681538" y="5148263"/>
          <p14:tracePt t="54326" x="4681538" y="5164138"/>
          <p14:tracePt t="54332" x="4673600" y="5173663"/>
          <p14:tracePt t="54349" x="4673600" y="5189538"/>
          <p14:tracePt t="54365" x="4656138" y="5207000"/>
          <p14:tracePt t="54381" x="4656138" y="5224463"/>
          <p14:tracePt t="54406" x="4640263" y="5240338"/>
          <p14:tracePt t="54430" x="4640263" y="5249863"/>
          <p14:tracePt t="54439" x="4622800" y="5249863"/>
          <p14:tracePt t="54455" x="4605338" y="5265738"/>
          <p14:tracePt t="54472" x="4605338" y="5283200"/>
          <p14:tracePt t="54488" x="4597400" y="5300663"/>
          <p14:tracePt t="54512" x="4579938" y="5308600"/>
          <p14:tracePt t="54521" x="4564063" y="5326063"/>
          <p14:tracePt t="54537" x="4546600" y="5326063"/>
          <p14:tracePt t="54545" x="4546600" y="5341938"/>
          <p14:tracePt t="54554" x="4538663" y="5341938"/>
          <p14:tracePt t="54562" x="4538663" y="5359400"/>
          <p14:tracePt t="54595" x="4521200" y="5359400"/>
          <p14:tracePt t="54627" x="4503738" y="5359400"/>
          <p14:tracePt t="54652" x="4487863" y="5359400"/>
          <p14:tracePt t="54660" x="4470400" y="5359400"/>
          <p14:tracePt t="54668" x="4445000" y="5359400"/>
          <p14:tracePt t="54677" x="4427538" y="5359400"/>
          <p14:tracePt t="54685" x="4402138" y="5359400"/>
          <p14:tracePt t="54693" x="4368800" y="5359400"/>
          <p14:tracePt t="54702" x="4343400" y="5359400"/>
          <p14:tracePt t="54709" x="4325938" y="5341938"/>
          <p14:tracePt t="54719" x="4292600" y="5341938"/>
          <p14:tracePt t="54735" x="4275138" y="5341938"/>
          <p14:tracePt t="54742" x="4267200" y="5326063"/>
          <p14:tracePt t="54758" x="4249738" y="5326063"/>
          <p14:tracePt t="54768" x="4233863" y="5308600"/>
          <p14:tracePt t="54824" x="4216400" y="5308600"/>
          <p14:tracePt t="54881" x="4208463" y="5308600"/>
          <p14:tracePt t="54914" x="4191000" y="5308600"/>
          <p14:tracePt t="54987" x="4173538" y="5308600"/>
          <p14:tracePt t="55135" x="4157663" y="5308600"/>
          <p14:tracePt t="55496" x="4157663" y="5326063"/>
          <p14:tracePt t="55504" x="4157663" y="5341938"/>
          <p14:tracePt t="55512" x="4157663" y="5384800"/>
          <p14:tracePt t="55520" x="4157663" y="5418138"/>
          <p14:tracePt t="55528" x="4157663" y="5461000"/>
          <p14:tracePt t="55537" x="4157663" y="5503863"/>
          <p14:tracePt t="55545" x="4157663" y="5570538"/>
          <p14:tracePt t="55553" x="4157663" y="5613400"/>
          <p14:tracePt t="55561" x="4173538" y="5672138"/>
          <p14:tracePt t="55570" x="4173538" y="5707063"/>
          <p14:tracePt t="55578" x="4173538" y="5748338"/>
          <p14:tracePt t="55586" x="4191000" y="5765800"/>
          <p14:tracePt t="55594" x="4191000" y="5808663"/>
          <p14:tracePt t="55603" x="4191000" y="5824538"/>
          <p14:tracePt t="55611" x="4191000" y="5849938"/>
          <p14:tracePt t="55630" x="4191000" y="5900738"/>
          <p14:tracePt t="55635" x="4191000" y="5926138"/>
          <p14:tracePt t="55643" x="4191000" y="5943600"/>
          <p14:tracePt t="55652" x="4191000" y="5961063"/>
          <p14:tracePt t="55668" x="4191000" y="5969000"/>
          <p14:tracePt t="55676" x="4191000" y="5986463"/>
          <p14:tracePt t="55685" x="4208463" y="5986463"/>
          <p14:tracePt t="55709" x="4208463" y="6002338"/>
          <p14:tracePt t="56028" x="4191000" y="6002338"/>
          <p14:tracePt t="57184" x="4191000" y="5986463"/>
          <p14:tracePt t="57307" x="4191000" y="5969000"/>
          <p14:tracePt t="57323" x="4191000" y="5961063"/>
          <p14:tracePt t="57331" x="4191000" y="5943600"/>
          <p14:tracePt t="57340" x="4208463" y="5900738"/>
          <p14:tracePt t="57348" x="4233863" y="5849938"/>
          <p14:tracePt t="57356" x="4267200" y="5791200"/>
          <p14:tracePt t="57364" x="4343400" y="5672138"/>
          <p14:tracePt t="57372" x="4462463" y="5461000"/>
          <p14:tracePt t="57380" x="4640263" y="5189538"/>
          <p14:tracePt t="57389" x="4876800" y="4757738"/>
          <p14:tracePt t="57397" x="5224463" y="4259263"/>
          <p14:tracePt t="57405" x="5630863" y="3632200"/>
          <p14:tracePt t="57413" x="6062663" y="2997200"/>
          <p14:tracePt t="57422" x="6307138" y="2700338"/>
          <p14:tracePt t="57430" x="6662738" y="2252663"/>
          <p14:tracePt t="57438" x="7010400" y="1811338"/>
          <p14:tracePt t="57446" x="7086600" y="1727200"/>
          <p14:tracePt t="57454" x="7297738" y="1516063"/>
          <p14:tracePt t="57462" x="7416800" y="1354138"/>
          <p14:tracePt t="57471" x="7493000" y="1277938"/>
          <p14:tracePt t="57479" x="7535863" y="1227138"/>
          <p14:tracePt t="57487" x="7569200" y="1201738"/>
          <p14:tracePt t="57495" x="7586663" y="1201738"/>
          <p14:tracePt t="57519" x="7594600" y="1201738"/>
          <p14:tracePt t="58314" x="7586663" y="1201738"/>
          <p14:tracePt t="58325" x="7569200" y="1201738"/>
          <p14:tracePt t="58331" x="7569200" y="1219200"/>
          <p14:tracePt t="59306" x="7551738" y="1227138"/>
          <p14:tracePt t="59314" x="7475538" y="1303338"/>
          <p14:tracePt t="59323" x="7391400" y="1363663"/>
          <p14:tracePt t="59331" x="7315200" y="1439863"/>
          <p14:tracePt t="59339" x="7264400" y="1481138"/>
          <p14:tracePt t="59347" x="7221538" y="1531938"/>
          <p14:tracePt t="59355" x="7129463" y="1592263"/>
          <p14:tracePt t="59363" x="7086600" y="1617663"/>
          <p14:tracePt t="59404" x="7069138" y="1633538"/>
          <p14:tracePt t="60126" x="7027863" y="1633538"/>
          <p14:tracePt t="60135" x="6992938" y="1651000"/>
          <p14:tracePt t="60183" x="6992938" y="1633538"/>
          <p14:tracePt t="60191" x="7010400" y="1608138"/>
          <p14:tracePt t="60199" x="7104063" y="1531938"/>
          <p14:tracePt t="60207" x="7205663" y="1455738"/>
          <p14:tracePt t="60215" x="7391400" y="1338263"/>
          <p14:tracePt t="60224" x="7627938" y="1168400"/>
          <p14:tracePt t="60232" x="7840663" y="1033463"/>
          <p14:tracePt t="60240" x="8051800" y="914400"/>
          <p14:tracePt t="60248" x="8135938" y="871538"/>
          <p14:tracePt t="60257" x="8255000" y="812800"/>
          <p14:tracePt t="60265" x="8364538" y="762000"/>
          <p14:tracePt t="60273" x="8424863" y="736600"/>
          <p14:tracePt t="60281" x="8483600" y="719138"/>
          <p14:tracePt t="60289" x="8501063" y="719138"/>
          <p14:tracePt t="60306" x="8516938" y="719138"/>
          <p14:tracePt t="60322" x="8516938" y="736600"/>
          <p14:tracePt t="60331" x="8516938" y="820738"/>
          <p14:tracePt t="60339" x="8440738" y="931863"/>
          <p14:tracePt t="60346" x="8348663" y="1109663"/>
          <p14:tracePt t="60355" x="8247063" y="1287463"/>
          <p14:tracePt t="60363" x="8077200" y="1516063"/>
          <p14:tracePt t="60371" x="7924800" y="1709738"/>
          <p14:tracePt t="60380" x="7780338" y="1947863"/>
          <p14:tracePt t="60388" x="7612063" y="2141538"/>
          <p14:tracePt t="60396" x="7450138" y="2311400"/>
          <p14:tracePt t="60404" x="7323138" y="2446338"/>
          <p14:tracePt t="60412" x="7264400" y="2471738"/>
          <p14:tracePt t="60420" x="7129463" y="2582863"/>
          <p14:tracePt t="60429" x="7069138" y="2641600"/>
          <p14:tracePt t="60437" x="7010400" y="2659063"/>
          <p14:tracePt t="60445" x="6951663" y="2684463"/>
          <p14:tracePt t="60453" x="6934200" y="2684463"/>
          <p14:tracePt t="60461" x="6908800" y="2700338"/>
          <p14:tracePt t="60765" x="6908800" y="2684463"/>
          <p14:tracePt t="60773" x="6967538" y="2547938"/>
          <p14:tracePt t="60781" x="7264400" y="2159000"/>
          <p14:tracePt t="60789" x="7450138" y="1938338"/>
          <p14:tracePt t="60797" x="7823200" y="1422400"/>
          <p14:tracePt t="60805" x="8229600" y="957263"/>
          <p14:tracePt t="60814" x="8661400" y="525463"/>
          <p14:tracePt t="60822" x="8796338" y="363538"/>
          <p14:tracePt t="61441" x="9550400" y="330200"/>
          <p14:tracePt t="61441" x="9296400" y="703263"/>
          <p14:tracePt t="61441" x="8948738" y="1219200"/>
          <p14:tracePt t="61441" x="8678863" y="1633538"/>
          <p14:tracePt t="61441" x="8382000" y="2074863"/>
          <p14:tracePt t="61441" x="8255000" y="2252663"/>
          <p14:tracePt t="61441" x="8001000" y="2608263"/>
          <p14:tracePt t="61441" x="7747000" y="2989263"/>
          <p14:tracePt t="61441" x="7535863" y="3259138"/>
          <p14:tracePt t="61441" x="7475538" y="3344863"/>
          <p14:tracePt t="61441" x="7323138" y="3538538"/>
          <p14:tracePt t="61441" x="7221538" y="3657600"/>
          <p14:tracePt t="61441" x="7145338" y="3751263"/>
          <p14:tracePt t="61441" x="7069138" y="3827463"/>
          <p14:tracePt t="61441" x="7027863" y="3868738"/>
          <p14:tracePt t="61441" x="6992938" y="3903663"/>
          <p14:tracePt t="61441" x="6985000" y="3919538"/>
          <p14:tracePt t="61441" x="6967538" y="3929063"/>
          <p14:tracePt t="61441" x="6951663" y="3944938"/>
          <p14:tracePt t="61441" x="6934200" y="3944938"/>
          <p14:tracePt t="61441" x="6926263" y="3944938"/>
          <p14:tracePt t="61441" x="6926263" y="3962400"/>
          <p14:tracePt t="61441" x="6908800" y="3962400"/>
          <p14:tracePt t="61441" x="6908800" y="3979863"/>
          <p14:tracePt t="61441" x="6908800" y="4021138"/>
          <p14:tracePt t="61441" x="6908800" y="4064000"/>
          <p14:tracePt t="61441" x="6891338" y="4097338"/>
          <p14:tracePt t="61441" x="6875463" y="4191000"/>
          <p14:tracePt t="61441" x="6858000" y="4233863"/>
          <p14:tracePt t="61441" x="6815138" y="4292600"/>
          <p14:tracePt t="61441" x="6815138" y="4351338"/>
          <p14:tracePt t="61441" x="6789738" y="4427538"/>
          <p14:tracePt t="61441" x="6756400" y="4487863"/>
          <p14:tracePt t="61441" x="6756400" y="4546600"/>
          <p14:tracePt t="61441" x="6723063" y="4605338"/>
          <p14:tracePt t="61441" x="6713538" y="4681538"/>
          <p14:tracePt t="61441" x="6697663" y="4783138"/>
          <p14:tracePt t="61441" x="6680200" y="4876800"/>
          <p14:tracePt t="61441" x="6662738" y="5011738"/>
          <p14:tracePt t="61441" x="6662738" y="5207000"/>
          <p14:tracePt t="61441" x="6662738" y="5418138"/>
          <p14:tracePt t="61441" x="6662738" y="5638800"/>
          <p14:tracePt t="61441" x="6662738" y="5969000"/>
          <p14:tracePt t="61441" x="6662738" y="6291263"/>
          <p14:tracePt t="61441" x="6662738" y="6570663"/>
          <p14:tracePt t="61441" x="6662738" y="6840538"/>
          <p14:tracePt t="61441" x="6723063" y="6586538"/>
          <p14:tracePt t="61441" x="6789738" y="6367463"/>
          <p14:tracePt t="61441" x="6850063" y="6078538"/>
          <p14:tracePt t="61441" x="6926263" y="5834063"/>
          <p14:tracePt t="61441" x="6985000" y="5570538"/>
          <p14:tracePt t="61441" x="7043738" y="5376863"/>
          <p14:tracePt t="61441" x="7129463" y="5130800"/>
          <p14:tracePt t="61441" x="7188200" y="4970463"/>
          <p14:tracePt t="61441" x="7256463" y="4775200"/>
          <p14:tracePt t="61441" x="7315200" y="4605338"/>
          <p14:tracePt t="61441" x="7493000" y="4216400"/>
          <p14:tracePt t="61441" x="7645400" y="3860800"/>
          <p14:tracePt t="61441" x="7645400" y="3868738"/>
          <p14:tracePt t="61441" x="7612063" y="3929063"/>
          <p14:tracePt t="61441" x="7586663" y="3987800"/>
          <p14:tracePt t="61441" x="7551738" y="4021138"/>
          <p14:tracePt t="61441" x="7510463" y="4064000"/>
          <p14:tracePt t="61441" x="7475538" y="4097338"/>
          <p14:tracePt t="61441" x="7434263" y="4140200"/>
          <p14:tracePt t="61441" x="7391400" y="4173538"/>
          <p14:tracePt t="61441" x="7340600" y="4191000"/>
          <p14:tracePt t="61441" x="7323138" y="4198938"/>
          <p14:tracePt t="61441" x="7340600" y="4191000"/>
          <p14:tracePt t="61441" x="7688263" y="3903663"/>
          <p14:tracePt t="61441" x="8051800" y="3573463"/>
          <p14:tracePt t="61441" x="8501063" y="3243263"/>
          <p14:tracePt t="61441" x="8974138" y="2954338"/>
          <p14:tracePt t="61441" x="9398000" y="2684463"/>
          <p14:tracePt t="61441" x="9710738" y="2471738"/>
          <p14:tracePt t="61441" x="10091738" y="2252663"/>
          <p14:tracePt t="61441" x="10388600" y="2074863"/>
          <p14:tracePt t="61441" x="10599738" y="1963738"/>
          <p14:tracePt t="61441" x="11107738" y="1709738"/>
          <p14:tracePt t="61441" x="11531600" y="1574800"/>
          <p14:tracePt t="61441" x="11904663" y="1481138"/>
          <p14:tracePt t="61441" x="11742738" y="4233863"/>
          <p14:tracePt t="61441" x="11396663" y="4665663"/>
          <p14:tracePt t="61441" x="11260138" y="4833938"/>
          <p14:tracePt t="61441" x="10964863" y="5224463"/>
          <p14:tracePt t="61441" x="10675938" y="5554663"/>
          <p14:tracePt t="61441" x="10439400" y="5849938"/>
          <p14:tracePt t="61441" x="10363200" y="5926138"/>
          <p14:tracePt t="61441" x="10228263" y="6078538"/>
          <p14:tracePt t="61441" x="10091738" y="6215063"/>
          <p14:tracePt t="61441" x="10033000" y="6299200"/>
          <p14:tracePt t="61441" x="9956800" y="6375400"/>
          <p14:tracePt t="61441" x="9906000" y="6426200"/>
          <p14:tracePt t="61441" x="9880600" y="6451600"/>
          <p14:tracePt t="61441" x="9863138" y="6451600"/>
          <p14:tracePt t="61441" x="9847263" y="6469063"/>
          <p14:tracePt t="61441" x="9847263" y="6484938"/>
          <p14:tracePt t="61441" x="9837738" y="6484938"/>
          <p14:tracePt t="61441" x="9837738" y="6494463"/>
          <p14:tracePt t="61441" x="9837738" y="6527800"/>
          <p14:tracePt t="61441" x="9821863" y="6570663"/>
          <p14:tracePt t="61441" x="9804400" y="6629400"/>
          <p14:tracePt t="61441" x="9761538" y="6705600"/>
          <p14:tracePt t="61441" x="9702800" y="6840538"/>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5340D-C858-5AAA-A02E-C6728E705AC8}"/>
              </a:ext>
            </a:extLst>
          </p:cNvPr>
          <p:cNvSpPr>
            <a:spLocks noGrp="1"/>
          </p:cNvSpPr>
          <p:nvPr>
            <p:ph type="title"/>
          </p:nvPr>
        </p:nvSpPr>
        <p:spPr/>
        <p:txBody>
          <a:bodyPr/>
          <a:lstStyle/>
          <a:p>
            <a:r>
              <a:rPr lang="en-KR" dirty="0"/>
              <a:t>Latent variable in VAE is a random vector</a:t>
            </a:r>
          </a:p>
        </p:txBody>
      </p:sp>
      <p:sp>
        <p:nvSpPr>
          <p:cNvPr id="4" name="Slide Number Placeholder 3">
            <a:extLst>
              <a:ext uri="{FF2B5EF4-FFF2-40B4-BE49-F238E27FC236}">
                <a16:creationId xmlns:a16="http://schemas.microsoft.com/office/drawing/2014/main" id="{AFF91BCF-6A3A-E8A3-BA94-33AECE336CD1}"/>
              </a:ext>
            </a:extLst>
          </p:cNvPr>
          <p:cNvSpPr>
            <a:spLocks noGrp="1"/>
          </p:cNvSpPr>
          <p:nvPr>
            <p:ph type="sldNum" sz="quarter" idx="13"/>
          </p:nvPr>
        </p:nvSpPr>
        <p:spPr/>
        <p:txBody>
          <a:bodyPr/>
          <a:lstStyle/>
          <a:p>
            <a:fld id="{EB4B8DE2-A4E8-46E4-8BBF-D75455EFF32C}" type="slidenum">
              <a:rPr lang="en-US" smtClean="0"/>
              <a:pPr/>
              <a:t>4</a:t>
            </a:fld>
            <a:endParaRPr lang="en-US" dirty="0"/>
          </a:p>
        </p:txBody>
      </p:sp>
      <p:grpSp>
        <p:nvGrpSpPr>
          <p:cNvPr id="5" name="Group 4">
            <a:extLst>
              <a:ext uri="{FF2B5EF4-FFF2-40B4-BE49-F238E27FC236}">
                <a16:creationId xmlns:a16="http://schemas.microsoft.com/office/drawing/2014/main" id="{71A7B327-CDA0-CFA3-3422-C251C6504BB8}"/>
              </a:ext>
            </a:extLst>
          </p:cNvPr>
          <p:cNvGrpSpPr/>
          <p:nvPr/>
        </p:nvGrpSpPr>
        <p:grpSpPr>
          <a:xfrm>
            <a:off x="1001012" y="3093416"/>
            <a:ext cx="10476655" cy="2111400"/>
            <a:chOff x="1195745" y="2402560"/>
            <a:chExt cx="10476655" cy="2111400"/>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594F78-A1D7-50C3-3744-8A12CBE52CDD}"/>
                    </a:ext>
                  </a:extLst>
                </p:cNvPr>
                <p:cNvSpPr txBox="1"/>
                <p:nvPr/>
              </p:nvSpPr>
              <p:spPr>
                <a:xfrm>
                  <a:off x="1460001" y="4144628"/>
                  <a:ext cx="830933" cy="369332"/>
                </a:xfrm>
                <a:prstGeom prst="rect">
                  <a:avLst/>
                </a:prstGeom>
                <a:noFill/>
              </p:spPr>
              <p:txBody>
                <a:bodyPr wrap="none" lIns="0" rIns="0" rtlCol="0">
                  <a:spAutoFit/>
                </a:bodyPr>
                <a:lstStyle/>
                <a:p>
                  <a:pPr algn="l"/>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Image </a:t>
                  </a:r>
                  <a14:m>
                    <m:oMath xmlns:m="http://schemas.openxmlformats.org/officeDocument/2006/math">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𝑥</m:t>
                      </m:r>
                    </m:oMath>
                  </a14:m>
                  <a:endParaRPr lang="en-US" i="1"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3" name="TextBox 2">
                  <a:extLst>
                    <a:ext uri="{FF2B5EF4-FFF2-40B4-BE49-F238E27FC236}">
                      <a16:creationId xmlns:a16="http://schemas.microsoft.com/office/drawing/2014/main" id="{D00B5137-63C2-A524-4C6C-34AAC8D30607}"/>
                    </a:ext>
                  </a:extLst>
                </p:cNvPr>
                <p:cNvSpPr txBox="1">
                  <a:spLocks noRot="1" noChangeAspect="1" noMove="1" noResize="1" noEditPoints="1" noAdjustHandles="1" noChangeArrowheads="1" noChangeShapeType="1" noTextEdit="1"/>
                </p:cNvSpPr>
                <p:nvPr/>
              </p:nvSpPr>
              <p:spPr>
                <a:xfrm>
                  <a:off x="1460001" y="4144628"/>
                  <a:ext cx="830933" cy="369332"/>
                </a:xfrm>
                <a:prstGeom prst="rect">
                  <a:avLst/>
                </a:prstGeom>
                <a:blipFill>
                  <a:blip r:embed="rId5"/>
                  <a:stretch>
                    <a:fillRect l="-18182" t="-6667" r="-22727" b="-23333"/>
                  </a:stretch>
                </a:blipFill>
              </p:spPr>
              <p:txBody>
                <a:bodyPr/>
                <a:lstStyle/>
                <a:p>
                  <a:r>
                    <a:rPr lang="en-KR">
                      <a:noFill/>
                    </a:rPr>
                    <a:t> </a:t>
                  </a:r>
                </a:p>
              </p:txBody>
            </p:sp>
          </mc:Fallback>
        </mc:AlternateContent>
        <p:grpSp>
          <p:nvGrpSpPr>
            <p:cNvPr id="7" name="Group 6">
              <a:extLst>
                <a:ext uri="{FF2B5EF4-FFF2-40B4-BE49-F238E27FC236}">
                  <a16:creationId xmlns:a16="http://schemas.microsoft.com/office/drawing/2014/main" id="{57DBEAE1-E34C-E5A5-0361-AAE04C9DF980}"/>
                </a:ext>
              </a:extLst>
            </p:cNvPr>
            <p:cNvGrpSpPr/>
            <p:nvPr/>
          </p:nvGrpSpPr>
          <p:grpSpPr>
            <a:xfrm>
              <a:off x="3231782" y="2402560"/>
              <a:ext cx="1506071" cy="2104632"/>
              <a:chOff x="3242434" y="2402560"/>
              <a:chExt cx="1506071" cy="2104632"/>
            </a:xfrm>
          </p:grpSpPr>
          <p:sp>
            <p:nvSpPr>
              <p:cNvPr id="26" name="Trapezoid 25">
                <a:extLst>
                  <a:ext uri="{FF2B5EF4-FFF2-40B4-BE49-F238E27FC236}">
                    <a16:creationId xmlns:a16="http://schemas.microsoft.com/office/drawing/2014/main" id="{DD0C8BA0-747D-1A3A-C88F-E66C986D75E0}"/>
                  </a:ext>
                </a:extLst>
              </p:cNvPr>
              <p:cNvSpPr/>
              <p:nvPr/>
            </p:nvSpPr>
            <p:spPr>
              <a:xfrm rot="5400000">
                <a:off x="2943154" y="2701840"/>
                <a:ext cx="2104632" cy="1506071"/>
              </a:xfrm>
              <a:prstGeom prst="trapezoid">
                <a:avLst>
                  <a:gd name="adj" fmla="val 2698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3A0EF13-89D7-293B-2275-AC3E6A53A47B}"/>
                      </a:ext>
                    </a:extLst>
                  </p:cNvPr>
                  <p:cNvSpPr txBox="1"/>
                  <p:nvPr/>
                </p:nvSpPr>
                <p:spPr>
                  <a:xfrm>
                    <a:off x="3322702" y="3017298"/>
                    <a:ext cx="1382858" cy="948080"/>
                  </a:xfrm>
                  <a:prstGeom prst="rect">
                    <a:avLst/>
                  </a:prstGeom>
                  <a:noFill/>
                </p:spPr>
                <p:txBody>
                  <a:bodyPr wrap="square" lIns="0" rIns="0" rtlCol="0">
                    <a:spAutoFit/>
                  </a:bodyPr>
                  <a:lstStyle/>
                  <a:p>
                    <a:pPr algn="ctr"/>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Probabilistic</a:t>
                    </a:r>
                  </a:p>
                  <a:p>
                    <a:pPr algn="ctr"/>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Encoder</a:t>
                    </a:r>
                  </a:p>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sSubPr>
                            <m:e>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𝑞</m:t>
                              </m:r>
                            </m:e>
                            <m:sub>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𝜙</m:t>
                              </m:r>
                            </m:sub>
                          </m:sSub>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r>
                            <a:rPr lang="en-US" b="1" i="0" smtClean="0">
                              <a:latin typeface="Cambria Math" panose="02040503050406030204" pitchFamily="18" charset="0"/>
                              <a:ea typeface="Pretendard Variable Medium" panose="02000003000000020004" pitchFamily="2" charset="-127"/>
                              <a:cs typeface="Pretendard Variable Medium" panose="02000003000000020004" pitchFamily="2" charset="-127"/>
                            </a:rPr>
                            <m:t>𝐳</m:t>
                          </m:r>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r>
                            <a:rPr lang="en-US" b="1" i="0" smtClean="0">
                              <a:latin typeface="Cambria Math" panose="02040503050406030204" pitchFamily="18" charset="0"/>
                              <a:ea typeface="Pretendard Variable Medium" panose="02000003000000020004" pitchFamily="2" charset="-127"/>
                              <a:cs typeface="Pretendard Variable Medium" panose="02000003000000020004" pitchFamily="2" charset="-127"/>
                            </a:rPr>
                            <m:t>𝐱</m:t>
                          </m:r>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oMath>
                      </m:oMathPara>
                    </a14:m>
                    <a:endPar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12" name="TextBox 11">
                    <a:extLst>
                      <a:ext uri="{FF2B5EF4-FFF2-40B4-BE49-F238E27FC236}">
                        <a16:creationId xmlns:a16="http://schemas.microsoft.com/office/drawing/2014/main" id="{7B93C2E8-2577-85C2-0F3C-D44CAD7A0CCA}"/>
                      </a:ext>
                    </a:extLst>
                  </p:cNvPr>
                  <p:cNvSpPr txBox="1">
                    <a:spLocks noRot="1" noChangeAspect="1" noMove="1" noResize="1" noEditPoints="1" noAdjustHandles="1" noChangeArrowheads="1" noChangeShapeType="1" noTextEdit="1"/>
                  </p:cNvSpPr>
                  <p:nvPr/>
                </p:nvSpPr>
                <p:spPr>
                  <a:xfrm>
                    <a:off x="3322702" y="3017298"/>
                    <a:ext cx="1382858" cy="948080"/>
                  </a:xfrm>
                  <a:prstGeom prst="rect">
                    <a:avLst/>
                  </a:prstGeom>
                  <a:blipFill>
                    <a:blip r:embed="rId6"/>
                    <a:stretch>
                      <a:fillRect l="-6364" t="-2667" r="-10909" b="-6667"/>
                    </a:stretch>
                  </a:blipFill>
                </p:spPr>
                <p:txBody>
                  <a:bodyPr/>
                  <a:lstStyle/>
                  <a:p>
                    <a:r>
                      <a:rPr lang="en-US">
                        <a:noFill/>
                      </a:rPr>
                      <a:t> </a:t>
                    </a:r>
                  </a:p>
                </p:txBody>
              </p:sp>
            </mc:Fallback>
          </mc:AlternateContent>
        </p:grpSp>
        <p:pic>
          <p:nvPicPr>
            <p:cNvPr id="8" name="Picture 7" descr="A duck swimming in the water&#10;&#10;AI-generated content may be incorrect.">
              <a:extLst>
                <a:ext uri="{FF2B5EF4-FFF2-40B4-BE49-F238E27FC236}">
                  <a16:creationId xmlns:a16="http://schemas.microsoft.com/office/drawing/2014/main" id="{35965A59-6EDF-6265-1CA5-981AA134626F}"/>
                </a:ext>
              </a:extLst>
            </p:cNvPr>
            <p:cNvPicPr>
              <a:picLocks noChangeAspect="1"/>
            </p:cNvPicPr>
            <p:nvPr/>
          </p:nvPicPr>
          <p:blipFill>
            <a:blip r:embed="rId7">
              <a:extLst>
                <a:ext uri="{28A0092B-C50C-407E-A947-70E740481C1C}">
                  <a14:useLocalDpi xmlns:a14="http://schemas.microsoft.com/office/drawing/2010/main" val="0"/>
                </a:ext>
              </a:extLst>
            </a:blip>
            <a:srcRect t="13005" r="386" b="11247"/>
            <a:stretch>
              <a:fillRect/>
            </a:stretch>
          </p:blipFill>
          <p:spPr>
            <a:xfrm>
              <a:off x="1195745" y="2762078"/>
              <a:ext cx="1359447" cy="1359406"/>
            </a:xfrm>
            <a:prstGeom prst="rect">
              <a:avLst/>
            </a:prstGeom>
          </p:spPr>
        </p:pic>
        <p:cxnSp>
          <p:nvCxnSpPr>
            <p:cNvPr id="9" name="Straight Arrow Connector 8">
              <a:extLst>
                <a:ext uri="{FF2B5EF4-FFF2-40B4-BE49-F238E27FC236}">
                  <a16:creationId xmlns:a16="http://schemas.microsoft.com/office/drawing/2014/main" id="{1290DFF9-BE32-4C02-90BC-C3E5C13DB738}"/>
                </a:ext>
              </a:extLst>
            </p:cNvPr>
            <p:cNvCxnSpPr/>
            <p:nvPr/>
          </p:nvCxnSpPr>
          <p:spPr>
            <a:xfrm>
              <a:off x="2637243" y="3445175"/>
              <a:ext cx="512488" cy="0"/>
            </a:xfrm>
            <a:prstGeom prst="straightConnector1">
              <a:avLst/>
            </a:prstGeom>
            <a:ln w="63500" cap="flat" cmpd="sng">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AF0EA20-263A-0E46-4404-398B78D6C7DB}"/>
                </a:ext>
              </a:extLst>
            </p:cNvPr>
            <p:cNvGrpSpPr/>
            <p:nvPr/>
          </p:nvGrpSpPr>
          <p:grpSpPr>
            <a:xfrm>
              <a:off x="6428925" y="2777341"/>
              <a:ext cx="457200" cy="1463647"/>
              <a:chOff x="5446986" y="3171415"/>
              <a:chExt cx="457200" cy="1463647"/>
            </a:xfrm>
          </p:grpSpPr>
          <p:sp>
            <p:nvSpPr>
              <p:cNvPr id="24" name="Rectangle 23">
                <a:extLst>
                  <a:ext uri="{FF2B5EF4-FFF2-40B4-BE49-F238E27FC236}">
                    <a16:creationId xmlns:a16="http://schemas.microsoft.com/office/drawing/2014/main" id="{3CDB740B-6E7F-9489-9E84-A76002E747E2}"/>
                  </a:ext>
                </a:extLst>
              </p:cNvPr>
              <p:cNvSpPr/>
              <p:nvPr/>
            </p:nvSpPr>
            <p:spPr>
              <a:xfrm>
                <a:off x="5446986" y="3171415"/>
                <a:ext cx="457200" cy="1463647"/>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ADB4FF6-34D2-6889-5466-9A8EF2D09186}"/>
                      </a:ext>
                    </a:extLst>
                  </p:cNvPr>
                  <p:cNvSpPr txBox="1"/>
                  <p:nvPr/>
                </p:nvSpPr>
                <p:spPr>
                  <a:xfrm>
                    <a:off x="5570455" y="3657834"/>
                    <a:ext cx="247021" cy="461665"/>
                  </a:xfrm>
                  <a:prstGeom prst="rect">
                    <a:avLst/>
                  </a:prstGeom>
                  <a:noFill/>
                </p:spPr>
                <p:txBody>
                  <a:bodyPr wrap="square" lIns="0" rIns="0" rtlCol="0">
                    <a:spAutoFit/>
                  </a:bodyPr>
                  <a:lstStyle/>
                  <a:p>
                    <a:pPr algn="l"/>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𝑧</m:t>
                          </m:r>
                        </m:oMath>
                      </m:oMathPara>
                    </a14:m>
                    <a:endParaRPr lang="en-US" sz="2400" i="1"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24" name="TextBox 23">
                    <a:extLst>
                      <a:ext uri="{FF2B5EF4-FFF2-40B4-BE49-F238E27FC236}">
                        <a16:creationId xmlns:a16="http://schemas.microsoft.com/office/drawing/2014/main" id="{4503943F-8BC4-9283-4EE9-11491FFBBBF0}"/>
                      </a:ext>
                    </a:extLst>
                  </p:cNvPr>
                  <p:cNvSpPr txBox="1">
                    <a:spLocks noRot="1" noChangeAspect="1" noMove="1" noResize="1" noEditPoints="1" noAdjustHandles="1" noChangeArrowheads="1" noChangeShapeType="1" noTextEdit="1"/>
                  </p:cNvSpPr>
                  <p:nvPr/>
                </p:nvSpPr>
                <p:spPr>
                  <a:xfrm>
                    <a:off x="5570455" y="3657834"/>
                    <a:ext cx="247021" cy="461665"/>
                  </a:xfrm>
                  <a:prstGeom prst="rect">
                    <a:avLst/>
                  </a:prstGeom>
                  <a:blipFill>
                    <a:blip r:embed="rId8"/>
                    <a:stretch>
                      <a:fillRect l="-10000" t="-10526" r="-85000" b="-28947"/>
                    </a:stretch>
                  </a:blipFill>
                </p:spPr>
                <p:txBody>
                  <a:bodyPr/>
                  <a:lstStyle/>
                  <a:p>
                    <a:r>
                      <a:rPr lang="en-US">
                        <a:noFill/>
                      </a:rPr>
                      <a:t> </a:t>
                    </a:r>
                  </a:p>
                </p:txBody>
              </p:sp>
            </mc:Fallback>
          </mc:AlternateContent>
        </p:grpSp>
        <p:cxnSp>
          <p:nvCxnSpPr>
            <p:cNvPr id="11" name="Straight Arrow Connector 10">
              <a:extLst>
                <a:ext uri="{FF2B5EF4-FFF2-40B4-BE49-F238E27FC236}">
                  <a16:creationId xmlns:a16="http://schemas.microsoft.com/office/drawing/2014/main" id="{B4CC9084-1844-131A-ADF9-51A9B8CD0F97}"/>
                </a:ext>
              </a:extLst>
            </p:cNvPr>
            <p:cNvCxnSpPr>
              <a:cxnSpLocks/>
            </p:cNvCxnSpPr>
            <p:nvPr/>
          </p:nvCxnSpPr>
          <p:spPr>
            <a:xfrm>
              <a:off x="6968176" y="3509165"/>
              <a:ext cx="403916" cy="0"/>
            </a:xfrm>
            <a:prstGeom prst="straightConnector1">
              <a:avLst/>
            </a:prstGeom>
            <a:ln w="63500" cap="flat" cmpd="sng">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12" name="Picture 2">
              <a:extLst>
                <a:ext uri="{FF2B5EF4-FFF2-40B4-BE49-F238E27FC236}">
                  <a16:creationId xmlns:a16="http://schemas.microsoft.com/office/drawing/2014/main" id="{85DE2251-8EA7-A3A4-2ED3-D27388D995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636808" y="2759574"/>
              <a:ext cx="1359447" cy="1359447"/>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81A336FA-DA8B-4E08-D6FB-0AE7D0E826C5}"/>
                </a:ext>
              </a:extLst>
            </p:cNvPr>
            <p:cNvCxnSpPr/>
            <p:nvPr/>
          </p:nvCxnSpPr>
          <p:spPr>
            <a:xfrm>
              <a:off x="9042265" y="3469449"/>
              <a:ext cx="512488" cy="0"/>
            </a:xfrm>
            <a:prstGeom prst="straightConnector1">
              <a:avLst/>
            </a:prstGeom>
            <a:ln w="63500" cap="flat" cmpd="sng">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A58E8D7-8162-6AB1-35BB-A541C8E30F35}"/>
                    </a:ext>
                  </a:extLst>
                </p:cNvPr>
                <p:cNvSpPr txBox="1"/>
                <p:nvPr/>
              </p:nvSpPr>
              <p:spPr>
                <a:xfrm>
                  <a:off x="7476008" y="3063401"/>
                  <a:ext cx="1470383" cy="923330"/>
                </a:xfrm>
                <a:prstGeom prst="rect">
                  <a:avLst/>
                </a:prstGeom>
                <a:noFill/>
              </p:spPr>
              <p:txBody>
                <a:bodyPr wrap="square" lIns="0" rIns="0" rtlCol="0">
                  <a:spAutoFit/>
                </a:bodyPr>
                <a:lstStyle/>
                <a:p>
                  <a:pPr algn="ctr"/>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Probabilistic</a:t>
                  </a:r>
                </a:p>
                <a:p>
                  <a:pPr algn="ctr"/>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Decoder</a:t>
                  </a:r>
                </a:p>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sSubPr>
                          <m:e>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𝑝</m:t>
                            </m:r>
                          </m:e>
                          <m:sub>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𝜃</m:t>
                            </m:r>
                          </m:sub>
                        </m:sSub>
                        <m:d>
                          <m:dPr>
                            <m:ctrlP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dPr>
                          <m:e>
                            <m:acc>
                              <m:accPr>
                                <m:chr m:val="̂"/>
                                <m:ctrlPr>
                                  <a:rPr lang="en-US" b="1"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accPr>
                              <m:e>
                                <m:r>
                                  <a:rPr lang="en-US" b="1" i="0" smtClean="0">
                                    <a:latin typeface="Cambria Math" panose="02040503050406030204" pitchFamily="18" charset="0"/>
                                    <a:ea typeface="Pretendard Variable Medium" panose="02000003000000020004" pitchFamily="2" charset="-127"/>
                                    <a:cs typeface="Pretendard Variable Medium" panose="02000003000000020004" pitchFamily="2" charset="-127"/>
                                  </a:rPr>
                                  <m:t>𝐱</m:t>
                                </m:r>
                              </m:e>
                            </m:acc>
                            <m:r>
                              <a:rPr lang="en-US" b="0" i="1" dirty="0"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r>
                              <a:rPr lang="en-US" b="1" i="0" smtClean="0">
                                <a:latin typeface="Cambria Math" panose="02040503050406030204" pitchFamily="18" charset="0"/>
                                <a:ea typeface="Pretendard Variable Medium" panose="02000003000000020004" pitchFamily="2" charset="-127"/>
                                <a:cs typeface="Pretendard Variable Medium" panose="02000003000000020004" pitchFamily="2" charset="-127"/>
                              </a:rPr>
                              <m:t>𝐳</m:t>
                            </m:r>
                          </m:e>
                        </m:d>
                      </m:oMath>
                    </m:oMathPara>
                  </a14:m>
                  <a:endPar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16" name="TextBox 15">
                  <a:extLst>
                    <a:ext uri="{FF2B5EF4-FFF2-40B4-BE49-F238E27FC236}">
                      <a16:creationId xmlns:a16="http://schemas.microsoft.com/office/drawing/2014/main" id="{B702AE39-59F2-DC20-CD9B-C4835B514102}"/>
                    </a:ext>
                  </a:extLst>
                </p:cNvPr>
                <p:cNvSpPr txBox="1">
                  <a:spLocks noRot="1" noChangeAspect="1" noMove="1" noResize="1" noEditPoints="1" noAdjustHandles="1" noChangeArrowheads="1" noChangeShapeType="1" noTextEdit="1"/>
                </p:cNvSpPr>
                <p:nvPr/>
              </p:nvSpPr>
              <p:spPr>
                <a:xfrm>
                  <a:off x="7476008" y="3063401"/>
                  <a:ext cx="1470383" cy="923330"/>
                </a:xfrm>
                <a:prstGeom prst="rect">
                  <a:avLst/>
                </a:prstGeom>
                <a:blipFill>
                  <a:blip r:embed="rId10"/>
                  <a:stretch>
                    <a:fillRect l="-2564" t="-2703" r="-6838" b="-8108"/>
                  </a:stretch>
                </a:blipFill>
              </p:spPr>
              <p:txBody>
                <a:bodyPr/>
                <a:lstStyle/>
                <a:p>
                  <a:r>
                    <a:rPr lang="en-KR">
                      <a:noFill/>
                    </a:rPr>
                    <a:t> </a:t>
                  </a:r>
                </a:p>
              </p:txBody>
            </p:sp>
          </mc:Fallback>
        </mc:AlternateContent>
        <p:sp>
          <p:nvSpPr>
            <p:cNvPr id="15" name="Trapezoid 14">
              <a:extLst>
                <a:ext uri="{FF2B5EF4-FFF2-40B4-BE49-F238E27FC236}">
                  <a16:creationId xmlns:a16="http://schemas.microsoft.com/office/drawing/2014/main" id="{AC04BAC8-3E91-932B-C22F-987553D264FB}"/>
                </a:ext>
              </a:extLst>
            </p:cNvPr>
            <p:cNvSpPr/>
            <p:nvPr/>
          </p:nvSpPr>
          <p:spPr>
            <a:xfrm rot="16200000">
              <a:off x="7154863" y="2701840"/>
              <a:ext cx="2104632" cy="1506071"/>
            </a:xfrm>
            <a:prstGeom prst="trapezoid">
              <a:avLst>
                <a:gd name="adj" fmla="val 26989"/>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cxnSp>
          <p:nvCxnSpPr>
            <p:cNvPr id="16" name="Straight Arrow Connector 15">
              <a:extLst>
                <a:ext uri="{FF2B5EF4-FFF2-40B4-BE49-F238E27FC236}">
                  <a16:creationId xmlns:a16="http://schemas.microsoft.com/office/drawing/2014/main" id="{93E5B24B-44CE-8165-1C2D-5815A570A15F}"/>
                </a:ext>
              </a:extLst>
            </p:cNvPr>
            <p:cNvCxnSpPr>
              <a:cxnSpLocks/>
            </p:cNvCxnSpPr>
            <p:nvPr/>
          </p:nvCxnSpPr>
          <p:spPr>
            <a:xfrm>
              <a:off x="4819904" y="3491338"/>
              <a:ext cx="400001" cy="0"/>
            </a:xfrm>
            <a:prstGeom prst="straightConnector1">
              <a:avLst/>
            </a:prstGeom>
            <a:ln w="63500" cap="flat" cmpd="sng">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0D4E157-FAB4-8746-4818-376383AABC67}"/>
                </a:ext>
              </a:extLst>
            </p:cNvPr>
            <p:cNvCxnSpPr>
              <a:cxnSpLocks/>
            </p:cNvCxnSpPr>
            <p:nvPr/>
          </p:nvCxnSpPr>
          <p:spPr>
            <a:xfrm>
              <a:off x="5946873" y="3509164"/>
              <a:ext cx="400001" cy="0"/>
            </a:xfrm>
            <a:prstGeom prst="straightConnector1">
              <a:avLst/>
            </a:prstGeom>
            <a:ln w="63500" cap="flat" cmpd="sng">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E54E6BC6-4B30-47A1-1B4B-6430D87D0498}"/>
                </a:ext>
              </a:extLst>
            </p:cNvPr>
            <p:cNvGrpSpPr/>
            <p:nvPr/>
          </p:nvGrpSpPr>
          <p:grpSpPr>
            <a:xfrm>
              <a:off x="5301956" y="2965190"/>
              <a:ext cx="562866" cy="1148224"/>
              <a:chOff x="5240068" y="2965190"/>
              <a:chExt cx="562866" cy="1148224"/>
            </a:xfrm>
          </p:grpSpPr>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E84C7E4-3BB1-9D6B-8D48-38CD1FC8451D}"/>
                      </a:ext>
                    </a:extLst>
                  </p:cNvPr>
                  <p:cNvSpPr txBox="1"/>
                  <p:nvPr/>
                </p:nvSpPr>
                <p:spPr>
                  <a:xfrm>
                    <a:off x="5290446" y="2973164"/>
                    <a:ext cx="309401" cy="494815"/>
                  </a:xfrm>
                  <a:prstGeom prst="rect">
                    <a:avLst/>
                  </a:prstGeom>
                  <a:noFill/>
                </p:spPr>
                <p:txBody>
                  <a:bodyPr wrap="squar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sSubPr>
                            <m:e>
                              <m:r>
                                <m:rPr>
                                  <m:sty m:val="p"/>
                                </m:rPr>
                                <a:rPr lang="en-US" sz="2400" b="0" i="0" smtClean="0">
                                  <a:latin typeface="Cambria Math" panose="02040503050406030204" pitchFamily="18" charset="0"/>
                                  <a:ea typeface="Pretendard Variable Medium" panose="02000003000000020004" pitchFamily="2" charset="-127"/>
                                  <a:cs typeface="Pretendard Variable Medium" panose="02000003000000020004" pitchFamily="2" charset="-127"/>
                                </a:rPr>
                                <m:t>Σ</m:t>
                              </m:r>
                            </m:e>
                            <m:sub>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𝑧</m:t>
                              </m:r>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𝑥</m:t>
                              </m:r>
                            </m:sub>
                          </m:sSub>
                        </m:oMath>
                      </m:oMathPara>
                    </a14:m>
                    <a:endParaRPr lang="en-US" sz="2400" i="1"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17" name="TextBox 16">
                    <a:extLst>
                      <a:ext uri="{FF2B5EF4-FFF2-40B4-BE49-F238E27FC236}">
                        <a16:creationId xmlns:a16="http://schemas.microsoft.com/office/drawing/2014/main" id="{01EBD20A-9ED1-2785-1DE1-31A6CA690176}"/>
                      </a:ext>
                    </a:extLst>
                  </p:cNvPr>
                  <p:cNvSpPr txBox="1">
                    <a:spLocks noRot="1" noChangeAspect="1" noMove="1" noResize="1" noEditPoints="1" noAdjustHandles="1" noChangeArrowheads="1" noChangeShapeType="1" noTextEdit="1"/>
                  </p:cNvSpPr>
                  <p:nvPr/>
                </p:nvSpPr>
                <p:spPr>
                  <a:xfrm>
                    <a:off x="5290446" y="2973164"/>
                    <a:ext cx="309401" cy="494815"/>
                  </a:xfrm>
                  <a:prstGeom prst="rect">
                    <a:avLst/>
                  </a:prstGeom>
                  <a:blipFill>
                    <a:blip r:embed="rId11"/>
                    <a:stretch>
                      <a:fillRect l="-32000" t="-10000" r="-148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B721FAA-4DA1-11FE-07DF-0A5E451DCD98}"/>
                      </a:ext>
                    </a:extLst>
                  </p:cNvPr>
                  <p:cNvSpPr txBox="1"/>
                  <p:nvPr/>
                </p:nvSpPr>
                <p:spPr>
                  <a:xfrm>
                    <a:off x="5298585" y="3546867"/>
                    <a:ext cx="309401" cy="494815"/>
                  </a:xfrm>
                  <a:prstGeom prst="rect">
                    <a:avLst/>
                  </a:prstGeom>
                  <a:noFill/>
                </p:spPr>
                <p:txBody>
                  <a:bodyPr wrap="squar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sSubPr>
                            <m:e>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𝜇</m:t>
                              </m:r>
                            </m:e>
                            <m:sub>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𝑧</m:t>
                              </m:r>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m:t>
                              </m:r>
                              <m:r>
                                <a:rPr lang="en-US" sz="2400"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𝑥</m:t>
                              </m:r>
                            </m:sub>
                          </m:sSub>
                        </m:oMath>
                      </m:oMathPara>
                    </a14:m>
                    <a:endParaRPr lang="en-US" sz="2400" i="1"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20" name="TextBox 19">
                    <a:extLst>
                      <a:ext uri="{FF2B5EF4-FFF2-40B4-BE49-F238E27FC236}">
                        <a16:creationId xmlns:a16="http://schemas.microsoft.com/office/drawing/2014/main" id="{7094F9F3-7180-644F-5C06-007AF56517A2}"/>
                      </a:ext>
                    </a:extLst>
                  </p:cNvPr>
                  <p:cNvSpPr txBox="1">
                    <a:spLocks noRot="1" noChangeAspect="1" noMove="1" noResize="1" noEditPoints="1" noAdjustHandles="1" noChangeArrowheads="1" noChangeShapeType="1" noTextEdit="1"/>
                  </p:cNvSpPr>
                  <p:nvPr/>
                </p:nvSpPr>
                <p:spPr>
                  <a:xfrm>
                    <a:off x="5298585" y="3546867"/>
                    <a:ext cx="309401" cy="494815"/>
                  </a:xfrm>
                  <a:prstGeom prst="rect">
                    <a:avLst/>
                  </a:prstGeom>
                  <a:blipFill>
                    <a:blip r:embed="rId12"/>
                    <a:stretch>
                      <a:fillRect l="-30769" t="-10000" r="-138462" b="-20000"/>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BF1C2658-3201-2DF5-1824-BF3FCB09FD24}"/>
                  </a:ext>
                </a:extLst>
              </p:cNvPr>
              <p:cNvSpPr/>
              <p:nvPr/>
            </p:nvSpPr>
            <p:spPr>
              <a:xfrm>
                <a:off x="5240068" y="2965190"/>
                <a:ext cx="562866" cy="53466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sp>
            <p:nvSpPr>
              <p:cNvPr id="23" name="Rectangle 22">
                <a:extLst>
                  <a:ext uri="{FF2B5EF4-FFF2-40B4-BE49-F238E27FC236}">
                    <a16:creationId xmlns:a16="http://schemas.microsoft.com/office/drawing/2014/main" id="{00609226-284B-DB20-7082-40642D5938D5}"/>
                  </a:ext>
                </a:extLst>
              </p:cNvPr>
              <p:cNvSpPr/>
              <p:nvPr/>
            </p:nvSpPr>
            <p:spPr>
              <a:xfrm>
                <a:off x="5240068" y="3578746"/>
                <a:ext cx="562866" cy="534668"/>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US" dirty="0" err="1">
                  <a:solidFill>
                    <a:schemeClr val="tx1"/>
                  </a:solidFill>
                </a:endParaRPr>
              </a:p>
            </p:txBody>
          </p:sp>
        </p:gr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418F396-6B30-CF2B-18CD-BF9609938CDC}"/>
                    </a:ext>
                  </a:extLst>
                </p:cNvPr>
                <p:cNvSpPr txBox="1"/>
                <p:nvPr/>
              </p:nvSpPr>
              <p:spPr>
                <a:xfrm>
                  <a:off x="9263086" y="4144628"/>
                  <a:ext cx="2409314" cy="369332"/>
                </a:xfrm>
                <a:prstGeom prst="rect">
                  <a:avLst/>
                </a:prstGeom>
                <a:noFill/>
              </p:spPr>
              <p:txBody>
                <a:bodyPr wrap="none" lIns="0" rIns="0" rtlCol="0">
                  <a:spAutoFit/>
                </a:bodyPr>
                <a:lstStyle/>
                <a:p>
                  <a:pPr algn="l"/>
                  <a:r>
                    <a:rPr lang="en-US"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rPr>
                    <a:t>Reconstructed image </a:t>
                  </a:r>
                  <a14:m>
                    <m:oMath xmlns:m="http://schemas.openxmlformats.org/officeDocument/2006/math">
                      <m:acc>
                        <m:accPr>
                          <m:chr m:val="̂"/>
                          <m:ctrlP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ctrlPr>
                        </m:accPr>
                        <m:e>
                          <m:r>
                            <a:rPr lang="en-US" b="0" i="1" smtClean="0">
                              <a:latin typeface="Cambria Math" panose="02040503050406030204" pitchFamily="18" charset="0"/>
                              <a:ea typeface="Pretendard Variable Medium" panose="02000003000000020004" pitchFamily="2" charset="-127"/>
                              <a:cs typeface="Pretendard Variable Medium" panose="02000003000000020004" pitchFamily="2" charset="-127"/>
                            </a:rPr>
                            <m:t>𝑥</m:t>
                          </m:r>
                        </m:e>
                      </m:acc>
                    </m:oMath>
                  </a14:m>
                  <a:endParaRPr lang="en-US" i="1" dirty="0">
                    <a:latin typeface="Pretendard Variable Medium" panose="02000003000000020004" pitchFamily="2" charset="-127"/>
                    <a:ea typeface="Pretendard Variable Medium" panose="02000003000000020004" pitchFamily="2" charset="-127"/>
                    <a:cs typeface="Pretendard Variable Medium" panose="02000003000000020004" pitchFamily="2" charset="-127"/>
                  </a:endParaRPr>
                </a:p>
              </p:txBody>
            </p:sp>
          </mc:Choice>
          <mc:Fallback xmlns="">
            <p:sp>
              <p:nvSpPr>
                <p:cNvPr id="25" name="TextBox 24">
                  <a:extLst>
                    <a:ext uri="{FF2B5EF4-FFF2-40B4-BE49-F238E27FC236}">
                      <a16:creationId xmlns:a16="http://schemas.microsoft.com/office/drawing/2014/main" id="{2D15E15F-F894-EB51-0088-806D2DA1BAC5}"/>
                    </a:ext>
                  </a:extLst>
                </p:cNvPr>
                <p:cNvSpPr txBox="1">
                  <a:spLocks noRot="1" noChangeAspect="1" noMove="1" noResize="1" noEditPoints="1" noAdjustHandles="1" noChangeArrowheads="1" noChangeShapeType="1" noTextEdit="1"/>
                </p:cNvSpPr>
                <p:nvPr/>
              </p:nvSpPr>
              <p:spPr>
                <a:xfrm>
                  <a:off x="9263086" y="4144628"/>
                  <a:ext cx="2409314" cy="369332"/>
                </a:xfrm>
                <a:prstGeom prst="rect">
                  <a:avLst/>
                </a:prstGeom>
                <a:blipFill>
                  <a:blip r:embed="rId13"/>
                  <a:stretch>
                    <a:fillRect l="-5759" t="-6667" r="-7853" b="-23333"/>
                  </a:stretch>
                </a:blipFill>
              </p:spPr>
              <p:txBody>
                <a:bodyPr/>
                <a:lstStyle/>
                <a:p>
                  <a:r>
                    <a:rPr lang="en-KR">
                      <a:noFill/>
                    </a:rPr>
                    <a:t> </a:t>
                  </a:r>
                </a:p>
              </p:txBody>
            </p:sp>
          </mc:Fallback>
        </mc:AlternateContent>
      </p:grpSp>
      <p:sp>
        <p:nvSpPr>
          <p:cNvPr id="28" name="Rectangle 27">
            <a:extLst>
              <a:ext uri="{FF2B5EF4-FFF2-40B4-BE49-F238E27FC236}">
                <a16:creationId xmlns:a16="http://schemas.microsoft.com/office/drawing/2014/main" id="{DE079315-DA3B-6F6B-EC77-64BF728B3D57}"/>
              </a:ext>
            </a:extLst>
          </p:cNvPr>
          <p:cNvSpPr/>
          <p:nvPr/>
        </p:nvSpPr>
        <p:spPr>
          <a:xfrm>
            <a:off x="5025172" y="3346440"/>
            <a:ext cx="726968" cy="1707160"/>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29" name="TextBox 28">
            <a:extLst>
              <a:ext uri="{FF2B5EF4-FFF2-40B4-BE49-F238E27FC236}">
                <a16:creationId xmlns:a16="http://schemas.microsoft.com/office/drawing/2014/main" id="{7BAE5EAE-C14C-D4DB-EFF0-184F64AF2208}"/>
              </a:ext>
            </a:extLst>
          </p:cNvPr>
          <p:cNvSpPr txBox="1"/>
          <p:nvPr/>
        </p:nvSpPr>
        <p:spPr>
          <a:xfrm>
            <a:off x="2484014" y="1908487"/>
            <a:ext cx="5809283"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Latent variable is a normally-distributed random vector</a:t>
            </a:r>
          </a:p>
        </p:txBody>
      </p:sp>
      <p:cxnSp>
        <p:nvCxnSpPr>
          <p:cNvPr id="31" name="Straight Arrow Connector 30">
            <a:extLst>
              <a:ext uri="{FF2B5EF4-FFF2-40B4-BE49-F238E27FC236}">
                <a16:creationId xmlns:a16="http://schemas.microsoft.com/office/drawing/2014/main" id="{1D84BDAB-96CF-2EF7-D87C-6C899B76A0A3}"/>
              </a:ext>
            </a:extLst>
          </p:cNvPr>
          <p:cNvCxnSpPr>
            <a:stCxn id="28" idx="0"/>
            <a:endCxn id="29" idx="2"/>
          </p:cNvCxnSpPr>
          <p:nvPr/>
        </p:nvCxnSpPr>
        <p:spPr>
          <a:xfrm flipV="1">
            <a:off x="5388656" y="2277819"/>
            <a:ext cx="0" cy="1068621"/>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0EFB8FE-F937-629E-71A4-EA2424107551}"/>
                  </a:ext>
                </a:extLst>
              </p:cNvPr>
              <p:cNvSpPr txBox="1"/>
              <p:nvPr/>
            </p:nvSpPr>
            <p:spPr>
              <a:xfrm>
                <a:off x="2622089" y="5711869"/>
                <a:ext cx="6096000" cy="8474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i="0" smtClean="0">
                              <a:latin typeface="Cambria Math" panose="02040503050406030204" pitchFamily="18" charset="0"/>
                            </a:rPr>
                            <m:t>log</m:t>
                          </m:r>
                        </m:fName>
                        <m:e>
                          <m:sSub>
                            <m:sSubPr>
                              <m:ctrlPr>
                                <a:rPr lang="en-US" sz="2400" b="0" i="1" smtClean="0">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𝜃</m:t>
                              </m:r>
                            </m:sub>
                          </m:sSub>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r>
                            <m:rPr>
                              <m:nor/>
                            </m:rPr>
                            <a:rPr lang="en-KR" sz="2400" dirty="0"/>
                            <m:t> </m:t>
                          </m:r>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nary>
                            <m:naryPr>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𝑧</m:t>
                              </m:r>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𝑧</m:t>
                                  </m:r>
                                </m:e>
                              </m:d>
                              <m:r>
                                <a:rPr lang="en-US" sz="2400" b="0" i="1" smtClean="0">
                                  <a:latin typeface="Cambria Math" panose="02040503050406030204" pitchFamily="18" charset="0"/>
                                </a:rPr>
                                <m:t>𝑑𝑧</m:t>
                              </m:r>
                            </m:e>
                          </m:nary>
                        </m:e>
                      </m:func>
                    </m:oMath>
                  </m:oMathPara>
                </a14:m>
                <a:endParaRPr lang="en-KR" sz="2400" dirty="0"/>
              </a:p>
            </p:txBody>
          </p:sp>
        </mc:Choice>
        <mc:Fallback xmlns="">
          <p:sp>
            <p:nvSpPr>
              <p:cNvPr id="36" name="TextBox 35">
                <a:extLst>
                  <a:ext uri="{FF2B5EF4-FFF2-40B4-BE49-F238E27FC236}">
                    <a16:creationId xmlns:a16="http://schemas.microsoft.com/office/drawing/2014/main" id="{A0EFB8FE-F937-629E-71A4-EA2424107551}"/>
                  </a:ext>
                </a:extLst>
              </p:cNvPr>
              <p:cNvSpPr txBox="1">
                <a:spLocks noRot="1" noChangeAspect="1" noMove="1" noResize="1" noEditPoints="1" noAdjustHandles="1" noChangeArrowheads="1" noChangeShapeType="1" noTextEdit="1"/>
              </p:cNvSpPr>
              <p:nvPr/>
            </p:nvSpPr>
            <p:spPr>
              <a:xfrm>
                <a:off x="2622089" y="5711869"/>
                <a:ext cx="6096000" cy="847476"/>
              </a:xfrm>
              <a:prstGeom prst="rect">
                <a:avLst/>
              </a:prstGeom>
              <a:blipFill>
                <a:blip r:embed="rId14"/>
                <a:stretch>
                  <a:fillRect t="-182353" b="-255882"/>
                </a:stretch>
              </a:blipFill>
            </p:spPr>
            <p:txBody>
              <a:bodyPr/>
              <a:lstStyle/>
              <a:p>
                <a:r>
                  <a:rPr lang="en-KR">
                    <a:noFill/>
                  </a:rPr>
                  <a:t> </a:t>
                </a:r>
              </a:p>
            </p:txBody>
          </p:sp>
        </mc:Fallback>
      </mc:AlternateContent>
      <p:pic>
        <p:nvPicPr>
          <p:cNvPr id="33" name="Audio 32">
            <a:extLst>
              <a:ext uri="{FF2B5EF4-FFF2-40B4-BE49-F238E27FC236}">
                <a16:creationId xmlns:a16="http://schemas.microsoft.com/office/drawing/2014/main" id="{41CF2937-956C-94F2-97C7-3E750CCBDE0D}"/>
              </a:ext>
            </a:extLst>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27187874"/>
      </p:ext>
    </p:extLst>
  </p:cSld>
  <p:clrMapOvr>
    <a:masterClrMapping/>
  </p:clrMapOvr>
  <mc:AlternateContent xmlns:mc="http://schemas.openxmlformats.org/markup-compatibility/2006">
    <mc:Choice xmlns:p14="http://schemas.microsoft.com/office/powerpoint/2010/main" Requires="p14">
      <p:transition spd="slow" p14:dur="2000" advTm="22218"/>
    </mc:Choice>
    <mc:Fallback>
      <p:transition spd="slow" advTm="222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extLst>
    <p:ext uri="{3A86A75C-4F4B-4683-9AE1-C65F6400EC91}">
      <p14:laserTraceLst xmlns:p14="http://schemas.microsoft.com/office/powerpoint/2010/main">
        <p14:tracePtLst>
          <p14:tracePt t="639" x="3690938" y="6756400"/>
          <p14:tracePt t="640" x="4622800" y="5435600"/>
          <p14:tracePt t="647" x="4640263" y="5402263"/>
          <p14:tracePt t="661" x="4673600" y="5384800"/>
          <p14:tracePt t="662" x="4681538" y="5384800"/>
          <p14:tracePt t="667" x="4699000" y="5376863"/>
          <p14:tracePt t="675" x="4716463" y="5359400"/>
          <p14:tracePt t="684" x="4732338" y="5341938"/>
          <p14:tracePt t="692" x="4741863" y="5341938"/>
          <p14:tracePt t="708" x="4757738" y="5341938"/>
          <p14:tracePt t="716" x="4757738" y="5326063"/>
          <p14:tracePt t="725" x="4775200" y="5326063"/>
          <p14:tracePt t="749" x="4792663" y="5326063"/>
          <p14:tracePt t="774" x="4800600" y="5326063"/>
          <p14:tracePt t="20350" x="4818063" y="5326063"/>
          <p14:tracePt t="20357" x="5003800" y="5113338"/>
          <p14:tracePt t="20366" x="5283200" y="4843463"/>
          <p14:tracePt t="20374" x="5554663" y="4648200"/>
          <p14:tracePt t="20382" x="5799138" y="4487863"/>
          <p14:tracePt t="20390" x="5926138" y="4427538"/>
          <p14:tracePt t="20399" x="6037263" y="4368800"/>
          <p14:tracePt t="20407" x="6129338" y="4310063"/>
          <p14:tracePt t="20415" x="6189663" y="4249738"/>
          <p14:tracePt t="20423" x="6230938" y="4216400"/>
          <p14:tracePt t="20431" x="6265863" y="4191000"/>
          <p14:tracePt t="20439" x="6383338" y="4114800"/>
          <p14:tracePt t="20447" x="6459538" y="4038600"/>
          <p14:tracePt t="20456" x="6502400" y="3987800"/>
          <p14:tracePt t="20464" x="6527800" y="3962400"/>
          <p14:tracePt t="20472" x="6561138" y="3944938"/>
          <p14:tracePt t="20480" x="6578600" y="3929063"/>
          <p14:tracePt t="20489" x="6578600" y="3919538"/>
          <p14:tracePt t="20505" x="6596063" y="3903663"/>
          <p14:tracePt t="20529" x="6596063" y="3886200"/>
          <p14:tracePt t="20546" x="6596063" y="3868738"/>
          <p14:tracePt t="20555" x="6604000" y="3860800"/>
          <p14:tracePt t="20562" x="6621463" y="3843338"/>
          <p14:tracePt t="20578" x="6637338" y="3827463"/>
          <p14:tracePt t="20588" x="6654800" y="3810000"/>
          <p14:tracePt t="20595" x="6680200" y="3792538"/>
          <p14:tracePt t="20604" x="6680200" y="3784600"/>
          <p14:tracePt t="20611" x="6713538" y="3784600"/>
          <p14:tracePt t="20620" x="6723063" y="3784600"/>
          <p14:tracePt t="20628" x="6738938" y="3784600"/>
          <p14:tracePt t="20652" x="6756400" y="3784600"/>
          <p14:tracePt t="21316" x="6662738" y="3827463"/>
          <p14:tracePt t="21324" x="6215063" y="4157663"/>
          <p14:tracePt t="21333" x="5808663" y="4529138"/>
          <p14:tracePt t="21341" x="5341938" y="5029200"/>
          <p14:tracePt t="21349" x="4851400" y="5519738"/>
          <p14:tracePt t="21357" x="4487863" y="5884863"/>
          <p14:tracePt t="21366" x="4157663" y="6240463"/>
          <p14:tracePt t="21374" x="3919538" y="6527800"/>
          <p14:tracePt t="21382" x="3741738" y="6738938"/>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EBF5B-76F7-D266-4DE6-CBBC9F449BA8}"/>
              </a:ext>
            </a:extLst>
          </p:cNvPr>
          <p:cNvSpPr>
            <a:spLocks noGrp="1"/>
          </p:cNvSpPr>
          <p:nvPr>
            <p:ph type="title"/>
          </p:nvPr>
        </p:nvSpPr>
        <p:spPr>
          <a:xfrm>
            <a:off x="609600" y="914401"/>
            <a:ext cx="10972800" cy="480131"/>
          </a:xfrm>
        </p:spPr>
        <p:txBody>
          <a:bodyPr/>
          <a:lstStyle/>
          <a:p>
            <a:r>
              <a:rPr lang="en-KR" sz="2800" dirty="0"/>
              <a:t>Latent variable in DDPM is a Markov chain of random vectors</a:t>
            </a:r>
          </a:p>
        </p:txBody>
      </p:sp>
      <p:sp>
        <p:nvSpPr>
          <p:cNvPr id="4" name="Slide Number Placeholder 3">
            <a:extLst>
              <a:ext uri="{FF2B5EF4-FFF2-40B4-BE49-F238E27FC236}">
                <a16:creationId xmlns:a16="http://schemas.microsoft.com/office/drawing/2014/main" id="{B5EE0CB6-BF3E-F361-5886-AFF4BBC630F5}"/>
              </a:ext>
            </a:extLst>
          </p:cNvPr>
          <p:cNvSpPr>
            <a:spLocks noGrp="1"/>
          </p:cNvSpPr>
          <p:nvPr>
            <p:ph type="sldNum" sz="quarter" idx="13"/>
          </p:nvPr>
        </p:nvSpPr>
        <p:spPr/>
        <p:txBody>
          <a:bodyPr/>
          <a:lstStyle/>
          <a:p>
            <a:fld id="{EB4B8DE2-A4E8-46E4-8BBF-D75455EFF32C}" type="slidenum">
              <a:rPr lang="en-US" smtClean="0"/>
              <a:pPr/>
              <a:t>5</a:t>
            </a:fld>
            <a:endParaRPr lang="en-US" dirty="0"/>
          </a:p>
        </p:txBody>
      </p:sp>
      <p:sp>
        <p:nvSpPr>
          <p:cNvPr id="41" name="Content Placeholder 40">
            <a:extLst>
              <a:ext uri="{FF2B5EF4-FFF2-40B4-BE49-F238E27FC236}">
                <a16:creationId xmlns:a16="http://schemas.microsoft.com/office/drawing/2014/main" id="{16374083-2FA9-CEA5-F29E-2EE1F9052C67}"/>
              </a:ext>
            </a:extLst>
          </p:cNvPr>
          <p:cNvSpPr>
            <a:spLocks noGrp="1"/>
          </p:cNvSpPr>
          <p:nvPr>
            <p:ph sz="quarter" idx="14"/>
          </p:nvPr>
        </p:nvSpPr>
        <p:spPr/>
        <p:txBody>
          <a:bodyPr/>
          <a:lstStyle/>
          <a:p>
            <a:r>
              <a:rPr lang="en-US" dirty="0"/>
              <a:t>Image credit: https://</a:t>
            </a:r>
            <a:r>
              <a:rPr lang="en-US" dirty="0" err="1"/>
              <a:t>huggingface.co</a:t>
            </a:r>
            <a:r>
              <a:rPr lang="en-US" dirty="0"/>
              <a:t>/blog/annotated-diffusion</a:t>
            </a:r>
            <a:endParaRPr lang="en-KR" dirty="0"/>
          </a:p>
        </p:txBody>
      </p:sp>
      <p:grpSp>
        <p:nvGrpSpPr>
          <p:cNvPr id="42" name="Group 41">
            <a:extLst>
              <a:ext uri="{FF2B5EF4-FFF2-40B4-BE49-F238E27FC236}">
                <a16:creationId xmlns:a16="http://schemas.microsoft.com/office/drawing/2014/main" id="{E98543B6-4756-8A2B-38D2-B05C614997B6}"/>
              </a:ext>
            </a:extLst>
          </p:cNvPr>
          <p:cNvGrpSpPr/>
          <p:nvPr/>
        </p:nvGrpSpPr>
        <p:grpSpPr>
          <a:xfrm>
            <a:off x="706363" y="2937598"/>
            <a:ext cx="10813589" cy="1524112"/>
            <a:chOff x="706363" y="2937598"/>
            <a:chExt cx="10813589" cy="1524112"/>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3A166787-7A76-AA4C-C17D-5D5914C374D2}"/>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6" name="Oval 5">
                  <a:extLst>
                    <a:ext uri="{FF2B5EF4-FFF2-40B4-BE49-F238E27FC236}">
                      <a16:creationId xmlns:a16="http://schemas.microsoft.com/office/drawing/2014/main" id="{3A166787-7A76-AA4C-C17D-5D5914C374D2}"/>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5"/>
                  <a:stretch>
                    <a:fillRect l="-10417"/>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5BB11F86-4199-79D9-3BE0-5377BDF34A70}"/>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7" name="Oval 6">
                  <a:extLst>
                    <a:ext uri="{FF2B5EF4-FFF2-40B4-BE49-F238E27FC236}">
                      <a16:creationId xmlns:a16="http://schemas.microsoft.com/office/drawing/2014/main" id="{5BB11F86-4199-79D9-3BE0-5377BDF34A70}"/>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6"/>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F5DE772C-6975-D791-6516-908AF25B1789}"/>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8" name="Oval 7">
                  <a:extLst>
                    <a:ext uri="{FF2B5EF4-FFF2-40B4-BE49-F238E27FC236}">
                      <a16:creationId xmlns:a16="http://schemas.microsoft.com/office/drawing/2014/main" id="{F5DE772C-6975-D791-6516-908AF25B1789}"/>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7"/>
                  <a:stretch>
                    <a:fillRect l="-29787" r="-4255"/>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2665099-D003-9FC0-6E83-C378E6D1D485}"/>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9" name="Oval 8">
                  <a:extLst>
                    <a:ext uri="{FF2B5EF4-FFF2-40B4-BE49-F238E27FC236}">
                      <a16:creationId xmlns:a16="http://schemas.microsoft.com/office/drawing/2014/main" id="{42665099-D003-9FC0-6E83-C378E6D1D485}"/>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8"/>
                  <a:stretch>
                    <a:fillRect l="-8333"/>
                  </a:stretch>
                </a:blipFill>
                <a:ln/>
              </p:spPr>
              <p:txBody>
                <a:bodyPr/>
                <a:lstStyle/>
                <a:p>
                  <a:r>
                    <a:rPr lang="en-KR">
                      <a:noFill/>
                    </a:rPr>
                    <a:t> </a:t>
                  </a:r>
                </a:p>
              </p:txBody>
            </p:sp>
          </mc:Fallback>
        </mc:AlternateContent>
        <p:cxnSp>
          <p:nvCxnSpPr>
            <p:cNvPr id="11" name="Straight Arrow Connector 10">
              <a:extLst>
                <a:ext uri="{FF2B5EF4-FFF2-40B4-BE49-F238E27FC236}">
                  <a16:creationId xmlns:a16="http://schemas.microsoft.com/office/drawing/2014/main" id="{6AFE24EE-6D15-EE9B-49DB-51C4E348E921}"/>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30AAE14-E7D1-5585-4B66-E190007E47D3}"/>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443BAE8-1F03-0937-AF23-8F8C4E771407}"/>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16" name="Straight Arrow Connector 15">
              <a:extLst>
                <a:ext uri="{FF2B5EF4-FFF2-40B4-BE49-F238E27FC236}">
                  <a16:creationId xmlns:a16="http://schemas.microsoft.com/office/drawing/2014/main" id="{38F903F0-B5E8-6F00-D2F4-A82637FACB61}"/>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CAA502-AC0B-7511-8C57-A3C0A6177705}"/>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E6D14DA-240F-4E2D-E26A-4E59F64AA0F7}"/>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19" name="Straight Arrow Connector 18">
              <a:extLst>
                <a:ext uri="{FF2B5EF4-FFF2-40B4-BE49-F238E27FC236}">
                  <a16:creationId xmlns:a16="http://schemas.microsoft.com/office/drawing/2014/main" id="{0BA04C9F-62B6-E26F-DE21-39A8F542B264}"/>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410FF76-A3C1-0865-9BDA-43F716140EF8}"/>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21" name="TextBox 20">
                  <a:extLst>
                    <a:ext uri="{FF2B5EF4-FFF2-40B4-BE49-F238E27FC236}">
                      <a16:creationId xmlns:a16="http://schemas.microsoft.com/office/drawing/2014/main" id="{0410FF76-A3C1-0865-9BDA-43F716140EF8}"/>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9"/>
                  <a:stretch>
                    <a:fillRect l="-4124" r="-7216" b="-1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5BC00C-20DE-BDC4-7FB0-F518855BA95C}"/>
                    </a:ext>
                  </a:extLst>
                </p:cNvPr>
                <p:cNvSpPr txBox="1"/>
                <p:nvPr/>
              </p:nvSpPr>
              <p:spPr>
                <a:xfrm>
                  <a:off x="5177989" y="3566569"/>
                  <a:ext cx="112030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KR" dirty="0" err="1"/>
                </a:p>
              </p:txBody>
            </p:sp>
          </mc:Choice>
          <mc:Fallback xmlns="">
            <p:sp>
              <p:nvSpPr>
                <p:cNvPr id="22" name="TextBox 21">
                  <a:extLst>
                    <a:ext uri="{FF2B5EF4-FFF2-40B4-BE49-F238E27FC236}">
                      <a16:creationId xmlns:a16="http://schemas.microsoft.com/office/drawing/2014/main" id="{F85BC00C-20DE-BDC4-7FB0-F518855BA95C}"/>
                    </a:ext>
                  </a:extLst>
                </p:cNvPr>
                <p:cNvSpPr txBox="1">
                  <a:spLocks noRot="1" noChangeAspect="1" noMove="1" noResize="1" noEditPoints="1" noAdjustHandles="1" noChangeArrowheads="1" noChangeShapeType="1" noTextEdit="1"/>
                </p:cNvSpPr>
                <p:nvPr/>
              </p:nvSpPr>
              <p:spPr>
                <a:xfrm>
                  <a:off x="5177989" y="3566569"/>
                  <a:ext cx="1120307" cy="369332"/>
                </a:xfrm>
                <a:prstGeom prst="rect">
                  <a:avLst/>
                </a:prstGeom>
                <a:blipFill>
                  <a:blip r:embed="rId10"/>
                  <a:stretch>
                    <a:fillRect l="-4494" r="-6742" b="-12903"/>
                  </a:stretch>
                </a:blipFill>
              </p:spPr>
              <p:txBody>
                <a:bodyPr/>
                <a:lstStyle/>
                <a:p>
                  <a:r>
                    <a:rPr lang="en-KR">
                      <a:noFill/>
                    </a:rPr>
                    <a:t> </a:t>
                  </a:r>
                </a:p>
              </p:txBody>
            </p:sp>
          </mc:Fallback>
        </mc:AlternateContent>
        <p:cxnSp>
          <p:nvCxnSpPr>
            <p:cNvPr id="39" name="Straight Arrow Connector 38">
              <a:extLst>
                <a:ext uri="{FF2B5EF4-FFF2-40B4-BE49-F238E27FC236}">
                  <a16:creationId xmlns:a16="http://schemas.microsoft.com/office/drawing/2014/main" id="{B6D30250-8A3C-54C6-22E8-5D4E15C1E02E}"/>
                </a:ext>
              </a:extLst>
            </p:cNvPr>
            <p:cNvCxnSpPr/>
            <p:nvPr/>
          </p:nvCxnSpPr>
          <p:spPr>
            <a:xfrm flipH="1">
              <a:off x="4417345" y="3549635"/>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42ABA10A-7EBA-ADAA-8BCE-BE201B71D9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29D5156-0987-C398-B6CD-AB6A3CA9EEB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297F3CD-E111-3050-771D-00C6FBBF6F8C}"/>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Rectangle 42">
            <a:extLst>
              <a:ext uri="{FF2B5EF4-FFF2-40B4-BE49-F238E27FC236}">
                <a16:creationId xmlns:a16="http://schemas.microsoft.com/office/drawing/2014/main" id="{AC9B33A0-D3F7-26D3-3E9D-37D23D566BB6}"/>
              </a:ext>
            </a:extLst>
          </p:cNvPr>
          <p:cNvSpPr/>
          <p:nvPr/>
        </p:nvSpPr>
        <p:spPr>
          <a:xfrm>
            <a:off x="656095" y="3090514"/>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44" name="TextBox 43">
            <a:extLst>
              <a:ext uri="{FF2B5EF4-FFF2-40B4-BE49-F238E27FC236}">
                <a16:creationId xmlns:a16="http://schemas.microsoft.com/office/drawing/2014/main" id="{14531782-6998-8E37-A429-65BD7F6DEF0E}"/>
              </a:ext>
            </a:extLst>
          </p:cNvPr>
          <p:cNvSpPr txBox="1"/>
          <p:nvPr/>
        </p:nvSpPr>
        <p:spPr>
          <a:xfrm>
            <a:off x="2239885" y="1900265"/>
            <a:ext cx="7574189"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Latent variable is a (normally-distributed) Markov chain of random vectors</a:t>
            </a:r>
          </a:p>
        </p:txBody>
      </p:sp>
      <p:cxnSp>
        <p:nvCxnSpPr>
          <p:cNvPr id="45" name="Straight Arrow Connector 44">
            <a:extLst>
              <a:ext uri="{FF2B5EF4-FFF2-40B4-BE49-F238E27FC236}">
                <a16:creationId xmlns:a16="http://schemas.microsoft.com/office/drawing/2014/main" id="{508749A1-9D91-D080-2D16-C65ECD1A4FEF}"/>
              </a:ext>
            </a:extLst>
          </p:cNvPr>
          <p:cNvCxnSpPr>
            <a:cxnSpLocks/>
            <a:stCxn id="43" idx="0"/>
            <a:endCxn id="44" idx="2"/>
          </p:cNvCxnSpPr>
          <p:nvPr/>
        </p:nvCxnSpPr>
        <p:spPr>
          <a:xfrm flipV="1">
            <a:off x="999067" y="2269597"/>
            <a:ext cx="5027913" cy="820917"/>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B95A3700-08A4-50EC-C2DB-0D0119BC6AEF}"/>
              </a:ext>
            </a:extLst>
          </p:cNvPr>
          <p:cNvSpPr/>
          <p:nvPr/>
        </p:nvSpPr>
        <p:spPr>
          <a:xfrm>
            <a:off x="3561369" y="3107499"/>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55" name="Rectangle 54">
            <a:extLst>
              <a:ext uri="{FF2B5EF4-FFF2-40B4-BE49-F238E27FC236}">
                <a16:creationId xmlns:a16="http://schemas.microsoft.com/office/drawing/2014/main" id="{7BC80348-5BC7-F564-CA91-FF73832EFF28}"/>
              </a:ext>
            </a:extLst>
          </p:cNvPr>
          <p:cNvSpPr/>
          <p:nvPr/>
        </p:nvSpPr>
        <p:spPr>
          <a:xfrm>
            <a:off x="7405237" y="3107498"/>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cxnSp>
        <p:nvCxnSpPr>
          <p:cNvPr id="56" name="Straight Arrow Connector 55">
            <a:extLst>
              <a:ext uri="{FF2B5EF4-FFF2-40B4-BE49-F238E27FC236}">
                <a16:creationId xmlns:a16="http://schemas.microsoft.com/office/drawing/2014/main" id="{02C3ECFB-915B-E7FA-C069-25C6AD1815EC}"/>
              </a:ext>
            </a:extLst>
          </p:cNvPr>
          <p:cNvCxnSpPr>
            <a:cxnSpLocks/>
            <a:stCxn id="53" idx="0"/>
            <a:endCxn id="44" idx="2"/>
          </p:cNvCxnSpPr>
          <p:nvPr/>
        </p:nvCxnSpPr>
        <p:spPr>
          <a:xfrm flipV="1">
            <a:off x="3904341" y="2269597"/>
            <a:ext cx="2122639" cy="837902"/>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19F99A9-511C-8E0F-DE63-20D7CDF0C470}"/>
              </a:ext>
            </a:extLst>
          </p:cNvPr>
          <p:cNvCxnSpPr>
            <a:cxnSpLocks/>
            <a:stCxn id="55" idx="0"/>
            <a:endCxn id="44" idx="2"/>
          </p:cNvCxnSpPr>
          <p:nvPr/>
        </p:nvCxnSpPr>
        <p:spPr>
          <a:xfrm flipH="1" flipV="1">
            <a:off x="6026980" y="2269597"/>
            <a:ext cx="1721229" cy="837901"/>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AF760F28-C526-9ED9-54D8-5D6BF5DC7D79}"/>
                  </a:ext>
                </a:extLst>
              </p:cNvPr>
              <p:cNvSpPr txBox="1"/>
              <p:nvPr/>
            </p:nvSpPr>
            <p:spPr>
              <a:xfrm>
                <a:off x="2773438" y="4702081"/>
                <a:ext cx="6096000" cy="12625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i="0" smtClean="0">
                              <a:latin typeface="Cambria Math" panose="02040503050406030204" pitchFamily="18" charset="0"/>
                            </a:rPr>
                            <m:t>log</m:t>
                          </m:r>
                        </m:fName>
                        <m:e>
                          <m:sSub>
                            <m:sSubPr>
                              <m:ctrlPr>
                                <a:rPr lang="en-US" sz="2400" b="0" i="1" smtClean="0">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𝜃</m:t>
                              </m:r>
                            </m:sub>
                          </m:sSub>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0</m:t>
                              </m:r>
                            </m:sub>
                          </m:sSub>
                          <m:r>
                            <a:rPr lang="en-US" sz="2400" i="1">
                              <a:latin typeface="Cambria Math" panose="02040503050406030204" pitchFamily="18" charset="0"/>
                            </a:rPr>
                            <m:t>)</m:t>
                          </m:r>
                          <m:r>
                            <m:rPr>
                              <m:nor/>
                            </m:rPr>
                            <a:rPr lang="en-KR" sz="2400" dirty="0"/>
                            <m:t> </m:t>
                          </m:r>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nary>
                            <m:naryPr>
                              <m:supHide m:val="on"/>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d>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nary>
                        </m:e>
                      </m:func>
                    </m:oMath>
                  </m:oMathPara>
                </a14:m>
                <a:endParaRPr lang="en-US" sz="2400" b="0" dirty="0"/>
              </a:p>
              <a:p>
                <a:endParaRPr lang="en-KR" sz="2400" dirty="0"/>
              </a:p>
            </p:txBody>
          </p:sp>
        </mc:Choice>
        <mc:Fallback xmlns="">
          <p:sp>
            <p:nvSpPr>
              <p:cNvPr id="1025" name="TextBox 1024">
                <a:extLst>
                  <a:ext uri="{FF2B5EF4-FFF2-40B4-BE49-F238E27FC236}">
                    <a16:creationId xmlns:a16="http://schemas.microsoft.com/office/drawing/2014/main" id="{AF760F28-C526-9ED9-54D8-5D6BF5DC7D79}"/>
                  </a:ext>
                </a:extLst>
              </p:cNvPr>
              <p:cNvSpPr txBox="1">
                <a:spLocks noRot="1" noChangeAspect="1" noMove="1" noResize="1" noEditPoints="1" noAdjustHandles="1" noChangeArrowheads="1" noChangeShapeType="1" noTextEdit="1"/>
              </p:cNvSpPr>
              <p:nvPr/>
            </p:nvSpPr>
            <p:spPr>
              <a:xfrm>
                <a:off x="2773438" y="4702081"/>
                <a:ext cx="6096000" cy="1262590"/>
              </a:xfrm>
              <a:prstGeom prst="rect">
                <a:avLst/>
              </a:prstGeom>
              <a:blipFill>
                <a:blip r:embed="rId14"/>
                <a:stretch>
                  <a:fillRect t="-124000" b="-142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29" name="TextBox 1028">
                <a:extLst>
                  <a:ext uri="{FF2B5EF4-FFF2-40B4-BE49-F238E27FC236}">
                    <a16:creationId xmlns:a16="http://schemas.microsoft.com/office/drawing/2014/main" id="{1480CA3C-6B49-DB6B-F7AA-17DBF20AA4A2}"/>
                  </a:ext>
                </a:extLst>
              </p:cNvPr>
              <p:cNvSpPr txBox="1"/>
              <p:nvPr/>
            </p:nvSpPr>
            <p:spPr>
              <a:xfrm>
                <a:off x="3322562" y="5602876"/>
                <a:ext cx="6096000" cy="8932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a:rPr lang="en-US" sz="2400" b="0" i="1" smtClean="0">
                              <a:latin typeface="Cambria Math" panose="02040503050406030204" pitchFamily="18" charset="0"/>
                            </a:rPr>
                            <m:t>=</m:t>
                          </m:r>
                          <m:r>
                            <m:rPr>
                              <m:sty m:val="p"/>
                            </m:rPr>
                            <a:rPr lang="en-US" sz="2400" b="0" i="0" smtClean="0">
                              <a:latin typeface="Cambria Math" panose="02040503050406030204" pitchFamily="18" charset="0"/>
                            </a:rPr>
                            <m:t>log</m:t>
                          </m:r>
                        </m:fName>
                        <m:e>
                          <m:nary>
                            <m:naryPr>
                              <m:supHide m:val="on"/>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r>
                                        <a:rPr lang="en-US" sz="2400" b="0" i="1" smtClean="0">
                                          <a:latin typeface="Cambria Math" panose="02040503050406030204" pitchFamily="18" charset="0"/>
                                        </a:rPr>
                                        <m:t>𝑇</m:t>
                                      </m:r>
                                    </m:sub>
                                  </m:sSub>
                                </m:e>
                              </m:d>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nary>
                        </m:e>
                      </m:func>
                    </m:oMath>
                  </m:oMathPara>
                </a14:m>
                <a:endParaRPr lang="en-KR" dirty="0"/>
              </a:p>
            </p:txBody>
          </p:sp>
        </mc:Choice>
        <mc:Fallback xmlns="">
          <p:sp>
            <p:nvSpPr>
              <p:cNvPr id="1029" name="TextBox 1028">
                <a:extLst>
                  <a:ext uri="{FF2B5EF4-FFF2-40B4-BE49-F238E27FC236}">
                    <a16:creationId xmlns:a16="http://schemas.microsoft.com/office/drawing/2014/main" id="{1480CA3C-6B49-DB6B-F7AA-17DBF20AA4A2}"/>
                  </a:ext>
                </a:extLst>
              </p:cNvPr>
              <p:cNvSpPr txBox="1">
                <a:spLocks noRot="1" noChangeAspect="1" noMove="1" noResize="1" noEditPoints="1" noAdjustHandles="1" noChangeArrowheads="1" noChangeShapeType="1" noTextEdit="1"/>
              </p:cNvSpPr>
              <p:nvPr/>
            </p:nvSpPr>
            <p:spPr>
              <a:xfrm>
                <a:off x="3322562" y="5602876"/>
                <a:ext cx="6096000" cy="893258"/>
              </a:xfrm>
              <a:prstGeom prst="rect">
                <a:avLst/>
              </a:prstGeom>
              <a:blipFill>
                <a:blip r:embed="rId15"/>
                <a:stretch>
                  <a:fillRect t="-174648" b="-240845"/>
                </a:stretch>
              </a:blipFill>
            </p:spPr>
            <p:txBody>
              <a:bodyPr/>
              <a:lstStyle/>
              <a:p>
                <a:r>
                  <a:rPr lang="en-KR">
                    <a:noFill/>
                  </a:rPr>
                  <a:t> </a:t>
                </a:r>
              </a:p>
            </p:txBody>
          </p:sp>
        </mc:Fallback>
      </mc:AlternateContent>
      <p:pic>
        <p:nvPicPr>
          <p:cNvPr id="10" name="Audio 9">
            <a:extLst>
              <a:ext uri="{FF2B5EF4-FFF2-40B4-BE49-F238E27FC236}">
                <a16:creationId xmlns:a16="http://schemas.microsoft.com/office/drawing/2014/main" id="{DE850AE0-B6A8-BB70-AD41-F5F62D53E82B}"/>
              </a:ext>
            </a:extLst>
          </p:cNvPr>
          <p:cNvPicPr>
            <a:picLocks noChangeAspect="1"/>
          </p:cNvPicPr>
          <p:nvPr>
            <a:audioFile r:link="rId2"/>
            <p:extLst>
              <p:ext uri="{DAA4B4D4-6D71-4841-9C94-3DE7FCFB9230}">
                <p14:media xmlns:p14="http://schemas.microsoft.com/office/powerpoint/2010/main" r:embed="rId1"/>
              </p:ext>
            </p:extLst>
          </p:nvPr>
        </p:nvPicPr>
        <p:blipFill>
          <a:blip r:embed="rId1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09952200"/>
      </p:ext>
    </p:extLst>
  </p:cSld>
  <p:clrMapOvr>
    <a:masterClrMapping/>
  </p:clrMapOvr>
  <mc:AlternateContent xmlns:mc="http://schemas.openxmlformats.org/markup-compatibility/2006">
    <mc:Choice xmlns:p14="http://schemas.microsoft.com/office/powerpoint/2010/main" Requires="p14">
      <p:transition spd="slow" p14:dur="2000" advTm="48362"/>
    </mc:Choice>
    <mc:Fallback>
      <p:transition spd="slow" advTm="483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extLst>
    <p:ext uri="{3A86A75C-4F4B-4683-9AE1-C65F6400EC91}">
      <p14:laserTraceLst xmlns:p14="http://schemas.microsoft.com/office/powerpoint/2010/main">
        <p14:tracePtLst>
          <p14:tracePt t="41" x="6697663" y="5707063"/>
          <p14:tracePt t="46341" x="6789738" y="5638800"/>
          <p14:tracePt t="46350" x="6908800" y="5570538"/>
          <p14:tracePt t="46358" x="7010400" y="5478463"/>
          <p14:tracePt t="46366" x="7086600" y="5418138"/>
          <p14:tracePt t="46374" x="7162800" y="5341938"/>
          <p14:tracePt t="46382" x="7239000" y="5283200"/>
          <p14:tracePt t="46391" x="7281863" y="5249863"/>
          <p14:tracePt t="46399" x="7373938" y="5148263"/>
          <p14:tracePt t="46407" x="7450138" y="5087938"/>
          <p14:tracePt t="46415" x="7518400" y="5011738"/>
          <p14:tracePt t="46423" x="7586663" y="4953000"/>
          <p14:tracePt t="46432" x="7670800" y="4843463"/>
          <p14:tracePt t="46440" x="7729538" y="4757738"/>
          <p14:tracePt t="46448" x="7764463" y="4665663"/>
          <p14:tracePt t="46456" x="7840663" y="4564063"/>
          <p14:tracePt t="46464" x="7899400" y="4394200"/>
          <p14:tracePt t="46473" x="8001000" y="4216400"/>
          <p14:tracePt t="46481" x="8094663" y="3987800"/>
          <p14:tracePt t="46489" x="8305800" y="3479800"/>
          <p14:tracePt t="46497" x="8516938" y="3073400"/>
          <p14:tracePt t="46506" x="8737600" y="2565400"/>
          <p14:tracePt t="46514" x="8991600" y="2057400"/>
          <p14:tracePt t="46522" x="9101138" y="1803400"/>
          <p14:tracePt t="46531" x="9355138" y="1320800"/>
          <p14:tracePt t="46538" x="9550400" y="973138"/>
          <p14:tracePt t="46548" x="9710738" y="677863"/>
          <p14:tracePt t="46555" x="9880600" y="449263"/>
          <p14:tracePt t="46564" x="10033000" y="254000"/>
          <p14:tracePt t="46571" x="10177463" y="58738"/>
          <p14:tracePt t="46900" x="10329863" y="388938"/>
          <p14:tracePt t="46909" x="10177463" y="642938"/>
          <p14:tracePt t="46916" x="10134600" y="812800"/>
          <p14:tracePt t="46924" x="9999663" y="1109663"/>
          <p14:tracePt t="46932" x="9880600" y="1439863"/>
          <p14:tracePt t="46940" x="9761538" y="1752600"/>
          <p14:tracePt t="46948" x="9669463" y="2039938"/>
          <p14:tracePt t="46956" x="9626600" y="2141538"/>
          <p14:tracePt t="46965" x="9550400" y="2311400"/>
          <p14:tracePt t="46972" x="9491663" y="2471738"/>
          <p14:tracePt t="46981" x="9456738" y="2547938"/>
          <p14:tracePt t="46989" x="9415463" y="2598738"/>
          <p14:tracePt t="46997" x="9398000" y="2641600"/>
          <p14:tracePt t="47005" x="9380538" y="2667000"/>
          <p14:tracePt t="47022" x="9380538" y="2684463"/>
          <p14:tracePt t="47031" x="9372600" y="2684463"/>
          <p14:tracePt t="47415" x="9321800" y="2735263"/>
          <p14:tracePt t="47423" x="9245600" y="2801938"/>
          <p14:tracePt t="47431" x="8991600" y="3030538"/>
          <p14:tracePt t="47440" x="8755063" y="3259138"/>
          <p14:tracePt t="47448" x="8407400" y="3538538"/>
          <p14:tracePt t="47456" x="7569200" y="4249738"/>
          <p14:tracePt t="47464" x="6832600" y="4818063"/>
          <p14:tracePt t="47473" x="6002338" y="5461000"/>
          <p14:tracePt t="47481" x="5554663" y="5791200"/>
          <p14:tracePt t="47489" x="4640263" y="6484938"/>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38D6C-6269-D2B1-A2E0-C4C5E0015D59}"/>
              </a:ext>
            </a:extLst>
          </p:cNvPr>
          <p:cNvSpPr>
            <a:spLocks noGrp="1"/>
          </p:cNvSpPr>
          <p:nvPr>
            <p:ph type="title"/>
          </p:nvPr>
        </p:nvSpPr>
        <p:spPr/>
        <p:txBody>
          <a:bodyPr/>
          <a:lstStyle/>
          <a:p>
            <a:r>
              <a:rPr lang="en-US" altLang="ko-KR" dirty="0"/>
              <a:t>Notation in DDPM</a:t>
            </a:r>
            <a:endParaRPr lang="en-KR"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282CFA-2944-3CFA-14BF-A2CF62816D3B}"/>
                  </a:ext>
                </a:extLst>
              </p:cNvPr>
              <p:cNvSpPr>
                <a:spLocks noGrp="1"/>
              </p:cNvSpPr>
              <p:nvPr>
                <p:ph idx="1"/>
              </p:nvPr>
            </p:nvSpPr>
            <p:spPr>
              <a:xfrm>
                <a:off x="609600" y="1714500"/>
                <a:ext cx="10972800" cy="3839064"/>
              </a:xfrm>
            </p:spPr>
            <p:txBody>
              <a:bodyPr/>
              <a:lstStyle/>
              <a:p>
                <a:r>
                  <a:rPr lang="en-KR" sz="2000" dirty="0"/>
                  <a:t>Probability density</a:t>
                </a:r>
                <a:endParaRPr lang="en-KR" sz="2000" b="1"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𝑝</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e>
                      </m:d>
                      <m:r>
                        <a:rPr lang="en-US" b="0" i="1" smtClean="0">
                          <a:latin typeface="Cambria Math" panose="02040503050406030204" pitchFamily="18" charset="0"/>
                          <a:ea typeface="Cambria Math" panose="02040503050406030204" pitchFamily="18" charset="0"/>
                        </a:rPr>
                        <m:t>= </m:t>
                      </m:r>
                      <m:r>
                        <a:rPr lang="en-KR" b="0" i="1" smtClean="0">
                          <a:latin typeface="Cambria Math" panose="02040503050406030204" pitchFamily="18" charset="0"/>
                          <a:ea typeface="Cambria Math" panose="02040503050406030204" pitchFamily="18" charset="0"/>
                        </a:rPr>
                        <m:t>𝒩</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𝝁</m:t>
                          </m:r>
                          <m:r>
                            <a:rPr lang="en-US" b="1"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r>
                            <a:rPr lang="en-US" b="1">
                              <a:latin typeface="Cambria Math" panose="02040503050406030204" pitchFamily="18" charset="0"/>
                              <a:ea typeface="Cambria Math" panose="02040503050406030204" pitchFamily="18" charset="0"/>
                            </a:rPr>
                            <m:t>𝐈</m:t>
                          </m:r>
                        </m:e>
                      </m:d>
                    </m:oMath>
                    <m:oMath xmlns:m="http://schemas.openxmlformats.org/officeDocument/2006/math">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m:t>
                      </m:r>
                      <m:d>
                        <m:dPr>
                          <m:ctrlPr>
                            <a:rPr lang="en-US" b="1" i="1">
                              <a:latin typeface="Cambria Math" panose="02040503050406030204" pitchFamily="18" charset="0"/>
                              <a:ea typeface="Cambria Math" panose="02040503050406030204" pitchFamily="18" charset="0"/>
                            </a:rPr>
                          </m:ctrlPr>
                        </m:dPr>
                        <m:e>
                          <m:r>
                            <a:rPr lang="en-US" b="1" i="1">
                              <a:latin typeface="Cambria Math" panose="02040503050406030204" pitchFamily="18" charset="0"/>
                              <a:ea typeface="Cambria Math" panose="02040503050406030204" pitchFamily="18" charset="0"/>
                            </a:rPr>
                            <m:t>𝒙</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d>
                            </m:e>
                            <m:sup>
                              <m:r>
                                <a:rPr lang="en-US" b="0" i="1" smtClean="0">
                                  <a:latin typeface="Cambria Math" panose="02040503050406030204" pitchFamily="18" charset="0"/>
                                  <a:ea typeface="Cambria Math" panose="02040503050406030204" pitchFamily="18" charset="0"/>
                                </a:rPr>
                                <m:t>𝑑</m:t>
                              </m:r>
                              <m:r>
                                <a:rPr lang="en-US" b="0" i="1" smtClean="0">
                                  <a:latin typeface="Cambria Math" panose="02040503050406030204" pitchFamily="18" charset="0"/>
                                  <a:ea typeface="Cambria Math" panose="02040503050406030204" pitchFamily="18" charset="0"/>
                                </a:rPr>
                                <m:t>/2</m:t>
                              </m:r>
                            </m:sup>
                          </m:sSup>
                        </m:den>
                      </m:f>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r>
                            <a:rPr lang="en-US" i="1">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m:rPr>
                                  <m:lit/>
                                </m:rP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𝒙</m:t>
                              </m:r>
                              <m:r>
                                <a:rPr lang="en-US" b="0"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𝝁</m:t>
                              </m:r>
                              <m:r>
                                <m:rPr>
                                  <m:lit/>
                                </m:rP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lit/>
                                    </m:rP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2</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den>
                          </m:f>
                        </m:e>
                      </m:func>
                      <m:r>
                        <a:rPr lang="en-US" b="0" i="1" smtClean="0">
                          <a:latin typeface="Cambria Math" panose="02040503050406030204" pitchFamily="18" charset="0"/>
                          <a:ea typeface="Cambria Math" panose="02040503050406030204" pitchFamily="18" charset="0"/>
                        </a:rPr>
                        <m:t>)</m:t>
                      </m:r>
                    </m:oMath>
                  </m:oMathPara>
                </a14:m>
                <a:endParaRPr lang="en-KR" dirty="0"/>
              </a:p>
              <a:p>
                <a:endParaRPr lang="en-KR" sz="2000" dirty="0"/>
              </a:p>
              <a:p>
                <a:endParaRPr lang="en-KR" sz="2000" dirty="0"/>
              </a:p>
              <a:p>
                <a:r>
                  <a:rPr lang="en-KR" sz="2000" dirty="0"/>
                  <a:t>Reparametrization trick (isolates the randomness into epsilon)</a:t>
                </a: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r>
                        <a:rPr lang="en-US" b="1" i="1" smtClean="0">
                          <a:latin typeface="Cambria Math" panose="02040503050406030204" pitchFamily="18" charset="0"/>
                        </a:rPr>
                        <m:t>𝝁</m:t>
                      </m:r>
                      <m:r>
                        <a:rPr lang="en-US" b="0" i="1" smtClean="0">
                          <a:latin typeface="Cambria Math" panose="02040503050406030204" pitchFamily="18" charset="0"/>
                        </a:rPr>
                        <m:t>+</m:t>
                      </m:r>
                      <m:r>
                        <a:rPr lang="en-US" b="0" i="1" smtClean="0">
                          <a:latin typeface="Cambria Math" panose="02040503050406030204" pitchFamily="18" charset="0"/>
                        </a:rPr>
                        <m:t>𝜎</m:t>
                      </m:r>
                      <m:r>
                        <a:rPr lang="en-US" b="1" i="1" smtClean="0">
                          <a:latin typeface="Cambria Math" panose="02040503050406030204" pitchFamily="18" charset="0"/>
                        </a:rPr>
                        <m:t>𝝐</m:t>
                      </m:r>
                      <m:r>
                        <a:rPr lang="en-US" b="0" i="1" smtClean="0">
                          <a:latin typeface="Cambria Math" panose="02040503050406030204" pitchFamily="18" charset="0"/>
                        </a:rPr>
                        <m:t>,  </m:t>
                      </m:r>
                      <m:r>
                        <a:rPr lang="en-US" b="1" i="1" smtClean="0">
                          <a:latin typeface="Cambria Math" panose="02040503050406030204" pitchFamily="18" charset="0"/>
                        </a:rPr>
                        <m:t>𝝐</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𝟎</m:t>
                          </m:r>
                          <m:r>
                            <a:rPr lang="en-US" b="0" i="1" smtClean="0">
                              <a:latin typeface="Cambria Math" panose="02040503050406030204" pitchFamily="18" charset="0"/>
                              <a:ea typeface="Cambria Math" panose="02040503050406030204" pitchFamily="18" charset="0"/>
                            </a:rPr>
                            <m:t>,</m:t>
                          </m:r>
                          <m:r>
                            <a:rPr lang="en-US" b="1" i="0" smtClean="0">
                              <a:latin typeface="Cambria Math" panose="02040503050406030204" pitchFamily="18" charset="0"/>
                              <a:ea typeface="Cambria Math" panose="02040503050406030204" pitchFamily="18" charset="0"/>
                            </a:rPr>
                            <m:t>𝐈</m:t>
                          </m:r>
                        </m:e>
                      </m:d>
                    </m:oMath>
                    <m:oMath xmlns:m="http://schemas.openxmlformats.org/officeDocument/2006/math">
                      <m:r>
                        <a:rPr lang="en-US"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𝒙</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𝒩</m:t>
                      </m:r>
                      <m:d>
                        <m:dPr>
                          <m:ctrlPr>
                            <a:rPr lang="en-US" i="1">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𝝁</m:t>
                          </m:r>
                          <m:r>
                            <a:rPr lang="en-US" i="1">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n-US" b="1" i="0" smtClean="0">
                              <a:latin typeface="Cambria Math" panose="02040503050406030204" pitchFamily="18" charset="0"/>
                              <a:ea typeface="Cambria Math" panose="02040503050406030204" pitchFamily="18" charset="0"/>
                            </a:rPr>
                            <m:t>𝐈</m:t>
                          </m:r>
                        </m:e>
                      </m:d>
                    </m:oMath>
                  </m:oMathPara>
                </a14:m>
                <a:endParaRPr lang="en-US" dirty="0">
                  <a:ea typeface="Cambria Math" panose="02040503050406030204" pitchFamily="18" charset="0"/>
                </a:endParaRPr>
              </a:p>
            </p:txBody>
          </p:sp>
        </mc:Choice>
        <mc:Fallback>
          <p:sp>
            <p:nvSpPr>
              <p:cNvPr id="3" name="Content Placeholder 2">
                <a:extLst>
                  <a:ext uri="{FF2B5EF4-FFF2-40B4-BE49-F238E27FC236}">
                    <a16:creationId xmlns:a16="http://schemas.microsoft.com/office/drawing/2014/main" id="{F1282CFA-2944-3CFA-14BF-A2CF62816D3B}"/>
                  </a:ext>
                </a:extLst>
              </p:cNvPr>
              <p:cNvSpPr>
                <a:spLocks noGrp="1" noRot="1" noChangeAspect="1" noMove="1" noResize="1" noEditPoints="1" noAdjustHandles="1" noChangeArrowheads="1" noChangeShapeType="1" noTextEdit="1"/>
              </p:cNvSpPr>
              <p:nvPr>
                <p:ph idx="1"/>
              </p:nvPr>
            </p:nvSpPr>
            <p:spPr>
              <a:xfrm>
                <a:off x="609600" y="1714500"/>
                <a:ext cx="10972800" cy="3839064"/>
              </a:xfrm>
              <a:blipFill>
                <a:blip r:embed="rId5"/>
                <a:stretch>
                  <a:fillRect l="-1272" t="-1316"/>
                </a:stretch>
              </a:blipFill>
            </p:spPr>
            <p:txBody>
              <a:bodyPr/>
              <a:lstStyle/>
              <a:p>
                <a:r>
                  <a:rPr lang="en-KR">
                    <a:noFill/>
                  </a:rPr>
                  <a:t> </a:t>
                </a:r>
              </a:p>
            </p:txBody>
          </p:sp>
        </mc:Fallback>
      </mc:AlternateContent>
      <p:sp>
        <p:nvSpPr>
          <p:cNvPr id="4" name="Slide Number Placeholder 3">
            <a:extLst>
              <a:ext uri="{FF2B5EF4-FFF2-40B4-BE49-F238E27FC236}">
                <a16:creationId xmlns:a16="http://schemas.microsoft.com/office/drawing/2014/main" id="{013B638C-23E0-F6EE-D701-8CC8B521C77B}"/>
              </a:ext>
            </a:extLst>
          </p:cNvPr>
          <p:cNvSpPr>
            <a:spLocks noGrp="1"/>
          </p:cNvSpPr>
          <p:nvPr>
            <p:ph type="sldNum" sz="quarter" idx="12"/>
          </p:nvPr>
        </p:nvSpPr>
        <p:spPr/>
        <p:txBody>
          <a:bodyPr/>
          <a:lstStyle/>
          <a:p>
            <a:fld id="{EB4B8DE2-A4E8-46E4-8BBF-D75455EFF32C}" type="slidenum">
              <a:rPr lang="en-US" smtClean="0"/>
              <a:pPr/>
              <a:t>6</a:t>
            </a:fld>
            <a:endParaRPr lang="en-US"/>
          </a:p>
        </p:txBody>
      </p:sp>
      <p:pic>
        <p:nvPicPr>
          <p:cNvPr id="7" name="Audio 6">
            <a:extLst>
              <a:ext uri="{FF2B5EF4-FFF2-40B4-BE49-F238E27FC236}">
                <a16:creationId xmlns:a16="http://schemas.microsoft.com/office/drawing/2014/main" id="{2088D591-22AE-1094-63C8-2A256B318C4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12045735"/>
      </p:ext>
    </p:extLst>
  </p:cSld>
  <p:clrMapOvr>
    <a:masterClrMapping/>
  </p:clrMapOvr>
  <mc:AlternateContent xmlns:mc="http://schemas.openxmlformats.org/markup-compatibility/2006">
    <mc:Choice xmlns:p14="http://schemas.microsoft.com/office/powerpoint/2010/main" Requires="p14">
      <p:transition spd="slow" p14:dur="2000" advTm="85312"/>
    </mc:Choice>
    <mc:Fallback>
      <p:transition spd="slow" advTm="853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extLst>
    <p:ext uri="{3A86A75C-4F4B-4683-9AE1-C65F6400EC91}">
      <p14:laserTraceLst xmlns:p14="http://schemas.microsoft.com/office/powerpoint/2010/main">
        <p14:tracePtLst>
          <p14:tracePt t="955" x="3632200" y="6738938"/>
          <p14:tracePt t="961" x="3675063" y="6680200"/>
          <p14:tracePt t="970" x="3708400" y="6629400"/>
          <p14:tracePt t="977" x="3725863" y="6604000"/>
          <p14:tracePt t="986" x="3751263" y="6570663"/>
          <p14:tracePt t="994" x="3751263" y="6561138"/>
          <p14:tracePt t="1002" x="3767138" y="6561138"/>
          <p14:tracePt t="1043" x="3784600" y="6561138"/>
          <p14:tracePt t="1167" x="3784600" y="6545263"/>
          <p14:tracePt t="1200" x="3767138" y="6545263"/>
          <p14:tracePt t="1223" x="3751263" y="6545263"/>
          <p14:tracePt t="1231" x="3741738" y="6545263"/>
          <p14:tracePt t="1248" x="3725863" y="6527800"/>
          <p14:tracePt t="1256" x="3708400" y="6527800"/>
          <p14:tracePt t="1264" x="3690938" y="6527800"/>
          <p14:tracePt t="1280" x="3675063" y="6527800"/>
          <p14:tracePt t="1289" x="3665538" y="6527800"/>
          <p14:tracePt t="1297" x="3649663" y="6527800"/>
          <p14:tracePt t="1313" x="3632200" y="6527800"/>
          <p14:tracePt t="9973" x="3649663" y="6484938"/>
          <p14:tracePt t="9981" x="3767138" y="6299200"/>
          <p14:tracePt t="9989" x="3886200" y="6096000"/>
          <p14:tracePt t="9997" x="4056063" y="5867400"/>
          <p14:tracePt t="10005" x="4208463" y="5672138"/>
          <p14:tracePt t="10014" x="4368800" y="5435600"/>
          <p14:tracePt t="10022" x="4462463" y="5265738"/>
          <p14:tracePt t="10030" x="4546600" y="5113338"/>
          <p14:tracePt t="10038" x="4622800" y="5029200"/>
          <p14:tracePt t="10047" x="4673600" y="4953000"/>
          <p14:tracePt t="10055" x="4699000" y="4894263"/>
          <p14:tracePt t="10063" x="4800600" y="4716463"/>
          <p14:tracePt t="10071" x="4851400" y="4622800"/>
          <p14:tracePt t="10079" x="4876800" y="4529138"/>
          <p14:tracePt t="10087" x="4910138" y="4487863"/>
          <p14:tracePt t="10096" x="4927600" y="4427538"/>
          <p14:tracePt t="10104" x="4927600" y="4394200"/>
          <p14:tracePt t="10112" x="4935538" y="4368800"/>
          <p14:tracePt t="10120" x="4935538" y="4335463"/>
          <p14:tracePt t="10128" x="4935538" y="4310063"/>
          <p14:tracePt t="10145" x="4935538" y="4275138"/>
          <p14:tracePt t="10153" x="4935538" y="4233863"/>
          <p14:tracePt t="10161" x="4935538" y="4191000"/>
          <p14:tracePt t="10169" x="4935538" y="4122738"/>
          <p14:tracePt t="10177" x="4935538" y="4081463"/>
          <p14:tracePt t="10186" x="4935538" y="4005263"/>
          <p14:tracePt t="10194" x="4935538" y="3944938"/>
          <p14:tracePt t="10202" x="4935538" y="3903663"/>
          <p14:tracePt t="10210" x="4935538" y="3860800"/>
          <p14:tracePt t="10218" x="4935538" y="3810000"/>
          <p14:tracePt t="10227" x="4935538" y="3784600"/>
          <p14:tracePt t="10235" x="4935538" y="3767138"/>
          <p14:tracePt t="10243" x="4927600" y="3733800"/>
          <p14:tracePt t="10251" x="4927600" y="3725863"/>
          <p14:tracePt t="10260" x="4910138" y="3708400"/>
          <p14:tracePt t="10268" x="4910138" y="3690938"/>
          <p14:tracePt t="10276" x="4894263" y="3657600"/>
          <p14:tracePt t="10284" x="4876800" y="3632200"/>
          <p14:tracePt t="10292" x="4851400" y="3598863"/>
          <p14:tracePt t="10301" x="4792663" y="3513138"/>
          <p14:tracePt t="10309" x="4775200" y="3479800"/>
          <p14:tracePt t="10317" x="4699000" y="3378200"/>
          <p14:tracePt t="10325" x="4656138" y="3302000"/>
          <p14:tracePt t="10334" x="4579938" y="3225800"/>
          <p14:tracePt t="10342" x="4564063" y="3182938"/>
          <p14:tracePt t="10351" x="4445000" y="3030538"/>
          <p14:tracePt t="10358" x="4402138" y="2971800"/>
          <p14:tracePt t="10368" x="4351338" y="2913063"/>
          <p14:tracePt t="10374" x="4292600" y="2819400"/>
          <p14:tracePt t="10384" x="4233863" y="2735263"/>
          <p14:tracePt t="10390" x="4191000" y="2667000"/>
          <p14:tracePt t="10401" x="4140200" y="2608263"/>
          <p14:tracePt t="10407" x="4097338" y="2565400"/>
          <p14:tracePt t="10417" x="4071938" y="2522538"/>
          <p14:tracePt t="10423" x="4038600" y="2489200"/>
          <p14:tracePt t="10432" x="4021138" y="2471738"/>
          <p14:tracePt t="10440" x="3995738" y="2463800"/>
          <p14:tracePt t="10448" x="3979863" y="2463800"/>
          <p14:tracePt t="10456" x="3962400" y="2463800"/>
          <p14:tracePt t="10464" x="3944938" y="2463800"/>
          <p14:tracePt t="10473" x="3937000" y="2446338"/>
          <p14:tracePt t="10489" x="3919538" y="2446338"/>
          <p14:tracePt t="10497" x="3903663" y="2446338"/>
          <p14:tracePt t="10555" x="3903663" y="2463800"/>
          <p14:tracePt t="10579" x="3903663" y="2471738"/>
          <p14:tracePt t="10587" x="3886200" y="2471738"/>
          <p14:tracePt t="10596" x="3886200" y="2489200"/>
          <p14:tracePt t="10620" x="3886200" y="2506663"/>
          <p14:tracePt t="10645" x="3878263" y="2506663"/>
          <p14:tracePt t="10661" x="3878263" y="2522538"/>
          <p14:tracePt t="10686" x="3860800" y="2522538"/>
          <p14:tracePt t="10694" x="3860800" y="2540000"/>
          <p14:tracePt t="10718" x="3843338" y="2547938"/>
          <p14:tracePt t="10751" x="3843338" y="2565400"/>
          <p14:tracePt t="10776" x="3827463" y="2565400"/>
          <p14:tracePt t="10792" x="3827463" y="2582863"/>
          <p14:tracePt t="10833" x="3810000" y="2598738"/>
          <p14:tracePt t="10857" x="3802063" y="2598738"/>
          <p14:tracePt t="10868" x="3802063" y="2608263"/>
          <p14:tracePt t="10884" x="3784600" y="2608263"/>
          <p14:tracePt t="10900" x="3767138" y="2608263"/>
          <p14:tracePt t="10907" x="3751263" y="2608263"/>
          <p14:tracePt t="10923" x="3725863" y="2608263"/>
          <p14:tracePt t="10932" x="3690938" y="2608263"/>
          <p14:tracePt t="10940" x="3665538" y="2608263"/>
          <p14:tracePt t="10948" x="3632200" y="2608263"/>
          <p14:tracePt t="10956" x="3606800" y="2608263"/>
          <p14:tracePt t="10965" x="3556000" y="2608263"/>
          <p14:tracePt t="10973" x="3530600" y="2608263"/>
          <p14:tracePt t="10981" x="3497263" y="2598738"/>
          <p14:tracePt t="10989" x="3454400" y="2582863"/>
          <p14:tracePt t="10997" x="3436938" y="2582863"/>
          <p14:tracePt t="11006" x="3411538" y="2565400"/>
          <p14:tracePt t="11014" x="3395663" y="2547938"/>
          <p14:tracePt t="11022" x="3378200" y="2540000"/>
          <p14:tracePt t="11030" x="3360738" y="2522538"/>
          <p14:tracePt t="11038" x="3344863" y="2506663"/>
          <p14:tracePt t="11046" x="3344863" y="2489200"/>
          <p14:tracePt t="11055" x="3335338" y="2471738"/>
          <p14:tracePt t="11063" x="3335338" y="2463800"/>
          <p14:tracePt t="11071" x="3335338" y="2446338"/>
          <p14:tracePt t="11087" x="3335338" y="2430463"/>
          <p14:tracePt t="11096" x="3335338" y="2413000"/>
          <p14:tracePt t="11112" x="3335338" y="2405063"/>
          <p14:tracePt t="11128" x="3335338" y="2387600"/>
          <p14:tracePt t="11136" x="3335338" y="2370138"/>
          <p14:tracePt t="11145" x="3344863" y="2370138"/>
          <p14:tracePt t="11153" x="3360738" y="2354263"/>
          <p14:tracePt t="11161" x="3378200" y="2354263"/>
          <p14:tracePt t="11178" x="3411538" y="2336800"/>
          <p14:tracePt t="11186" x="3421063" y="2336800"/>
          <p14:tracePt t="11193" x="3436938" y="2336800"/>
          <p14:tracePt t="11202" x="3479800" y="2328863"/>
          <p14:tracePt t="11210" x="3530600" y="2311400"/>
          <p14:tracePt t="11218" x="3556000" y="2293938"/>
          <p14:tracePt t="11227" x="3606800" y="2278063"/>
          <p14:tracePt t="11235" x="3649663" y="2268538"/>
          <p14:tracePt t="11243" x="3708400" y="2235200"/>
          <p14:tracePt t="11251" x="3767138" y="2217738"/>
          <p14:tracePt t="11259" x="3827463" y="2192338"/>
          <p14:tracePt t="11267" x="3886200" y="2176463"/>
          <p14:tracePt t="11276" x="3962400" y="2141538"/>
          <p14:tracePt t="11284" x="4038600" y="2116138"/>
          <p14:tracePt t="11292" x="4114800" y="2116138"/>
          <p14:tracePt t="11301" x="4191000" y="2082800"/>
          <p14:tracePt t="11308" x="4275138" y="2074863"/>
          <p14:tracePt t="11317" x="4325938" y="2057400"/>
          <p14:tracePt t="11325" x="4411663" y="2039938"/>
          <p14:tracePt t="11334" x="4487863" y="2024063"/>
          <p14:tracePt t="11341" x="4546600" y="2024063"/>
          <p14:tracePt t="11351" x="4622800" y="2024063"/>
          <p14:tracePt t="11358" x="4673600" y="2014538"/>
          <p14:tracePt t="11368" x="4757738" y="1998663"/>
          <p14:tracePt t="11374" x="4833938" y="1998663"/>
          <p14:tracePt t="11384" x="4935538" y="1981200"/>
          <p14:tracePt t="11390" x="4970463" y="1981200"/>
          <p14:tracePt t="11400" x="5046663" y="1981200"/>
          <p14:tracePt t="11407" x="5138738" y="1981200"/>
          <p14:tracePt t="11417" x="5207000" y="1981200"/>
          <p14:tracePt t="11424" x="5283200" y="1981200"/>
          <p14:tracePt t="11431" x="5341938" y="1981200"/>
          <p14:tracePt t="11440" x="5418138" y="1981200"/>
          <p14:tracePt t="11448" x="5478463" y="1981200"/>
          <p14:tracePt t="11456" x="5537200" y="1981200"/>
          <p14:tracePt t="11464" x="5588000" y="1981200"/>
          <p14:tracePt t="11472" x="5630863" y="1981200"/>
          <p14:tracePt t="11481" x="5689600" y="1981200"/>
          <p14:tracePt t="11489" x="5722938" y="1998663"/>
          <p14:tracePt t="11497" x="5783263" y="2014538"/>
          <p14:tracePt t="11505" x="5824538" y="2014538"/>
          <p14:tracePt t="11513" x="5859463" y="2024063"/>
          <p14:tracePt t="11521" x="5900738" y="2057400"/>
          <p14:tracePt t="11530" x="5926138" y="2074863"/>
          <p14:tracePt t="11538" x="5976938" y="2082800"/>
          <p14:tracePt t="11546" x="6002338" y="2100263"/>
          <p14:tracePt t="11554" x="6053138" y="2116138"/>
          <p14:tracePt t="11563" x="6096000" y="2141538"/>
          <p14:tracePt t="11571" x="6129338" y="2141538"/>
          <p14:tracePt t="11579" x="6154738" y="2159000"/>
          <p14:tracePt t="11587" x="6172200" y="2176463"/>
          <p14:tracePt t="11595" x="6197600" y="2192338"/>
          <p14:tracePt t="11603" x="6230938" y="2192338"/>
          <p14:tracePt t="11612" x="6230938" y="2209800"/>
          <p14:tracePt t="11620" x="6265863" y="2209800"/>
          <p14:tracePt t="11628" x="6273800" y="2217738"/>
          <p14:tracePt t="11636" x="6291263" y="2217738"/>
          <p14:tracePt t="11644" x="6291263" y="2235200"/>
          <p14:tracePt t="11652" x="6307138" y="2235200"/>
          <p14:tracePt t="11661" x="6324600" y="2235200"/>
          <p14:tracePt t="11677" x="6332538" y="2235200"/>
          <p14:tracePt t="11685" x="6332538" y="2252663"/>
          <p14:tracePt t="11702" x="6350000" y="2252663"/>
          <p14:tracePt t="11726" x="6350000" y="2268538"/>
          <p14:tracePt t="11751" x="6350000" y="2278063"/>
          <p14:tracePt t="11784" x="6350000" y="2293938"/>
          <p14:tracePt t="11792" x="6332538" y="2293938"/>
          <p14:tracePt t="11801" x="6324600" y="2311400"/>
          <p14:tracePt t="11808" x="6307138" y="2311400"/>
          <p14:tracePt t="11818" x="6273800" y="2328863"/>
          <p14:tracePt t="11825" x="6265863" y="2336800"/>
          <p14:tracePt t="11834" x="6215063" y="2336800"/>
          <p14:tracePt t="11841" x="6172200" y="2354263"/>
          <p14:tracePt t="11851" x="6129338" y="2370138"/>
          <p14:tracePt t="11857" x="6062663" y="2370138"/>
          <p14:tracePt t="11867" x="5994400" y="2387600"/>
          <p14:tracePt t="11874" x="5926138" y="2405063"/>
          <p14:tracePt t="11883" x="5859463" y="2413000"/>
          <p14:tracePt t="11890" x="5689600" y="2430463"/>
          <p14:tracePt t="11900" x="5588000" y="2446338"/>
          <p14:tracePt t="11907" x="5478463" y="2463800"/>
          <p14:tracePt t="11915" x="5341938" y="2489200"/>
          <p14:tracePt t="11923" x="5224463" y="2506663"/>
          <p14:tracePt t="11931" x="5062538" y="2540000"/>
          <p14:tracePt t="11939" x="4894263" y="2547938"/>
          <p14:tracePt t="11948" x="4732338" y="2565400"/>
          <p14:tracePt t="11956" x="4564063" y="2582863"/>
          <p14:tracePt t="11964" x="4427538" y="2598738"/>
          <p14:tracePt t="11972" x="4351338" y="2608263"/>
          <p14:tracePt t="11980" x="4157663" y="2641600"/>
          <p14:tracePt t="11989" x="4097338" y="2641600"/>
          <p14:tracePt t="11997" x="3995738" y="2641600"/>
          <p14:tracePt t="12005" x="3886200" y="2641600"/>
          <p14:tracePt t="12013" x="3843338" y="2641600"/>
          <p14:tracePt t="12021" x="3784600" y="2641600"/>
          <p14:tracePt t="12029" x="3741738" y="2641600"/>
          <p14:tracePt t="12038" x="3708400" y="2641600"/>
          <p14:tracePt t="12046" x="3675063" y="2641600"/>
          <p14:tracePt t="12054" x="3665538" y="2641600"/>
          <p14:tracePt t="12062" x="3649663" y="2641600"/>
          <p14:tracePt t="12079" x="3649663" y="2624138"/>
          <p14:tracePt t="12111" x="3649663" y="2608263"/>
          <p14:tracePt t="12169" x="3665538" y="2598738"/>
          <p14:tracePt t="12177" x="3675063" y="2598738"/>
          <p14:tracePt t="12186" x="3690938" y="2598738"/>
          <p14:tracePt t="12193" x="3725863" y="2598738"/>
          <p14:tracePt t="12202" x="3751263" y="2582863"/>
          <p14:tracePt t="12218" x="3802063" y="2582863"/>
          <p14:tracePt t="12219" x="3843338" y="2565400"/>
          <p14:tracePt t="12226" x="3886200" y="2565400"/>
          <p14:tracePt t="12235" x="3937000" y="2565400"/>
          <p14:tracePt t="12243" x="3995738" y="2565400"/>
          <p14:tracePt t="12251" x="4021138" y="2565400"/>
          <p14:tracePt t="12259" x="4071938" y="2547938"/>
          <p14:tracePt t="12268" x="4097338" y="2547938"/>
          <p14:tracePt t="12276" x="4114800" y="2547938"/>
          <p14:tracePt t="12284" x="4132263" y="2547938"/>
          <p14:tracePt t="12292" x="4140200" y="2547938"/>
          <p14:tracePt t="12301" x="4157663" y="2547938"/>
          <p14:tracePt t="12318" x="4173538" y="2547938"/>
          <p14:tracePt t="12334" x="4191000" y="2547938"/>
          <p14:tracePt t="12351" x="4208463" y="2547938"/>
          <p14:tracePt t="12357" x="4216400" y="2547938"/>
          <p14:tracePt t="12367" x="4233863" y="2547938"/>
          <p14:tracePt t="12373" x="4249738" y="2547938"/>
          <p14:tracePt t="12384" x="4275138" y="2547938"/>
          <p14:tracePt t="12390" x="4292600" y="2547938"/>
          <p14:tracePt t="12398" x="4325938" y="2547938"/>
          <p14:tracePt t="12407" x="4351338" y="2547938"/>
          <p14:tracePt t="12415" x="4386263" y="2547938"/>
          <p14:tracePt t="12423" x="4402138" y="2547938"/>
          <p14:tracePt t="12431" x="4427538" y="2547938"/>
          <p14:tracePt t="12439" x="4445000" y="2547938"/>
          <p14:tracePt t="12448" x="4470400" y="2547938"/>
          <p14:tracePt t="12455" x="4487863" y="2547938"/>
          <p14:tracePt t="12464" x="4503738" y="2547938"/>
          <p14:tracePt t="12480" x="4521200" y="2547938"/>
          <p14:tracePt t="12489" x="4538663" y="2547938"/>
          <p14:tracePt t="12513" x="4546600" y="2547938"/>
          <p14:tracePt t="12595" x="4564063" y="2547938"/>
          <p14:tracePt t="12627" x="4579938" y="2547938"/>
          <p14:tracePt t="12636" x="4597400" y="2540000"/>
          <p14:tracePt t="12652" x="4605338" y="2540000"/>
          <p14:tracePt t="12660" x="4622800" y="2522538"/>
          <p14:tracePt t="12669" x="4640263" y="2506663"/>
          <p14:tracePt t="12693" x="4640263" y="2489200"/>
          <p14:tracePt t="12701" x="4656138" y="2489200"/>
          <p14:tracePt t="12718" x="4656138" y="2471738"/>
          <p14:tracePt t="12751" x="4656138" y="2463800"/>
          <p14:tracePt t="12759" x="4656138" y="2446338"/>
          <p14:tracePt t="12775" x="4656138" y="2430463"/>
          <p14:tracePt t="12784" x="4656138" y="2413000"/>
          <p14:tracePt t="12801" x="4656138" y="2405063"/>
          <p14:tracePt t="12808" x="4656138" y="2387600"/>
          <p14:tracePt t="12818" x="4673600" y="2387600"/>
          <p14:tracePt t="12824" x="4673600" y="2370138"/>
          <p14:tracePt t="12834" x="4673600" y="2354263"/>
          <p14:tracePt t="12851" x="4673600" y="2336800"/>
          <p14:tracePt t="12857" x="4673600" y="2311400"/>
          <p14:tracePt t="12867" x="4673600" y="2293938"/>
          <p14:tracePt t="12873" x="4681538" y="2278063"/>
          <p14:tracePt t="12890" x="4681538" y="2268538"/>
          <p14:tracePt t="12900" x="4699000" y="2252663"/>
          <p14:tracePt t="12915" x="4699000" y="2235200"/>
          <p14:tracePt t="12939" x="4716463" y="2235200"/>
          <p14:tracePt t="12947" x="4716463" y="2217738"/>
          <p14:tracePt t="12972" x="4732338" y="2217738"/>
          <p14:tracePt t="13005" x="4741863" y="2217738"/>
          <p14:tracePt t="13013" x="4741863" y="2235200"/>
          <p14:tracePt t="13021" x="4741863" y="2252663"/>
          <p14:tracePt t="13029" x="4741863" y="2278063"/>
          <p14:tracePt t="13037" x="4757738" y="2278063"/>
          <p14:tracePt t="13046" x="4757738" y="2311400"/>
          <p14:tracePt t="13054" x="4775200" y="2336800"/>
          <p14:tracePt t="13062" x="4800600" y="2354263"/>
          <p14:tracePt t="13070" x="4800600" y="2370138"/>
          <p14:tracePt t="13079" x="4833938" y="2387600"/>
          <p14:tracePt t="13087" x="4868863" y="2405063"/>
          <p14:tracePt t="13095" x="4876800" y="2413000"/>
          <p14:tracePt t="13103" x="4910138" y="2413000"/>
          <p14:tracePt t="13111" x="4927600" y="2430463"/>
          <p14:tracePt t="13119" x="4953000" y="2430463"/>
          <p14:tracePt t="13128" x="5003800" y="2430463"/>
          <p14:tracePt t="13136" x="5029200" y="2430463"/>
          <p14:tracePt t="13144" x="5072063" y="2430463"/>
          <p14:tracePt t="13152" x="5105400" y="2430463"/>
          <p14:tracePt t="13161" x="5148263" y="2430463"/>
          <p14:tracePt t="13169" x="5199063" y="2405063"/>
          <p14:tracePt t="13177" x="5257800" y="2370138"/>
          <p14:tracePt t="13185" x="5300663" y="2328863"/>
          <p14:tracePt t="13193" x="5341938" y="2293938"/>
          <p14:tracePt t="13201" x="5376863" y="2268538"/>
          <p14:tracePt t="13210" x="5418138" y="2235200"/>
          <p14:tracePt t="13218" x="5418138" y="2217738"/>
          <p14:tracePt t="13226" x="5453063" y="2209800"/>
          <p14:tracePt t="13242" x="5468938" y="2209800"/>
          <p14:tracePt t="13251" x="5468938" y="2192338"/>
          <p14:tracePt t="13316" x="5468938" y="2209800"/>
          <p14:tracePt t="13341" x="5468938" y="2217738"/>
          <p14:tracePt t="13365" x="5453063" y="2217738"/>
          <p14:tracePt t="13374" x="5435600" y="2235200"/>
          <p14:tracePt t="13390" x="5418138" y="2252663"/>
          <p14:tracePt t="13406" x="5402263" y="2252663"/>
          <p14:tracePt t="13415" x="5392738" y="2268538"/>
          <p14:tracePt t="13422" x="5376863" y="2268538"/>
          <p14:tracePt t="13431" x="5341938" y="2278063"/>
          <p14:tracePt t="13439" x="5334000" y="2278063"/>
          <p14:tracePt t="13447" x="5316538" y="2293938"/>
          <p14:tracePt t="13455" x="5283200" y="2293938"/>
          <p14:tracePt t="13464" x="5265738" y="2293938"/>
          <p14:tracePt t="13472" x="5257800" y="2311400"/>
          <p14:tracePt t="13480" x="5240338" y="2311400"/>
          <p14:tracePt t="13496" x="5224463" y="2311400"/>
          <p14:tracePt t="13504" x="5207000" y="2311400"/>
          <p14:tracePt t="13521" x="5207000" y="2328863"/>
          <p14:tracePt t="13578" x="5224463" y="2328863"/>
          <p14:tracePt t="13587" x="5240338" y="2328863"/>
          <p14:tracePt t="13595" x="5283200" y="2328863"/>
          <p14:tracePt t="13603" x="5341938" y="2328863"/>
          <p14:tracePt t="13611" x="5418138" y="2328863"/>
          <p14:tracePt t="13619" x="5494338" y="2328863"/>
          <p14:tracePt t="13628" x="5630863" y="2328863"/>
          <p14:tracePt t="13636" x="5722938" y="2328863"/>
          <p14:tracePt t="13644" x="5808663" y="2328863"/>
          <p14:tracePt t="13652" x="5918200" y="2328863"/>
          <p14:tracePt t="13660" x="6002338" y="2328863"/>
          <p14:tracePt t="13668" x="6096000" y="2328863"/>
          <p14:tracePt t="13677" x="6138863" y="2328863"/>
          <p14:tracePt t="13685" x="6189663" y="2328863"/>
          <p14:tracePt t="13693" x="6215063" y="2328863"/>
          <p14:tracePt t="13701" x="6248400" y="2328863"/>
          <p14:tracePt t="13710" x="6265863" y="2328863"/>
          <p14:tracePt t="13718" x="6273800" y="2328863"/>
          <p14:tracePt t="13726" x="6291263" y="2328863"/>
          <p14:tracePt t="13742" x="6307138" y="2328863"/>
          <p14:tracePt t="13751" x="6324600" y="2328863"/>
          <p14:tracePt t="13768" x="6332538" y="2328863"/>
          <p14:tracePt t="13784" x="6350000" y="2328863"/>
          <p14:tracePt t="13801" x="6367463" y="2328863"/>
          <p14:tracePt t="13808" x="6383338" y="2328863"/>
          <p14:tracePt t="13824" x="6392863" y="2328863"/>
          <p14:tracePt t="13840" x="6408738" y="2328863"/>
          <p14:tracePt t="13865" x="6426200" y="2311400"/>
          <p14:tracePt t="13922" x="6426200" y="2293938"/>
          <p14:tracePt t="15954" x="6383338" y="2293938"/>
          <p14:tracePt t="15963" x="6307138" y="2293938"/>
          <p14:tracePt t="15971" x="6248400" y="2293938"/>
          <p14:tracePt t="15979" x="6172200" y="2311400"/>
          <p14:tracePt t="15987" x="6062663" y="2328863"/>
          <p14:tracePt t="15996" x="5961063" y="2328863"/>
          <p14:tracePt t="16004" x="5900738" y="2328863"/>
          <p14:tracePt t="16012" x="5748338" y="2354263"/>
          <p14:tracePt t="16020" x="5689600" y="2354263"/>
          <p14:tracePt t="16028" x="5613400" y="2354263"/>
          <p14:tracePt t="16036" x="5511800" y="2354263"/>
          <p14:tracePt t="16045" x="5435600" y="2354263"/>
          <p14:tracePt t="16053" x="5334000" y="2354263"/>
          <p14:tracePt t="16061" x="5257800" y="2354263"/>
          <p14:tracePt t="16069" x="5164138" y="2354263"/>
          <p14:tracePt t="16077" x="5003800" y="2354263"/>
          <p14:tracePt t="16086" x="4910138" y="2354263"/>
          <p14:tracePt t="16094" x="4868863" y="2354263"/>
          <p14:tracePt t="16102" x="4699000" y="2354263"/>
          <p14:tracePt t="16110" x="4656138" y="2354263"/>
          <p14:tracePt t="16119" x="4564063" y="2354263"/>
          <p14:tracePt t="16126" x="4487863" y="2354263"/>
          <p14:tracePt t="16135" x="4427538" y="2354263"/>
          <p14:tracePt t="16143" x="4351338" y="2354263"/>
          <p14:tracePt t="16151" x="4292600" y="2354263"/>
          <p14:tracePt t="16160" x="4267200" y="2354263"/>
          <p14:tracePt t="16168" x="4216400" y="2354263"/>
          <p14:tracePt t="16176" x="4191000" y="2354263"/>
          <p14:tracePt t="16185" x="4157663" y="2354263"/>
          <p14:tracePt t="16192" x="4132263" y="2354263"/>
          <p14:tracePt t="16201" x="4114800" y="2354263"/>
          <p14:tracePt t="16209" x="4097338" y="2354263"/>
          <p14:tracePt t="16218" x="4071938" y="2354263"/>
          <p14:tracePt t="16234" x="4056063" y="2354263"/>
          <p14:tracePt t="16241" x="4038600" y="2354263"/>
          <p14:tracePt t="16251" x="4021138" y="2354263"/>
          <p14:tracePt t="16258" x="4005263" y="2354263"/>
          <p14:tracePt t="16268" x="3995738" y="2354263"/>
          <p14:tracePt t="16274" x="3979863" y="2370138"/>
          <p14:tracePt t="16290" x="3962400" y="2370138"/>
          <p14:tracePt t="16315" x="3944938" y="2387600"/>
          <p14:tracePt t="16331" x="3937000" y="2387600"/>
          <p14:tracePt t="16364" x="3919538" y="2387600"/>
          <p14:tracePt t="16372" x="3919538" y="2405063"/>
          <p14:tracePt t="16430" x="3903663" y="2405063"/>
          <p14:tracePt t="16643" x="3903663" y="2413000"/>
          <p14:tracePt t="16692" x="3886200" y="2413000"/>
          <p14:tracePt t="16741" x="3878263" y="2413000"/>
          <p14:tracePt t="16758" x="3878263" y="2430463"/>
          <p14:tracePt t="16774" x="3860800" y="2430463"/>
          <p14:tracePt t="16815" x="3843338" y="2430463"/>
          <p14:tracePt t="16847" x="3827463" y="2430463"/>
          <p14:tracePt t="16880" x="3810000" y="2430463"/>
          <p14:tracePt t="16889" x="3810000" y="2446338"/>
          <p14:tracePt t="16921" x="3802063" y="2446338"/>
          <p14:tracePt t="16946" x="3784600" y="2446338"/>
          <p14:tracePt t="16979" x="3767138" y="2446338"/>
          <p14:tracePt t="16995" x="3767138" y="2463800"/>
          <p14:tracePt t="17003" x="3751263" y="2463800"/>
          <p14:tracePt t="17020" x="3741738" y="2463800"/>
          <p14:tracePt t="17045" x="3725863" y="2463800"/>
          <p14:tracePt t="17060" x="3725863" y="2471738"/>
          <p14:tracePt t="17077" x="3708400" y="2471738"/>
          <p14:tracePt t="17118" x="3690938" y="2471738"/>
          <p14:tracePt t="17134" x="3690938" y="2489200"/>
          <p14:tracePt t="17159" x="3675063" y="2489200"/>
          <p14:tracePt t="18511" x="3690938" y="2489200"/>
          <p14:tracePt t="18527" x="3708400" y="2489200"/>
          <p14:tracePt t="18536" x="3725863" y="2489200"/>
          <p14:tracePt t="18544" x="3767138" y="2489200"/>
          <p14:tracePt t="18552" x="3827463" y="2489200"/>
          <p14:tracePt t="18560" x="3903663" y="2489200"/>
          <p14:tracePt t="18568" x="3995738" y="2506663"/>
          <p14:tracePt t="18577" x="4114800" y="2522538"/>
          <p14:tracePt t="18585" x="4249738" y="2522538"/>
          <p14:tracePt t="18593" x="4386263" y="2540000"/>
          <p14:tracePt t="18601" x="4462463" y="2540000"/>
          <p14:tracePt t="18610" x="4597400" y="2540000"/>
          <p14:tracePt t="18618" x="4716463" y="2547938"/>
          <p14:tracePt t="18626" x="4818063" y="2547938"/>
          <p14:tracePt t="18634" x="4927600" y="2547938"/>
          <p14:tracePt t="18642" x="5003800" y="2547938"/>
          <p14:tracePt t="18651" x="5087938" y="2547938"/>
          <p14:tracePt t="18659" x="5138738" y="2565400"/>
          <p14:tracePt t="18667" x="5199063" y="2565400"/>
          <p14:tracePt t="18675" x="5257800" y="2565400"/>
          <p14:tracePt t="18684" x="5300663" y="2565400"/>
          <p14:tracePt t="18692" x="5334000" y="2565400"/>
          <p14:tracePt t="18701" x="5359400" y="2565400"/>
          <p14:tracePt t="18708" x="5376863" y="2565400"/>
          <p14:tracePt t="18718" x="5402263" y="2565400"/>
          <p14:tracePt t="18734" x="5418138" y="2565400"/>
          <p14:tracePt t="18750" x="5435600" y="2565400"/>
          <p14:tracePt t="18864" x="5453063" y="2565400"/>
          <p14:tracePt t="20970" x="5529263" y="2565400"/>
          <p14:tracePt t="20978" x="5664200" y="2565400"/>
          <p14:tracePt t="20986" x="5783263" y="2565400"/>
          <p14:tracePt t="20994" x="5943600" y="2565400"/>
          <p14:tracePt t="21002" x="6113463" y="2565400"/>
          <p14:tracePt t="21010" x="6172200" y="2565400"/>
          <p14:tracePt t="21019" x="6307138" y="2565400"/>
          <p14:tracePt t="21027" x="6408738" y="2565400"/>
          <p14:tracePt t="21035" x="6484938" y="2565400"/>
          <p14:tracePt t="21043" x="6545263" y="2565400"/>
          <p14:tracePt t="21052" x="6561138" y="2565400"/>
          <p14:tracePt t="21059" x="6596063" y="2565400"/>
          <p14:tracePt t="21068" x="6604000" y="2565400"/>
          <p14:tracePt t="21151" x="6604000" y="2547938"/>
          <p14:tracePt t="21183" x="6596063" y="2547938"/>
          <p14:tracePt t="21191" x="6578600" y="2547938"/>
          <p14:tracePt t="21216" x="6561138" y="2547938"/>
          <p14:tracePt t="21248" x="6545263" y="2547938"/>
          <p14:tracePt t="21256" x="6527800" y="2547938"/>
          <p14:tracePt t="21273" x="6519863" y="2547938"/>
          <p14:tracePt t="21289" x="6502400" y="2547938"/>
          <p14:tracePt t="21297" x="6469063" y="2547938"/>
          <p14:tracePt t="21314" x="6443663" y="2547938"/>
          <p14:tracePt t="21322" x="6426200" y="2547938"/>
          <p14:tracePt t="21330" x="6408738" y="2547938"/>
          <p14:tracePt t="21338" x="6383338" y="2547938"/>
          <p14:tracePt t="21347" x="6350000" y="2547938"/>
          <p14:tracePt t="21357" x="6332538" y="2540000"/>
          <p14:tracePt t="21363" x="6307138" y="2540000"/>
          <p14:tracePt t="21371" x="6291263" y="2540000"/>
          <p14:tracePt t="21388" x="6273800" y="2540000"/>
          <p14:tracePt t="21395" x="6265863" y="2540000"/>
          <p14:tracePt t="21412" x="6248400" y="2540000"/>
          <p14:tracePt t="21453" x="6230938" y="2540000"/>
          <p14:tracePt t="21608" x="6215063" y="2540000"/>
          <p14:tracePt t="21838" x="6197600" y="2540000"/>
          <p14:tracePt t="22363" x="6189663" y="2540000"/>
          <p14:tracePt t="22436" x="6172200" y="2540000"/>
          <p14:tracePt t="22485" x="6154738" y="2540000"/>
          <p14:tracePt t="22510" x="6154738" y="2547938"/>
          <p14:tracePt t="22559" x="6138863" y="2547938"/>
          <p14:tracePt t="22616" x="6138863" y="2565400"/>
          <p14:tracePt t="22625" x="6129338" y="2565400"/>
          <p14:tracePt t="22658" x="6113463" y="2565400"/>
          <p14:tracePt t="22682" x="6096000" y="2565400"/>
          <p14:tracePt t="22698" x="6078538" y="2565400"/>
          <p14:tracePt t="22707" x="6062663" y="2565400"/>
          <p14:tracePt t="22723" x="6053138" y="2582863"/>
          <p14:tracePt t="22740" x="6037263" y="2582863"/>
          <p14:tracePt t="22748" x="6019800" y="2582863"/>
          <p14:tracePt t="22755" x="6002338" y="2582863"/>
          <p14:tracePt t="22772" x="5994400" y="2582863"/>
          <p14:tracePt t="22781" x="5976938" y="2582863"/>
          <p14:tracePt t="22797" x="5943600" y="2582863"/>
          <p14:tracePt t="22805" x="5926138" y="2582863"/>
          <p14:tracePt t="22821" x="5918200" y="2582863"/>
          <p14:tracePt t="22830" x="5900738" y="2582863"/>
          <p14:tracePt t="22838" x="5884863" y="2582863"/>
          <p14:tracePt t="22854" x="5867400" y="2582863"/>
          <p14:tracePt t="22862" x="5859463" y="2582863"/>
          <p14:tracePt t="22879" x="5842000" y="2582863"/>
          <p14:tracePt t="22903" x="5824538" y="2582863"/>
          <p14:tracePt t="22928" x="5808663" y="2582863"/>
          <p14:tracePt t="22952" x="5799138" y="2582863"/>
          <p14:tracePt t="22969" x="5783263" y="2582863"/>
          <p14:tracePt t="22977" x="5783263" y="2565400"/>
          <p14:tracePt t="22993" x="5765800" y="2565400"/>
          <p14:tracePt t="23002" x="5748338" y="2565400"/>
          <p14:tracePt t="23026" x="5748338" y="2547938"/>
          <p14:tracePt t="23043" x="5732463" y="2547938"/>
          <p14:tracePt t="23075" x="5722938" y="2540000"/>
          <p14:tracePt t="23108" x="5722938" y="2522538"/>
          <p14:tracePt t="23141" x="5722938" y="2506663"/>
          <p14:tracePt t="23166" x="5707063" y="2506663"/>
          <p14:tracePt t="23215" x="5707063" y="2489200"/>
          <p14:tracePt t="23280" x="5707063" y="2471738"/>
          <p14:tracePt t="23305" x="5689600" y="2471738"/>
          <p14:tracePt t="23321" x="5689600" y="2463800"/>
          <p14:tracePt t="23370" x="5689600" y="2446338"/>
          <p14:tracePt t="23379" x="5689600" y="2430463"/>
          <p14:tracePt t="23403" x="5689600" y="2413000"/>
          <p14:tracePt t="23419" x="5689600" y="2405063"/>
          <p14:tracePt t="23436" x="5689600" y="2387600"/>
          <p14:tracePt t="23461" x="5689600" y="2370138"/>
          <p14:tracePt t="23477" x="5689600" y="2354263"/>
          <p14:tracePt t="23493" x="5689600" y="2336800"/>
          <p14:tracePt t="23502" x="5707063" y="2336800"/>
          <p14:tracePt t="23510" x="5707063" y="2328863"/>
          <p14:tracePt t="23534" x="5707063" y="2311400"/>
          <p14:tracePt t="23543" x="5722938" y="2311400"/>
          <p14:tracePt t="23551" x="5722938" y="2293938"/>
          <p14:tracePt t="23559" x="5722938" y="2278063"/>
          <p14:tracePt t="23575" x="5732463" y="2268538"/>
          <p14:tracePt t="23592" x="5732463" y="2252663"/>
          <p14:tracePt t="23601" x="5748338" y="2252663"/>
          <p14:tracePt t="23608" x="5748338" y="2235200"/>
          <p14:tracePt t="23618" x="5765800" y="2217738"/>
          <p14:tracePt t="23624" x="5783263" y="2217738"/>
          <p14:tracePt t="23635" x="5799138" y="2209800"/>
          <p14:tracePt t="23641" x="5824538" y="2192338"/>
          <p14:tracePt t="23651" x="5859463" y="2176463"/>
          <p14:tracePt t="23657" x="5867400" y="2159000"/>
          <p14:tracePt t="23667" x="5900738" y="2141538"/>
          <p14:tracePt t="23674" x="5926138" y="2133600"/>
          <p14:tracePt t="23682" x="5961063" y="2116138"/>
          <p14:tracePt t="23690" x="6002338" y="2100263"/>
          <p14:tracePt t="23698" x="6019800" y="2100263"/>
          <p14:tracePt t="23706" x="6053138" y="2100263"/>
          <p14:tracePt t="23715" x="6062663" y="2082800"/>
          <p14:tracePt t="23723" x="6096000" y="2082800"/>
          <p14:tracePt t="23731" x="6129338" y="2082800"/>
          <p14:tracePt t="23739" x="6138863" y="2082800"/>
          <p14:tracePt t="23747" x="6154738" y="2082800"/>
          <p14:tracePt t="23756" x="6189663" y="2082800"/>
          <p14:tracePt t="23772" x="6197600" y="2082800"/>
          <p14:tracePt t="23780" x="6215063" y="2082800"/>
          <p14:tracePt t="23797" x="6215063" y="2100263"/>
          <p14:tracePt t="23813" x="6230938" y="2100263"/>
          <p14:tracePt t="23821" x="6230938" y="2116138"/>
          <p14:tracePt t="23838" x="6248400" y="2116138"/>
          <p14:tracePt t="23854" x="6248400" y="2133600"/>
          <p14:tracePt t="23862" x="6265863" y="2133600"/>
          <p14:tracePt t="23887" x="6273800" y="2141538"/>
          <p14:tracePt t="23919" x="6273800" y="2159000"/>
          <p14:tracePt t="23952" x="6273800" y="2176463"/>
          <p14:tracePt t="23993" x="6273800" y="2192338"/>
          <p14:tracePt t="24025" x="6273800" y="2209800"/>
          <p14:tracePt t="24042" x="6291263" y="2209800"/>
          <p14:tracePt t="24075" x="6291263" y="2217738"/>
          <p14:tracePt t="24108" x="6291263" y="2235200"/>
          <p14:tracePt t="24157" x="6291263" y="2252663"/>
          <p14:tracePt t="24182" x="6291263" y="2268538"/>
          <p14:tracePt t="24206" x="6291263" y="2278063"/>
          <p14:tracePt t="24239" x="6291263" y="2293938"/>
          <p14:tracePt t="24264" x="6291263" y="2311400"/>
          <p14:tracePt t="24288" x="6291263" y="2328863"/>
          <p14:tracePt t="24305" x="6291263" y="2336800"/>
          <p14:tracePt t="24313" x="6291263" y="2354263"/>
          <p14:tracePt t="24329" x="6291263" y="2370138"/>
          <p14:tracePt t="24346" x="6291263" y="2387600"/>
          <p14:tracePt t="24362" x="6273800" y="2405063"/>
          <p14:tracePt t="24395" x="6273800" y="2413000"/>
          <p14:tracePt t="24419" x="6273800" y="2430463"/>
          <p14:tracePt t="24468" x="6265863" y="2430463"/>
          <p14:tracePt t="24477" x="6265863" y="2446338"/>
          <p14:tracePt t="24575" x="6265863" y="2463800"/>
          <p14:tracePt t="24585" x="6248400" y="2463800"/>
          <p14:tracePt t="24657" x="6230938" y="2463800"/>
          <p14:tracePt t="24673" x="6230938" y="2471738"/>
          <p14:tracePt t="24722" x="6215063" y="2471738"/>
          <p14:tracePt t="24763" x="6197600" y="2471738"/>
          <p14:tracePt t="24788" x="6197600" y="2489200"/>
          <p14:tracePt t="24796" x="6189663" y="2489200"/>
          <p14:tracePt t="24837" x="6172200" y="2489200"/>
          <p14:tracePt t="24894" x="6154738" y="2489200"/>
          <p14:tracePt t="24911" x="6154738" y="2506663"/>
          <p14:tracePt t="24927" x="6138863" y="2506663"/>
          <p14:tracePt t="24960" x="6129338" y="2506663"/>
          <p14:tracePt t="24993" x="6113463" y="2506663"/>
          <p14:tracePt t="25026" x="6096000" y="2506663"/>
          <p14:tracePt t="25050" x="6078538" y="2506663"/>
          <p14:tracePt t="25091" x="6062663" y="2506663"/>
          <p14:tracePt t="25124" x="6053138" y="2506663"/>
          <p14:tracePt t="25149" x="6037263" y="2506663"/>
          <p14:tracePt t="25173" x="6019800" y="2506663"/>
          <p14:tracePt t="25206" x="6002338" y="2506663"/>
          <p14:tracePt t="25214" x="5994400" y="2506663"/>
          <p14:tracePt t="25230" x="5976938" y="2506663"/>
          <p14:tracePt t="25255" x="5961063" y="2506663"/>
          <p14:tracePt t="25263" x="5943600" y="2506663"/>
          <p14:tracePt t="25279" x="5926138" y="2506663"/>
          <p14:tracePt t="25288" x="5918200" y="2506663"/>
          <p14:tracePt t="25304" x="5900738" y="2506663"/>
          <p14:tracePt t="25321" x="5884863" y="2506663"/>
          <p14:tracePt t="25329" x="5867400" y="2506663"/>
          <p14:tracePt t="25345" x="5859463" y="2506663"/>
          <p14:tracePt t="25356" x="5842000" y="2506663"/>
          <p14:tracePt t="25370" x="5824538" y="2506663"/>
          <p14:tracePt t="25386" x="5808663" y="2506663"/>
          <p14:tracePt t="25403" x="5799138" y="2506663"/>
          <p14:tracePt t="25411" x="5783263" y="2506663"/>
          <p14:tracePt t="25427" x="5765800" y="2506663"/>
          <p14:tracePt t="25436" x="5748338" y="2506663"/>
          <p14:tracePt t="25460" x="5732463" y="2506663"/>
          <p14:tracePt t="25476" x="5722938" y="2506663"/>
          <p14:tracePt t="25493" x="5707063" y="2506663"/>
          <p14:tracePt t="25509" x="5707063" y="2489200"/>
          <p14:tracePt t="25518" x="5689600" y="2489200"/>
          <p14:tracePt t="25534" x="5689600" y="2471738"/>
          <p14:tracePt t="25551" x="5672138" y="2463800"/>
          <p14:tracePt t="25558" x="5672138" y="2446338"/>
          <p14:tracePt t="25575" x="5672138" y="2430463"/>
          <p14:tracePt t="25584" x="5672138" y="2413000"/>
          <p14:tracePt t="25591" x="5672138" y="2387600"/>
          <p14:tracePt t="25601" x="5664200" y="2370138"/>
          <p14:tracePt t="25617" x="5664200" y="2336800"/>
          <p14:tracePt t="25624" x="5664200" y="2328863"/>
          <p14:tracePt t="25641" x="5664200" y="2311400"/>
          <p14:tracePt t="25657" x="5664200" y="2293938"/>
          <p14:tracePt t="25673" x="5664200" y="2278063"/>
          <p14:tracePt t="25698" x="5664200" y="2268538"/>
          <p14:tracePt t="25714" x="5672138" y="2252663"/>
          <p14:tracePt t="25739" x="5672138" y="2235200"/>
          <p14:tracePt t="25755" x="5689600" y="2235200"/>
          <p14:tracePt t="25780" x="5707063" y="2217738"/>
          <p14:tracePt t="25813" x="5722938" y="2217738"/>
          <p14:tracePt t="25829" x="5732463" y="2217738"/>
          <p14:tracePt t="25837" x="5748338" y="2217738"/>
          <p14:tracePt t="25845" x="5765800" y="2217738"/>
          <p14:tracePt t="25862" x="5783263" y="2217738"/>
          <p14:tracePt t="25870" x="5799138" y="2217738"/>
          <p14:tracePt t="25878" x="5808663" y="2217738"/>
          <p14:tracePt t="25886" x="5842000" y="2217738"/>
          <p14:tracePt t="25903" x="5859463" y="2209800"/>
          <p14:tracePt t="25911" x="5867400" y="2209800"/>
          <p14:tracePt t="25919" x="5884863" y="2209800"/>
          <p14:tracePt t="25927" x="5900738" y="2209800"/>
          <p14:tracePt t="25943" x="5918200" y="2209800"/>
          <p14:tracePt t="25960" x="5926138" y="2209800"/>
          <p14:tracePt t="25976" x="5943600" y="2209800"/>
          <p14:tracePt t="25993" x="5961063" y="2209800"/>
          <p14:tracePt t="26001" x="5976938" y="2209800"/>
          <p14:tracePt t="26025" x="5994400" y="2209800"/>
          <p14:tracePt t="26042" x="6002338" y="2209800"/>
          <p14:tracePt t="26066" x="6019800" y="2209800"/>
          <p14:tracePt t="26100" x="6037263" y="2209800"/>
          <p14:tracePt t="26206" x="6053138" y="2209800"/>
          <p14:tracePt t="26214" x="6053138" y="2217738"/>
          <p14:tracePt t="26255" x="6062663" y="2217738"/>
          <p14:tracePt t="26304" x="6078538" y="2217738"/>
          <p14:tracePt t="26361" x="6078538" y="2235200"/>
          <p14:tracePt t="26378" x="6096000" y="2235200"/>
          <p14:tracePt t="26443" x="6096000" y="2252663"/>
          <p14:tracePt t="26492" x="6096000" y="2268538"/>
          <p14:tracePt t="26525" x="6096000" y="2278063"/>
          <p14:tracePt t="26535" x="6113463" y="2278063"/>
          <p14:tracePt t="26558" x="6113463" y="2293938"/>
          <p14:tracePt t="26599" x="6113463" y="2311400"/>
          <p14:tracePt t="26633" x="6129338" y="2328863"/>
          <p14:tracePt t="26665" x="6129338" y="2336800"/>
          <p14:tracePt t="26705" x="6138863" y="2354263"/>
          <p14:tracePt t="26787" x="6154738" y="2354263"/>
          <p14:tracePt t="26853" x="6172200" y="2354263"/>
          <p14:tracePt t="26869" x="6172200" y="2370138"/>
          <p14:tracePt t="26894" x="6189663" y="2370138"/>
          <p14:tracePt t="26960" x="6189663" y="2387600"/>
          <p14:tracePt t="28803" x="6172200" y="2387600"/>
          <p14:tracePt t="28812" x="6172200" y="2405063"/>
          <p14:tracePt t="28836" x="6154738" y="2413000"/>
          <p14:tracePt t="28853" x="6138863" y="2413000"/>
          <p14:tracePt t="28861" x="6129338" y="2413000"/>
          <p14:tracePt t="28877" x="6113463" y="2413000"/>
          <p14:tracePt t="28885" x="6096000" y="2430463"/>
          <p14:tracePt t="28902" x="6078538" y="2430463"/>
          <p14:tracePt t="28918" x="6062663" y="2430463"/>
          <p14:tracePt t="28935" x="6053138" y="2430463"/>
          <p14:tracePt t="28943" x="6037263" y="2430463"/>
          <p14:tracePt t="28959" x="6019800" y="2430463"/>
          <p14:tracePt t="28968" x="6002338" y="2430463"/>
          <p14:tracePt t="28976" x="6002338" y="2446338"/>
          <p14:tracePt t="28984" x="5994400" y="2446338"/>
          <p14:tracePt t="29001" x="5976938" y="2446338"/>
          <p14:tracePt t="29018" x="5961063" y="2446338"/>
          <p14:tracePt t="29041" x="5943600" y="2446338"/>
          <p14:tracePt t="29074" x="5926138" y="2446338"/>
          <p14:tracePt t="29139" x="5918200" y="2446338"/>
          <p14:tracePt t="29180" x="5900738" y="2446338"/>
          <p14:tracePt t="29213" x="5884863" y="2446338"/>
          <p14:tracePt t="29229" x="5867400" y="2446338"/>
          <p14:tracePt t="29246" x="5859463" y="2446338"/>
          <p14:tracePt t="29254" x="5842000" y="2446338"/>
          <p14:tracePt t="29262" x="5824538" y="2446338"/>
          <p14:tracePt t="29270" x="5808663" y="2463800"/>
          <p14:tracePt t="29279" x="5783263" y="2463800"/>
          <p14:tracePt t="29287" x="5732463" y="2463800"/>
          <p14:tracePt t="29295" x="5722938" y="2463800"/>
          <p14:tracePt t="29303" x="5664200" y="2463800"/>
          <p14:tracePt t="29311" x="5630863" y="2471738"/>
          <p14:tracePt t="29320" x="5537200" y="2489200"/>
          <p14:tracePt t="29328" x="5494338" y="2506663"/>
          <p14:tracePt t="29336" x="5402263" y="2506663"/>
          <p14:tracePt t="29344" x="5334000" y="2522538"/>
          <p14:tracePt t="29353" x="5257800" y="2522538"/>
          <p14:tracePt t="29360" x="5181600" y="2540000"/>
          <p14:tracePt t="29369" x="5105400" y="2547938"/>
          <p14:tracePt t="29377" x="5011738" y="2547938"/>
          <p14:tracePt t="29385" x="4970463" y="2565400"/>
          <p14:tracePt t="29393" x="4910138" y="2565400"/>
          <p14:tracePt t="29402" x="4851400" y="2565400"/>
          <p14:tracePt t="29410" x="4792663" y="2565400"/>
          <p14:tracePt t="29418" x="4741863" y="2565400"/>
          <p14:tracePt t="29427" x="4699000" y="2565400"/>
          <p14:tracePt t="29435" x="4656138" y="2565400"/>
          <p14:tracePt t="29442" x="4622800" y="2565400"/>
          <p14:tracePt t="29451" x="4579938" y="2582863"/>
          <p14:tracePt t="29459" x="4546600" y="2582863"/>
          <p14:tracePt t="29468" x="4503738" y="2582863"/>
          <p14:tracePt t="29475" x="4470400" y="2598738"/>
          <p14:tracePt t="29484" x="4411663" y="2598738"/>
          <p14:tracePt t="29492" x="4386263" y="2598738"/>
          <p14:tracePt t="29501" x="4351338" y="2598738"/>
          <p14:tracePt t="29508" x="4310063" y="2598738"/>
          <p14:tracePt t="29518" x="4275138" y="2598738"/>
          <p14:tracePt t="29524" x="4249738" y="2598738"/>
          <p14:tracePt t="29535" x="4216400" y="2598738"/>
          <p14:tracePt t="29541" x="4191000" y="2598738"/>
          <p14:tracePt t="29551" x="4157663" y="2598738"/>
          <p14:tracePt t="29557" x="4132263" y="2598738"/>
          <p14:tracePt t="29567" x="4097338" y="2598738"/>
          <p14:tracePt t="29574" x="4071938" y="2598738"/>
          <p14:tracePt t="29582" x="4056063" y="2598738"/>
          <p14:tracePt t="29590" x="4021138" y="2598738"/>
          <p14:tracePt t="29599" x="4005263" y="2598738"/>
          <p14:tracePt t="29606" x="3995738" y="2598738"/>
          <p14:tracePt t="29615" x="3979863" y="2598738"/>
          <p14:tracePt t="29623" x="3962400" y="2598738"/>
          <p14:tracePt t="29632" x="3944938" y="2598738"/>
          <p14:tracePt t="29639" x="3937000" y="2598738"/>
          <p14:tracePt t="29664" x="3919538" y="2598738"/>
          <p14:tracePt t="29680" x="3903663" y="2582863"/>
          <p14:tracePt t="29696" x="3886200" y="2582863"/>
          <p14:tracePt t="29713" x="3886200" y="2565400"/>
          <p14:tracePt t="29729" x="3886200" y="2547938"/>
          <p14:tracePt t="29754" x="3886200" y="2540000"/>
          <p14:tracePt t="29762" x="3903663" y="2540000"/>
          <p14:tracePt t="29771" x="3919538" y="2522538"/>
          <p14:tracePt t="29779" x="3979863" y="2506663"/>
          <p14:tracePt t="29787" x="4056063" y="2489200"/>
          <p14:tracePt t="29795" x="4140200" y="2471738"/>
          <p14:tracePt t="29803" x="4267200" y="2463800"/>
          <p14:tracePt t="29811" x="4368800" y="2446338"/>
          <p14:tracePt t="29820" x="4503738" y="2446338"/>
          <p14:tracePt t="29828" x="4579938" y="2446338"/>
          <p14:tracePt t="29836" x="4681538" y="2430463"/>
          <p14:tracePt t="29844" x="4818063" y="2405063"/>
          <p14:tracePt t="29852" x="4894263" y="2405063"/>
          <p14:tracePt t="29861" x="4970463" y="2405063"/>
          <p14:tracePt t="29868" x="5046663" y="2405063"/>
          <p14:tracePt t="29877" x="5087938" y="2405063"/>
          <p14:tracePt t="29885" x="5122863" y="2405063"/>
          <p14:tracePt t="29893" x="5148263" y="2405063"/>
          <p14:tracePt t="29901" x="5164138" y="2405063"/>
          <p14:tracePt t="29910" x="5181600" y="2405063"/>
          <p14:tracePt t="29926" x="5199063" y="2405063"/>
          <p14:tracePt t="29950" x="5207000" y="2405063"/>
          <p14:tracePt t="30074" x="5199063" y="2405063"/>
          <p14:tracePt t="30114" x="5181600" y="2405063"/>
          <p14:tracePt t="30139" x="5164138" y="2413000"/>
          <p14:tracePt t="30164" x="5148263" y="2430463"/>
          <p14:tracePt t="30180" x="5138738" y="2430463"/>
          <p14:tracePt t="30197" x="5122863" y="2430463"/>
          <p14:tracePt t="30213" x="5105400" y="2446338"/>
          <p14:tracePt t="30221" x="5087938" y="2446338"/>
          <p14:tracePt t="30229" x="5072063" y="2446338"/>
          <p14:tracePt t="30238" x="5062538" y="2446338"/>
          <p14:tracePt t="30254" x="5029200" y="2446338"/>
          <p14:tracePt t="30262" x="5011738" y="2446338"/>
          <p14:tracePt t="30270" x="5003800" y="2446338"/>
          <p14:tracePt t="30279" x="4970463" y="2446338"/>
          <p14:tracePt t="30287" x="4935538" y="2446338"/>
          <p14:tracePt t="30295" x="4927600" y="2446338"/>
          <p14:tracePt t="30303" x="4894263" y="2446338"/>
          <p14:tracePt t="30311" x="4876800" y="2446338"/>
          <p14:tracePt t="30320" x="4868863" y="2446338"/>
          <p14:tracePt t="30328" x="4818063" y="2446338"/>
          <p14:tracePt t="30336" x="4800600" y="2446338"/>
          <p14:tracePt t="30344" x="4775200" y="2446338"/>
          <p14:tracePt t="30352" x="4741863" y="2446338"/>
          <p14:tracePt t="30361" x="4732338" y="2430463"/>
          <p14:tracePt t="30369" x="4716463" y="2430463"/>
          <p14:tracePt t="30377" x="4699000" y="2413000"/>
          <p14:tracePt t="30385" x="4681538" y="2413000"/>
          <p14:tracePt t="30393" x="4673600" y="2413000"/>
          <p14:tracePt t="30401" x="4673600" y="2405063"/>
          <p14:tracePt t="30410" x="4656138" y="2387600"/>
          <p14:tracePt t="30426" x="4640263" y="2387600"/>
          <p14:tracePt t="30435" x="4640263" y="2370138"/>
          <p14:tracePt t="30442" x="4640263" y="2354263"/>
          <p14:tracePt t="30458" x="4640263" y="2336800"/>
          <p14:tracePt t="30468" x="4640263" y="2328863"/>
          <p14:tracePt t="30475" x="4640263" y="2293938"/>
          <p14:tracePt t="30484" x="4640263" y="2278063"/>
          <p14:tracePt t="30501" x="4640263" y="2268538"/>
          <p14:tracePt t="30508" x="4640263" y="2252663"/>
          <p14:tracePt t="30517" x="4640263" y="2235200"/>
          <p14:tracePt t="30524" x="4640263" y="2217738"/>
          <p14:tracePt t="30534" x="4656138" y="2217738"/>
          <p14:tracePt t="30541" x="4673600" y="2209800"/>
          <p14:tracePt t="30550" x="4681538" y="2192338"/>
          <p14:tracePt t="30557" x="4716463" y="2176463"/>
          <p14:tracePt t="30565" x="4732338" y="2159000"/>
          <p14:tracePt t="30574" x="4757738" y="2141538"/>
          <p14:tracePt t="30581" x="4800600" y="2116138"/>
          <p14:tracePt t="30590" x="4818063" y="2116138"/>
          <p14:tracePt t="30598" x="4868863" y="2100263"/>
          <p14:tracePt t="30606" x="4894263" y="2082800"/>
          <p14:tracePt t="30614" x="4935538" y="2074863"/>
          <p14:tracePt t="30622" x="4986338" y="2074863"/>
          <p14:tracePt t="30631" x="5029200" y="2057400"/>
          <p14:tracePt t="30639" x="5087938" y="2057400"/>
          <p14:tracePt t="30647" x="5199063" y="2039938"/>
          <p14:tracePt t="30655" x="5224463" y="2039938"/>
          <p14:tracePt t="30664" x="5316538" y="2039938"/>
          <p14:tracePt t="30672" x="5435600" y="2039938"/>
          <p14:tracePt t="30680" x="5478463" y="2039938"/>
          <p14:tracePt t="30688" x="5588000" y="2039938"/>
          <p14:tracePt t="30696" x="5664200" y="2039938"/>
          <p14:tracePt t="30704" x="5765800" y="2039938"/>
          <p14:tracePt t="30713" x="5842000" y="2039938"/>
          <p14:tracePt t="30721" x="5900738" y="2039938"/>
          <p14:tracePt t="30729" x="5943600" y="2039938"/>
          <p14:tracePt t="30737" x="6002338" y="2039938"/>
          <p14:tracePt t="30745" x="6062663" y="2039938"/>
          <p14:tracePt t="30753" x="6113463" y="2039938"/>
          <p14:tracePt t="30762" x="6138863" y="2039938"/>
          <p14:tracePt t="30770" x="6189663" y="2039938"/>
          <p14:tracePt t="30779" x="6215063" y="2057400"/>
          <p14:tracePt t="30786" x="6248400" y="2057400"/>
          <p14:tracePt t="30795" x="6273800" y="2057400"/>
          <p14:tracePt t="30803" x="6307138" y="2074863"/>
          <p14:tracePt t="30811" x="6332538" y="2074863"/>
          <p14:tracePt t="30819" x="6350000" y="2074863"/>
          <p14:tracePt t="30828" x="6367463" y="2082800"/>
          <p14:tracePt t="30836" x="6383338" y="2082800"/>
          <p14:tracePt t="30844" x="6392863" y="2100263"/>
          <p14:tracePt t="30852" x="6408738" y="2100263"/>
          <p14:tracePt t="30860" x="6426200" y="2100263"/>
          <p14:tracePt t="30868" x="6426200" y="2116138"/>
          <p14:tracePt t="30877" x="6443663" y="2116138"/>
          <p14:tracePt t="30901" x="6459538" y="2133600"/>
          <p14:tracePt t="30926" x="6459538" y="2141538"/>
          <p14:tracePt t="30950" x="6459538" y="2159000"/>
          <p14:tracePt t="30984" x="6459538" y="2176463"/>
          <p14:tracePt t="31007" x="6459538" y="2192338"/>
          <p14:tracePt t="31018" x="6459538" y="2209800"/>
          <p14:tracePt t="31032" x="6459538" y="2217738"/>
          <p14:tracePt t="31049" x="6459538" y="2235200"/>
          <p14:tracePt t="31057" x="6459538" y="2252663"/>
          <p14:tracePt t="31073" x="6459538" y="2268538"/>
          <p14:tracePt t="31081" x="6459538" y="2293938"/>
          <p14:tracePt t="31090" x="6459538" y="2311400"/>
          <p14:tracePt t="31098" x="6459538" y="2328863"/>
          <p14:tracePt t="31114" x="6459538" y="2336800"/>
          <p14:tracePt t="31122" x="6443663" y="2354263"/>
          <p14:tracePt t="31139" x="6443663" y="2370138"/>
          <p14:tracePt t="31147" x="6443663" y="2387600"/>
          <p14:tracePt t="31163" x="6426200" y="2405063"/>
          <p14:tracePt t="31180" x="6426200" y="2413000"/>
          <p14:tracePt t="31204" x="6408738" y="2430463"/>
          <p14:tracePt t="31212" x="6408738" y="2446338"/>
          <p14:tracePt t="31237" x="6392863" y="2463800"/>
          <p14:tracePt t="31270" x="6383338" y="2471738"/>
          <p14:tracePt t="31294" x="6367463" y="2471738"/>
          <p14:tracePt t="31327" x="6350000" y="2471738"/>
          <p14:tracePt t="31343" x="6350000" y="2489200"/>
          <p14:tracePt t="31352" x="6332538" y="2489200"/>
          <p14:tracePt t="31376" x="6324600" y="2489200"/>
          <p14:tracePt t="31401" x="6307138" y="2489200"/>
          <p14:tracePt t="31434" x="6291263" y="2506663"/>
          <p14:tracePt t="31467" x="6273800" y="2506663"/>
          <p14:tracePt t="31484" x="6273800" y="2522538"/>
          <p14:tracePt t="31491" x="6265863" y="2522538"/>
          <p14:tracePt t="31516" x="6248400" y="2522538"/>
          <p14:tracePt t="31532" x="6230938" y="2540000"/>
          <p14:tracePt t="31557" x="6215063" y="2547938"/>
          <p14:tracePt t="31573" x="6197600" y="2547938"/>
          <p14:tracePt t="31590" x="6189663" y="2547938"/>
          <p14:tracePt t="31598" x="6189663" y="2565400"/>
          <p14:tracePt t="31606" x="6172200" y="2565400"/>
          <p14:tracePt t="31622" x="6154738" y="2565400"/>
          <p14:tracePt t="31639" x="6138863" y="2582863"/>
          <p14:tracePt t="31647" x="6129338" y="2582863"/>
          <p14:tracePt t="31655" x="6129338" y="2598738"/>
          <p14:tracePt t="31663" x="6113463" y="2598738"/>
          <p14:tracePt t="31672" x="6096000" y="2598738"/>
          <p14:tracePt t="31680" x="6078538" y="2598738"/>
          <p14:tracePt t="31688" x="6062663" y="2608263"/>
          <p14:tracePt t="31696" x="6037263" y="2608263"/>
          <p14:tracePt t="31704" x="6019800" y="2608263"/>
          <p14:tracePt t="31712" x="5994400" y="2624138"/>
          <p14:tracePt t="31721" x="5961063" y="2624138"/>
          <p14:tracePt t="31729" x="5926138" y="2641600"/>
          <p14:tracePt t="31737" x="5884863" y="2641600"/>
          <p14:tracePt t="31745" x="5859463" y="2659063"/>
          <p14:tracePt t="31753" x="5808663" y="2659063"/>
          <p14:tracePt t="31762" x="5783263" y="2667000"/>
          <p14:tracePt t="31770" x="5722938" y="2684463"/>
          <p14:tracePt t="31778" x="5646738" y="2684463"/>
          <p14:tracePt t="31786" x="5588000" y="2684463"/>
          <p14:tracePt t="31794" x="5529263" y="2684463"/>
          <p14:tracePt t="31803" x="5468938" y="2684463"/>
          <p14:tracePt t="31811" x="5402263" y="2684463"/>
          <p14:tracePt t="31819" x="5359400" y="2684463"/>
          <p14:tracePt t="31827" x="5300663" y="2684463"/>
          <p14:tracePt t="31835" x="5257800" y="2684463"/>
          <p14:tracePt t="31844" x="5207000" y="2684463"/>
          <p14:tracePt t="31852" x="5164138" y="2684463"/>
          <p14:tracePt t="31860" x="5122863" y="2684463"/>
          <p14:tracePt t="31868" x="5105400" y="2684463"/>
          <p14:tracePt t="31876" x="5062538" y="2667000"/>
          <p14:tracePt t="31885" x="5046663" y="2667000"/>
          <p14:tracePt t="31893" x="5011738" y="2667000"/>
          <p14:tracePt t="31901" x="4986338" y="2659063"/>
          <p14:tracePt t="31918" x="4953000" y="2641600"/>
          <p14:tracePt t="31926" x="4935538" y="2641600"/>
          <p14:tracePt t="31934" x="4927600" y="2641600"/>
          <p14:tracePt t="31942" x="4910138" y="2624138"/>
          <p14:tracePt t="31958" x="4894263" y="2624138"/>
          <p14:tracePt t="31968" x="4876800" y="2608263"/>
          <p14:tracePt t="31975" x="4868863" y="2608263"/>
          <p14:tracePt t="31991" x="4851400" y="2608263"/>
          <p14:tracePt t="32001" x="4851400" y="2598738"/>
          <p14:tracePt t="32008" x="4833938" y="2598738"/>
          <p14:tracePt t="32017" x="4818063" y="2582863"/>
          <p14:tracePt t="32032" x="4818063" y="2565400"/>
          <p14:tracePt t="32048" x="4818063" y="2547938"/>
          <p14:tracePt t="32057" x="4818063" y="2540000"/>
          <p14:tracePt t="32073" x="4818063" y="2522538"/>
          <p14:tracePt t="32081" x="4818063" y="2506663"/>
          <p14:tracePt t="32090" x="4818063" y="2489200"/>
          <p14:tracePt t="32106" x="4818063" y="2471738"/>
          <p14:tracePt t="32122" x="4818063" y="2463800"/>
          <p14:tracePt t="32138" x="4818063" y="2446338"/>
          <p14:tracePt t="32147" x="4833938" y="2446338"/>
          <p14:tracePt t="32163" x="4833938" y="2430463"/>
          <p14:tracePt t="32171" x="4851400" y="2413000"/>
          <p14:tracePt t="32179" x="4868863" y="2413000"/>
          <p14:tracePt t="32188" x="4868863" y="2405063"/>
          <p14:tracePt t="32196" x="4876800" y="2387600"/>
          <p14:tracePt t="32204" x="4894263" y="2370138"/>
          <p14:tracePt t="32212" x="4910138" y="2370138"/>
          <p14:tracePt t="32221" x="4910138" y="2354263"/>
          <p14:tracePt t="32229" x="4927600" y="2336800"/>
          <p14:tracePt t="32237" x="4935538" y="2328863"/>
          <p14:tracePt t="32245" x="4953000" y="2311400"/>
          <p14:tracePt t="32253" x="4970463" y="2311400"/>
          <p14:tracePt t="32262" x="4986338" y="2293938"/>
          <p14:tracePt t="32270" x="5011738" y="2293938"/>
          <p14:tracePt t="32278" x="5046663" y="2278063"/>
          <p14:tracePt t="32286" x="5105400" y="2278063"/>
          <p14:tracePt t="32294" x="5181600" y="2268538"/>
          <p14:tracePt t="32302" x="5257800" y="2252663"/>
          <p14:tracePt t="32311" x="5359400" y="2252663"/>
          <p14:tracePt t="32319" x="5468938" y="2235200"/>
          <p14:tracePt t="32327" x="5570538" y="2217738"/>
          <p14:tracePt t="32335" x="5630863" y="2217738"/>
          <p14:tracePt t="32343" x="5824538" y="2209800"/>
          <p14:tracePt t="32352" x="5884863" y="2192338"/>
          <p14:tracePt t="32360" x="5994400" y="2192338"/>
          <p14:tracePt t="32368" x="6078538" y="2192338"/>
          <p14:tracePt t="32376" x="6172200" y="2192338"/>
          <p14:tracePt t="32385" x="6248400" y="2192338"/>
          <p14:tracePt t="32393" x="6307138" y="2192338"/>
          <p14:tracePt t="32401" x="6350000" y="2192338"/>
          <p14:tracePt t="32409" x="6392863" y="2192338"/>
          <p14:tracePt t="32418" x="6426200" y="2192338"/>
          <p14:tracePt t="32425" x="6443663" y="2192338"/>
          <p14:tracePt t="32435" x="6459538" y="2192338"/>
          <p14:tracePt t="32442" x="6469063" y="2192338"/>
          <p14:tracePt t="32458" x="6484938" y="2192338"/>
          <p14:tracePt t="32474" x="6502400" y="2209800"/>
          <p14:tracePt t="32507" x="6519863" y="2217738"/>
          <p14:tracePt t="32532" x="6527800" y="2217738"/>
          <p14:tracePt t="32540" x="6527800" y="2235200"/>
          <p14:tracePt t="32565" x="6545263" y="2252663"/>
          <p14:tracePt t="32589" x="6545263" y="2268538"/>
          <p14:tracePt t="32613" x="6545263" y="2278063"/>
          <p14:tracePt t="32654" x="6545263" y="2293938"/>
          <p14:tracePt t="42688" x="6459538" y="2370138"/>
          <p14:tracePt t="42696" x="6332538" y="2506663"/>
          <p14:tracePt t="42705" x="6062663" y="2760663"/>
          <p14:tracePt t="42713" x="5943600" y="2852738"/>
          <p14:tracePt t="42721" x="5748338" y="3065463"/>
          <p14:tracePt t="42729" x="5453063" y="3302000"/>
          <p14:tracePt t="42737" x="5199063" y="3530600"/>
          <p14:tracePt t="42746" x="4953000" y="3751263"/>
          <p14:tracePt t="42753" x="4716463" y="3903663"/>
          <p14:tracePt t="42762" x="4445000" y="4081463"/>
          <p14:tracePt t="42770" x="4233863" y="4216400"/>
          <p14:tracePt t="42778" x="4056063" y="4318000"/>
          <p14:tracePt t="42787" x="3843338" y="4411663"/>
          <p14:tracePt t="42794" x="3802063" y="4427538"/>
          <p14:tracePt t="42803" x="3632200" y="4487863"/>
          <p14:tracePt t="42811" x="3530600" y="4529138"/>
          <p14:tracePt t="42820" x="3421063" y="4546600"/>
          <p14:tracePt t="42828" x="3319463" y="4564063"/>
          <p14:tracePt t="42836" x="3276600" y="4579938"/>
          <p14:tracePt t="42844" x="3217863" y="4579938"/>
          <p14:tracePt t="42852" x="3149600" y="4579938"/>
          <p14:tracePt t="42860" x="3124200" y="4579938"/>
          <p14:tracePt t="42869" x="3090863" y="4579938"/>
          <p14:tracePt t="42877" x="3081338" y="4579938"/>
          <p14:tracePt t="42885" x="3048000" y="4579938"/>
          <p14:tracePt t="42901" x="3030538" y="4579938"/>
          <p14:tracePt t="42926" x="3014663" y="4579938"/>
          <p14:tracePt t="42975" x="3005138" y="4579938"/>
          <p14:tracePt t="43417" x="3005138" y="4564063"/>
          <p14:tracePt t="43811" x="2989263" y="4564063"/>
          <p14:tracePt t="43819" x="2989263" y="4579938"/>
          <p14:tracePt t="43876" x="2971800" y="4579938"/>
          <p14:tracePt t="43893" x="2954338" y="4579938"/>
          <p14:tracePt t="43901" x="2946400" y="4579938"/>
          <p14:tracePt t="43909" x="2928938" y="4579938"/>
          <p14:tracePt t="43926" x="2895600" y="4579938"/>
          <p14:tracePt t="43935" x="2870200" y="4579938"/>
          <p14:tracePt t="43942" x="2852738" y="4579938"/>
          <p14:tracePt t="43951" x="2819400" y="4579938"/>
          <p14:tracePt t="43958" x="2794000" y="4589463"/>
          <p14:tracePt t="43968" x="2735263" y="4589463"/>
          <p14:tracePt t="43975" x="2684463" y="4605338"/>
          <p14:tracePt t="43984" x="2624138" y="4605338"/>
          <p14:tracePt t="43991" x="2582863" y="4605338"/>
          <p14:tracePt t="44001" x="2506663" y="4605338"/>
          <p14:tracePt t="44008" x="2446338" y="4605338"/>
          <p14:tracePt t="44017" x="2354263" y="4605338"/>
          <p14:tracePt t="44024" x="2311400" y="4605338"/>
          <p14:tracePt t="44034" x="2252663" y="4605338"/>
          <p14:tracePt t="44040" x="2192338" y="4605338"/>
          <p14:tracePt t="44050" x="2159000" y="4605338"/>
          <p14:tracePt t="44057" x="2116138" y="4605338"/>
          <p14:tracePt t="44065" x="2074863" y="4605338"/>
          <p14:tracePt t="44074" x="2057400" y="4605338"/>
          <p14:tracePt t="44081" x="2014538" y="4605338"/>
          <p14:tracePt t="44090" x="1998663" y="4605338"/>
          <p14:tracePt t="44098" x="1963738" y="4605338"/>
          <p14:tracePt t="44106" x="1955800" y="4605338"/>
          <p14:tracePt t="44114" x="1938338" y="4605338"/>
          <p14:tracePt t="44122" x="1905000" y="4605338"/>
          <p14:tracePt t="44131" x="1887538" y="4605338"/>
          <p14:tracePt t="44139" x="1879600" y="4605338"/>
          <p14:tracePt t="44147" x="1846263" y="4605338"/>
          <p14:tracePt t="44155" x="1820863" y="4605338"/>
          <p14:tracePt t="44163" x="1803400" y="4605338"/>
          <p14:tracePt t="44171" x="1770063" y="4605338"/>
          <p14:tracePt t="44180" x="1752600" y="4605338"/>
          <p14:tracePt t="44188" x="1709738" y="4605338"/>
          <p14:tracePt t="44196" x="1668463" y="4605338"/>
          <p14:tracePt t="44204" x="1651000" y="4605338"/>
          <p14:tracePt t="44213" x="1608138" y="4605338"/>
          <p14:tracePt t="44221" x="1592263" y="4605338"/>
          <p14:tracePt t="44229" x="1557338" y="4589463"/>
          <p14:tracePt t="44237" x="1531938" y="4589463"/>
          <p14:tracePt t="44245" x="1516063" y="4589463"/>
          <p14:tracePt t="44253" x="1498600" y="4589463"/>
          <p14:tracePt t="44262" x="1473200" y="4589463"/>
          <p14:tracePt t="44270" x="1473200" y="4579938"/>
          <p14:tracePt t="44279" x="1455738" y="4579938"/>
          <p14:tracePt t="44303" x="1439863" y="4579938"/>
          <p14:tracePt t="44352" x="1422400" y="4579938"/>
          <p14:tracePt t="44376" x="1414463" y="4579938"/>
          <p14:tracePt t="44401" x="1397000" y="4579938"/>
          <p14:tracePt t="44418" x="1379538" y="4579938"/>
          <p14:tracePt t="44426" x="1363663" y="4579938"/>
          <p14:tracePt t="44435" x="1338263" y="4579938"/>
          <p14:tracePt t="44442" x="1320800" y="4579938"/>
          <p14:tracePt t="44459" x="1295400" y="4579938"/>
          <p14:tracePt t="44468" x="1277938" y="4579938"/>
          <p14:tracePt t="44475" x="1262063" y="4579938"/>
          <p14:tracePt t="44485" x="1244600" y="4579938"/>
          <p14:tracePt t="44501" x="1227138" y="4579938"/>
          <p14:tracePt t="44508" x="1219200" y="4579938"/>
          <p14:tracePt t="44532" x="1201738" y="4579938"/>
          <p14:tracePt t="44548" x="1185863" y="4579938"/>
          <p14:tracePt t="44565" x="1168400" y="4579938"/>
          <p14:tracePt t="44581" x="1160463" y="4579938"/>
          <p14:tracePt t="44598" x="1143000" y="4579938"/>
          <p14:tracePt t="44614" x="1125538" y="4579938"/>
          <p14:tracePt t="44639" x="1109663" y="4579938"/>
          <p14:tracePt t="44721" x="1092200" y="4579938"/>
          <p14:tracePt t="44836" x="1109663" y="4579938"/>
          <p14:tracePt t="44860" x="1125538" y="4579938"/>
          <p14:tracePt t="44868" x="1143000" y="4579938"/>
          <p14:tracePt t="44876" x="1160463" y="4579938"/>
          <p14:tracePt t="44893" x="1201738" y="4579938"/>
          <p14:tracePt t="44901" x="1227138" y="4579938"/>
          <p14:tracePt t="44909" x="1262063" y="4579938"/>
          <p14:tracePt t="44918" x="1303338" y="4579938"/>
          <p14:tracePt t="44925" x="1338263" y="4579938"/>
          <p14:tracePt t="44935" x="1397000" y="4579938"/>
          <p14:tracePt t="44941" x="1455738" y="4579938"/>
          <p14:tracePt t="44952" x="1516063" y="4579938"/>
          <p14:tracePt t="44958" x="1557338" y="4579938"/>
          <p14:tracePt t="44968" x="1651000" y="4579938"/>
          <p14:tracePt t="44975" x="1693863" y="4579938"/>
          <p14:tracePt t="44984" x="1785938" y="4579938"/>
          <p14:tracePt t="44991" x="1828800" y="4579938"/>
          <p14:tracePt t="45001" x="1922463" y="4579938"/>
          <p14:tracePt t="45007" x="1963738" y="4579938"/>
          <p14:tracePt t="45015" x="2024063" y="4579938"/>
          <p14:tracePt t="45024" x="2090738" y="4579938"/>
          <p14:tracePt t="45032" x="2151063" y="4564063"/>
          <p14:tracePt t="45040" x="2192338" y="4564063"/>
          <p14:tracePt t="45048" x="2235200" y="4564063"/>
          <p14:tracePt t="45057" x="2293938" y="4564063"/>
          <p14:tracePt t="45065" x="2311400" y="4564063"/>
          <p14:tracePt t="45073" x="2354263" y="4564063"/>
          <p14:tracePt t="45081" x="2387600" y="4564063"/>
          <p14:tracePt t="45089" x="2420938" y="4564063"/>
          <p14:tracePt t="45098" x="2430463" y="4564063"/>
          <p14:tracePt t="45106" x="2463800" y="4564063"/>
          <p14:tracePt t="45122" x="2481263" y="4564063"/>
          <p14:tracePt t="45130" x="2489200" y="4564063"/>
          <p14:tracePt t="45147" x="2506663" y="4564063"/>
          <p14:tracePt t="45155" x="2522538" y="4564063"/>
          <p14:tracePt t="45179" x="2540000" y="4564063"/>
          <p14:tracePt t="45228" x="2547938" y="4564063"/>
          <p14:tracePt t="45261" x="2565400" y="4564063"/>
          <p14:tracePt t="45302" x="2582863" y="4564063"/>
          <p14:tracePt t="45327" x="2598738" y="4564063"/>
          <p14:tracePt t="45344" x="2616200" y="4564063"/>
          <p14:tracePt t="45352" x="2624138" y="4564063"/>
          <p14:tracePt t="45368" x="2641600" y="4564063"/>
          <p14:tracePt t="45376" x="2659063" y="4564063"/>
          <p14:tracePt t="45385" x="2674938" y="4564063"/>
          <p14:tracePt t="45392" x="2684463" y="4564063"/>
          <p14:tracePt t="45409" x="2700338" y="4564063"/>
          <p14:tracePt t="45418" x="2717800" y="4564063"/>
          <p14:tracePt t="45435" x="2735263" y="4564063"/>
          <p14:tracePt t="45442" x="2751138" y="4564063"/>
          <p14:tracePt t="45458" x="2760663" y="4564063"/>
          <p14:tracePt t="45474" x="2776538" y="4564063"/>
          <p14:tracePt t="45484" x="2794000" y="4564063"/>
          <p14:tracePt t="45501" x="2811463" y="4564063"/>
          <p14:tracePt t="45515" x="2819400" y="4564063"/>
          <p14:tracePt t="45532" x="2836863" y="4564063"/>
          <p14:tracePt t="45548" x="2852738" y="4564063"/>
          <p14:tracePt t="45564" x="2870200" y="4564063"/>
          <p14:tracePt t="45581" x="2878138" y="4564063"/>
          <p14:tracePt t="45597" x="2895600" y="4564063"/>
          <p14:tracePt t="45614" x="2913063" y="4564063"/>
          <p14:tracePt t="45622" x="2928938" y="4564063"/>
          <p14:tracePt t="45630" x="2946400" y="4564063"/>
          <p14:tracePt t="45638" x="2954338" y="4564063"/>
          <p14:tracePt t="45646" x="3005138" y="4564063"/>
          <p14:tracePt t="45655" x="3030538" y="4564063"/>
          <p14:tracePt t="47097" x="3048000" y="4564063"/>
          <p14:tracePt t="47105" x="3048000" y="4579938"/>
          <p14:tracePt t="47113" x="3065463" y="4589463"/>
          <p14:tracePt t="47130" x="3065463" y="4605338"/>
          <p14:tracePt t="47138" x="3081338" y="4605338"/>
          <p14:tracePt t="47154" x="3081338" y="4622800"/>
          <p14:tracePt t="47162" x="3090863" y="4622800"/>
          <p14:tracePt t="47244" x="3090863" y="4640263"/>
          <p14:tracePt t="47252" x="3106738" y="4640263"/>
          <p14:tracePt t="47277" x="3141663" y="4648200"/>
          <p14:tracePt t="47285" x="3167063" y="4648200"/>
          <p14:tracePt t="47293" x="3217863" y="4681538"/>
          <p14:tracePt t="47302" x="3302000" y="4716463"/>
          <p14:tracePt t="47310" x="3421063" y="4741863"/>
          <p14:tracePt t="47318" x="3556000" y="4783138"/>
          <p14:tracePt t="47326" x="3802063" y="4843463"/>
          <p14:tracePt t="47335" x="4216400" y="4970463"/>
          <p14:tracePt t="47343" x="4597400" y="5072063"/>
          <p14:tracePt t="47351" x="5029200" y="5207000"/>
          <p14:tracePt t="47359" x="5453063" y="5359400"/>
          <p14:tracePt t="47368" x="5689600" y="5418138"/>
          <p14:tracePt t="47375" x="6062663" y="5519738"/>
          <p14:tracePt t="47385" x="6383338" y="5630863"/>
          <p14:tracePt t="47392" x="6484938" y="5638800"/>
          <p14:tracePt t="47401" x="6654800" y="5707063"/>
          <p14:tracePt t="47408" x="6789738" y="5732463"/>
          <p14:tracePt t="47418" x="6858000" y="5748338"/>
          <p14:tracePt t="47424" x="6891338" y="5748338"/>
          <p14:tracePt t="47435" x="6926263" y="5765800"/>
          <p14:tracePt t="47441" x="6934200" y="5765800"/>
          <p14:tracePt t="47572" x="6926263" y="5765800"/>
          <p14:tracePt t="47588" x="6891338" y="5765800"/>
          <p14:tracePt t="47597" x="6875463" y="5765800"/>
          <p14:tracePt t="47605" x="6815138" y="5765800"/>
          <p14:tracePt t="47613" x="6789738" y="5765800"/>
          <p14:tracePt t="47621" x="6713538" y="5765800"/>
          <p14:tracePt t="47629" x="6604000" y="5765800"/>
          <p14:tracePt t="47637" x="6469063" y="5765800"/>
          <p14:tracePt t="47646" x="6307138" y="5765800"/>
          <p14:tracePt t="47654" x="6113463" y="5732463"/>
          <p14:tracePt t="47662" x="5943600" y="5715000"/>
          <p14:tracePt t="47670" x="5748338" y="5707063"/>
          <p14:tracePt t="47679" x="5554663" y="5689600"/>
          <p14:tracePt t="47687" x="5392738" y="5656263"/>
          <p14:tracePt t="47695" x="5224463" y="5630863"/>
          <p14:tracePt t="47703" x="5164138" y="5613400"/>
          <p14:tracePt t="47711" x="5062538" y="5580063"/>
          <p14:tracePt t="47720" x="4953000" y="5570538"/>
          <p14:tracePt t="47728" x="4910138" y="5554663"/>
          <p14:tracePt t="47736" x="4851400" y="5537200"/>
          <p14:tracePt t="47744" x="4800600" y="5519738"/>
          <p14:tracePt t="47752" x="4792663" y="5519738"/>
          <p14:tracePt t="47760" x="4775200" y="5503863"/>
          <p14:tracePt t="47769" x="4757738" y="5503863"/>
          <p14:tracePt t="47785" x="4741863" y="5503863"/>
          <p14:tracePt t="48359" x="4741863" y="5494338"/>
          <p14:tracePt t="48416" x="4741863" y="5478463"/>
          <p14:tracePt t="48441" x="4732338" y="5478463"/>
          <p14:tracePt t="48449" x="4732338" y="5461000"/>
          <p14:tracePt t="48457" x="4732338" y="5443538"/>
          <p14:tracePt t="48469" x="4716463" y="5443538"/>
          <p14:tracePt t="48473" x="4716463" y="5435600"/>
          <p14:tracePt t="48485" x="4716463" y="5418138"/>
          <p14:tracePt t="48490" x="4699000" y="5418138"/>
          <p14:tracePt t="48502" x="4699000" y="5402263"/>
          <p14:tracePt t="48506" x="4681538" y="5384800"/>
          <p14:tracePt t="48522" x="4673600" y="5376863"/>
          <p14:tracePt t="48535" x="4656138" y="5359400"/>
          <p14:tracePt t="48539" x="4656138" y="5341938"/>
          <p14:tracePt t="48551" x="4640263" y="5326063"/>
          <p14:tracePt t="48555" x="4640263" y="5308600"/>
          <p14:tracePt t="48568" x="4622800" y="5308600"/>
          <p14:tracePt t="48571" x="4605338" y="5300663"/>
          <p14:tracePt t="48585" x="4597400" y="5265738"/>
          <p14:tracePt t="48588" x="4597400" y="5249863"/>
          <p14:tracePt t="48602" x="4579938" y="5240338"/>
          <p14:tracePt t="48618" x="4564063" y="5224463"/>
          <p14:tracePt t="48637" x="4546600" y="5207000"/>
          <p14:tracePt t="48678" x="4538663" y="5207000"/>
          <p14:tracePt t="48695" x="4538663" y="5189538"/>
          <p14:tracePt t="48744" x="4538663" y="5173663"/>
          <p14:tracePt t="48752" x="4521200" y="5173663"/>
          <p14:tracePt t="48768" x="4521200" y="5164138"/>
          <p14:tracePt t="48785" x="4503738" y="5148263"/>
          <p14:tracePt t="48793" x="4487863" y="5130800"/>
          <p14:tracePt t="48801" x="4487863" y="5113338"/>
          <p14:tracePt t="48809" x="4470400" y="5087938"/>
          <p14:tracePt t="48818" x="4462463" y="5072063"/>
          <p14:tracePt t="48826" x="4445000" y="5046663"/>
          <p14:tracePt t="48835" x="4445000" y="5029200"/>
          <p14:tracePt t="48842" x="4427538" y="5011738"/>
          <p14:tracePt t="48851" x="4427538" y="4995863"/>
          <p14:tracePt t="48859" x="4411663" y="4978400"/>
          <p14:tracePt t="48868" x="4411663" y="4970463"/>
          <p14:tracePt t="48875" x="4402138" y="4970463"/>
          <p14:tracePt t="48885" x="4402138" y="4953000"/>
          <p14:tracePt t="48916" x="4386263" y="4935538"/>
          <p14:tracePt t="49375" x="4386263" y="4953000"/>
          <p14:tracePt t="49440" x="4386263" y="4970463"/>
          <p14:tracePt t="49473" x="4386263" y="4978400"/>
          <p14:tracePt t="49538" x="4386263" y="4995863"/>
          <p14:tracePt t="49621" x="4368800" y="4995863"/>
          <p14:tracePt t="49645" x="4351338" y="4995863"/>
          <p14:tracePt t="49686" x="4343400" y="4995863"/>
          <p14:tracePt t="49694" x="4325938" y="4995863"/>
          <p14:tracePt t="49711" x="4325938" y="4978400"/>
          <p14:tracePt t="49719" x="4310063" y="4978400"/>
          <p14:tracePt t="49735" x="4310063" y="4970463"/>
          <p14:tracePt t="49744" x="4292600" y="4970463"/>
          <p14:tracePt t="49768" x="4292600" y="4953000"/>
          <p14:tracePt t="49776" x="4275138" y="4953000"/>
          <p14:tracePt t="49785" x="4275138" y="4935538"/>
          <p14:tracePt t="49793" x="4267200" y="4935538"/>
          <p14:tracePt t="49802" x="4267200" y="4919663"/>
          <p14:tracePt t="49818" x="4267200" y="4910138"/>
          <p14:tracePt t="49825" x="4267200" y="4894263"/>
          <p14:tracePt t="49835" x="4267200" y="4876800"/>
          <p14:tracePt t="49842" x="4249738" y="4876800"/>
          <p14:tracePt t="49851" x="4249738" y="4859338"/>
          <p14:tracePt t="49858" x="4249738" y="4843463"/>
          <p14:tracePt t="49875" x="4249738" y="4833938"/>
          <p14:tracePt t="49891" x="4249738" y="4818063"/>
          <p14:tracePt t="49908" x="4249738" y="4800600"/>
          <p14:tracePt t="49924" x="4249738" y="4783138"/>
          <p14:tracePt t="49932" x="4249738" y="4775200"/>
          <p14:tracePt t="49948" x="4249738" y="4757738"/>
          <p14:tracePt t="49957" x="4249738" y="4741863"/>
          <p14:tracePt t="49981" x="4267200" y="4724400"/>
          <p14:tracePt t="50006" x="4275138" y="4724400"/>
          <p14:tracePt t="50038" x="4292600" y="4724400"/>
          <p14:tracePt t="50047" x="4310063" y="4724400"/>
          <p14:tracePt t="50063" x="4325938" y="4724400"/>
          <p14:tracePt t="50071" x="4343400" y="4724400"/>
          <p14:tracePt t="50087" x="4368800" y="4724400"/>
          <p14:tracePt t="50096" x="4411663" y="4724400"/>
          <p14:tracePt t="50104" x="4427538" y="4724400"/>
          <p14:tracePt t="50112" x="4487863" y="4724400"/>
          <p14:tracePt t="50120" x="4538663" y="4724400"/>
          <p14:tracePt t="50128" x="4579938" y="4724400"/>
          <p14:tracePt t="50137" x="4640263" y="4724400"/>
          <p14:tracePt t="50145" x="4716463" y="4724400"/>
          <p14:tracePt t="50153" x="4775200" y="4724400"/>
          <p14:tracePt t="50161" x="4851400" y="4724400"/>
          <p14:tracePt t="50169" x="4910138" y="4724400"/>
          <p14:tracePt t="50178" x="4986338" y="4724400"/>
          <p14:tracePt t="50186" x="5046663" y="4724400"/>
          <p14:tracePt t="50194" x="5122863" y="4724400"/>
          <p14:tracePt t="50202" x="5181600" y="4741863"/>
          <p14:tracePt t="50210" x="5257800" y="4741863"/>
          <p14:tracePt t="50219" x="5316538" y="4741863"/>
          <p14:tracePt t="50227" x="5341938" y="4741863"/>
          <p14:tracePt t="50235" x="5402263" y="4741863"/>
          <p14:tracePt t="50244" x="5453063" y="4741863"/>
          <p14:tracePt t="50252" x="5478463" y="4741863"/>
          <p14:tracePt t="50260" x="5529263" y="4741863"/>
          <p14:tracePt t="50268" x="5554663" y="4757738"/>
          <p14:tracePt t="50276" x="5570538" y="4757738"/>
          <p14:tracePt t="50285" x="5595938" y="4757738"/>
          <p14:tracePt t="50292" x="5613400" y="4757738"/>
          <p14:tracePt t="50301" x="5630863" y="4757738"/>
          <p14:tracePt t="50308" x="5646738" y="4757738"/>
          <p14:tracePt t="50318" x="5664200" y="4757738"/>
          <p14:tracePt t="50335" x="5672138" y="4757738"/>
          <p14:tracePt t="50351" x="5689600" y="4757738"/>
          <p14:tracePt t="50368" x="5707063" y="4757738"/>
          <p14:tracePt t="50391" x="5722938" y="4757738"/>
          <p14:tracePt t="50399" x="5732463" y="4757738"/>
          <p14:tracePt t="50424" x="5748338" y="4757738"/>
          <p14:tracePt t="50440" x="5765800" y="4757738"/>
          <p14:tracePt t="50448" x="5783263" y="4757738"/>
          <p14:tracePt t="50465" x="5799138" y="4757738"/>
          <p14:tracePt t="50481" x="5808663" y="4757738"/>
          <p14:tracePt t="50489" x="5824538" y="4757738"/>
          <p14:tracePt t="50505" x="5842000" y="4757738"/>
          <p14:tracePt t="50530" x="5859463" y="4757738"/>
          <p14:tracePt t="50554" x="5867400" y="4757738"/>
          <p14:tracePt t="50571" x="5867400" y="4775200"/>
          <p14:tracePt t="50620" x="5867400" y="4783138"/>
          <p14:tracePt t="50645" x="5867400" y="4800600"/>
          <p14:tracePt t="50678" x="5867400" y="4818063"/>
          <p14:tracePt t="50718" x="5867400" y="4833938"/>
          <p14:tracePt t="50727" x="5859463" y="4833938"/>
          <p14:tracePt t="50743" x="5842000" y="4833938"/>
          <p14:tracePt t="50759" x="5824538" y="4833938"/>
          <p14:tracePt t="50768" x="5808663" y="4843463"/>
          <p14:tracePt t="50776" x="5799138" y="4843463"/>
          <p14:tracePt t="50785" x="5783263" y="4843463"/>
          <p14:tracePt t="50801" x="5765800" y="4843463"/>
          <p14:tracePt t="50809" x="5748338" y="4843463"/>
          <p14:tracePt t="50818" x="5732463" y="4843463"/>
          <p14:tracePt t="50825" x="5707063" y="4843463"/>
          <p14:tracePt t="50835" x="5707063" y="4859338"/>
          <p14:tracePt t="50841" x="5672138" y="4859338"/>
          <p14:tracePt t="50851" x="5646738" y="4859338"/>
          <p14:tracePt t="50858" x="5613400" y="4876800"/>
          <p14:tracePt t="50868" x="5570538" y="4876800"/>
          <p14:tracePt t="50874" x="5554663" y="4894263"/>
          <p14:tracePt t="50884" x="5494338" y="4894263"/>
          <p14:tracePt t="50890" x="5453063" y="4910138"/>
          <p14:tracePt t="50901" x="5402263" y="4910138"/>
          <p14:tracePt t="50907" x="5359400" y="4919663"/>
          <p14:tracePt t="50915" x="5300663" y="4935538"/>
          <p14:tracePt t="50923" x="5240338" y="4953000"/>
          <p14:tracePt t="50932" x="5199063" y="4970463"/>
          <p14:tracePt t="50940" x="5148263" y="4978400"/>
          <p14:tracePt t="50948" x="5087938" y="4978400"/>
          <p14:tracePt t="50956" x="5062538" y="4995863"/>
          <p14:tracePt t="50964" x="5011738" y="4995863"/>
          <p14:tracePt t="50973" x="5003800" y="4995863"/>
          <p14:tracePt t="50981" x="4970463" y="5011738"/>
          <p14:tracePt t="50989" x="4953000" y="5011738"/>
          <p14:tracePt t="50997" x="4935538" y="5011738"/>
          <p14:tracePt t="51022" x="4927600" y="5011738"/>
          <p14:tracePt t="51177" x="4935538" y="5011738"/>
          <p14:tracePt t="51210" x="4953000" y="5011738"/>
          <p14:tracePt t="51235" x="4970463" y="5011738"/>
          <p14:tracePt t="51243" x="4986338" y="5011738"/>
          <p14:tracePt t="51259" x="5003800" y="5011738"/>
          <p14:tracePt t="51268" x="5029200" y="5011738"/>
          <p14:tracePt t="51276" x="5046663" y="5011738"/>
          <p14:tracePt t="51285" x="5072063" y="5011738"/>
          <p14:tracePt t="51292" x="5105400" y="5011738"/>
          <p14:tracePt t="51302" x="5138738" y="5011738"/>
          <p14:tracePt t="51309" x="5181600" y="5011738"/>
          <p14:tracePt t="51318" x="5207000" y="5011738"/>
          <p14:tracePt t="51325" x="5257800" y="5011738"/>
          <p14:tracePt t="51335" x="5283200" y="5011738"/>
          <p14:tracePt t="51341" x="5334000" y="4995863"/>
          <p14:tracePt t="51351" x="5376863" y="4978400"/>
          <p14:tracePt t="51358" x="5402263" y="4970463"/>
          <p14:tracePt t="51367" x="5435600" y="4953000"/>
          <p14:tracePt t="51374" x="5453063" y="4953000"/>
          <p14:tracePt t="51382" x="5478463" y="4953000"/>
          <p14:tracePt t="51391" x="5511800" y="4935538"/>
          <p14:tracePt t="51407" x="5529263" y="4935538"/>
          <p14:tracePt t="51415" x="5537200" y="4935538"/>
          <p14:tracePt t="51448" x="5554663" y="4935538"/>
          <p14:tracePt t="52963" x="5588000" y="4935538"/>
          <p14:tracePt t="52972" x="5664200" y="4935538"/>
          <p14:tracePt t="52980" x="5722938" y="4919663"/>
          <p14:tracePt t="52989" x="5799138" y="4919663"/>
          <p14:tracePt t="52997" x="5900738" y="4910138"/>
          <p14:tracePt t="53004" x="5943600" y="4876800"/>
          <p14:tracePt t="53013" x="6037263" y="4859338"/>
          <p14:tracePt t="53021" x="6129338" y="4833938"/>
          <p14:tracePt t="53029" x="6230938" y="4818063"/>
          <p14:tracePt t="53037" x="6332538" y="4783138"/>
          <p14:tracePt t="53045" x="6392863" y="4783138"/>
          <p14:tracePt t="53054" x="6469063" y="4775200"/>
          <p14:tracePt t="53062" x="6519863" y="4757738"/>
          <p14:tracePt t="53070" x="6545263" y="4741863"/>
          <p14:tracePt t="53078" x="6578600" y="4741863"/>
          <p14:tracePt t="53087" x="6596063" y="4741863"/>
          <p14:tracePt t="53095" x="6604000" y="4741863"/>
          <p14:tracePt t="53103" x="6621463" y="4741863"/>
          <p14:tracePt t="53119" x="6637338" y="4741863"/>
          <p14:tracePt t="53300" x="6637338" y="4757738"/>
          <p14:tracePt t="53357" x="6637338" y="4775200"/>
          <p14:tracePt t="53414" x="6637338" y="4783138"/>
          <p14:tracePt t="53914" x="6654800" y="4783138"/>
          <p14:tracePt t="53939" x="6662738" y="4783138"/>
          <p14:tracePt t="53947" x="6680200" y="4783138"/>
          <p14:tracePt t="53955" x="6697663" y="4783138"/>
          <p14:tracePt t="53964" x="6723063" y="4783138"/>
          <p14:tracePt t="53972" x="6738938" y="4783138"/>
          <p14:tracePt t="53980" x="6789738" y="4783138"/>
          <p14:tracePt t="53988" x="6799263" y="4783138"/>
          <p14:tracePt t="53996" x="6850063" y="4783138"/>
          <p14:tracePt t="54005" x="6875463" y="4783138"/>
          <p14:tracePt t="54013" x="6908800" y="4783138"/>
          <p14:tracePt t="54021" x="6934200" y="4783138"/>
          <p14:tracePt t="54029" x="6951663" y="4783138"/>
          <p14:tracePt t="54037" x="6985000" y="4783138"/>
          <p14:tracePt t="54046" x="7010400" y="4783138"/>
          <p14:tracePt t="54062" x="7027863" y="4783138"/>
          <p14:tracePt t="54070" x="7043738" y="4783138"/>
          <p14:tracePt t="54102" x="7053263" y="4783138"/>
          <p14:tracePt t="57305" x="7053263" y="4800600"/>
          <p14:tracePt t="57313" x="7043738" y="4843463"/>
          <p14:tracePt t="57321" x="6985000" y="4910138"/>
          <p14:tracePt t="57330" x="6951663" y="4935538"/>
          <p14:tracePt t="57338" x="6908800" y="4995863"/>
          <p14:tracePt t="57346" x="6858000" y="5046663"/>
          <p14:tracePt t="57356" x="6815138" y="5087938"/>
          <p14:tracePt t="57362" x="6773863" y="5130800"/>
          <p14:tracePt t="57371" x="6723063" y="5173663"/>
          <p14:tracePt t="57379" x="6680200" y="5224463"/>
          <p14:tracePt t="57387" x="6637338" y="5240338"/>
          <p14:tracePt t="57395" x="6578600" y="5265738"/>
          <p14:tracePt t="57403" x="6527800" y="5300663"/>
          <p14:tracePt t="57412" x="6502400" y="5326063"/>
          <p14:tracePt t="57420" x="6443663" y="5341938"/>
          <p14:tracePt t="57428" x="6383338" y="5376863"/>
          <p14:tracePt t="57436" x="6324600" y="5384800"/>
          <p14:tracePt t="57444" x="6273800" y="5418138"/>
          <p14:tracePt t="57453" x="6215063" y="5418138"/>
          <p14:tracePt t="57461" x="6172200" y="5443538"/>
          <p14:tracePt t="57469" x="6113463" y="5461000"/>
          <p14:tracePt t="57477" x="6062663" y="5478463"/>
          <p14:tracePt t="57485" x="6002338" y="5503863"/>
          <p14:tracePt t="57493" x="5961063" y="5503863"/>
          <p14:tracePt t="57502" x="5926138" y="5519738"/>
          <p14:tracePt t="57510" x="5884863" y="5537200"/>
          <p14:tracePt t="57519" x="5859463" y="5554663"/>
          <p14:tracePt t="57526" x="5808663" y="5570538"/>
          <p14:tracePt t="57535" x="5765800" y="5580063"/>
          <p14:tracePt t="57543" x="5748338" y="5580063"/>
          <p14:tracePt t="57552" x="5722938" y="5595938"/>
          <p14:tracePt t="57559" x="5707063" y="5595938"/>
          <p14:tracePt t="57569" x="5672138" y="5613400"/>
          <p14:tracePt t="57576" x="5646738" y="5613400"/>
          <p14:tracePt t="57585" x="5630863" y="5613400"/>
          <p14:tracePt t="57592" x="5595938" y="5613400"/>
          <p14:tracePt t="57602" x="5588000" y="5613400"/>
          <p14:tracePt t="57608" x="5554663" y="5613400"/>
          <p14:tracePt t="57618" x="5529263" y="5613400"/>
          <p14:tracePt t="57625" x="5494338" y="5613400"/>
          <p14:tracePt t="57635" x="5453063" y="5613400"/>
          <p14:tracePt t="57641" x="5402263" y="5613400"/>
          <p14:tracePt t="57652" x="5359400" y="5613400"/>
          <p14:tracePt t="57657" x="5300663" y="5613400"/>
          <p14:tracePt t="57668" x="5265738" y="5613400"/>
          <p14:tracePt t="57674" x="5207000" y="5613400"/>
          <p14:tracePt t="57685" x="5148263" y="5595938"/>
          <p14:tracePt t="57690" x="5105400" y="5580063"/>
          <p14:tracePt t="57702" x="5062538" y="5570538"/>
          <p14:tracePt t="57707" x="5003800" y="5537200"/>
          <p14:tracePt t="57718" x="4970463" y="5537200"/>
          <p14:tracePt t="57723" x="4927600" y="5503863"/>
          <p14:tracePt t="57735" x="4910138" y="5503863"/>
          <p14:tracePt t="57739" x="4868863" y="5494338"/>
          <p14:tracePt t="57752" x="4833938" y="5478463"/>
          <p14:tracePt t="57764" x="4818063" y="5461000"/>
          <p14:tracePt t="57772" x="4800600" y="5443538"/>
          <p14:tracePt t="57788" x="4792663" y="5443538"/>
          <p14:tracePt t="57797" x="4775200" y="5435600"/>
          <p14:tracePt t="57821" x="4757738" y="5435600"/>
          <p14:tracePt t="57830" x="4757738" y="5418138"/>
          <p14:tracePt t="57854" x="4757738" y="5402263"/>
          <p14:tracePt t="57862" x="4741863" y="5402263"/>
          <p14:tracePt t="57887" x="4732338" y="5402263"/>
          <p14:tracePt t="57895" x="4732338" y="5384800"/>
          <p14:tracePt t="57911" x="4716463" y="5384800"/>
          <p14:tracePt t="57928" x="4716463" y="5376863"/>
          <p14:tracePt t="57936" x="4699000" y="5376863"/>
          <p14:tracePt t="57953" x="4681538" y="5359400"/>
          <p14:tracePt t="57977" x="4673600" y="5359400"/>
          <p14:tracePt t="57993" x="4673600" y="5341938"/>
          <p14:tracePt t="58002" x="4656138" y="5341938"/>
          <p14:tracePt t="58313" x="4673600" y="5341938"/>
          <p14:tracePt t="58419" x="4673600" y="5359400"/>
          <p14:tracePt t="58428" x="4681538" y="5359400"/>
          <p14:tracePt t="58542" x="4699000" y="5359400"/>
          <p14:tracePt t="58739" x="4716463" y="5359400"/>
          <p14:tracePt t="58747" x="4716463" y="5376863"/>
          <p14:tracePt t="58845" x="4732338" y="5376863"/>
          <p14:tracePt t="58854" x="4732338" y="5384800"/>
          <p14:tracePt t="58879" x="4741863" y="5384800"/>
          <p14:tracePt t="58903" x="4757738" y="5384800"/>
          <p14:tracePt t="58911" x="4775200" y="5384800"/>
          <p14:tracePt t="58928" x="4792663" y="5384800"/>
          <p14:tracePt t="58936" x="4818063" y="5384800"/>
          <p14:tracePt t="58944" x="4833938" y="5384800"/>
          <p14:tracePt t="58952" x="4851400" y="5384800"/>
          <p14:tracePt t="58960" x="4868863" y="5384800"/>
          <p14:tracePt t="58969" x="4894263" y="5384800"/>
          <p14:tracePt t="58977" x="4910138" y="5384800"/>
          <p14:tracePt t="58985" x="4927600" y="5384800"/>
          <p14:tracePt t="58993" x="4935538" y="5384800"/>
          <p14:tracePt t="59002" x="4970463" y="5384800"/>
          <p14:tracePt t="59018" x="5003800" y="5384800"/>
          <p14:tracePt t="59026" x="5011738" y="5384800"/>
          <p14:tracePt t="59035" x="5029200" y="5384800"/>
          <p14:tracePt t="59042" x="5046663" y="5384800"/>
          <p14:tracePt t="59052" x="5062538" y="5384800"/>
          <p14:tracePt t="59059" x="5072063" y="5384800"/>
          <p14:tracePt t="59068" x="5105400" y="5384800"/>
          <p14:tracePt t="59085" x="5122863" y="5384800"/>
          <p14:tracePt t="59092" x="5138738" y="5384800"/>
          <p14:tracePt t="59101" x="5148263" y="5384800"/>
          <p14:tracePt t="59116" x="5164138" y="5384800"/>
          <p14:tracePt t="59132" x="5181600" y="5384800"/>
          <p14:tracePt t="59157" x="5199063" y="5384800"/>
          <p14:tracePt t="59181" x="5207000" y="5384800"/>
          <p14:tracePt t="59222" x="5224463" y="5384800"/>
          <p14:tracePt t="59247" x="5240338" y="5384800"/>
          <p14:tracePt t="59271" x="5257800" y="5384800"/>
          <p14:tracePt t="59312" x="5265738" y="5384800"/>
          <p14:tracePt t="59345" x="5283200" y="5384800"/>
          <p14:tracePt t="59386" x="5300663" y="5384800"/>
          <p14:tracePt t="59419" x="5316538" y="5384800"/>
          <p14:tracePt t="59599" x="5334000" y="5384800"/>
          <p14:tracePt t="61009" x="5341938" y="5384800"/>
          <p14:tracePt t="61035" x="5359400" y="5384800"/>
          <p14:tracePt t="61041" x="5376863" y="5384800"/>
          <p14:tracePt t="61051" x="5392738" y="5384800"/>
          <p14:tracePt t="61058" x="5418138" y="5376863"/>
          <p14:tracePt t="61068" x="5453063" y="5376863"/>
          <p14:tracePt t="61074" x="5478463" y="5376863"/>
          <p14:tracePt t="61082" x="5511800" y="5359400"/>
          <p14:tracePt t="61090" x="5537200" y="5359400"/>
          <p14:tracePt t="61099" x="5588000" y="5341938"/>
          <p14:tracePt t="61107" x="5613400" y="5326063"/>
          <p14:tracePt t="61115" x="5664200" y="5326063"/>
          <p14:tracePt t="61123" x="5707063" y="5308600"/>
          <p14:tracePt t="61132" x="5732463" y="5300663"/>
          <p14:tracePt t="61140" x="5765800" y="5300663"/>
          <p14:tracePt t="61148" x="5799138" y="5283200"/>
          <p14:tracePt t="61156" x="5824538" y="5283200"/>
          <p14:tracePt t="61164" x="5859463" y="5283200"/>
          <p14:tracePt t="61173" x="5859463" y="5265738"/>
          <p14:tracePt t="61181" x="5867400" y="5265738"/>
          <p14:tracePt t="61189" x="5884863" y="5265738"/>
          <p14:tracePt t="61197" x="5900738" y="5265738"/>
          <p14:tracePt t="61214" x="5918200" y="5265738"/>
          <p14:tracePt t="61222" x="5918200" y="5249863"/>
          <p14:tracePt t="61246" x="5926138" y="5249863"/>
          <p14:tracePt t="61279" x="5943600" y="5249863"/>
          <p14:tracePt t="61591" x="5926138" y="5249863"/>
          <p14:tracePt t="61680" x="5918200" y="5265738"/>
          <p14:tracePt t="61738" x="5900738" y="5265738"/>
          <p14:tracePt t="61779" x="5884863" y="5265738"/>
          <p14:tracePt t="61951" x="5867400" y="5265738"/>
          <p14:tracePt t="63008" x="5918200" y="5265738"/>
          <p14:tracePt t="63018" x="5943600" y="5265738"/>
          <p14:tracePt t="63025" x="5976938" y="5265738"/>
          <p14:tracePt t="63032" x="6019800" y="5265738"/>
          <p14:tracePt t="63040" x="6037263" y="5265738"/>
          <p14:tracePt t="63049" x="6078538" y="5265738"/>
          <p14:tracePt t="63057" x="6113463" y="5265738"/>
          <p14:tracePt t="63065" x="6138863" y="5265738"/>
          <p14:tracePt t="63073" x="6189663" y="5249863"/>
          <p14:tracePt t="63082" x="6197600" y="5249863"/>
          <p14:tracePt t="63090" x="6248400" y="5240338"/>
          <p14:tracePt t="63098" x="6265863" y="5240338"/>
          <p14:tracePt t="63106" x="6273800" y="5240338"/>
          <p14:tracePt t="63115" x="6307138" y="5240338"/>
          <p14:tracePt t="63122" x="6324600" y="5240338"/>
          <p14:tracePt t="63131" x="6332538" y="5240338"/>
          <p14:tracePt t="63163" x="6350000" y="5240338"/>
          <p14:tracePt t="63581" x="6332538" y="5240338"/>
          <p14:tracePt t="65327" x="6367463" y="5240338"/>
          <p14:tracePt t="65335" x="6637338" y="5240338"/>
          <p14:tracePt t="65343" x="6908800" y="5326063"/>
          <p14:tracePt t="65352" x="7281863" y="5435600"/>
          <p14:tracePt t="65360" x="7764463" y="5580063"/>
          <p14:tracePt t="65369" x="8831263" y="5849938"/>
          <p14:tracePt t="65376" x="9923463" y="6164263"/>
          <p14:tracePt t="65385" x="10523538" y="6273800"/>
          <p14:tracePt t="65392" x="11590338" y="6484938"/>
          <p14:tracePt t="66386" x="10287000" y="6350000"/>
          <p14:tracePt t="66393" x="9644063" y="6062663"/>
          <p14:tracePt t="66403" x="9009063" y="5773738"/>
          <p14:tracePt t="66409" x="8796338" y="5672138"/>
          <p14:tracePt t="66419" x="8348663" y="5461000"/>
          <p14:tracePt t="66425" x="7942263" y="5300663"/>
          <p14:tracePt t="66434" x="7840663" y="5249863"/>
          <p14:tracePt t="66441" x="7645400" y="5173663"/>
          <p14:tracePt t="66451" x="7450138" y="5113338"/>
          <p14:tracePt t="66458" x="7315200" y="5054600"/>
          <p14:tracePt t="66466" x="7239000" y="5046663"/>
          <p14:tracePt t="66474" x="7180263" y="5029200"/>
          <p14:tracePt t="66482" x="7119938" y="5011738"/>
          <p14:tracePt t="66490" x="7104063" y="5011738"/>
          <p14:tracePt t="66499" x="7069138" y="5011738"/>
          <p14:tracePt t="66507" x="7053263" y="5011738"/>
          <p14:tracePt t="66515" x="7043738" y="5011738"/>
          <p14:tracePt t="66540" x="7027863" y="5011738"/>
          <p14:tracePt t="66564" x="7010400" y="5011738"/>
          <p14:tracePt t="66589" x="6992938" y="5011738"/>
          <p14:tracePt t="66597" x="6967538" y="5011738"/>
          <p14:tracePt t="66605" x="6951663" y="5011738"/>
          <p14:tracePt t="66613" x="6934200" y="5011738"/>
          <p14:tracePt t="66622" x="6908800" y="5011738"/>
          <p14:tracePt t="66630" x="6891338" y="5011738"/>
          <p14:tracePt t="66638" x="6858000" y="5011738"/>
          <p14:tracePt t="66647" x="6832600" y="5011738"/>
          <p14:tracePt t="66654" x="6815138" y="4995863"/>
          <p14:tracePt t="66663" x="6789738" y="4978400"/>
          <p14:tracePt t="66671" x="6773863" y="4978400"/>
          <p14:tracePt t="66687" x="6756400" y="4978400"/>
          <p14:tracePt t="66695" x="6756400" y="4970463"/>
          <p14:tracePt t="66712" x="6738938" y="4970463"/>
          <p14:tracePt t="66818" x="6738938" y="4978400"/>
          <p14:tracePt t="67490" x="6723063" y="4978400"/>
          <p14:tracePt t="67498" x="6713538" y="4978400"/>
          <p14:tracePt t="67507" x="6713538" y="4995863"/>
          <p14:tracePt t="67515" x="6697663" y="4995863"/>
          <p14:tracePt t="67523" x="6680200" y="5011738"/>
          <p14:tracePt t="67531" x="6662738" y="5029200"/>
          <p14:tracePt t="67539" x="6654800" y="5029200"/>
          <p14:tracePt t="67556" x="6637338" y="5046663"/>
          <p14:tracePt t="67564" x="6637338" y="5054600"/>
          <p14:tracePt t="67588" x="6637338" y="5072063"/>
          <p14:tracePt t="70978" x="6637338" y="5054600"/>
          <p14:tracePt t="70986" x="6637338" y="5029200"/>
          <p14:tracePt t="70995" x="6662738" y="4970463"/>
          <p14:tracePt t="71003" x="6697663" y="4910138"/>
          <p14:tracePt t="71011" x="6723063" y="4833938"/>
          <p14:tracePt t="71019" x="6756400" y="4757738"/>
          <p14:tracePt t="71027" x="6789738" y="4681538"/>
          <p14:tracePt t="71036" x="6799263" y="4622800"/>
          <p14:tracePt t="71044" x="6832600" y="4579938"/>
          <p14:tracePt t="71052" x="6832600" y="4564063"/>
          <p14:tracePt t="71060" x="6850063" y="4529138"/>
          <p14:tracePt t="71068" x="6850063" y="4521200"/>
          <p14:tracePt t="71086" x="6850063" y="4503738"/>
          <p14:tracePt t="71142" x="6832600" y="4503738"/>
          <p14:tracePt t="71167" x="6815138" y="4503738"/>
          <p14:tracePt t="71191" x="6799263" y="4503738"/>
          <p14:tracePt t="71208" x="6799263" y="4521200"/>
          <p14:tracePt t="71216" x="6789738" y="4521200"/>
          <p14:tracePt t="71224" x="6789738" y="4529138"/>
          <p14:tracePt t="71232" x="6789738" y="4546600"/>
          <p14:tracePt t="71240" x="6773863" y="4564063"/>
          <p14:tracePt t="71248" x="6773863" y="4589463"/>
          <p14:tracePt t="71257" x="6756400" y="4622800"/>
          <p14:tracePt t="71265" x="6738938" y="4640263"/>
          <p14:tracePt t="71273" x="6723063" y="4665663"/>
          <p14:tracePt t="71281" x="6713538" y="4681538"/>
          <p14:tracePt t="71290" x="6713538" y="4716463"/>
          <p14:tracePt t="71297" x="6697663" y="4741863"/>
          <p14:tracePt t="71306" x="6680200" y="4757738"/>
          <p14:tracePt t="71314" x="6662738" y="4775200"/>
          <p14:tracePt t="71322" x="6654800" y="4783138"/>
          <p14:tracePt t="71331" x="6637338" y="4800600"/>
          <p14:tracePt t="71339" x="6621463" y="4800600"/>
          <p14:tracePt t="71347" x="6621463" y="4818063"/>
          <p14:tracePt t="71355" x="6604000" y="4818063"/>
          <p14:tracePt t="71363" x="6596063" y="4833938"/>
          <p14:tracePt t="75178" x="6578600" y="4833938"/>
          <p14:tracePt t="75186" x="6519863" y="4833938"/>
          <p14:tracePt t="75194" x="6469063" y="4833938"/>
          <p14:tracePt t="75203" x="6408738" y="4833938"/>
          <p14:tracePt t="75211" x="6350000" y="4843463"/>
          <p14:tracePt t="75220" x="6307138" y="4859338"/>
          <p14:tracePt t="75227" x="6273800" y="4859338"/>
          <p14:tracePt t="75235" x="6230938" y="4859338"/>
          <p14:tracePt t="75244" x="6129338" y="4876800"/>
          <p14:tracePt t="75252" x="6053138" y="4876800"/>
          <p14:tracePt t="75260" x="5976938" y="4876800"/>
          <p14:tracePt t="75269" x="5900738" y="4876800"/>
          <p14:tracePt t="75276" x="5824538" y="4876800"/>
          <p14:tracePt t="75285" x="5765800" y="4876800"/>
          <p14:tracePt t="75293" x="5707063" y="4876800"/>
          <p14:tracePt t="75302" x="5646738" y="4876800"/>
          <p14:tracePt t="75309" x="5613400" y="4876800"/>
          <p14:tracePt t="75319" x="5570538" y="4876800"/>
          <p14:tracePt t="75325" x="5537200" y="4876800"/>
          <p14:tracePt t="75335" x="5511800" y="4876800"/>
          <p14:tracePt t="75342" x="5478463" y="4876800"/>
          <p14:tracePt t="75358" x="5468938" y="4876800"/>
          <p14:tracePt t="75368" x="5453063" y="4876800"/>
          <p14:tracePt t="75375" x="5435600" y="4859338"/>
          <p14:tracePt t="75385" x="5418138" y="4859338"/>
          <p14:tracePt t="75391" x="5402263" y="4859338"/>
          <p14:tracePt t="75401" x="5392738" y="4859338"/>
          <p14:tracePt t="75416" x="5376863" y="4843463"/>
          <p14:tracePt t="75424" x="5359400" y="4843463"/>
          <p14:tracePt t="75432" x="5341938" y="4843463"/>
          <p14:tracePt t="75441" x="5334000" y="4843463"/>
          <p14:tracePt t="75448" x="5316538" y="4843463"/>
          <p14:tracePt t="75457" x="5300663" y="4843463"/>
          <p14:tracePt t="75465" x="5257800" y="4843463"/>
          <p14:tracePt t="75473" x="5240338" y="4843463"/>
          <p14:tracePt t="75481" x="5199063" y="4843463"/>
          <p14:tracePt t="75490" x="5148263" y="4843463"/>
          <p14:tracePt t="75498" x="5105400" y="4843463"/>
          <p14:tracePt t="75506" x="5062538" y="4843463"/>
          <p14:tracePt t="75514" x="5003800" y="4843463"/>
          <p14:tracePt t="75522" x="4970463" y="4843463"/>
          <p14:tracePt t="75531" x="4927600" y="4843463"/>
          <p14:tracePt t="75539" x="4894263" y="4843463"/>
          <p14:tracePt t="75547" x="4868863" y="4859338"/>
          <p14:tracePt t="75555" x="4833938" y="4859338"/>
          <p14:tracePt t="75571" x="4818063" y="4859338"/>
          <p14:tracePt t="75580" x="4800600" y="4859338"/>
          <p14:tracePt t="75596" x="4792663" y="4876800"/>
          <p14:tracePt t="75637" x="4775200" y="4876800"/>
          <p14:tracePt t="75842" x="4792663" y="4876800"/>
          <p14:tracePt t="75874" x="4800600" y="4876800"/>
          <p14:tracePt t="75891" x="4818063" y="4876800"/>
          <p14:tracePt t="75901" x="4833938" y="4876800"/>
          <p14:tracePt t="75907" x="4851400" y="4876800"/>
          <p14:tracePt t="75915" x="4876800" y="4876800"/>
          <p14:tracePt t="75924" x="4894263" y="4876800"/>
          <p14:tracePt t="75932" x="4935538" y="4876800"/>
          <p14:tracePt t="75940" x="4970463" y="4876800"/>
          <p14:tracePt t="75948" x="5011738" y="4876800"/>
          <p14:tracePt t="75956" x="5046663" y="4876800"/>
          <p14:tracePt t="75965" x="5087938" y="4859338"/>
          <p14:tracePt t="75973" x="5122863" y="4859338"/>
          <p14:tracePt t="75981" x="5148263" y="4843463"/>
          <p14:tracePt t="75990" x="5181600" y="4843463"/>
          <p14:tracePt t="75997" x="5199063" y="4833938"/>
          <p14:tracePt t="76006" x="5224463" y="4833938"/>
          <p14:tracePt t="76014" x="5240338" y="4818063"/>
          <p14:tracePt t="76022" x="5265738" y="4818063"/>
          <p14:tracePt t="76031" x="5283200" y="4818063"/>
          <p14:tracePt t="76038" x="5300663" y="4818063"/>
          <p14:tracePt t="76047" x="5316538" y="4818063"/>
          <p14:tracePt t="76055" x="5316538" y="4800600"/>
          <p14:tracePt t="76063" x="5334000" y="4800600"/>
          <p14:tracePt t="76071" x="5341938" y="4800600"/>
          <p14:tracePt t="76104" x="5359400" y="4800600"/>
          <p14:tracePt t="76129" x="5376863" y="4800600"/>
          <p14:tracePt t="76169" x="5392738" y="4800600"/>
          <p14:tracePt t="76218" x="5402263" y="4800600"/>
          <p14:tracePt t="77596" x="5402263" y="4818063"/>
          <p14:tracePt t="77677" x="5402263" y="4833938"/>
          <p14:tracePt t="77710" x="5402263" y="4843463"/>
          <p14:tracePt t="77743" x="5402263" y="4859338"/>
          <p14:tracePt t="77752" x="5418138" y="4859338"/>
          <p14:tracePt t="77769" x="5418138" y="4876800"/>
          <p14:tracePt t="77775" x="5435600" y="4894263"/>
          <p14:tracePt t="77785" x="5435600" y="4910138"/>
          <p14:tracePt t="77792" x="5453063" y="4919663"/>
          <p14:tracePt t="77801" x="5468938" y="4970463"/>
          <p14:tracePt t="77808" x="5494338" y="5029200"/>
          <p14:tracePt t="77818" x="5511800" y="5054600"/>
          <p14:tracePt t="77825" x="5537200" y="5105400"/>
          <p14:tracePt t="77835" x="5570538" y="5164138"/>
          <p14:tracePt t="77841" x="5588000" y="5224463"/>
          <p14:tracePt t="77849" x="5630863" y="5265738"/>
          <p14:tracePt t="77858" x="5630863" y="5308600"/>
          <p14:tracePt t="77866" x="5646738" y="5326063"/>
          <p14:tracePt t="77874" x="5664200" y="5341938"/>
          <p14:tracePt t="77882" x="5664200" y="5359400"/>
          <p14:tracePt t="77898" x="5672138" y="5359400"/>
          <p14:tracePt t="77907" x="5672138" y="5376863"/>
          <p14:tracePt t="78472" x="5664200" y="5376863"/>
          <p14:tracePt t="78537" x="5664200" y="5359400"/>
          <p14:tracePt t="78579" x="5646738" y="5359400"/>
          <p14:tracePt t="78767" x="5630863" y="5359400"/>
          <p14:tracePt t="78882" x="5613400" y="5376863"/>
          <p14:tracePt t="78947" x="5595938" y="5376863"/>
          <p14:tracePt t="78980" x="5588000" y="5376863"/>
          <p14:tracePt t="79021" x="5570538" y="5376863"/>
          <p14:tracePt t="79046" x="5554663" y="5376863"/>
          <p14:tracePt t="79062" x="5537200" y="5376863"/>
          <p14:tracePt t="79086" x="5529263" y="5376863"/>
          <p14:tracePt t="79111" x="5511800" y="5376863"/>
          <p14:tracePt t="79119" x="5494338" y="5376863"/>
          <p14:tracePt t="79144" x="5478463" y="5376863"/>
          <p14:tracePt t="79152" x="5478463" y="5359400"/>
          <p14:tracePt t="79160" x="5468938" y="5359400"/>
          <p14:tracePt t="79169" x="5453063" y="5359400"/>
          <p14:tracePt t="79185" x="5435600" y="5359400"/>
          <p14:tracePt t="79193" x="5435600" y="5341938"/>
          <p14:tracePt t="79202" x="5418138" y="5341938"/>
          <p14:tracePt t="79210" x="5418138" y="5326063"/>
          <p14:tracePt t="79219" x="5402263" y="5326063"/>
          <p14:tracePt t="79235" x="5392738" y="5308600"/>
          <p14:tracePt t="79252" x="5376863" y="5308600"/>
          <p14:tracePt t="79259" x="5376863" y="5300663"/>
          <p14:tracePt t="79275" x="5359400" y="5300663"/>
          <p14:tracePt t="79285" x="5359400" y="5283200"/>
          <p14:tracePt t="79308" x="5359400" y="5265738"/>
          <p14:tracePt t="79324" x="5359400" y="5249863"/>
          <p14:tracePt t="79341" x="5359400" y="5240338"/>
          <p14:tracePt t="79357" x="5359400" y="5224463"/>
          <p14:tracePt t="79373" x="5359400" y="5207000"/>
          <p14:tracePt t="79422" x="5359400" y="5189538"/>
          <p14:tracePt t="79472" x="5359400" y="5173663"/>
          <p14:tracePt t="79562" x="5376863" y="5164138"/>
          <p14:tracePt t="79603" x="5376863" y="5148263"/>
          <p14:tracePt t="79619" x="5392738" y="5148263"/>
          <p14:tracePt t="79636" x="5392738" y="5130800"/>
          <p14:tracePt t="79644" x="5402263" y="5130800"/>
          <p14:tracePt t="79660" x="5418138" y="5113338"/>
          <p14:tracePt t="79669" x="5435600" y="5113338"/>
          <p14:tracePt t="79677" x="5453063" y="5105400"/>
          <p14:tracePt t="79685" x="5478463" y="5105400"/>
          <p14:tracePt t="79693" x="5494338" y="5087938"/>
          <p14:tracePt t="79702" x="5511800" y="5087938"/>
          <p14:tracePt t="79709" x="5554663" y="5072063"/>
          <p14:tracePt t="79718" x="5588000" y="5072063"/>
          <p14:tracePt t="79726" x="5613400" y="5072063"/>
          <p14:tracePt t="79735" x="5664200" y="5054600"/>
          <p14:tracePt t="79742" x="5707063" y="5029200"/>
          <p14:tracePt t="79752" x="5765800" y="5029200"/>
          <p14:tracePt t="79759" x="5824538" y="5011738"/>
          <p14:tracePt t="79768" x="5884863" y="4978400"/>
          <p14:tracePt t="79775" x="5961063" y="4970463"/>
          <p14:tracePt t="79784" x="6019800" y="4953000"/>
          <p14:tracePt t="79791" x="6096000" y="4935538"/>
          <p14:tracePt t="79801" x="6172200" y="4910138"/>
          <p14:tracePt t="79808" x="6230938" y="4910138"/>
          <p14:tracePt t="79816" x="6291263" y="4894263"/>
          <p14:tracePt t="79824" x="6332538" y="4894263"/>
          <p14:tracePt t="79832" x="6392863" y="4876800"/>
          <p14:tracePt t="79841" x="6459538" y="4876800"/>
          <p14:tracePt t="79849" x="6502400" y="4859338"/>
          <p14:tracePt t="79857" x="6519863" y="4859338"/>
          <p14:tracePt t="79865" x="6561138" y="4859338"/>
          <p14:tracePt t="79873" x="6578600" y="4859338"/>
          <p14:tracePt t="79881" x="6596063" y="4859338"/>
          <p14:tracePt t="79890" x="6621463" y="4859338"/>
          <p14:tracePt t="79898" x="6637338" y="4859338"/>
          <p14:tracePt t="79914" x="6654800" y="4859338"/>
          <p14:tracePt t="79931" x="6654800" y="4876800"/>
          <p14:tracePt t="79939" x="6662738" y="4876800"/>
          <p14:tracePt t="79955" x="6662738" y="4894263"/>
          <p14:tracePt t="79964" x="6680200" y="4894263"/>
          <p14:tracePt t="79980" x="6680200" y="4910138"/>
          <p14:tracePt t="79988" x="6697663" y="4910138"/>
          <p14:tracePt t="80013" x="6697663" y="4919663"/>
          <p14:tracePt t="80020" x="6697663" y="4935538"/>
          <p14:tracePt t="80037" x="6697663" y="4953000"/>
          <p14:tracePt t="80045" x="6713538" y="4970463"/>
          <p14:tracePt t="80053" x="6713538" y="4978400"/>
          <p14:tracePt t="80062" x="6713538" y="4995863"/>
          <p14:tracePt t="80070" x="6713538" y="5011738"/>
          <p14:tracePt t="80078" x="6713538" y="5029200"/>
          <p14:tracePt t="80086" x="6713538" y="5046663"/>
          <p14:tracePt t="80103" x="6713538" y="5054600"/>
          <p14:tracePt t="80111" x="6713538" y="5072063"/>
          <p14:tracePt t="80119" x="6713538" y="5087938"/>
          <p14:tracePt t="80135" x="6713538" y="5105400"/>
          <p14:tracePt t="80144" x="6713538" y="5113338"/>
          <p14:tracePt t="80152" x="6713538" y="5130800"/>
          <p14:tracePt t="80169" x="6697663" y="5148263"/>
          <p14:tracePt t="80176" x="6697663" y="5164138"/>
          <p14:tracePt t="80185" x="6697663" y="5173663"/>
          <p14:tracePt t="80202" x="6680200" y="5173663"/>
          <p14:tracePt t="80209" x="6680200" y="5189538"/>
          <p14:tracePt t="80234" x="6662738" y="5189538"/>
          <p14:tracePt t="80242" x="6662738" y="5207000"/>
          <p14:tracePt t="80267" x="6654800" y="5207000"/>
          <p14:tracePt t="80291" x="6637338" y="5207000"/>
          <p14:tracePt t="80308" x="6621463" y="5207000"/>
          <p14:tracePt t="80324" x="6604000" y="5207000"/>
          <p14:tracePt t="80332" x="6596063" y="5207000"/>
          <p14:tracePt t="80340" x="6596063" y="5189538"/>
          <p14:tracePt t="80348" x="6578600" y="5189538"/>
          <p14:tracePt t="80357" x="6561138" y="5189538"/>
          <p14:tracePt t="80373" x="6545263" y="5173663"/>
          <p14:tracePt t="80381" x="6527800" y="5173663"/>
          <p14:tracePt t="80389" x="6527800" y="5164138"/>
          <p14:tracePt t="80398" x="6519863" y="5164138"/>
          <p14:tracePt t="80406" x="6502400" y="5164138"/>
          <p14:tracePt t="80414" x="6484938" y="5148263"/>
          <p14:tracePt t="80422" x="6459538" y="5130800"/>
          <p14:tracePt t="80430" x="6426200" y="5105400"/>
          <p14:tracePt t="80438" x="6392863" y="5105400"/>
          <p14:tracePt t="80447" x="6324600" y="5054600"/>
          <p14:tracePt t="80455" x="6265863" y="5046663"/>
          <p14:tracePt t="80463" x="6189663" y="4995863"/>
          <p14:tracePt t="80471" x="6113463" y="4970463"/>
          <p14:tracePt t="80480" x="6002338" y="4919663"/>
          <p14:tracePt t="80488" x="5961063" y="4919663"/>
          <p14:tracePt t="80496" x="5884863" y="4876800"/>
          <p14:tracePt t="80504" x="5783263" y="4843463"/>
          <p14:tracePt t="80512" x="5707063" y="4833938"/>
          <p14:tracePt t="80521" x="5630863" y="4783138"/>
          <p14:tracePt t="80529" x="5570538" y="4775200"/>
          <p14:tracePt t="80537" x="5494338" y="4741863"/>
          <p14:tracePt t="80545" x="5435600" y="4741863"/>
          <p14:tracePt t="80553" x="5402263" y="4716463"/>
          <p14:tracePt t="80562" x="5359400" y="4716463"/>
          <p14:tracePt t="80570" x="5334000" y="4716463"/>
          <p14:tracePt t="80578" x="5300663" y="4716463"/>
          <p14:tracePt t="80586" x="5265738" y="4716463"/>
          <p14:tracePt t="80594" x="5257800" y="4716463"/>
          <p14:tracePt t="80603" x="5240338" y="4716463"/>
          <p14:tracePt t="80611" x="5224463" y="4716463"/>
          <p14:tracePt t="80619" x="5207000" y="4716463"/>
          <p14:tracePt t="80627" x="5199063" y="4716463"/>
          <p14:tracePt t="80644" x="5181600" y="4716463"/>
          <p14:tracePt t="80652" x="5164138" y="4716463"/>
          <p14:tracePt t="80669" x="5148263" y="4724400"/>
          <p14:tracePt t="80676" x="5138738" y="4724400"/>
          <p14:tracePt t="80692" x="5122863" y="4724400"/>
          <p14:tracePt t="80709" x="5122863" y="4741863"/>
          <p14:tracePt t="80718" x="5105400" y="4741863"/>
          <p14:tracePt t="80735" x="5087938" y="4741863"/>
          <p14:tracePt t="80742" x="5087938" y="4757738"/>
          <p14:tracePt t="80758" x="5072063" y="4757738"/>
          <p14:tracePt t="80768" x="5062538" y="4775200"/>
          <p14:tracePt t="80791" x="5046663" y="4783138"/>
          <p14:tracePt t="80807" x="5029200" y="4783138"/>
          <p14:tracePt t="80816" x="5029200" y="4800600"/>
          <p14:tracePt t="80832" x="5011738" y="4800600"/>
          <p14:tracePt t="80840" x="5011738" y="4818063"/>
          <p14:tracePt t="80848" x="5003800" y="4818063"/>
          <p14:tracePt t="80865" x="5003800" y="4833938"/>
          <p14:tracePt t="80873" x="4986338" y="4833938"/>
          <p14:tracePt t="80889" x="4986338" y="4843463"/>
          <p14:tracePt t="80906" x="4970463" y="4843463"/>
          <p14:tracePt t="80955" x="4970463" y="4833938"/>
          <p14:tracePt t="80971" x="4970463" y="4818063"/>
          <p14:tracePt t="80980" x="4970463" y="4800600"/>
          <p14:tracePt t="80988" x="4970463" y="4783138"/>
          <p14:tracePt t="80996" x="4970463" y="4757738"/>
          <p14:tracePt t="81012" x="4970463" y="4724400"/>
          <p14:tracePt t="81020" x="4986338" y="4716463"/>
          <p14:tracePt t="81028" x="4986338" y="4699000"/>
          <p14:tracePt t="81036" x="5003800" y="4681538"/>
          <p14:tracePt t="81045" x="5011738" y="4681538"/>
          <p14:tracePt t="81053" x="5046663" y="4665663"/>
          <p14:tracePt t="81070" x="5062538" y="4665663"/>
          <p14:tracePt t="81078" x="5072063" y="4648200"/>
          <p14:tracePt t="81086" x="5105400" y="4648200"/>
          <p14:tracePt t="81102" x="5138738" y="4648200"/>
          <p14:tracePt t="81110" x="5148263" y="4648200"/>
          <p14:tracePt t="81119" x="5181600" y="4648200"/>
          <p14:tracePt t="81135" x="5207000" y="4648200"/>
          <p14:tracePt t="81143" x="5224463" y="4648200"/>
          <p14:tracePt t="81152" x="5240338" y="4648200"/>
          <p14:tracePt t="81169" x="5257800" y="4648200"/>
          <p14:tracePt t="81176" x="5265738" y="4648200"/>
          <p14:tracePt t="81201" x="5283200" y="4648200"/>
          <p14:tracePt t="81218" x="5283200" y="4665663"/>
          <p14:tracePt t="81235" x="5300663" y="4665663"/>
          <p14:tracePt t="81242" x="5300663" y="4681538"/>
          <p14:tracePt t="81266" x="5300663" y="4699000"/>
          <p14:tracePt t="81275" x="5316538" y="4699000"/>
          <p14:tracePt t="81282" x="5316538" y="4716463"/>
          <p14:tracePt t="81291" x="5316538" y="4724400"/>
          <p14:tracePt t="81307" x="5316538" y="4741863"/>
          <p14:tracePt t="81315" x="5334000" y="4741863"/>
          <p14:tracePt t="81332" x="5334000" y="4757738"/>
          <p14:tracePt t="81356" x="5341938" y="4757738"/>
          <p14:tracePt t="81365" x="5341938" y="4775200"/>
          <p14:tracePt t="81422" x="5359400" y="4775200"/>
          <p14:tracePt t="81430" x="5376863" y="4783138"/>
          <p14:tracePt t="83118" x="5402263" y="4783138"/>
          <p14:tracePt t="83126" x="5494338" y="4741863"/>
          <p14:tracePt t="83136" x="5588000" y="4699000"/>
          <p14:tracePt t="83142" x="5689600" y="4640263"/>
          <p14:tracePt t="83153" x="5799138" y="4589463"/>
          <p14:tracePt t="83159" x="5961063" y="4521200"/>
          <p14:tracePt t="83169" x="6138863" y="4411663"/>
          <p14:tracePt t="83175" x="6332538" y="4335463"/>
          <p14:tracePt t="83185" x="6502400" y="4259263"/>
          <p14:tracePt t="83192" x="6637338" y="4216400"/>
          <p14:tracePt t="83201" x="6697663" y="4198938"/>
          <p14:tracePt t="83208" x="6815138" y="4140200"/>
          <p14:tracePt t="83216" x="6926263" y="4097338"/>
          <p14:tracePt t="83225" x="7027863" y="4064000"/>
          <p14:tracePt t="83233" x="7104063" y="4056063"/>
          <p14:tracePt t="83241" x="7162800" y="4038600"/>
          <p14:tracePt t="83249" x="7221538" y="4005263"/>
          <p14:tracePt t="83257" x="7256463" y="4005263"/>
          <p14:tracePt t="83265" x="7297738" y="3987800"/>
          <p14:tracePt t="83274" x="7323138" y="3979863"/>
          <p14:tracePt t="83290" x="7358063" y="3979863"/>
          <p14:tracePt t="83306" x="7373938" y="3979863"/>
          <p14:tracePt t="83323" x="7391400" y="3962400"/>
          <p14:tracePt t="83347" x="7399338" y="3962400"/>
          <p14:tracePt t="83364" x="7416800" y="3962400"/>
          <p14:tracePt t="83372" x="7434263" y="3962400"/>
          <p14:tracePt t="83380" x="7450138" y="3962400"/>
          <p14:tracePt t="83388" x="7459663" y="3962400"/>
          <p14:tracePt t="83396" x="7475538" y="3962400"/>
          <p14:tracePt t="83405" x="7493000" y="3962400"/>
          <p14:tracePt t="83413" x="7510463" y="3962400"/>
          <p14:tracePt t="83421" x="7535863" y="3962400"/>
          <p14:tracePt t="83429" x="7551738" y="3962400"/>
          <p14:tracePt t="83437" x="7569200" y="3962400"/>
          <p14:tracePt t="83446" x="7594600" y="3962400"/>
          <p14:tracePt t="83454" x="7612063" y="3944938"/>
          <p14:tracePt t="83462" x="7653338" y="3929063"/>
          <p14:tracePt t="83470" x="7688263" y="3929063"/>
          <p14:tracePt t="83487" x="7721600" y="3929063"/>
          <p14:tracePt t="83495" x="7747000" y="3929063"/>
          <p14:tracePt t="83503" x="7764463" y="3929063"/>
          <p14:tracePt t="83511" x="7780338" y="3929063"/>
          <p14:tracePt t="83519" x="7789863" y="3919538"/>
          <p14:tracePt t="83527" x="7805738" y="3919538"/>
          <p14:tracePt t="83536" x="7823200" y="3919538"/>
          <p14:tracePt t="83552" x="7840663" y="3919538"/>
          <p14:tracePt t="83577" x="7848600" y="3919538"/>
          <p14:tracePt t="84357" x="7823200" y="3944938"/>
          <p14:tracePt t="84363" x="7510463" y="4259263"/>
          <p14:tracePt t="84372" x="7205663" y="4648200"/>
          <p14:tracePt t="84380" x="6850063" y="5011738"/>
          <p14:tracePt t="84388" x="6484938" y="5341938"/>
          <p14:tracePt t="84396" x="6096000" y="5638800"/>
          <p14:tracePt t="84405" x="5748338" y="5926138"/>
          <p14:tracePt t="84412" x="4910138" y="6586538"/>
          <p14:tracePt t="84733" x="2405063" y="6781800"/>
          <p14:tracePt t="84741" x="2481263" y="6738938"/>
          <p14:tracePt t="84749" x="2506663" y="6697663"/>
          <p14:tracePt t="84757" x="2540000" y="6662738"/>
          <p14:tracePt t="84765" x="2547938" y="6662738"/>
          <p14:tracePt t="84773" x="2565400" y="6662738"/>
          <p14:tracePt t="84789" x="2582863" y="6662738"/>
          <p14:tracePt t="84830" x="2598738" y="6680200"/>
          <p14:tracePt t="84847" x="2598738" y="6697663"/>
          <p14:tracePt t="84855" x="2598738" y="6705600"/>
          <p14:tracePt t="84871" x="2616200" y="6723063"/>
          <p14:tracePt t="84888" x="2616200" y="6738938"/>
          <p14:tracePt t="84896" x="2616200" y="6756400"/>
          <p14:tracePt t="84904" x="2624138" y="6764338"/>
          <p14:tracePt t="84912" x="2641600" y="6799263"/>
          <p14:tracePt t="84921" x="2641600" y="6824663"/>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A6C11B4-1B9C-EEB7-1AE6-CB9A31441EF3}"/>
              </a:ext>
            </a:extLst>
          </p:cNvPr>
          <p:cNvSpPr>
            <a:spLocks noGrp="1"/>
          </p:cNvSpPr>
          <p:nvPr>
            <p:ph type="title"/>
          </p:nvPr>
        </p:nvSpPr>
        <p:spPr>
          <a:xfrm>
            <a:off x="609599" y="2718036"/>
            <a:ext cx="9309463" cy="1421928"/>
          </a:xfrm>
        </p:spPr>
        <p:txBody>
          <a:bodyPr/>
          <a:lstStyle/>
          <a:p>
            <a:r>
              <a:rPr lang="en-KR" dirty="0"/>
              <a:t>Reverse process and forward process</a:t>
            </a:r>
          </a:p>
        </p:txBody>
      </p:sp>
      <p:sp>
        <p:nvSpPr>
          <p:cNvPr id="4" name="Slide Number Placeholder 3">
            <a:extLst>
              <a:ext uri="{FF2B5EF4-FFF2-40B4-BE49-F238E27FC236}">
                <a16:creationId xmlns:a16="http://schemas.microsoft.com/office/drawing/2014/main" id="{FD304789-C961-0DC9-57B8-5821767CB7D8}"/>
              </a:ext>
            </a:extLst>
          </p:cNvPr>
          <p:cNvSpPr>
            <a:spLocks noGrp="1"/>
          </p:cNvSpPr>
          <p:nvPr>
            <p:ph type="sldNum" sz="quarter" idx="12"/>
          </p:nvPr>
        </p:nvSpPr>
        <p:spPr/>
        <p:txBody>
          <a:bodyPr/>
          <a:lstStyle/>
          <a:p>
            <a:fld id="{EB4B8DE2-A4E8-46E4-8BBF-D75455EFF32C}" type="slidenum">
              <a:rPr lang="en-US" smtClean="0"/>
              <a:pPr/>
              <a:t>7</a:t>
            </a:fld>
            <a:endParaRPr lang="en-US"/>
          </a:p>
        </p:txBody>
      </p:sp>
      <p:pic>
        <p:nvPicPr>
          <p:cNvPr id="6" name="Audio 5">
            <a:extLst>
              <a:ext uri="{FF2B5EF4-FFF2-40B4-BE49-F238E27FC236}">
                <a16:creationId xmlns:a16="http://schemas.microsoft.com/office/drawing/2014/main" id="{D0C31DB7-58E8-14CD-246D-BC11045C747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663198872"/>
      </p:ext>
    </p:extLst>
  </p:cSld>
  <p:clrMapOvr>
    <a:masterClrMapping/>
  </p:clrMapOvr>
  <mc:AlternateContent xmlns:mc="http://schemas.openxmlformats.org/markup-compatibility/2006">
    <mc:Choice xmlns:p14="http://schemas.microsoft.com/office/powerpoint/2010/main" Requires="p14">
      <p:transition spd="slow" p14:dur="2000" advTm="14869"/>
    </mc:Choice>
    <mc:Fallback>
      <p:transition spd="slow" advTm="148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A885E-6A85-806A-072E-5B484B50C46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F26AB9-2F99-9FA7-7DC4-1D1D28907301}"/>
              </a:ext>
            </a:extLst>
          </p:cNvPr>
          <p:cNvSpPr>
            <a:spLocks noGrp="1"/>
          </p:cNvSpPr>
          <p:nvPr>
            <p:ph type="title"/>
          </p:nvPr>
        </p:nvSpPr>
        <p:spPr/>
        <p:txBody>
          <a:bodyPr/>
          <a:lstStyle/>
          <a:p>
            <a:r>
              <a:rPr lang="en-KR" dirty="0"/>
              <a:t>Reverse process (denoising)</a:t>
            </a:r>
          </a:p>
        </p:txBody>
      </p:sp>
      <p:sp>
        <p:nvSpPr>
          <p:cNvPr id="3" name="Slide Number Placeholder 2">
            <a:extLst>
              <a:ext uri="{FF2B5EF4-FFF2-40B4-BE49-F238E27FC236}">
                <a16:creationId xmlns:a16="http://schemas.microsoft.com/office/drawing/2014/main" id="{3CF37517-7C7D-C204-D655-6D6B7D6567C4}"/>
              </a:ext>
            </a:extLst>
          </p:cNvPr>
          <p:cNvSpPr>
            <a:spLocks noGrp="1"/>
          </p:cNvSpPr>
          <p:nvPr>
            <p:ph type="sldNum" sz="quarter" idx="13"/>
          </p:nvPr>
        </p:nvSpPr>
        <p:spPr/>
        <p:txBody>
          <a:bodyPr/>
          <a:lstStyle/>
          <a:p>
            <a:fld id="{EB4B8DE2-A4E8-46E4-8BBF-D75455EFF32C}" type="slidenum">
              <a:rPr lang="en-US" smtClean="0"/>
              <a:pPr/>
              <a:t>8</a:t>
            </a:fld>
            <a:endParaRPr lang="en-US" dirty="0"/>
          </a:p>
        </p:txBody>
      </p:sp>
      <p:grpSp>
        <p:nvGrpSpPr>
          <p:cNvPr id="6" name="Group 5">
            <a:extLst>
              <a:ext uri="{FF2B5EF4-FFF2-40B4-BE49-F238E27FC236}">
                <a16:creationId xmlns:a16="http://schemas.microsoft.com/office/drawing/2014/main" id="{83338F59-0E45-0329-BE0B-F758F1784571}"/>
              </a:ext>
            </a:extLst>
          </p:cNvPr>
          <p:cNvGrpSpPr/>
          <p:nvPr/>
        </p:nvGrpSpPr>
        <p:grpSpPr>
          <a:xfrm>
            <a:off x="689205" y="1678363"/>
            <a:ext cx="10813589" cy="1524112"/>
            <a:chOff x="706363" y="2937598"/>
            <a:chExt cx="10813589" cy="1524112"/>
          </a:xfrm>
        </p:grpSpPr>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E0A4CD4C-F17A-48BA-412D-5BEF5987CC4F}"/>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7" name="Oval 6">
                  <a:extLst>
                    <a:ext uri="{FF2B5EF4-FFF2-40B4-BE49-F238E27FC236}">
                      <a16:creationId xmlns:a16="http://schemas.microsoft.com/office/drawing/2014/main" id="{797340F1-1639-F3D3-3387-B520EBF9EBE3}"/>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5"/>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1C774F1C-CDD5-690F-0CB1-E063282102FE}"/>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8" name="Oval 7">
                  <a:extLst>
                    <a:ext uri="{FF2B5EF4-FFF2-40B4-BE49-F238E27FC236}">
                      <a16:creationId xmlns:a16="http://schemas.microsoft.com/office/drawing/2014/main" id="{CEEB17D7-F112-8F7A-200E-2A9B1D45A8C6}"/>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6"/>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BBE9668C-4679-ACF4-C14C-78DFE7C98316}"/>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9" name="Oval 8">
                  <a:extLst>
                    <a:ext uri="{FF2B5EF4-FFF2-40B4-BE49-F238E27FC236}">
                      <a16:creationId xmlns:a16="http://schemas.microsoft.com/office/drawing/2014/main" id="{1811D809-A846-A1D8-2EF0-299B5D08E3CF}"/>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7"/>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3099C76E-ED4A-3F0A-06FF-441EB86EFB53}"/>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10" name="Oval 9">
                  <a:extLst>
                    <a:ext uri="{FF2B5EF4-FFF2-40B4-BE49-F238E27FC236}">
                      <a16:creationId xmlns:a16="http://schemas.microsoft.com/office/drawing/2014/main" id="{7FAE3951-8A79-DC33-D101-482FF9091DA6}"/>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8"/>
                  <a:stretch>
                    <a:fillRect l="-8333"/>
                  </a:stretch>
                </a:blipFill>
                <a:ln/>
              </p:spPr>
              <p:txBody>
                <a:bodyPr/>
                <a:lstStyle/>
                <a:p>
                  <a:r>
                    <a:rPr lang="en-KR">
                      <a:noFill/>
                    </a:rPr>
                    <a:t> </a:t>
                  </a:r>
                </a:p>
              </p:txBody>
            </p:sp>
          </mc:Fallback>
        </mc:AlternateContent>
        <p:cxnSp>
          <p:nvCxnSpPr>
            <p:cNvPr id="11" name="Straight Arrow Connector 10">
              <a:extLst>
                <a:ext uri="{FF2B5EF4-FFF2-40B4-BE49-F238E27FC236}">
                  <a16:creationId xmlns:a16="http://schemas.microsoft.com/office/drawing/2014/main" id="{57C9BA3A-276D-93A1-4AFB-50503F75AB5D}"/>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181D648-7F83-7A73-2F88-E93F91687E26}"/>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FD89EB97-A0F0-1873-65AE-CC478CD17C73}"/>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14" name="Straight Arrow Connector 13">
              <a:extLst>
                <a:ext uri="{FF2B5EF4-FFF2-40B4-BE49-F238E27FC236}">
                  <a16:creationId xmlns:a16="http://schemas.microsoft.com/office/drawing/2014/main" id="{54987852-9096-D6D8-C2BD-6AD17BEBAE04}"/>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B42E851-1C56-8DA4-D951-75B7F156E5D8}"/>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DEAF848-2BA6-BC83-87C7-656606896D39}"/>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17" name="Straight Arrow Connector 16">
              <a:extLst>
                <a:ext uri="{FF2B5EF4-FFF2-40B4-BE49-F238E27FC236}">
                  <a16:creationId xmlns:a16="http://schemas.microsoft.com/office/drawing/2014/main" id="{E7A0101B-7530-CB63-2262-A9D87A897F11}"/>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8326974-A486-00EE-612C-601FE45D2850}"/>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18" name="TextBox 17">
                  <a:extLst>
                    <a:ext uri="{FF2B5EF4-FFF2-40B4-BE49-F238E27FC236}">
                      <a16:creationId xmlns:a16="http://schemas.microsoft.com/office/drawing/2014/main" id="{5BDCD577-8F1C-13E4-BBB5-B891C207D771}"/>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9"/>
                  <a:stretch>
                    <a:fillRect l="-5155" r="-6186" b="-13333"/>
                  </a:stretch>
                </a:blipFill>
              </p:spPr>
              <p:txBody>
                <a:bodyPr/>
                <a:lstStyle/>
                <a:p>
                  <a:r>
                    <a:rPr lang="en-KR">
                      <a:noFill/>
                    </a:rPr>
                    <a:t> </a:t>
                  </a:r>
                </a:p>
              </p:txBody>
            </p:sp>
          </mc:Fallback>
        </mc:AlternateContent>
        <p:pic>
          <p:nvPicPr>
            <p:cNvPr id="21" name="Picture 2">
              <a:extLst>
                <a:ext uri="{FF2B5EF4-FFF2-40B4-BE49-F238E27FC236}">
                  <a16:creationId xmlns:a16="http://schemas.microsoft.com/office/drawing/2014/main" id="{E162393D-F73E-67EE-A1B4-866962D9DD5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E5BB77C2-F446-2ECF-C71E-7B603E074C1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516FD765-105E-6C74-3080-F1EF593E6B14}"/>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extBox 1">
            <a:extLst>
              <a:ext uri="{FF2B5EF4-FFF2-40B4-BE49-F238E27FC236}">
                <a16:creationId xmlns:a16="http://schemas.microsoft.com/office/drawing/2014/main" id="{C9C1A73B-1B6B-7D97-CAD7-D65332D7677E}"/>
              </a:ext>
            </a:extLst>
          </p:cNvPr>
          <p:cNvSpPr txBox="1"/>
          <p:nvPr/>
        </p:nvSpPr>
        <p:spPr>
          <a:xfrm>
            <a:off x="4204902" y="4300984"/>
            <a:ext cx="3782196" cy="400110"/>
          </a:xfrm>
          <a:prstGeom prst="rect">
            <a:avLst/>
          </a:prstGeom>
          <a:noFill/>
        </p:spPr>
        <p:txBody>
          <a:bodyPr wrap="square" lIns="0" rIns="0" rtlCol="0">
            <a:spAutoFit/>
          </a:bodyPr>
          <a:lstStyle/>
          <a:p>
            <a:pPr algn="ctr"/>
            <a:r>
              <a:rPr lang="en-US" sz="2000" dirty="0">
                <a:latin typeface="Pretendard" panose="02000503000000020004" pitchFamily="2" charset="-127"/>
                <a:ea typeface="Pretendard" panose="02000503000000020004" pitchFamily="2" charset="-127"/>
                <a:cs typeface="Pretendard" panose="02000503000000020004" pitchFamily="2" charset="-127"/>
              </a:rPr>
              <a:t>Denoising across T timesteps</a:t>
            </a:r>
            <a:endParaRPr lang="en-KR" sz="2000" dirty="0" err="1">
              <a:latin typeface="Pretendard" panose="02000503000000020004" pitchFamily="2" charset="-127"/>
              <a:ea typeface="Pretendard" panose="02000503000000020004" pitchFamily="2" charset="-127"/>
              <a:cs typeface="Pretendard" panose="02000503000000020004" pitchFamily="2" charset="-127"/>
            </a:endParaRPr>
          </a:p>
        </p:txBody>
      </p:sp>
      <p:sp>
        <p:nvSpPr>
          <p:cNvPr id="24" name="Content Placeholder 40">
            <a:extLst>
              <a:ext uri="{FF2B5EF4-FFF2-40B4-BE49-F238E27FC236}">
                <a16:creationId xmlns:a16="http://schemas.microsoft.com/office/drawing/2014/main" id="{F01BDAF7-DE16-6E28-C968-CA90D6D47556}"/>
              </a:ext>
            </a:extLst>
          </p:cNvPr>
          <p:cNvSpPr>
            <a:spLocks noGrp="1"/>
          </p:cNvSpPr>
          <p:nvPr>
            <p:ph sz="quarter" idx="14"/>
          </p:nvPr>
        </p:nvSpPr>
        <p:spPr>
          <a:xfrm>
            <a:off x="609600" y="6437643"/>
            <a:ext cx="4206875" cy="216982"/>
          </a:xfrm>
        </p:spPr>
        <p:txBody>
          <a:bodyPr/>
          <a:lstStyle/>
          <a:p>
            <a:r>
              <a:rPr lang="en-US" dirty="0"/>
              <a:t>Image credit: https://</a:t>
            </a:r>
            <a:r>
              <a:rPr lang="en-US" dirty="0" err="1"/>
              <a:t>huggingface.co</a:t>
            </a:r>
            <a:r>
              <a:rPr lang="en-US" dirty="0"/>
              <a:t>/blog/annotated-diffusion</a:t>
            </a:r>
            <a:endParaRPr lang="en-KR" dirty="0"/>
          </a:p>
        </p:txBody>
      </p:sp>
      <p:pic>
        <p:nvPicPr>
          <p:cNvPr id="20" name="Audio 19">
            <a:extLst>
              <a:ext uri="{FF2B5EF4-FFF2-40B4-BE49-F238E27FC236}">
                <a16:creationId xmlns:a16="http://schemas.microsoft.com/office/drawing/2014/main" id="{F9E70E22-CE90-5116-8FD0-74B1F9666482}"/>
              </a:ext>
            </a:extLst>
          </p:cNvPr>
          <p:cNvPicPr>
            <a:picLocks noChangeAspect="1"/>
          </p:cNvPicPr>
          <p:nvPr>
            <a:audioFile r:link="rId2"/>
            <p:extLst>
              <p:ext uri="{DAA4B4D4-6D71-4841-9C94-3DE7FCFB9230}">
                <p14:media xmlns:p14="http://schemas.microsoft.com/office/powerpoint/2010/main" r:embed="rId1"/>
              </p:ext>
            </p:extLst>
          </p:nvPr>
        </p:nvPicPr>
        <p:blipFill>
          <a:blip r:embed="rId13"/>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63535376"/>
      </p:ext>
    </p:extLst>
  </p:cSld>
  <p:clrMapOvr>
    <a:masterClrMapping/>
  </p:clrMapOvr>
  <mc:AlternateContent xmlns:mc="http://schemas.openxmlformats.org/markup-compatibility/2006">
    <mc:Choice xmlns:p14="http://schemas.microsoft.com/office/powerpoint/2010/main" Requires="p14">
      <p:transition spd="slow" p14:dur="2000" advTm="19285"/>
    </mc:Choice>
    <mc:Fallback>
      <p:transition spd="slow" advTm="192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extLst>
    <p:ext uri="{3A86A75C-4F4B-4683-9AE1-C65F6400EC91}">
      <p14:laserTraceLst xmlns:p14="http://schemas.microsoft.com/office/powerpoint/2010/main">
        <p14:tracePtLst>
          <p14:tracePt t="467" x="4114800" y="6680200"/>
          <p14:tracePt t="475" x="4173538" y="6484938"/>
          <p14:tracePt t="483" x="4216400" y="6375400"/>
          <p14:tracePt t="492" x="4249738" y="6256338"/>
          <p14:tracePt t="499" x="4292600" y="6121400"/>
          <p14:tracePt t="508" x="4310063" y="6078538"/>
          <p14:tracePt t="516" x="4343400" y="5961063"/>
          <p14:tracePt t="525" x="4368800" y="5867400"/>
          <p14:tracePt t="532" x="4368800" y="5791200"/>
          <p14:tracePt t="541" x="4402138" y="5732463"/>
          <p14:tracePt t="549" x="4411663" y="5689600"/>
          <p14:tracePt t="558" x="4411663" y="5638800"/>
          <p14:tracePt t="565" x="4427538" y="5630863"/>
          <p14:tracePt t="575" x="4427538" y="5595938"/>
          <p14:tracePt t="581" x="4427538" y="5580063"/>
          <p14:tracePt t="591" x="4445000" y="5570538"/>
          <p14:tracePt t="598" x="4445000" y="5554663"/>
          <p14:tracePt t="624" x="4445000" y="5537200"/>
          <p14:tracePt t="16873" x="4445000" y="5519738"/>
          <p14:tracePt t="16881" x="4699000" y="5173663"/>
          <p14:tracePt t="16891" x="5062538" y="4775200"/>
          <p14:tracePt t="16897" x="5359400" y="4452938"/>
          <p14:tracePt t="16906" x="5664200" y="4216400"/>
          <p14:tracePt t="16914" x="5859463" y="4064000"/>
          <p14:tracePt t="16922" x="6019800" y="3944938"/>
          <p14:tracePt t="16930" x="6096000" y="3868738"/>
          <p14:tracePt t="16938" x="6189663" y="3827463"/>
          <p14:tracePt t="16947" x="6324600" y="3733800"/>
          <p14:tracePt t="16955" x="6459538" y="3690938"/>
          <p14:tracePt t="16963" x="6519863" y="3675063"/>
          <p14:tracePt t="16971" x="6578600" y="3675063"/>
          <p14:tracePt t="16979" x="6596063" y="3675063"/>
          <p14:tracePt t="16987" x="6604000" y="3675063"/>
          <p14:tracePt t="16996" x="6621463" y="3675063"/>
          <p14:tracePt t="17012" x="6637338" y="3690938"/>
          <p14:tracePt t="17020" x="6637338" y="3708400"/>
          <p14:tracePt t="17028" x="6637338" y="3733800"/>
          <p14:tracePt t="17045" x="6637338" y="3751263"/>
          <p14:tracePt t="17053" x="6637338" y="3767138"/>
          <p14:tracePt t="17061" x="6637338" y="3784600"/>
          <p14:tracePt t="17078" x="6637338" y="3792538"/>
          <p14:tracePt t="17758" x="6637338" y="3886200"/>
          <p14:tracePt t="17766" x="6654800" y="3919538"/>
          <p14:tracePt t="17774" x="6680200" y="3979863"/>
          <p14:tracePt t="17782" x="6713538" y="4038600"/>
          <p14:tracePt t="17792" x="6738938" y="4081463"/>
          <p14:tracePt t="17799" x="6789738" y="4140200"/>
          <p14:tracePt t="17808" x="6815138" y="4191000"/>
          <p14:tracePt t="17815" x="6850063" y="4233863"/>
          <p14:tracePt t="17825" x="6858000" y="4275138"/>
          <p14:tracePt t="17832" x="6891338" y="4292600"/>
          <p14:tracePt t="17841" x="6908800" y="4335463"/>
          <p14:tracePt t="17848" x="6926263" y="4351338"/>
          <p14:tracePt t="17858" x="6934200" y="4368800"/>
          <p14:tracePt t="17864" x="6934200" y="4394200"/>
          <p14:tracePt t="17874" x="6951663" y="4411663"/>
          <p14:tracePt t="17881" x="6951663" y="4427538"/>
          <p14:tracePt t="17889" x="6967538" y="4427538"/>
          <p14:tracePt t="17897" x="6967538" y="4445000"/>
          <p14:tracePt t="17905" x="6985000" y="4445000"/>
          <p14:tracePt t="17921" x="6985000" y="4452938"/>
          <p14:tracePt t="17938" x="6985000" y="4470400"/>
          <p14:tracePt t="17963" x="6985000" y="4487863"/>
          <p14:tracePt t="17971" x="6985000" y="4503738"/>
          <p14:tracePt t="17979" x="6992938" y="4503738"/>
          <p14:tracePt t="17987" x="6992938" y="4521200"/>
          <p14:tracePt t="18003" x="6992938" y="4529138"/>
          <p14:tracePt t="18028" x="6992938" y="4546600"/>
          <p14:tracePt t="18036" x="7010400" y="4546600"/>
          <p14:tracePt t="18053" x="7010400" y="4564063"/>
          <p14:tracePt t="18487" x="7010400" y="4995863"/>
          <p14:tracePt t="18495" x="6951663" y="5418138"/>
          <p14:tracePt t="18503" x="6832600" y="5900738"/>
          <p14:tracePt t="18512" x="6713538" y="6375400"/>
          <p14:tracePt t="18520" x="6604000" y="6799263"/>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43A37-5606-94B7-1213-02B1F223C6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1B5009E-F99E-A72D-743E-6E95F7AD6DEF}"/>
              </a:ext>
            </a:extLst>
          </p:cNvPr>
          <p:cNvSpPr>
            <a:spLocks noGrp="1"/>
          </p:cNvSpPr>
          <p:nvPr>
            <p:ph type="title"/>
          </p:nvPr>
        </p:nvSpPr>
        <p:spPr/>
        <p:txBody>
          <a:bodyPr/>
          <a:lstStyle/>
          <a:p>
            <a:r>
              <a:rPr lang="en-KR" dirty="0"/>
              <a:t>Reverse process (denoising)</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137972D-8BC0-527A-57C0-0274CFECFC19}"/>
                  </a:ext>
                </a:extLst>
              </p:cNvPr>
              <p:cNvSpPr>
                <a:spLocks noGrp="1"/>
              </p:cNvSpPr>
              <p:nvPr>
                <p:ph type="body" sz="quarter" idx="10"/>
              </p:nvPr>
            </p:nvSpPr>
            <p:spPr>
              <a:xfrm>
                <a:off x="981975" y="3556912"/>
                <a:ext cx="10972800" cy="1255985"/>
              </a:xfrm>
            </p:spPr>
            <p: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𝑝</m:t>
                          </m:r>
                        </m:e>
                        <m:sub>
                          <m:r>
                            <a:rPr lang="en-US" sz="2000" i="1">
                              <a:solidFill>
                                <a:schemeClr val="tx1"/>
                              </a:solidFill>
                              <a:latin typeface="Cambria Math" panose="02040503050406030204" pitchFamily="18" charset="0"/>
                            </a:rPr>
                            <m:t>𝜃</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0:</m:t>
                          </m:r>
                          <m:r>
                            <a:rPr lang="en-US" sz="2000" i="1">
                              <a:solidFill>
                                <a:schemeClr val="tx1"/>
                              </a:solidFill>
                              <a:latin typeface="Cambria Math" panose="02040503050406030204" pitchFamily="18" charset="0"/>
                            </a:rPr>
                            <m:t>𝑇</m:t>
                          </m:r>
                        </m:sub>
                      </m:sSub>
                      <m:r>
                        <a:rPr lang="en-US" sz="2000" i="1">
                          <a:solidFill>
                            <a:schemeClr val="tx1"/>
                          </a:solidFill>
                          <a:latin typeface="Cambria Math" panose="02040503050406030204" pitchFamily="18" charset="0"/>
                        </a:rPr>
                        <m:t>)≔</m:t>
                      </m:r>
                      <m:r>
                        <a:rPr lang="en-US" sz="2000" i="1" smtClean="0">
                          <a:solidFill>
                            <a:schemeClr val="tx1"/>
                          </a:solidFill>
                          <a:latin typeface="Cambria Math" panose="02040503050406030204" pitchFamily="18" charset="0"/>
                        </a:rPr>
                        <m:t>𝑝</m:t>
                      </m:r>
                      <m:r>
                        <a:rPr lang="en-US" sz="2000" i="1" smtClean="0">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𝑇</m:t>
                          </m:r>
                        </m:sub>
                      </m:sSub>
                      <m:r>
                        <a:rPr lang="en-US" sz="2000" i="1">
                          <a:solidFill>
                            <a:schemeClr val="tx1"/>
                          </a:solidFill>
                          <a:latin typeface="Cambria Math" panose="02040503050406030204" pitchFamily="18" charset="0"/>
                        </a:rPr>
                        <m:t>)</m:t>
                      </m:r>
                      <m:nary>
                        <m:naryPr>
                          <m:chr m:val="∏"/>
                          <m:ctrlPr>
                            <a:rPr lang="en-US" sz="2000" i="1">
                              <a:solidFill>
                                <a:schemeClr val="tx1"/>
                              </a:solidFill>
                              <a:latin typeface="Cambria Math" panose="02040503050406030204" pitchFamily="18" charset="0"/>
                            </a:rPr>
                          </m:ctrlPr>
                        </m:naryPr>
                        <m:sub>
                          <m:r>
                            <m:rPr>
                              <m:brk m:alnAt="23"/>
                            </m:rPr>
                            <a:rPr lang="en-US" sz="2000" i="1">
                              <a:solidFill>
                                <a:schemeClr val="tx1"/>
                              </a:solidFill>
                              <a:latin typeface="Cambria Math" panose="02040503050406030204" pitchFamily="18" charset="0"/>
                            </a:rPr>
                            <m:t>𝑡</m:t>
                          </m:r>
                          <m:r>
                            <a:rPr lang="en-US" sz="2000" i="1">
                              <a:solidFill>
                                <a:schemeClr val="tx1"/>
                              </a:solidFill>
                              <a:latin typeface="Cambria Math" panose="02040503050406030204" pitchFamily="18" charset="0"/>
                            </a:rPr>
                            <m:t>=1</m:t>
                          </m:r>
                        </m:sub>
                        <m:sup>
                          <m:r>
                            <a:rPr lang="en-US" sz="2000" i="1">
                              <a:solidFill>
                                <a:schemeClr val="tx1"/>
                              </a:solidFill>
                              <a:latin typeface="Cambria Math" panose="02040503050406030204" pitchFamily="18" charset="0"/>
                            </a:rPr>
                            <m:t>𝑇</m:t>
                          </m:r>
                        </m:sup>
                        <m:e>
                          <m:sSub>
                            <m:sSubPr>
                              <m:ctrlPr>
                                <a:rPr lang="en-US" sz="2000" i="1" smtClean="0">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𝑝</m:t>
                              </m:r>
                            </m:e>
                            <m:sub>
                              <m:r>
                                <a:rPr lang="en-US" sz="2000" i="1">
                                  <a:solidFill>
                                    <a:schemeClr val="tx1"/>
                                  </a:solidFill>
                                  <a:latin typeface="Cambria Math" panose="02040503050406030204" pitchFamily="18" charset="0"/>
                                </a:rPr>
                                <m:t>𝜃</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𝑡</m:t>
                              </m:r>
                              <m:r>
                                <a:rPr lang="en-US" sz="2000" i="1">
                                  <a:solidFill>
                                    <a:schemeClr val="tx1"/>
                                  </a:solidFill>
                                  <a:latin typeface="Cambria Math" panose="02040503050406030204" pitchFamily="18" charset="0"/>
                                </a:rPr>
                                <m:t>−1</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𝑡</m:t>
                              </m:r>
                            </m:sub>
                          </m:sSub>
                          <m:r>
                            <a:rPr lang="en-US" sz="2000" i="1">
                              <a:solidFill>
                                <a:schemeClr val="tx1"/>
                              </a:solidFill>
                              <a:latin typeface="Cambria Math" panose="02040503050406030204" pitchFamily="18" charset="0"/>
                            </a:rPr>
                            <m:t>)</m:t>
                          </m:r>
                        </m:e>
                      </m:nary>
                    </m:oMath>
                  </m:oMathPara>
                </a14:m>
                <a:endParaRPr lang="en-KR" sz="2000" dirty="0">
                  <a:solidFill>
                    <a:schemeClr val="tx1"/>
                  </a:solidFill>
                </a:endParaRPr>
              </a:p>
            </p:txBody>
          </p:sp>
        </mc:Choice>
        <mc:Fallback xmlns="">
          <p:sp>
            <p:nvSpPr>
              <p:cNvPr id="5" name="Text Placeholder 4">
                <a:extLst>
                  <a:ext uri="{FF2B5EF4-FFF2-40B4-BE49-F238E27FC236}">
                    <a16:creationId xmlns:a16="http://schemas.microsoft.com/office/drawing/2014/main" id="{C137972D-8BC0-527A-57C0-0274CFECFC19}"/>
                  </a:ext>
                </a:extLst>
              </p:cNvPr>
              <p:cNvSpPr>
                <a:spLocks noGrp="1" noRot="1" noChangeAspect="1" noMove="1" noResize="1" noEditPoints="1" noAdjustHandles="1" noChangeArrowheads="1" noChangeShapeType="1" noTextEdit="1"/>
              </p:cNvSpPr>
              <p:nvPr>
                <p:ph type="body" sz="quarter" idx="10"/>
              </p:nvPr>
            </p:nvSpPr>
            <p:spPr>
              <a:xfrm>
                <a:off x="981975" y="3556912"/>
                <a:ext cx="10972800" cy="1255985"/>
              </a:xfrm>
              <a:blipFill>
                <a:blip r:embed="rId5"/>
                <a:stretch>
                  <a:fillRect t="-78218" b="-87129"/>
                </a:stretch>
              </a:blipFill>
            </p:spPr>
            <p:txBody>
              <a:bodyPr/>
              <a:lstStyle/>
              <a:p>
                <a:r>
                  <a:rPr lang="en-KR">
                    <a:noFill/>
                  </a:rPr>
                  <a:t> </a:t>
                </a:r>
              </a:p>
            </p:txBody>
          </p:sp>
        </mc:Fallback>
      </mc:AlternateContent>
      <p:sp>
        <p:nvSpPr>
          <p:cNvPr id="3" name="Slide Number Placeholder 2">
            <a:extLst>
              <a:ext uri="{FF2B5EF4-FFF2-40B4-BE49-F238E27FC236}">
                <a16:creationId xmlns:a16="http://schemas.microsoft.com/office/drawing/2014/main" id="{B3E21E9D-987E-969A-4213-2A140AD1169F}"/>
              </a:ext>
            </a:extLst>
          </p:cNvPr>
          <p:cNvSpPr>
            <a:spLocks noGrp="1"/>
          </p:cNvSpPr>
          <p:nvPr>
            <p:ph type="sldNum" sz="quarter" idx="13"/>
          </p:nvPr>
        </p:nvSpPr>
        <p:spPr/>
        <p:txBody>
          <a:bodyPr/>
          <a:lstStyle/>
          <a:p>
            <a:fld id="{EB4B8DE2-A4E8-46E4-8BBF-D75455EFF32C}" type="slidenum">
              <a:rPr lang="en-US" smtClean="0"/>
              <a:pPr/>
              <a:t>9</a:t>
            </a:fld>
            <a:endParaRPr lang="en-US" dirty="0"/>
          </a:p>
        </p:txBody>
      </p:sp>
      <p:grpSp>
        <p:nvGrpSpPr>
          <p:cNvPr id="6" name="Group 5">
            <a:extLst>
              <a:ext uri="{FF2B5EF4-FFF2-40B4-BE49-F238E27FC236}">
                <a16:creationId xmlns:a16="http://schemas.microsoft.com/office/drawing/2014/main" id="{BEA32C9F-4885-223B-F2F5-18D8078B3961}"/>
              </a:ext>
            </a:extLst>
          </p:cNvPr>
          <p:cNvGrpSpPr/>
          <p:nvPr/>
        </p:nvGrpSpPr>
        <p:grpSpPr>
          <a:xfrm>
            <a:off x="689205" y="1678363"/>
            <a:ext cx="10813589" cy="1524112"/>
            <a:chOff x="706363" y="2937598"/>
            <a:chExt cx="10813589" cy="1524112"/>
          </a:xfrm>
        </p:grpSpPr>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2389EFB4-CED5-8BD4-F2B7-DE2CC5AD12C4}"/>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7" name="Oval 6">
                  <a:extLst>
                    <a:ext uri="{FF2B5EF4-FFF2-40B4-BE49-F238E27FC236}">
                      <a16:creationId xmlns:a16="http://schemas.microsoft.com/office/drawing/2014/main" id="{797340F1-1639-F3D3-3387-B520EBF9EBE3}"/>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6"/>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999B7DF6-6C8F-9F01-37B3-C2AE294C88A1}"/>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8" name="Oval 7">
                  <a:extLst>
                    <a:ext uri="{FF2B5EF4-FFF2-40B4-BE49-F238E27FC236}">
                      <a16:creationId xmlns:a16="http://schemas.microsoft.com/office/drawing/2014/main" id="{CEEB17D7-F112-8F7A-200E-2A9B1D45A8C6}"/>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7"/>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4FB32CD4-A030-05CF-05FA-D6539F44EC45}"/>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9" name="Oval 8">
                  <a:extLst>
                    <a:ext uri="{FF2B5EF4-FFF2-40B4-BE49-F238E27FC236}">
                      <a16:creationId xmlns:a16="http://schemas.microsoft.com/office/drawing/2014/main" id="{1811D809-A846-A1D8-2EF0-299B5D08E3CF}"/>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8"/>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9993C8F5-3BF8-E6A8-4202-D8DD9B1ED2B5}"/>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10" name="Oval 9">
                  <a:extLst>
                    <a:ext uri="{FF2B5EF4-FFF2-40B4-BE49-F238E27FC236}">
                      <a16:creationId xmlns:a16="http://schemas.microsoft.com/office/drawing/2014/main" id="{7FAE3951-8A79-DC33-D101-482FF9091DA6}"/>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9"/>
                  <a:stretch>
                    <a:fillRect l="-8333"/>
                  </a:stretch>
                </a:blipFill>
                <a:ln/>
              </p:spPr>
              <p:txBody>
                <a:bodyPr/>
                <a:lstStyle/>
                <a:p>
                  <a:r>
                    <a:rPr lang="en-KR">
                      <a:noFill/>
                    </a:rPr>
                    <a:t> </a:t>
                  </a:r>
                </a:p>
              </p:txBody>
            </p:sp>
          </mc:Fallback>
        </mc:AlternateContent>
        <p:cxnSp>
          <p:nvCxnSpPr>
            <p:cNvPr id="11" name="Straight Arrow Connector 10">
              <a:extLst>
                <a:ext uri="{FF2B5EF4-FFF2-40B4-BE49-F238E27FC236}">
                  <a16:creationId xmlns:a16="http://schemas.microsoft.com/office/drawing/2014/main" id="{F795AC9A-5999-F3AB-DCA0-1062E4AA5073}"/>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9E7D502-4F22-E68C-B5AB-5311728F3431}"/>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619DE6F-341E-B691-653D-5B1E1EC19B2A}"/>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14" name="Straight Arrow Connector 13">
              <a:extLst>
                <a:ext uri="{FF2B5EF4-FFF2-40B4-BE49-F238E27FC236}">
                  <a16:creationId xmlns:a16="http://schemas.microsoft.com/office/drawing/2014/main" id="{005CB053-F774-4476-D270-09B47C6EFDCC}"/>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07506AD-E70E-BE42-42A8-A30A3A1904BE}"/>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E16F228-56C2-C54D-1994-B365FCCAA6C9}"/>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17" name="Straight Arrow Connector 16">
              <a:extLst>
                <a:ext uri="{FF2B5EF4-FFF2-40B4-BE49-F238E27FC236}">
                  <a16:creationId xmlns:a16="http://schemas.microsoft.com/office/drawing/2014/main" id="{8ADE4AD5-AF21-76A3-07AE-E634D4ABA74E}"/>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36E965A-284C-EA96-D284-BAC8967EAA14}"/>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18" name="TextBox 17">
                  <a:extLst>
                    <a:ext uri="{FF2B5EF4-FFF2-40B4-BE49-F238E27FC236}">
                      <a16:creationId xmlns:a16="http://schemas.microsoft.com/office/drawing/2014/main" id="{5BDCD577-8F1C-13E4-BBB5-B891C207D771}"/>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10"/>
                  <a:stretch>
                    <a:fillRect l="-5155" r="-6186" b="-13333"/>
                  </a:stretch>
                </a:blipFill>
              </p:spPr>
              <p:txBody>
                <a:bodyPr/>
                <a:lstStyle/>
                <a:p>
                  <a:r>
                    <a:rPr lang="en-KR">
                      <a:noFill/>
                    </a:rPr>
                    <a:t> </a:t>
                  </a:r>
                </a:p>
              </p:txBody>
            </p:sp>
          </mc:Fallback>
        </mc:AlternateContent>
        <p:pic>
          <p:nvPicPr>
            <p:cNvPr id="21" name="Picture 2">
              <a:extLst>
                <a:ext uri="{FF2B5EF4-FFF2-40B4-BE49-F238E27FC236}">
                  <a16:creationId xmlns:a16="http://schemas.microsoft.com/office/drawing/2014/main" id="{9276BB7C-189F-493F-D74B-FDAEBFBE9B8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12989F50-A3C6-50DD-DEC0-2EC4E7D1409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90EE117C-81ED-B2DA-957A-9993A617FE70}"/>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TextBox 34">
            <a:extLst>
              <a:ext uri="{FF2B5EF4-FFF2-40B4-BE49-F238E27FC236}">
                <a16:creationId xmlns:a16="http://schemas.microsoft.com/office/drawing/2014/main" id="{9F27F6C5-889F-D626-7555-2DDF791E7628}"/>
              </a:ext>
            </a:extLst>
          </p:cNvPr>
          <p:cNvSpPr txBox="1"/>
          <p:nvPr/>
        </p:nvSpPr>
        <p:spPr>
          <a:xfrm>
            <a:off x="609600" y="3817370"/>
            <a:ext cx="166552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1) Markov chain</a:t>
            </a:r>
          </a:p>
        </p:txBody>
      </p:sp>
      <p:sp>
        <p:nvSpPr>
          <p:cNvPr id="19" name="Content Placeholder 40">
            <a:extLst>
              <a:ext uri="{FF2B5EF4-FFF2-40B4-BE49-F238E27FC236}">
                <a16:creationId xmlns:a16="http://schemas.microsoft.com/office/drawing/2014/main" id="{30D867B7-87A1-FB17-9EBE-EBD5B3E5DFD2}"/>
              </a:ext>
            </a:extLst>
          </p:cNvPr>
          <p:cNvSpPr>
            <a:spLocks noGrp="1"/>
          </p:cNvSpPr>
          <p:nvPr>
            <p:ph sz="quarter" idx="14"/>
          </p:nvPr>
        </p:nvSpPr>
        <p:spPr>
          <a:xfrm>
            <a:off x="609600" y="6437643"/>
            <a:ext cx="4206875" cy="216982"/>
          </a:xfrm>
        </p:spPr>
        <p:txBody>
          <a:bodyPr/>
          <a:lstStyle/>
          <a:p>
            <a:r>
              <a:rPr lang="en-US" dirty="0"/>
              <a:t>Image credit: https://</a:t>
            </a:r>
            <a:r>
              <a:rPr lang="en-US" dirty="0" err="1"/>
              <a:t>huggingface.co</a:t>
            </a:r>
            <a:r>
              <a:rPr lang="en-US" dirty="0"/>
              <a:t>/blog/annotated-diffusion</a:t>
            </a:r>
            <a:endParaRPr lang="en-KR" dirty="0"/>
          </a:p>
        </p:txBody>
      </p:sp>
      <p:pic>
        <p:nvPicPr>
          <p:cNvPr id="38" name="Audio 37">
            <a:extLst>
              <a:ext uri="{FF2B5EF4-FFF2-40B4-BE49-F238E27FC236}">
                <a16:creationId xmlns:a16="http://schemas.microsoft.com/office/drawing/2014/main" id="{10782A62-5167-890F-2314-740E6FF6D11A}"/>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131162450"/>
      </p:ext>
    </p:extLst>
  </p:cSld>
  <p:clrMapOvr>
    <a:masterClrMapping/>
  </p:clrMapOvr>
  <mc:AlternateContent xmlns:mc="http://schemas.openxmlformats.org/markup-compatibility/2006">
    <mc:Choice xmlns:p14="http://schemas.microsoft.com/office/powerpoint/2010/main" Requires="p14">
      <p:transition spd="slow" p14:dur="2000" advTm="30293"/>
    </mc:Choice>
    <mc:Fallback>
      <p:transition spd="slow" advTm="302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8"/>
                </p:tgtEl>
              </p:cMediaNode>
            </p:audio>
          </p:childTnLst>
        </p:cTn>
      </p:par>
    </p:tnLst>
  </p:timing>
  <p:extLst>
    <p:ext uri="{3A86A75C-4F4B-4683-9AE1-C65F6400EC91}">
      <p14:laserTraceLst xmlns:p14="http://schemas.microsoft.com/office/powerpoint/2010/main">
        <p14:tracePtLst>
          <p14:tracePt t="7572" x="4173538" y="6586538"/>
          <p14:tracePt t="7579" x="4368800" y="6019800"/>
          <p14:tracePt t="7587" x="4579938" y="5443538"/>
          <p14:tracePt t="7596" x="4656138" y="5207000"/>
          <p14:tracePt t="7604" x="4800600" y="4724400"/>
          <p14:tracePt t="7612" x="4910138" y="4411663"/>
          <p14:tracePt t="7620" x="4935538" y="4310063"/>
          <p14:tracePt t="7628" x="5011738" y="4114800"/>
          <p14:tracePt t="7637" x="5062538" y="3979863"/>
          <p14:tracePt t="7645" x="5087938" y="3903663"/>
          <p14:tracePt t="7653" x="5105400" y="3843338"/>
          <p14:tracePt t="7661" x="5105400" y="3827463"/>
          <p14:tracePt t="7669" x="5122863" y="3810000"/>
          <p14:tracePt t="7899" x="5122863" y="3827463"/>
          <p14:tracePt t="7909" x="5105400" y="3827463"/>
          <p14:tracePt t="7915" x="5072063" y="3860800"/>
          <p14:tracePt t="7925" x="5046663" y="3886200"/>
          <p14:tracePt t="7932" x="5011738" y="3919538"/>
          <p14:tracePt t="7941" x="4986338" y="3944938"/>
          <p14:tracePt t="7948" x="4953000" y="3979863"/>
          <p14:tracePt t="7956" x="4935538" y="4005263"/>
          <p14:tracePt t="7964" x="4910138" y="4038600"/>
          <p14:tracePt t="7973" x="4894263" y="4056063"/>
          <p14:tracePt t="7981" x="4894263" y="4064000"/>
          <p14:tracePt t="7989" x="4876800" y="4081463"/>
          <p14:tracePt t="7997" x="4876800" y="4097338"/>
          <p14:tracePt t="8005" x="4876800" y="4114800"/>
          <p14:tracePt t="8013" x="4868863" y="4122738"/>
          <p14:tracePt t="8030" x="4868863" y="4140200"/>
          <p14:tracePt t="8038" x="4868863" y="4157663"/>
          <p14:tracePt t="8063" x="4868863" y="4173538"/>
          <p14:tracePt t="8104" x="4868863" y="4191000"/>
          <p14:tracePt t="8210" x="4868863" y="4173538"/>
          <p14:tracePt t="9390" x="4868863" y="4191000"/>
          <p14:tracePt t="9399" x="4868863" y="4198938"/>
          <p14:tracePt t="9408" x="4868863" y="4216400"/>
          <p14:tracePt t="9415" x="4868863" y="4249738"/>
          <p14:tracePt t="9423" x="4868863" y="4259263"/>
          <p14:tracePt t="9431" x="4868863" y="4292600"/>
          <p14:tracePt t="9439" x="4868863" y="4318000"/>
          <p14:tracePt t="9448" x="4868863" y="4335463"/>
          <p14:tracePt t="9456" x="4868863" y="4351338"/>
          <p14:tracePt t="9464" x="4868863" y="4368800"/>
          <p14:tracePt t="9472" x="4868863" y="4386263"/>
          <p14:tracePt t="9496" x="4868863" y="4394200"/>
          <p14:tracePt t="10947" x="4894263" y="4394200"/>
          <p14:tracePt t="10955" x="4927600" y="4394200"/>
          <p14:tracePt t="10963" x="4953000" y="4394200"/>
          <p14:tracePt t="10972" x="4986338" y="4394200"/>
          <p14:tracePt t="10980" x="5029200" y="4394200"/>
          <p14:tracePt t="10988" x="5087938" y="4386263"/>
          <p14:tracePt t="10996" x="5148263" y="4368800"/>
          <p14:tracePt t="11004" x="5199063" y="4335463"/>
          <p14:tracePt t="11013" x="5240338" y="4318000"/>
          <p14:tracePt t="11021" x="5283200" y="4310063"/>
          <p14:tracePt t="11029" x="5334000" y="4259263"/>
          <p14:tracePt t="11037" x="5359400" y="4249738"/>
          <p14:tracePt t="11045" x="5376863" y="4233863"/>
          <p14:tracePt t="11053" x="5402263" y="4233863"/>
          <p14:tracePt t="11062" x="5418138" y="4216400"/>
          <p14:tracePt t="11070" x="5435600" y="4216400"/>
          <p14:tracePt t="11078" x="5435600" y="4198938"/>
          <p14:tracePt t="11086" x="5453063" y="4198938"/>
          <p14:tracePt t="11094" x="5468938" y="4198938"/>
          <p14:tracePt t="11144" x="5478463" y="4198938"/>
          <p14:tracePt t="11193" x="5478463" y="4216400"/>
          <p14:tracePt t="11283" x="5478463" y="4233863"/>
          <p14:tracePt t="11316" x="5468938" y="4233863"/>
          <p14:tracePt t="11325" x="5468938" y="4249738"/>
          <p14:tracePt t="11332" x="5453063" y="4249738"/>
          <p14:tracePt t="11342" x="5418138" y="4249738"/>
          <p14:tracePt t="11349" x="5402263" y="4249738"/>
          <p14:tracePt t="11358" x="5376863" y="4259263"/>
          <p14:tracePt t="11365" x="5341938" y="4259263"/>
          <p14:tracePt t="11373" x="5334000" y="4259263"/>
          <p14:tracePt t="11382" x="5300663" y="4259263"/>
          <p14:tracePt t="11389" x="5283200" y="4275138"/>
          <p14:tracePt t="11398" x="5240338" y="4275138"/>
          <p14:tracePt t="11406" x="5207000" y="4275138"/>
          <p14:tracePt t="11414" x="5199063" y="4275138"/>
          <p14:tracePt t="11422" x="5181600" y="4275138"/>
          <p14:tracePt t="11430" x="5148263" y="4275138"/>
          <p14:tracePt t="11439" x="5138738" y="4275138"/>
          <p14:tracePt t="11455" x="5122863" y="4275138"/>
          <p14:tracePt t="11480" x="5105400" y="4275138"/>
          <p14:tracePt t="11545" x="5087938" y="4275138"/>
          <p14:tracePt t="12086" x="5138738" y="4275138"/>
          <p14:tracePt t="12094" x="5164138" y="4275138"/>
          <p14:tracePt t="12102" x="5181600" y="4275138"/>
          <p14:tracePt t="12110" x="5224463" y="4292600"/>
          <p14:tracePt t="12119" x="5240338" y="4310063"/>
          <p14:tracePt t="12127" x="5265738" y="4310063"/>
          <p14:tracePt t="12135" x="5283200" y="4318000"/>
          <p14:tracePt t="12143" x="5316538" y="4318000"/>
          <p14:tracePt t="12152" x="5334000" y="4335463"/>
          <p14:tracePt t="12160" x="5341938" y="4335463"/>
          <p14:tracePt t="12168" x="5359400" y="4351338"/>
          <p14:tracePt t="12176" x="5376863" y="4351338"/>
          <p14:tracePt t="12184" x="5402263" y="4368800"/>
          <p14:tracePt t="12201" x="5418138" y="4368800"/>
          <p14:tracePt t="12209" x="5435600" y="4368800"/>
          <p14:tracePt t="12217" x="5453063" y="4386263"/>
          <p14:tracePt t="12233" x="5468938" y="4386263"/>
          <p14:tracePt t="12243" x="5478463" y="4394200"/>
          <p14:tracePt t="12259" x="5494338" y="4411663"/>
          <p14:tracePt t="12266" x="5511800" y="4411663"/>
          <p14:tracePt t="12276" x="5511800" y="4427538"/>
          <p14:tracePt t="12283" x="5529263" y="4445000"/>
          <p14:tracePt t="12292" x="5537200" y="4452938"/>
          <p14:tracePt t="12299" x="5554663" y="4470400"/>
          <p14:tracePt t="12309" x="5554663" y="4487863"/>
          <p14:tracePt t="12325" x="5570538" y="4503738"/>
          <p14:tracePt t="12341" x="5570538" y="4521200"/>
          <p14:tracePt t="12348" x="5570538" y="4529138"/>
          <p14:tracePt t="12971" x="5588000" y="4529138"/>
          <p14:tracePt t="12979" x="5630863" y="4529138"/>
          <p14:tracePt t="12987" x="5646738" y="4529138"/>
          <p14:tracePt t="12996" x="5672138" y="4521200"/>
          <p14:tracePt t="13004" x="5689600" y="4521200"/>
          <p14:tracePt t="13012" x="5732463" y="4521200"/>
          <p14:tracePt t="13020" x="5783263" y="4503738"/>
          <p14:tracePt t="13028" x="5808663" y="4487863"/>
          <p14:tracePt t="13036" x="5859463" y="4487863"/>
          <p14:tracePt t="13045" x="5867400" y="4470400"/>
          <p14:tracePt t="13053" x="5918200" y="4470400"/>
          <p14:tracePt t="13061" x="5926138" y="4452938"/>
          <p14:tracePt t="13069" x="5961063" y="4445000"/>
          <p14:tracePt t="13078" x="5994400" y="4445000"/>
          <p14:tracePt t="13086" x="6002338" y="4427538"/>
          <p14:tracePt t="13094" x="6019800" y="4427538"/>
          <p14:tracePt t="13102" x="6053138" y="4427538"/>
          <p14:tracePt t="13110" x="6053138" y="4411663"/>
          <p14:tracePt t="13118" x="6062663" y="4411663"/>
          <p14:tracePt t="13127" x="6078538" y="4411663"/>
          <p14:tracePt t="13143" x="6096000" y="4411663"/>
          <p14:tracePt t="13151" x="6113463" y="4411663"/>
          <p14:tracePt t="13167" x="6129338" y="4411663"/>
          <p14:tracePt t="13176" x="6138863" y="4394200"/>
          <p14:tracePt t="13192" x="6154738" y="4394200"/>
          <p14:tracePt t="13200" x="6172200" y="4394200"/>
          <p14:tracePt t="13225" x="6189663" y="4394200"/>
          <p14:tracePt t="13495" x="6189663" y="4411663"/>
          <p14:tracePt t="13503" x="6172200" y="4411663"/>
          <p14:tracePt t="14634" x="6189663" y="4411663"/>
          <p14:tracePt t="14651" x="6197600" y="4411663"/>
          <p14:tracePt t="14660" x="6215063" y="4427538"/>
          <p14:tracePt t="14667" x="6230938" y="4445000"/>
          <p14:tracePt t="14683" x="6230938" y="4452938"/>
          <p14:tracePt t="14708" x="6230938" y="4470400"/>
          <p14:tracePt t="14758" x="6215063" y="4470400"/>
          <p14:tracePt t="14765" x="6197600" y="4470400"/>
          <p14:tracePt t="14782" x="6189663" y="4470400"/>
          <p14:tracePt t="14790" x="6172200" y="4470400"/>
          <p14:tracePt t="14798" x="6154738" y="4470400"/>
          <p14:tracePt t="14806" x="6154738" y="4452938"/>
          <p14:tracePt t="14815" x="6138863" y="4452938"/>
          <p14:tracePt t="14831" x="6138863" y="4445000"/>
          <p14:tracePt t="14839" x="6129338" y="4445000"/>
          <p14:tracePt t="14847" x="6113463" y="4445000"/>
          <p14:tracePt t="14880" x="6096000" y="4445000"/>
          <p14:tracePt t="14904" x="6078538" y="4445000"/>
          <p14:tracePt t="14913" x="6062663" y="4445000"/>
          <p14:tracePt t="14937" x="6053138" y="4445000"/>
          <p14:tracePt t="14970" x="6037263" y="4445000"/>
          <p14:tracePt t="15076" x="6037263" y="4452938"/>
          <p14:tracePt t="15085" x="6053138" y="4452938"/>
          <p14:tracePt t="15093" x="6062663" y="4452938"/>
          <p14:tracePt t="15109" x="6113463" y="4470400"/>
          <p14:tracePt t="15118" x="6138863" y="4487863"/>
          <p14:tracePt t="15126" x="6189663" y="4487863"/>
          <p14:tracePt t="15134" x="6273800" y="4521200"/>
          <p14:tracePt t="15142" x="6291263" y="4529138"/>
          <p14:tracePt t="15150" x="6367463" y="4529138"/>
          <p14:tracePt t="15159" x="6459538" y="4546600"/>
          <p14:tracePt t="15167" x="6527800" y="4564063"/>
          <p14:tracePt t="15176" x="6596063" y="4579938"/>
          <p14:tracePt t="15183" x="6662738" y="4579938"/>
          <p14:tracePt t="15192" x="6723063" y="4579938"/>
          <p14:tracePt t="15200" x="6773863" y="4579938"/>
          <p14:tracePt t="15209" x="6832600" y="4579938"/>
          <p14:tracePt t="15216" x="6875463" y="4579938"/>
          <p14:tracePt t="15227" x="6926263" y="4579938"/>
          <p14:tracePt t="15233" x="6967538" y="4579938"/>
          <p14:tracePt t="15242" x="7027863" y="4579938"/>
          <p14:tracePt t="15249" x="7053263" y="4579938"/>
          <p14:tracePt t="15258" x="7119938" y="4579938"/>
          <p14:tracePt t="15265" x="7180263" y="4579938"/>
          <p14:tracePt t="15275" x="7281863" y="4589463"/>
          <p14:tracePt t="15282" x="7315200" y="4589463"/>
          <p14:tracePt t="15290" x="7450138" y="4589463"/>
          <p14:tracePt t="15298" x="7510463" y="4589463"/>
          <p14:tracePt t="15306" x="7586663" y="4605338"/>
          <p14:tracePt t="15314" x="7688263" y="4605338"/>
          <p14:tracePt t="15323" x="7764463" y="4605338"/>
          <p14:tracePt t="15331" x="7840663" y="4605338"/>
          <p14:tracePt t="15339" x="7924800" y="4605338"/>
          <p14:tracePt t="15347" x="8001000" y="4605338"/>
          <p14:tracePt t="15355" x="8077200" y="4605338"/>
          <p14:tracePt t="15363" x="8135938" y="4605338"/>
          <p14:tracePt t="15372" x="8170863" y="4605338"/>
          <p14:tracePt t="15380" x="8212138" y="4605338"/>
          <p14:tracePt t="15388" x="8229600" y="4605338"/>
          <p14:tracePt t="15396" x="8247063" y="4605338"/>
          <p14:tracePt t="15404" x="8255000" y="4605338"/>
          <p14:tracePt t="15412" x="8272463" y="4605338"/>
          <p14:tracePt t="15429" x="8288338" y="4605338"/>
          <p14:tracePt t="15732" x="8272463" y="4605338"/>
          <p14:tracePt t="15742" x="8196263" y="4605338"/>
          <p14:tracePt t="15749" x="8094663" y="4605338"/>
          <p14:tracePt t="15757" x="7958138" y="4605338"/>
          <p14:tracePt t="15765" x="7823200" y="4605338"/>
          <p14:tracePt t="15773" x="7704138" y="4589463"/>
          <p14:tracePt t="15781" x="7510463" y="4589463"/>
          <p14:tracePt t="15789" x="7340600" y="4589463"/>
          <p14:tracePt t="15798" x="7145338" y="4564063"/>
          <p14:tracePt t="15806" x="6985000" y="4546600"/>
          <p14:tracePt t="15814" x="6815138" y="4529138"/>
          <p14:tracePt t="15822" x="6756400" y="4521200"/>
          <p14:tracePt t="15831" x="6621463" y="4503738"/>
          <p14:tracePt t="15839" x="6527800" y="4470400"/>
          <p14:tracePt t="15847" x="6443663" y="4452938"/>
          <p14:tracePt t="15855" x="6392863" y="4445000"/>
          <p14:tracePt t="15863" x="6350000" y="4427538"/>
          <p14:tracePt t="15871" x="6324600" y="4411663"/>
          <p14:tracePt t="15888" x="6307138" y="4394200"/>
          <p14:tracePt t="15945" x="6307138" y="4386263"/>
          <p14:tracePt t="17649" x="6307138" y="4368800"/>
          <p14:tracePt t="17870" x="6324600" y="4368800"/>
          <p14:tracePt t="17912" x="6324600" y="4351338"/>
          <p14:tracePt t="18026" x="6332538" y="4351338"/>
          <p14:tracePt t="18034" x="6332538" y="4335463"/>
          <p14:tracePt t="18092" x="6350000" y="4335463"/>
          <p14:tracePt t="18110" x="6350000" y="4318000"/>
          <p14:tracePt t="18157" x="6367463" y="4318000"/>
          <p14:tracePt t="18248" x="6367463" y="4310063"/>
          <p14:tracePt t="18280" x="6383338" y="4310063"/>
          <p14:tracePt t="18993" x="6392863" y="4310063"/>
          <p14:tracePt t="19018" x="6408738" y="4310063"/>
          <p14:tracePt t="19034" x="6426200" y="4310063"/>
          <p14:tracePt t="19042" x="6443663" y="4310063"/>
          <p14:tracePt t="19050" x="6459538" y="4292600"/>
          <p14:tracePt t="19059" x="6484938" y="4292600"/>
          <p14:tracePt t="19067" x="6519863" y="4275138"/>
          <p14:tracePt t="19076" x="6561138" y="4275138"/>
          <p14:tracePt t="19083" x="6604000" y="4249738"/>
          <p14:tracePt t="19092" x="6637338" y="4249738"/>
          <p14:tracePt t="19100" x="6697663" y="4216400"/>
          <p14:tracePt t="19109" x="6773863" y="4198938"/>
          <p14:tracePt t="19116" x="6832600" y="4191000"/>
          <p14:tracePt t="19126" x="6891338" y="4173538"/>
          <p14:tracePt t="19132" x="6967538" y="4140200"/>
          <p14:tracePt t="19142" x="7104063" y="4122738"/>
          <p14:tracePt t="19149" x="7129463" y="4122738"/>
          <p14:tracePt t="19159" x="7205663" y="4114800"/>
          <p14:tracePt t="19165" x="7315200" y="4097338"/>
          <p14:tracePt t="19175" x="7391400" y="4081463"/>
          <p14:tracePt t="19182" x="7450138" y="4081463"/>
          <p14:tracePt t="19192" x="7510463" y="4064000"/>
          <p14:tracePt t="19198" x="7535863" y="4064000"/>
          <p14:tracePt t="19206" x="7586663" y="4056063"/>
          <p14:tracePt t="19214" x="7627938" y="4056063"/>
          <p14:tracePt t="19222" x="7645400" y="4056063"/>
          <p14:tracePt t="19231" x="7653338" y="4056063"/>
          <p14:tracePt t="19239" x="7670800" y="4056063"/>
          <p14:tracePt t="19247" x="7688263" y="4056063"/>
          <p14:tracePt t="19271" x="7704138" y="4056063"/>
          <p14:tracePt t="19485" x="7704138" y="4064000"/>
          <p14:tracePt t="19518" x="7704138" y="4081463"/>
          <p14:tracePt t="19534" x="7688263" y="4081463"/>
          <p14:tracePt t="19543" x="7688263" y="4097338"/>
          <p14:tracePt t="19550" x="7670800" y="4097338"/>
          <p14:tracePt t="19567" x="7653338" y="4114800"/>
          <p14:tracePt t="19583" x="7645400" y="4114800"/>
          <p14:tracePt t="19592" x="7627938" y="4122738"/>
          <p14:tracePt t="19599" x="7612063" y="4122738"/>
          <p14:tracePt t="19609" x="7594600" y="4140200"/>
          <p14:tracePt t="19616" x="7586663" y="4140200"/>
          <p14:tracePt t="19626" x="7551738" y="4157663"/>
          <p14:tracePt t="19632" x="7535863" y="4173538"/>
          <p14:tracePt t="19642" x="7510463" y="4173538"/>
          <p14:tracePt t="19649" x="7475538" y="4191000"/>
          <p14:tracePt t="19658" x="7459663" y="4198938"/>
          <p14:tracePt t="19665" x="7416800" y="4216400"/>
          <p14:tracePt t="19673" x="7399338" y="4216400"/>
          <p14:tracePt t="19681" x="7373938" y="4233863"/>
          <p14:tracePt t="19690" x="7340600" y="4233863"/>
          <p14:tracePt t="19698" x="7323138" y="4249738"/>
          <p14:tracePt t="19706" x="7315200" y="4249738"/>
          <p14:tracePt t="19714" x="7297738" y="4259263"/>
          <p14:tracePt t="19722" x="7281863" y="4259263"/>
          <p14:tracePt t="19731" x="7264400" y="4259263"/>
          <p14:tracePt t="19747" x="7256463" y="4259263"/>
          <p14:tracePt t="19771" x="7239000" y="4259263"/>
          <p14:tracePt t="19780" x="7221538" y="4259263"/>
          <p14:tracePt t="19788" x="7221538" y="4275138"/>
          <p14:tracePt t="19812" x="7205663" y="4275138"/>
          <p14:tracePt t="19927" x="7205663" y="4259263"/>
          <p14:tracePt t="19952" x="7205663" y="4249738"/>
          <p14:tracePt t="19968" x="7205663" y="4233863"/>
          <p14:tracePt t="20009" x="7205663" y="4216400"/>
          <p14:tracePt t="20304" x="7221538" y="4216400"/>
          <p14:tracePt t="20361" x="7239000" y="4216400"/>
          <p14:tracePt t="20394" x="7256463" y="4216400"/>
          <p14:tracePt t="20443" x="7264400" y="4216400"/>
          <p14:tracePt t="20476" x="7264400" y="4233863"/>
          <p14:tracePt t="20485" x="7281863" y="4233863"/>
          <p14:tracePt t="20525" x="7297738" y="4233863"/>
          <p14:tracePt t="20558" x="7315200" y="4233863"/>
          <p14:tracePt t="20583" x="7323138" y="4233863"/>
          <p14:tracePt t="20608" x="7340600" y="4233863"/>
          <p14:tracePt t="20625" x="7358063" y="4233863"/>
          <p14:tracePt t="20648" x="7373938" y="4233863"/>
          <p14:tracePt t="20673" x="7391400" y="4233863"/>
          <p14:tracePt t="21353" x="7399338" y="4233863"/>
          <p14:tracePt t="21418" x="7416800" y="4233863"/>
          <p14:tracePt t="21459" x="7434263" y="4233863"/>
          <p14:tracePt t="21484" x="7450138" y="4233863"/>
          <p14:tracePt t="21508" x="7459663" y="4233863"/>
          <p14:tracePt t="21533" x="7475538" y="4233863"/>
          <p14:tracePt t="21550" x="7493000" y="4233863"/>
          <p14:tracePt t="21559" x="7510463" y="4233863"/>
          <p14:tracePt t="21576" x="7518400" y="4233863"/>
          <p14:tracePt t="21582" x="7535863" y="4233863"/>
          <p14:tracePt t="21592" x="7551738" y="4233863"/>
          <p14:tracePt t="21599" x="7569200" y="4233863"/>
          <p14:tracePt t="21608" x="7586663" y="4216400"/>
          <p14:tracePt t="21625" x="7594600" y="4216400"/>
          <p14:tracePt t="21632" x="7612063" y="4216400"/>
          <p14:tracePt t="21656" x="7627938" y="4216400"/>
          <p14:tracePt t="21672" x="7645400" y="4216400"/>
          <p14:tracePt t="21967" x="7653338" y="4216400"/>
          <p14:tracePt t="22000" x="7670800" y="4216400"/>
          <p14:tracePt t="22025" x="7688263" y="4216400"/>
          <p14:tracePt t="22033" x="7704138" y="4216400"/>
          <p14:tracePt t="22043" x="7721600" y="4216400"/>
          <p14:tracePt t="22059" x="7747000" y="4216400"/>
          <p14:tracePt t="22066" x="7764463" y="4216400"/>
          <p14:tracePt t="22075" x="7789863" y="4216400"/>
          <p14:tracePt t="22082" x="7805738" y="4216400"/>
          <p14:tracePt t="22092" x="7823200" y="4216400"/>
          <p14:tracePt t="22099" x="7848600" y="4216400"/>
          <p14:tracePt t="22115" x="7866063" y="4216400"/>
          <p14:tracePt t="22123" x="7899400" y="4216400"/>
          <p14:tracePt t="22131" x="7916863" y="4216400"/>
          <p14:tracePt t="22148" x="7924800" y="4216400"/>
          <p14:tracePt t="22172" x="7942263" y="4216400"/>
          <p14:tracePt t="22181" x="7942263" y="4198938"/>
          <p14:tracePt t="22230" x="7958138" y="4198938"/>
          <p14:tracePt t="22648" x="7942263" y="4198938"/>
          <p14:tracePt t="22738" x="7942263" y="4216400"/>
          <p14:tracePt t="22926" x="7958138" y="4216400"/>
          <p14:tracePt t="22943" x="7975600" y="4216400"/>
          <p14:tracePt t="22951" x="8001000" y="4216400"/>
          <p14:tracePt t="22959" x="8034338" y="4216400"/>
          <p14:tracePt t="22967" x="8051800" y="4216400"/>
          <p14:tracePt t="22976" x="8077200" y="4216400"/>
          <p14:tracePt t="22983" x="8094663" y="4216400"/>
          <p14:tracePt t="22993" x="8120063" y="4198938"/>
          <p14:tracePt t="23000" x="8135938" y="4198938"/>
          <p14:tracePt t="23009" x="8153400" y="4198938"/>
          <p14:tracePt t="23016" x="8170863" y="4198938"/>
          <p14:tracePt t="23026" x="8186738" y="4191000"/>
          <p14:tracePt t="23042" x="8196263" y="4191000"/>
          <p14:tracePt t="23065" x="8212138" y="4191000"/>
          <p14:tracePt t="23508" x="8229600" y="4191000"/>
          <p14:tracePt t="23516" x="8247063" y="4191000"/>
          <p14:tracePt t="23526" x="8255000" y="4191000"/>
          <p14:tracePt t="23532" x="8272463" y="4191000"/>
          <p14:tracePt t="23543" x="8305800" y="4191000"/>
          <p14:tracePt t="23549" x="8348663" y="4191000"/>
          <p14:tracePt t="23558" x="8364538" y="4191000"/>
          <p14:tracePt t="23565" x="8407400" y="4191000"/>
          <p14:tracePt t="23575" x="8424863" y="4191000"/>
          <p14:tracePt t="23582" x="8450263" y="4191000"/>
          <p14:tracePt t="23590" x="8483600" y="4191000"/>
          <p14:tracePt t="23598" x="8501063" y="4191000"/>
          <p14:tracePt t="23606" x="8516938" y="4173538"/>
          <p14:tracePt t="23614" x="8526463" y="4173538"/>
          <p14:tracePt t="23622" x="8542338" y="4173538"/>
          <p14:tracePt t="23647" x="8559800" y="4157663"/>
          <p14:tracePt t="23671" x="8577263" y="4157663"/>
          <p14:tracePt t="23917" x="8559800" y="4157663"/>
          <p14:tracePt t="23975" x="8542338" y="4157663"/>
          <p14:tracePt t="23983" x="8542338" y="4140200"/>
          <p14:tracePt t="23999" x="8526463" y="4140200"/>
          <p14:tracePt t="24015" x="8526463" y="4122738"/>
          <p14:tracePt t="24026" x="8516938" y="4122738"/>
          <p14:tracePt t="24042" x="8501063" y="4122738"/>
          <p14:tracePt t="24065" x="8483600" y="4122738"/>
          <p14:tracePt t="24081" x="8466138" y="4122738"/>
          <p14:tracePt t="24098" x="8450263" y="4122738"/>
          <p14:tracePt t="24106" x="8424863" y="4122738"/>
          <p14:tracePt t="24114" x="8407400" y="4114800"/>
          <p14:tracePt t="24122" x="8389938" y="4114800"/>
          <p14:tracePt t="24131" x="8364538" y="4114800"/>
          <p14:tracePt t="24138" x="8348663" y="4114800"/>
          <p14:tracePt t="24147" x="8313738" y="4114800"/>
          <p14:tracePt t="24155" x="8288338" y="4097338"/>
          <p14:tracePt t="24163" x="8272463" y="4081463"/>
          <p14:tracePt t="24171" x="8229600" y="4081463"/>
          <p14:tracePt t="24180" x="8196263" y="4081463"/>
          <p14:tracePt t="24188" x="8153400" y="4064000"/>
          <p14:tracePt t="24197" x="8094663" y="4056063"/>
          <p14:tracePt t="24204" x="8059738" y="4056063"/>
          <p14:tracePt t="24212" x="8018463" y="4038600"/>
          <p14:tracePt t="24221" x="7983538" y="4038600"/>
          <p14:tracePt t="24229" x="7924800" y="4038600"/>
          <p14:tracePt t="24237" x="7899400" y="4021138"/>
          <p14:tracePt t="24245" x="7866063" y="4021138"/>
          <p14:tracePt t="24254" x="7823200" y="4021138"/>
          <p14:tracePt t="24262" x="7805738" y="4021138"/>
          <p14:tracePt t="24270" x="7764463" y="4021138"/>
          <p14:tracePt t="24278" x="7729538" y="4021138"/>
          <p14:tracePt t="24286" x="7721600" y="4021138"/>
          <p14:tracePt t="24294" x="7670800" y="4021138"/>
          <p14:tracePt t="24303" x="7653338" y="4021138"/>
          <p14:tracePt t="24311" x="7645400" y="4021138"/>
          <p14:tracePt t="24319" x="7612063" y="4021138"/>
          <p14:tracePt t="24327" x="7594600" y="4021138"/>
          <p14:tracePt t="24335" x="7586663" y="4021138"/>
          <p14:tracePt t="24352" x="7569200" y="4021138"/>
          <p14:tracePt t="24548" x="7586663" y="4021138"/>
          <p14:tracePt t="24712" x="7586663" y="4038600"/>
          <p14:tracePt t="24745" x="7586663" y="4056063"/>
          <p14:tracePt t="24860" x="7594600" y="4056063"/>
          <p14:tracePt t="24868" x="7612063" y="4056063"/>
          <p14:tracePt t="24876" x="7670800" y="4056063"/>
          <p14:tracePt t="24884" x="7747000" y="4056063"/>
          <p14:tracePt t="24893" x="7848600" y="4056063"/>
          <p14:tracePt t="24901" x="7975600" y="4056063"/>
          <p14:tracePt t="24909" x="8135938" y="4038600"/>
          <p14:tracePt t="24917" x="8382000" y="4005263"/>
          <p14:tracePt t="24926" x="8618538" y="3987800"/>
          <p14:tracePt t="24933" x="8847138" y="3987800"/>
          <p14:tracePt t="24942" x="9126538" y="3962400"/>
          <p14:tracePt t="24950" x="9321800" y="3944938"/>
          <p14:tracePt t="24960" x="9567863" y="3944938"/>
          <p14:tracePt t="24966" x="9761538" y="3929063"/>
          <p14:tracePt t="24976" x="9821863" y="3929063"/>
          <p14:tracePt t="24983" x="9982200" y="3929063"/>
          <p14:tracePt t="24993" x="10091738" y="3919538"/>
          <p14:tracePt t="24999" x="10167938" y="3919538"/>
          <p14:tracePt t="25009" x="10236200" y="3903663"/>
          <p14:tracePt t="25016" x="10287000" y="3903663"/>
          <p14:tracePt t="25025" x="10312400" y="3903663"/>
          <p14:tracePt t="25032" x="10345738" y="3903663"/>
          <p14:tracePt t="25048" x="10363200" y="3903663"/>
          <p14:tracePt t="25065" x="10371138" y="3903663"/>
          <p14:tracePt t="25163" x="10363200" y="3903663"/>
          <p14:tracePt t="28217" x="10269538" y="3979863"/>
          <p14:tracePt t="28228" x="10101263" y="4081463"/>
          <p14:tracePt t="28234" x="9974263" y="4191000"/>
          <p14:tracePt t="28244" x="9804400" y="4292600"/>
          <p14:tracePt t="28250" x="9652000" y="4386263"/>
          <p14:tracePt t="28259" x="9491663" y="4487863"/>
          <p14:tracePt t="28267" x="9339263" y="4579938"/>
          <p14:tracePt t="28276" x="9186863" y="4665663"/>
          <p14:tracePt t="28283" x="9024938" y="4741863"/>
          <p14:tracePt t="28293" x="8907463" y="4800600"/>
          <p14:tracePt t="28299" x="8770938" y="4859338"/>
          <p14:tracePt t="28309" x="8636000" y="4910138"/>
          <p14:tracePt t="28316" x="8577263" y="4919663"/>
          <p14:tracePt t="28325" x="8466138" y="4953000"/>
          <p14:tracePt t="28332" x="8382000" y="4978400"/>
          <p14:tracePt t="28342" x="8288338" y="5011738"/>
          <p14:tracePt t="28349" x="8212138" y="5029200"/>
          <p14:tracePt t="28359" x="8153400" y="5046663"/>
          <p14:tracePt t="28365" x="8120063" y="5046663"/>
          <p14:tracePt t="28373" x="8094663" y="5054600"/>
          <p14:tracePt t="28381" x="8077200" y="5054600"/>
          <p14:tracePt t="28390" x="8059738" y="5054600"/>
          <p14:tracePt t="28398" x="8051800" y="5054600"/>
          <p14:tracePt t="28414" x="8034338" y="5054600"/>
          <p14:tracePt t="28881" x="8034338" y="5072063"/>
          <p14:tracePt t="28898" x="8034338" y="5087938"/>
          <p14:tracePt t="28906" x="8018463" y="5105400"/>
          <p14:tracePt t="28914" x="8018463" y="5113338"/>
          <p14:tracePt t="28922" x="8001000" y="5113338"/>
          <p14:tracePt t="28938" x="8001000" y="5130800"/>
          <p14:tracePt t="28955" x="8001000" y="5148263"/>
          <p14:tracePt t="28963" x="7983538" y="5148263"/>
          <p14:tracePt t="28979" x="7983538" y="5164138"/>
          <p14:tracePt t="28988" x="7983538" y="5173663"/>
          <p14:tracePt t="28996" x="7975600" y="5189538"/>
          <p14:tracePt t="29004" x="7975600" y="5207000"/>
          <p14:tracePt t="29012" x="7958138" y="5249863"/>
          <p14:tracePt t="29021" x="7924800" y="5300663"/>
          <p14:tracePt t="29029" x="7924800" y="5341938"/>
          <p14:tracePt t="29037" x="7899400" y="5402263"/>
          <p14:tracePt t="29045" x="7848600" y="5537200"/>
          <p14:tracePt t="29053" x="7823200" y="5638800"/>
          <p14:tracePt t="29061" x="7729538" y="5910263"/>
          <p14:tracePt t="29070" x="7627938" y="6240463"/>
          <p14:tracePt t="29078" x="7510463" y="6662738"/>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F8B4CE-E995-B2CD-EEFA-014B1E39A0E1}"/>
              </a:ext>
            </a:extLst>
          </p:cNvPr>
          <p:cNvSpPr>
            <a:spLocks noGrp="1"/>
          </p:cNvSpPr>
          <p:nvPr>
            <p:ph type="title"/>
          </p:nvPr>
        </p:nvSpPr>
        <p:spPr/>
        <p:txBody>
          <a:bodyPr/>
          <a:lstStyle/>
          <a:p>
            <a:r>
              <a:rPr lang="en-KR" dirty="0"/>
              <a:t>Reverse process (denoising)</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E589EB68-2F3B-FCD3-0E50-744B1B5455D8}"/>
                  </a:ext>
                </a:extLst>
              </p:cNvPr>
              <p:cNvSpPr>
                <a:spLocks noGrp="1"/>
              </p:cNvSpPr>
              <p:nvPr>
                <p:ph type="body" sz="quarter" idx="10"/>
              </p:nvPr>
            </p:nvSpPr>
            <p:spPr>
              <a:xfrm>
                <a:off x="981975" y="3556912"/>
                <a:ext cx="10972800" cy="1255985"/>
              </a:xfrm>
            </p:spPr>
            <p: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𝑝</m:t>
                          </m:r>
                        </m:e>
                        <m:sub>
                          <m:r>
                            <a:rPr lang="en-US" sz="2000" i="1">
                              <a:solidFill>
                                <a:schemeClr val="tx1"/>
                              </a:solidFill>
                              <a:latin typeface="Cambria Math" panose="02040503050406030204" pitchFamily="18" charset="0"/>
                            </a:rPr>
                            <m:t>𝜃</m:t>
                          </m:r>
                        </m:sub>
                      </m:sSub>
                      <m:r>
                        <a:rPr lang="en-US" sz="2000"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0:</m:t>
                          </m:r>
                          <m:r>
                            <a:rPr lang="en-US" sz="2000" i="1">
                              <a:solidFill>
                                <a:schemeClr val="tx1"/>
                              </a:solidFill>
                              <a:latin typeface="Cambria Math" panose="02040503050406030204" pitchFamily="18" charset="0"/>
                            </a:rPr>
                            <m:t>𝑇</m:t>
                          </m:r>
                        </m:sub>
                      </m:sSub>
                      <m:r>
                        <a:rPr lang="en-US" sz="2000" i="1">
                          <a:solidFill>
                            <a:schemeClr val="tx1"/>
                          </a:solidFill>
                          <a:latin typeface="Cambria Math" panose="02040503050406030204" pitchFamily="18" charset="0"/>
                        </a:rPr>
                        <m:t>)≔</m:t>
                      </m:r>
                      <m:r>
                        <a:rPr lang="en-US" sz="2000" i="1" smtClean="0">
                          <a:solidFill>
                            <a:schemeClr val="accent6">
                              <a:lumMod val="50000"/>
                            </a:schemeClr>
                          </a:solidFill>
                          <a:latin typeface="Cambria Math" panose="02040503050406030204" pitchFamily="18" charset="0"/>
                        </a:rPr>
                        <m:t>𝑝</m:t>
                      </m:r>
                      <m:r>
                        <a:rPr lang="en-US" sz="2000" i="1" smtClean="0">
                          <a:solidFill>
                            <a:schemeClr val="accent6">
                              <a:lumMod val="50000"/>
                            </a:schemeClr>
                          </a:solidFill>
                          <a:latin typeface="Cambria Math" panose="02040503050406030204" pitchFamily="18" charset="0"/>
                        </a:rPr>
                        <m:t>(</m:t>
                      </m:r>
                      <m:sSub>
                        <m:sSubPr>
                          <m:ctrlPr>
                            <a:rPr lang="en-US" sz="2000" i="1">
                              <a:solidFill>
                                <a:schemeClr val="accent6">
                                  <a:lumMod val="50000"/>
                                </a:schemeClr>
                              </a:solidFill>
                              <a:latin typeface="Cambria Math" panose="02040503050406030204" pitchFamily="18" charset="0"/>
                            </a:rPr>
                          </m:ctrlPr>
                        </m:sSubPr>
                        <m:e>
                          <m:r>
                            <a:rPr lang="en-US" sz="2000" b="1" i="1">
                              <a:solidFill>
                                <a:schemeClr val="accent6">
                                  <a:lumMod val="50000"/>
                                </a:schemeClr>
                              </a:solidFill>
                              <a:latin typeface="Cambria Math" panose="02040503050406030204" pitchFamily="18" charset="0"/>
                            </a:rPr>
                            <m:t>𝒙</m:t>
                          </m:r>
                        </m:e>
                        <m:sub>
                          <m:r>
                            <a:rPr lang="en-US" sz="2000" i="1">
                              <a:solidFill>
                                <a:schemeClr val="accent6">
                                  <a:lumMod val="50000"/>
                                </a:schemeClr>
                              </a:solidFill>
                              <a:latin typeface="Cambria Math" panose="02040503050406030204" pitchFamily="18" charset="0"/>
                            </a:rPr>
                            <m:t>𝑇</m:t>
                          </m:r>
                        </m:sub>
                      </m:sSub>
                      <m:r>
                        <a:rPr lang="en-US" sz="2000" i="1">
                          <a:solidFill>
                            <a:schemeClr val="accent6">
                              <a:lumMod val="50000"/>
                            </a:schemeClr>
                          </a:solidFill>
                          <a:latin typeface="Cambria Math" panose="02040503050406030204" pitchFamily="18" charset="0"/>
                        </a:rPr>
                        <m:t>)</m:t>
                      </m:r>
                      <m:nary>
                        <m:naryPr>
                          <m:chr m:val="∏"/>
                          <m:ctrlPr>
                            <a:rPr lang="en-US" sz="2000" i="1" smtClean="0">
                              <a:solidFill>
                                <a:schemeClr val="tx1"/>
                              </a:solidFill>
                              <a:latin typeface="Cambria Math" panose="02040503050406030204" pitchFamily="18" charset="0"/>
                            </a:rPr>
                          </m:ctrlPr>
                        </m:naryPr>
                        <m:sub>
                          <m:r>
                            <m:rPr>
                              <m:brk m:alnAt="23"/>
                            </m:rPr>
                            <a:rPr lang="en-US" sz="2000" i="1">
                              <a:solidFill>
                                <a:schemeClr val="tx1"/>
                              </a:solidFill>
                              <a:latin typeface="Cambria Math" panose="02040503050406030204" pitchFamily="18" charset="0"/>
                            </a:rPr>
                            <m:t>𝑡</m:t>
                          </m:r>
                          <m:r>
                            <a:rPr lang="en-US" sz="2000" i="1">
                              <a:solidFill>
                                <a:schemeClr val="tx1"/>
                              </a:solidFill>
                              <a:latin typeface="Cambria Math" panose="02040503050406030204" pitchFamily="18" charset="0"/>
                            </a:rPr>
                            <m:t>=1</m:t>
                          </m:r>
                        </m:sub>
                        <m:sup>
                          <m:r>
                            <a:rPr lang="en-US" sz="2000" i="1">
                              <a:solidFill>
                                <a:schemeClr val="tx1"/>
                              </a:solidFill>
                              <a:latin typeface="Cambria Math" panose="02040503050406030204" pitchFamily="18" charset="0"/>
                            </a:rPr>
                            <m:t>𝑇</m:t>
                          </m:r>
                        </m:sup>
                        <m:e>
                          <m:sSub>
                            <m:sSubPr>
                              <m:ctrlPr>
                                <a:rPr lang="en-US" sz="2000" i="1" smtClean="0">
                                  <a:solidFill>
                                    <a:schemeClr val="accent1">
                                      <a:lumMod val="75000"/>
                                    </a:schemeClr>
                                  </a:solidFill>
                                  <a:latin typeface="Cambria Math" panose="02040503050406030204" pitchFamily="18" charset="0"/>
                                </a:rPr>
                              </m:ctrlPr>
                            </m:sSubPr>
                            <m:e>
                              <m:r>
                                <a:rPr lang="en-US" sz="2000" i="1">
                                  <a:solidFill>
                                    <a:schemeClr val="accent1">
                                      <a:lumMod val="75000"/>
                                    </a:schemeClr>
                                  </a:solidFill>
                                  <a:latin typeface="Cambria Math" panose="02040503050406030204" pitchFamily="18" charset="0"/>
                                </a:rPr>
                                <m:t>𝑝</m:t>
                              </m:r>
                            </m:e>
                            <m:sub>
                              <m:r>
                                <a:rPr lang="en-US" sz="2000" i="1">
                                  <a:solidFill>
                                    <a:schemeClr val="accent1">
                                      <a:lumMod val="75000"/>
                                    </a:schemeClr>
                                  </a:solidFill>
                                  <a:latin typeface="Cambria Math" panose="02040503050406030204" pitchFamily="18" charset="0"/>
                                </a:rPr>
                                <m:t>𝜃</m:t>
                              </m:r>
                            </m:sub>
                          </m:sSub>
                          <m:r>
                            <a:rPr lang="en-US" sz="2000" i="1">
                              <a:solidFill>
                                <a:schemeClr val="accent1">
                                  <a:lumMod val="75000"/>
                                </a:schemeClr>
                              </a:solidFill>
                              <a:latin typeface="Cambria Math" panose="02040503050406030204" pitchFamily="18" charset="0"/>
                            </a:rPr>
                            <m:t>(</m:t>
                          </m:r>
                          <m:sSub>
                            <m:sSubPr>
                              <m:ctrlPr>
                                <a:rPr lang="en-US" sz="2000" i="1">
                                  <a:solidFill>
                                    <a:schemeClr val="accent1">
                                      <a:lumMod val="75000"/>
                                    </a:schemeClr>
                                  </a:solidFill>
                                  <a:latin typeface="Cambria Math" panose="02040503050406030204" pitchFamily="18" charset="0"/>
                                </a:rPr>
                              </m:ctrlPr>
                            </m:sSubPr>
                            <m:e>
                              <m:r>
                                <a:rPr lang="en-US" sz="2000" b="1" i="1">
                                  <a:solidFill>
                                    <a:schemeClr val="accent1">
                                      <a:lumMod val="75000"/>
                                    </a:schemeClr>
                                  </a:solidFill>
                                  <a:latin typeface="Cambria Math" panose="02040503050406030204" pitchFamily="18" charset="0"/>
                                </a:rPr>
                                <m:t>𝒙</m:t>
                              </m:r>
                            </m:e>
                            <m:sub>
                              <m:r>
                                <a:rPr lang="en-US" sz="2000" i="1">
                                  <a:solidFill>
                                    <a:schemeClr val="accent1">
                                      <a:lumMod val="75000"/>
                                    </a:schemeClr>
                                  </a:solidFill>
                                  <a:latin typeface="Cambria Math" panose="02040503050406030204" pitchFamily="18" charset="0"/>
                                </a:rPr>
                                <m:t>𝑡</m:t>
                              </m:r>
                              <m:r>
                                <a:rPr lang="en-US" sz="2000" i="1">
                                  <a:solidFill>
                                    <a:schemeClr val="accent1">
                                      <a:lumMod val="75000"/>
                                    </a:schemeClr>
                                  </a:solidFill>
                                  <a:latin typeface="Cambria Math" panose="02040503050406030204" pitchFamily="18" charset="0"/>
                                </a:rPr>
                                <m:t>−1</m:t>
                              </m:r>
                            </m:sub>
                          </m:sSub>
                          <m:r>
                            <a:rPr lang="en-US" sz="2000" i="1">
                              <a:solidFill>
                                <a:schemeClr val="accent1">
                                  <a:lumMod val="75000"/>
                                </a:schemeClr>
                              </a:solidFill>
                              <a:latin typeface="Cambria Math" panose="02040503050406030204" pitchFamily="18" charset="0"/>
                            </a:rPr>
                            <m:t>|</m:t>
                          </m:r>
                          <m:sSub>
                            <m:sSubPr>
                              <m:ctrlPr>
                                <a:rPr lang="en-US" sz="2000" i="1">
                                  <a:solidFill>
                                    <a:schemeClr val="accent1">
                                      <a:lumMod val="75000"/>
                                    </a:schemeClr>
                                  </a:solidFill>
                                  <a:latin typeface="Cambria Math" panose="02040503050406030204" pitchFamily="18" charset="0"/>
                                </a:rPr>
                              </m:ctrlPr>
                            </m:sSubPr>
                            <m:e>
                              <m:r>
                                <a:rPr lang="en-US" sz="2000" b="1" i="1">
                                  <a:solidFill>
                                    <a:schemeClr val="accent1">
                                      <a:lumMod val="75000"/>
                                    </a:schemeClr>
                                  </a:solidFill>
                                  <a:latin typeface="Cambria Math" panose="02040503050406030204" pitchFamily="18" charset="0"/>
                                </a:rPr>
                                <m:t>𝒙</m:t>
                              </m:r>
                            </m:e>
                            <m:sub>
                              <m:r>
                                <a:rPr lang="en-US" sz="2000" i="1">
                                  <a:solidFill>
                                    <a:schemeClr val="accent1">
                                      <a:lumMod val="75000"/>
                                    </a:schemeClr>
                                  </a:solidFill>
                                  <a:latin typeface="Cambria Math" panose="02040503050406030204" pitchFamily="18" charset="0"/>
                                </a:rPr>
                                <m:t>𝑡</m:t>
                              </m:r>
                            </m:sub>
                          </m:sSub>
                          <m:r>
                            <a:rPr lang="en-US" sz="2000" i="1" smtClean="0">
                              <a:solidFill>
                                <a:schemeClr val="accent1">
                                  <a:lumMod val="75000"/>
                                </a:schemeClr>
                              </a:solidFill>
                              <a:latin typeface="Cambria Math" panose="02040503050406030204" pitchFamily="18" charset="0"/>
                            </a:rPr>
                            <m:t>)</m:t>
                          </m:r>
                        </m:e>
                      </m:nary>
                    </m:oMath>
                  </m:oMathPara>
                </a14:m>
                <a:endParaRPr lang="en-KR" sz="2000" dirty="0"/>
              </a:p>
            </p:txBody>
          </p:sp>
        </mc:Choice>
        <mc:Fallback xmlns="">
          <p:sp>
            <p:nvSpPr>
              <p:cNvPr id="5" name="Text Placeholder 4">
                <a:extLst>
                  <a:ext uri="{FF2B5EF4-FFF2-40B4-BE49-F238E27FC236}">
                    <a16:creationId xmlns:a16="http://schemas.microsoft.com/office/drawing/2014/main" id="{E589EB68-2F3B-FCD3-0E50-744B1B5455D8}"/>
                  </a:ext>
                </a:extLst>
              </p:cNvPr>
              <p:cNvSpPr>
                <a:spLocks noGrp="1" noRot="1" noChangeAspect="1" noMove="1" noResize="1" noEditPoints="1" noAdjustHandles="1" noChangeArrowheads="1" noChangeShapeType="1" noTextEdit="1"/>
              </p:cNvSpPr>
              <p:nvPr>
                <p:ph type="body" sz="quarter" idx="10"/>
              </p:nvPr>
            </p:nvSpPr>
            <p:spPr>
              <a:xfrm>
                <a:off x="981975" y="3556912"/>
                <a:ext cx="10972800" cy="1255985"/>
              </a:xfrm>
              <a:blipFill>
                <a:blip r:embed="rId6"/>
                <a:stretch>
                  <a:fillRect t="-78218" b="-87129"/>
                </a:stretch>
              </a:blipFill>
            </p:spPr>
            <p:txBody>
              <a:bodyPr/>
              <a:lstStyle/>
              <a:p>
                <a:r>
                  <a:rPr lang="en-KR">
                    <a:noFill/>
                  </a:rPr>
                  <a:t> </a:t>
                </a:r>
              </a:p>
            </p:txBody>
          </p:sp>
        </mc:Fallback>
      </mc:AlternateContent>
      <p:sp>
        <p:nvSpPr>
          <p:cNvPr id="3" name="Slide Number Placeholder 2">
            <a:extLst>
              <a:ext uri="{FF2B5EF4-FFF2-40B4-BE49-F238E27FC236}">
                <a16:creationId xmlns:a16="http://schemas.microsoft.com/office/drawing/2014/main" id="{DB3A04D7-5A44-2172-FC97-DA3616238970}"/>
              </a:ext>
            </a:extLst>
          </p:cNvPr>
          <p:cNvSpPr>
            <a:spLocks noGrp="1"/>
          </p:cNvSpPr>
          <p:nvPr>
            <p:ph type="sldNum" sz="quarter" idx="13"/>
          </p:nvPr>
        </p:nvSpPr>
        <p:spPr/>
        <p:txBody>
          <a:bodyPr/>
          <a:lstStyle/>
          <a:p>
            <a:fld id="{EB4B8DE2-A4E8-46E4-8BBF-D75455EFF32C}" type="slidenum">
              <a:rPr lang="en-US" smtClean="0"/>
              <a:pPr/>
              <a:t>10</a:t>
            </a:fld>
            <a:endParaRPr lang="en-US" dirty="0"/>
          </a:p>
        </p:txBody>
      </p:sp>
      <p:grpSp>
        <p:nvGrpSpPr>
          <p:cNvPr id="6" name="Group 5">
            <a:extLst>
              <a:ext uri="{FF2B5EF4-FFF2-40B4-BE49-F238E27FC236}">
                <a16:creationId xmlns:a16="http://schemas.microsoft.com/office/drawing/2014/main" id="{7DF8B138-DB3D-B9A5-8526-BC5FBDB64764}"/>
              </a:ext>
            </a:extLst>
          </p:cNvPr>
          <p:cNvGrpSpPr/>
          <p:nvPr/>
        </p:nvGrpSpPr>
        <p:grpSpPr>
          <a:xfrm>
            <a:off x="689205" y="1678363"/>
            <a:ext cx="10813589" cy="1524112"/>
            <a:chOff x="706363" y="2937598"/>
            <a:chExt cx="10813589" cy="1524112"/>
          </a:xfrm>
        </p:grpSpPr>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797340F1-1639-F3D3-3387-B520EBF9EBE3}"/>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7" name="Oval 6">
                  <a:extLst>
                    <a:ext uri="{FF2B5EF4-FFF2-40B4-BE49-F238E27FC236}">
                      <a16:creationId xmlns:a16="http://schemas.microsoft.com/office/drawing/2014/main" id="{797340F1-1639-F3D3-3387-B520EBF9EBE3}"/>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7"/>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CEEB17D7-F112-8F7A-200E-2A9B1D45A8C6}"/>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8" name="Oval 7">
                  <a:extLst>
                    <a:ext uri="{FF2B5EF4-FFF2-40B4-BE49-F238E27FC236}">
                      <a16:creationId xmlns:a16="http://schemas.microsoft.com/office/drawing/2014/main" id="{CEEB17D7-F112-8F7A-200E-2A9B1D45A8C6}"/>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8"/>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1811D809-A846-A1D8-2EF0-299B5D08E3CF}"/>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9" name="Oval 8">
                  <a:extLst>
                    <a:ext uri="{FF2B5EF4-FFF2-40B4-BE49-F238E27FC236}">
                      <a16:creationId xmlns:a16="http://schemas.microsoft.com/office/drawing/2014/main" id="{1811D809-A846-A1D8-2EF0-299B5D08E3CF}"/>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9"/>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7FAE3951-8A79-DC33-D101-482FF9091DA6}"/>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10" name="Oval 9">
                  <a:extLst>
                    <a:ext uri="{FF2B5EF4-FFF2-40B4-BE49-F238E27FC236}">
                      <a16:creationId xmlns:a16="http://schemas.microsoft.com/office/drawing/2014/main" id="{7FAE3951-8A79-DC33-D101-482FF9091DA6}"/>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0"/>
                  <a:stretch>
                    <a:fillRect l="-8333"/>
                  </a:stretch>
                </a:blipFill>
                <a:ln/>
              </p:spPr>
              <p:txBody>
                <a:bodyPr/>
                <a:lstStyle/>
                <a:p>
                  <a:r>
                    <a:rPr lang="en-KR">
                      <a:noFill/>
                    </a:rPr>
                    <a:t> </a:t>
                  </a:r>
                </a:p>
              </p:txBody>
            </p:sp>
          </mc:Fallback>
        </mc:AlternateContent>
        <p:cxnSp>
          <p:nvCxnSpPr>
            <p:cNvPr id="11" name="Straight Arrow Connector 10">
              <a:extLst>
                <a:ext uri="{FF2B5EF4-FFF2-40B4-BE49-F238E27FC236}">
                  <a16:creationId xmlns:a16="http://schemas.microsoft.com/office/drawing/2014/main" id="{C82215F7-204C-A43D-AEBA-506A953401A2}"/>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082E1BB-AF0B-1B6E-81A0-8B0CF8C9B583}"/>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54902A3-9266-DA6D-B2F7-977B4E5488DE}"/>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14" name="Straight Arrow Connector 13">
              <a:extLst>
                <a:ext uri="{FF2B5EF4-FFF2-40B4-BE49-F238E27FC236}">
                  <a16:creationId xmlns:a16="http://schemas.microsoft.com/office/drawing/2014/main" id="{9924882E-D8B5-5484-DA25-981D8E7297DF}"/>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7EF17D6-2314-33AD-67F0-E078D4D98F21}"/>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BDF4C71-0A11-9A1C-D9DC-09075861BAB2}"/>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17" name="Straight Arrow Connector 16">
              <a:extLst>
                <a:ext uri="{FF2B5EF4-FFF2-40B4-BE49-F238E27FC236}">
                  <a16:creationId xmlns:a16="http://schemas.microsoft.com/office/drawing/2014/main" id="{CC2EF135-2C48-A32F-80AF-EA8F980CAE0A}"/>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BDCD577-8F1C-13E4-BBB5-B891C207D771}"/>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18" name="TextBox 17">
                  <a:extLst>
                    <a:ext uri="{FF2B5EF4-FFF2-40B4-BE49-F238E27FC236}">
                      <a16:creationId xmlns:a16="http://schemas.microsoft.com/office/drawing/2014/main" id="{5BDCD577-8F1C-13E4-BBB5-B891C207D771}"/>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11"/>
                  <a:stretch>
                    <a:fillRect l="-5155" r="-6186" b="-13333"/>
                  </a:stretch>
                </a:blipFill>
              </p:spPr>
              <p:txBody>
                <a:bodyPr/>
                <a:lstStyle/>
                <a:p>
                  <a:r>
                    <a:rPr lang="en-KR">
                      <a:noFill/>
                    </a:rPr>
                    <a:t> </a:t>
                  </a:r>
                </a:p>
              </p:txBody>
            </p:sp>
          </mc:Fallback>
        </mc:AlternateContent>
        <p:pic>
          <p:nvPicPr>
            <p:cNvPr id="21" name="Picture 2">
              <a:extLst>
                <a:ext uri="{FF2B5EF4-FFF2-40B4-BE49-F238E27FC236}">
                  <a16:creationId xmlns:a16="http://schemas.microsoft.com/office/drawing/2014/main" id="{8146BAAA-2426-78CC-BB4F-278672DD649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a:extLst>
                <a:ext uri="{FF2B5EF4-FFF2-40B4-BE49-F238E27FC236}">
                  <a16:creationId xmlns:a16="http://schemas.microsoft.com/office/drawing/2014/main" id="{566DE77A-4270-1A85-0B52-57E6D5B5D60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7C04EB79-A909-B7A0-32E5-94991E61A32F}"/>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Right Brace 28">
            <a:extLst>
              <a:ext uri="{FF2B5EF4-FFF2-40B4-BE49-F238E27FC236}">
                <a16:creationId xmlns:a16="http://schemas.microsoft.com/office/drawing/2014/main" id="{CA4244A3-0D64-7664-DCDE-FDF24A1064C3}"/>
              </a:ext>
            </a:extLst>
          </p:cNvPr>
          <p:cNvSpPr/>
          <p:nvPr/>
        </p:nvSpPr>
        <p:spPr>
          <a:xfrm rot="5400000">
            <a:off x="6134808" y="4271073"/>
            <a:ext cx="226658" cy="636251"/>
          </a:xfrm>
          <a:prstGeom prst="rightBrace">
            <a:avLst/>
          </a:prstGeom>
          <a:ln w="19050" cap="rnd">
            <a:solidFill>
              <a:schemeClr val="accent6">
                <a:lumMod val="5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solidFill>
                <a:schemeClr val="accent6">
                  <a:lumMod val="50000"/>
                </a:schemeClr>
              </a:solidFill>
            </a:endParaRPr>
          </a:p>
        </p:txBody>
      </p:sp>
      <p:sp>
        <p:nvSpPr>
          <p:cNvPr id="30" name="Right Brace 29">
            <a:extLst>
              <a:ext uri="{FF2B5EF4-FFF2-40B4-BE49-F238E27FC236}">
                <a16:creationId xmlns:a16="http://schemas.microsoft.com/office/drawing/2014/main" id="{03907D50-C7D1-FBB1-7555-E399ECEE8EDF}"/>
              </a:ext>
            </a:extLst>
          </p:cNvPr>
          <p:cNvSpPr/>
          <p:nvPr/>
        </p:nvSpPr>
        <p:spPr>
          <a:xfrm rot="5400000">
            <a:off x="7545935" y="3945912"/>
            <a:ext cx="226657" cy="1286571"/>
          </a:xfrm>
          <a:prstGeom prst="rightBrace">
            <a:avLst/>
          </a:prstGeom>
          <a:ln w="19050" cap="rnd">
            <a:solidFill>
              <a:schemeClr val="accent1">
                <a:lumMod val="75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31" name="TextBox 30">
            <a:extLst>
              <a:ext uri="{FF2B5EF4-FFF2-40B4-BE49-F238E27FC236}">
                <a16:creationId xmlns:a16="http://schemas.microsoft.com/office/drawing/2014/main" id="{8F70BDA5-2E14-1660-CB95-8684C992C16A}"/>
              </a:ext>
            </a:extLst>
          </p:cNvPr>
          <p:cNvSpPr txBox="1"/>
          <p:nvPr/>
        </p:nvSpPr>
        <p:spPr>
          <a:xfrm>
            <a:off x="5764831" y="4750162"/>
            <a:ext cx="966611" cy="338554"/>
          </a:xfrm>
          <a:prstGeom prst="rect">
            <a:avLst/>
          </a:prstGeom>
          <a:noFill/>
        </p:spPr>
        <p:txBody>
          <a:bodyPr wrap="none" lIns="0" rIns="0" rtlCol="0">
            <a:spAutoFit/>
          </a:bodyPr>
          <a:lstStyle/>
          <a:p>
            <a:pPr algn="l"/>
            <a:r>
              <a:rPr lang="en-KR" sz="1600" dirty="0">
                <a:solidFill>
                  <a:schemeClr val="accent6">
                    <a:lumMod val="50000"/>
                  </a:schemeClr>
                </a:solidFill>
                <a:latin typeface="Pretendard" panose="02000503000000020004" pitchFamily="2" charset="-127"/>
                <a:ea typeface="Pretendard" panose="02000503000000020004" pitchFamily="2" charset="-127"/>
                <a:cs typeface="Pretendard" panose="02000503000000020004" pitchFamily="2" charset="-127"/>
              </a:rPr>
              <a:t>Pure noise</a:t>
            </a:r>
          </a:p>
        </p:txBody>
      </p:sp>
      <p:sp>
        <p:nvSpPr>
          <p:cNvPr id="32" name="TextBox 31">
            <a:extLst>
              <a:ext uri="{FF2B5EF4-FFF2-40B4-BE49-F238E27FC236}">
                <a16:creationId xmlns:a16="http://schemas.microsoft.com/office/drawing/2014/main" id="{B2B84957-939E-16D4-462B-AFE456C87D89}"/>
              </a:ext>
            </a:extLst>
          </p:cNvPr>
          <p:cNvSpPr txBox="1"/>
          <p:nvPr/>
        </p:nvSpPr>
        <p:spPr>
          <a:xfrm>
            <a:off x="6825701" y="4750162"/>
            <a:ext cx="1667123" cy="338554"/>
          </a:xfrm>
          <a:prstGeom prst="rect">
            <a:avLst/>
          </a:prstGeom>
          <a:noFill/>
        </p:spPr>
        <p:txBody>
          <a:bodyPr wrap="none" lIns="0" rIns="0" rtlCol="0">
            <a:spAutoFit/>
          </a:bodyPr>
          <a:lstStyle/>
          <a:p>
            <a:pPr algn="l"/>
            <a:r>
              <a:rPr lang="en-KR" sz="1600" dirty="0">
                <a:solidFill>
                  <a:schemeClr val="accent1">
                    <a:lumMod val="75000"/>
                  </a:schemeClr>
                </a:solidFill>
                <a:latin typeface="Pretendard" panose="02000503000000020004" pitchFamily="2" charset="-127"/>
                <a:ea typeface="Pretendard" panose="02000503000000020004" pitchFamily="2" charset="-127"/>
                <a:cs typeface="Pretendard" panose="02000503000000020004" pitchFamily="2" charset="-127"/>
              </a:rPr>
              <a:t>Learned transition</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823E518-17DA-8680-DEC3-57B6C71EBA25}"/>
                  </a:ext>
                </a:extLst>
              </p:cNvPr>
              <p:cNvSpPr txBox="1"/>
              <p:nvPr/>
            </p:nvSpPr>
            <p:spPr>
              <a:xfrm>
                <a:off x="4157191" y="5455564"/>
                <a:ext cx="2310056"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accent6">
                              <a:lumMod val="50000"/>
                            </a:schemeClr>
                          </a:solidFill>
                          <a:latin typeface="Cambria Math" panose="02040503050406030204" pitchFamily="18" charset="0"/>
                        </a:rPr>
                        <m:t>𝑝</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𝑇</m:t>
                              </m:r>
                            </m:sub>
                          </m:sSub>
                        </m:e>
                      </m:d>
                      <m:r>
                        <a:rPr lang="en-US" sz="2000" b="0" i="1" smtClean="0">
                          <a:solidFill>
                            <a:schemeClr val="accent6">
                              <a:lumMod val="50000"/>
                            </a:schemeClr>
                          </a:solidFill>
                          <a:latin typeface="Cambria Math" panose="02040503050406030204" pitchFamily="18" charset="0"/>
                        </a:rPr>
                        <m:t>≔</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𝑇</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
                        <a:rPr lang="en-US" sz="2000" b="1" i="1" smtClean="0">
                          <a:solidFill>
                            <a:schemeClr val="accent6">
                              <a:lumMod val="50000"/>
                            </a:schemeClr>
                          </a:solidFill>
                          <a:latin typeface="Cambria Math" panose="02040503050406030204" pitchFamily="18" charset="0"/>
                          <a:ea typeface="Cambria Math" panose="02040503050406030204" pitchFamily="18" charset="0"/>
                        </a:rPr>
                        <m:t>𝟎</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
                        <a:rPr lang="en-US" sz="2000" b="1" i="1" smtClean="0">
                          <a:solidFill>
                            <a:schemeClr val="accent6">
                              <a:lumMod val="50000"/>
                            </a:schemeClr>
                          </a:solidFill>
                          <a:latin typeface="Cambria Math" panose="02040503050406030204" pitchFamily="18" charset="0"/>
                          <a:ea typeface="Cambria Math" panose="02040503050406030204" pitchFamily="18" charset="0"/>
                        </a:rPr>
                        <m:t>𝐈</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US" b="0" dirty="0">
                  <a:solidFill>
                    <a:schemeClr val="accent6">
                      <a:lumMod val="50000"/>
                    </a:schemeClr>
                  </a:solidFill>
                  <a:ea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1823E518-17DA-8680-DEC3-57B6C71EBA25}"/>
                  </a:ext>
                </a:extLst>
              </p:cNvPr>
              <p:cNvSpPr txBox="1">
                <a:spLocks noRot="1" noChangeAspect="1" noMove="1" noResize="1" noEditPoints="1" noAdjustHandles="1" noChangeArrowheads="1" noChangeShapeType="1" noTextEdit="1"/>
              </p:cNvSpPr>
              <p:nvPr/>
            </p:nvSpPr>
            <p:spPr>
              <a:xfrm>
                <a:off x="4157191" y="5455564"/>
                <a:ext cx="2310056" cy="400110"/>
              </a:xfrm>
              <a:prstGeom prst="rect">
                <a:avLst/>
              </a:prstGeom>
              <a:blipFill>
                <a:blip r:embed="rId15"/>
                <a:stretch>
                  <a:fillRect l="-2186" r="-3279" b="-12121"/>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026996B-B3D3-AAEE-671A-D2C7A4233E62}"/>
                  </a:ext>
                </a:extLst>
              </p:cNvPr>
              <p:cNvSpPr txBox="1"/>
              <p:nvPr/>
            </p:nvSpPr>
            <p:spPr>
              <a:xfrm>
                <a:off x="7125311" y="5455564"/>
                <a:ext cx="4829464"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000" i="1" smtClean="0">
                              <a:solidFill>
                                <a:schemeClr val="accent1">
                                  <a:lumMod val="75000"/>
                                </a:schemeClr>
                              </a:solidFill>
                              <a:latin typeface="Cambria Math" panose="02040503050406030204" pitchFamily="18" charset="0"/>
                            </a:rPr>
                          </m:ctrlPr>
                        </m:sSubPr>
                        <m:e>
                          <m:r>
                            <a:rPr lang="en-US" sz="2000" b="0" i="1" smtClean="0">
                              <a:solidFill>
                                <a:schemeClr val="accent1">
                                  <a:lumMod val="75000"/>
                                </a:schemeClr>
                              </a:solidFill>
                              <a:latin typeface="Cambria Math" panose="02040503050406030204" pitchFamily="18" charset="0"/>
                            </a:rPr>
                            <m:t>𝑝</m:t>
                          </m:r>
                        </m:e>
                        <m:sub>
                          <m:r>
                            <a:rPr lang="en-US" sz="2000" b="0" i="1" smtClean="0">
                              <a:solidFill>
                                <a:schemeClr val="accent1">
                                  <a:lumMod val="75000"/>
                                </a:schemeClr>
                              </a:solidFill>
                              <a:latin typeface="Cambria Math" panose="02040503050406030204" pitchFamily="18" charset="0"/>
                            </a:rPr>
                            <m:t>𝜃</m:t>
                          </m:r>
                        </m:sub>
                      </m:sSub>
                      <m:d>
                        <m:dPr>
                          <m:ctrlPr>
                            <a:rPr lang="en-US" sz="2000" i="1" smtClean="0">
                              <a:solidFill>
                                <a:schemeClr val="accent1">
                                  <a:lumMod val="75000"/>
                                </a:schemeClr>
                              </a:solidFill>
                              <a:latin typeface="Cambria Math" panose="02040503050406030204" pitchFamily="18" charset="0"/>
                            </a:rPr>
                          </m:ctrlPr>
                        </m:dPr>
                        <m:e>
                          <m:sSub>
                            <m:sSubPr>
                              <m:ctrlPr>
                                <a:rPr lang="en-US" sz="2000" i="1" smtClean="0">
                                  <a:solidFill>
                                    <a:schemeClr val="accent1">
                                      <a:lumMod val="75000"/>
                                    </a:schemeClr>
                                  </a:solidFill>
                                  <a:latin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rPr>
                                <m:t>𝒙</m:t>
                              </m:r>
                            </m:e>
                            <m:sub>
                              <m:r>
                                <a:rPr lang="en-US" sz="2000" b="0" i="1" smtClean="0">
                                  <a:solidFill>
                                    <a:schemeClr val="accent1">
                                      <a:lumMod val="75000"/>
                                    </a:schemeClr>
                                  </a:solidFill>
                                  <a:latin typeface="Cambria Math" panose="02040503050406030204" pitchFamily="18" charset="0"/>
                                </a:rPr>
                                <m:t>𝑡</m:t>
                              </m:r>
                              <m:r>
                                <a:rPr lang="en-US" sz="2000" b="0" i="1" smtClean="0">
                                  <a:solidFill>
                                    <a:schemeClr val="accent1">
                                      <a:lumMod val="75000"/>
                                    </a:schemeClr>
                                  </a:solidFill>
                                  <a:latin typeface="Cambria Math" panose="02040503050406030204" pitchFamily="18" charset="0"/>
                                </a:rPr>
                                <m:t>−1</m:t>
                              </m:r>
                            </m:sub>
                          </m:sSub>
                        </m:e>
                        <m:e>
                          <m:sSub>
                            <m:sSubPr>
                              <m:ctrlPr>
                                <a:rPr lang="en-US" sz="2000" i="1" smtClean="0">
                                  <a:solidFill>
                                    <a:schemeClr val="accent1">
                                      <a:lumMod val="75000"/>
                                    </a:schemeClr>
                                  </a:solidFill>
                                  <a:latin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rPr>
                                <m:t>𝒙</m:t>
                              </m:r>
                            </m:e>
                            <m:sub>
                              <m:r>
                                <a:rPr lang="en-US" sz="2000" b="0" i="1" smtClean="0">
                                  <a:solidFill>
                                    <a:schemeClr val="accent1">
                                      <a:lumMod val="75000"/>
                                    </a:schemeClr>
                                  </a:solidFill>
                                  <a:latin typeface="Cambria Math" panose="02040503050406030204" pitchFamily="18" charset="0"/>
                                </a:rPr>
                                <m:t>𝑡</m:t>
                              </m:r>
                            </m:sub>
                          </m:sSub>
                        </m:e>
                      </m:d>
                      <m:r>
                        <a:rPr lang="en-US" sz="2000" b="0" i="1" smtClean="0">
                          <a:solidFill>
                            <a:schemeClr val="accent1">
                              <a:lumMod val="75000"/>
                            </a:schemeClr>
                          </a:solidFill>
                          <a:latin typeface="Cambria Math" panose="02040503050406030204" pitchFamily="18" charset="0"/>
                        </a:rPr>
                        <m:t>≔ </m:t>
                      </m:r>
                      <m:r>
                        <a:rPr lang="en-US" sz="2000" b="0" i="1" smtClean="0">
                          <a:solidFill>
                            <a:schemeClr val="accent1">
                              <a:lumMod val="75000"/>
                            </a:schemeClr>
                          </a:solidFill>
                          <a:latin typeface="Cambria Math" panose="02040503050406030204" pitchFamily="18" charset="0"/>
                          <a:ea typeface="Cambria Math" panose="02040503050406030204" pitchFamily="18" charset="0"/>
                        </a:rPr>
                        <m:t>𝒩</m:t>
                      </m:r>
                      <m:r>
                        <a:rPr lang="en-US" sz="2000" b="0" i="1" smtClean="0">
                          <a:solidFill>
                            <a:schemeClr val="accent1">
                              <a:lumMod val="75000"/>
                            </a:schemeClr>
                          </a:solidFill>
                          <a:latin typeface="Cambria Math" panose="02040503050406030204" pitchFamily="18" charset="0"/>
                          <a:ea typeface="Cambria Math" panose="02040503050406030204" pitchFamily="18" charset="0"/>
                        </a:rPr>
                        <m:t>(</m:t>
                      </m:r>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ea typeface="Cambria Math" panose="02040503050406030204" pitchFamily="18" charset="0"/>
                            </a:rPr>
                            <m:t>𝒙</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𝑡</m:t>
                          </m:r>
                          <m:r>
                            <a:rPr lang="en-US" sz="2000" b="0" i="1" smtClean="0">
                              <a:solidFill>
                                <a:schemeClr val="accent1">
                                  <a:lumMod val="75000"/>
                                </a:schemeClr>
                              </a:solidFill>
                              <a:latin typeface="Cambria Math" panose="02040503050406030204" pitchFamily="18" charset="0"/>
                              <a:ea typeface="Cambria Math" panose="02040503050406030204" pitchFamily="18" charset="0"/>
                            </a:rPr>
                            <m:t>−1</m:t>
                          </m:r>
                        </m:sub>
                      </m:sSub>
                      <m:r>
                        <a:rPr lang="en-US" sz="2000" b="0" i="1" smtClean="0">
                          <a:solidFill>
                            <a:schemeClr val="accent1">
                              <a:lumMod val="75000"/>
                            </a:schemeClr>
                          </a:solidFill>
                          <a:latin typeface="Cambria Math" panose="02040503050406030204" pitchFamily="18" charset="0"/>
                          <a:ea typeface="Cambria Math" panose="02040503050406030204" pitchFamily="18" charset="0"/>
                        </a:rPr>
                        <m:t>,</m:t>
                      </m:r>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ea typeface="Cambria Math" panose="02040503050406030204" pitchFamily="18" charset="0"/>
                            </a:rPr>
                            <m:t>𝝁</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𝜃</m:t>
                          </m:r>
                        </m:sub>
                      </m:sSub>
                      <m:d>
                        <m:d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dPr>
                        <m:e>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ea typeface="Cambria Math" panose="02040503050406030204" pitchFamily="18" charset="0"/>
                                </a:rPr>
                                <m:t>𝒙</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𝑡</m:t>
                              </m:r>
                            </m:sub>
                          </m:sSub>
                          <m:r>
                            <a:rPr lang="en-US" sz="2000" b="0" i="1" smtClean="0">
                              <a:solidFill>
                                <a:schemeClr val="accent1">
                                  <a:lumMod val="75000"/>
                                </a:schemeClr>
                              </a:solidFill>
                              <a:latin typeface="Cambria Math" panose="02040503050406030204" pitchFamily="18" charset="0"/>
                              <a:ea typeface="Cambria Math" panose="02040503050406030204" pitchFamily="18" charset="0"/>
                            </a:rPr>
                            <m:t>, </m:t>
                          </m:r>
                          <m:r>
                            <a:rPr lang="en-US" sz="2000" b="0" i="1" smtClean="0">
                              <a:solidFill>
                                <a:schemeClr val="accent1">
                                  <a:lumMod val="75000"/>
                                </a:schemeClr>
                              </a:solidFill>
                              <a:latin typeface="Cambria Math" panose="02040503050406030204" pitchFamily="18" charset="0"/>
                              <a:ea typeface="Cambria Math" panose="02040503050406030204" pitchFamily="18" charset="0"/>
                            </a:rPr>
                            <m:t>𝑡</m:t>
                          </m:r>
                        </m:e>
                      </m:d>
                      <m:r>
                        <a:rPr lang="en-US" sz="2000" b="0" i="1" smtClean="0">
                          <a:solidFill>
                            <a:schemeClr val="accent1">
                              <a:lumMod val="75000"/>
                            </a:schemeClr>
                          </a:solidFill>
                          <a:latin typeface="Cambria Math" panose="02040503050406030204" pitchFamily="18" charset="0"/>
                          <a:ea typeface="Cambria Math" panose="02040503050406030204" pitchFamily="18" charset="0"/>
                        </a:rPr>
                        <m:t>,</m:t>
                      </m:r>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b="1" i="0" smtClean="0">
                              <a:solidFill>
                                <a:schemeClr val="accent1">
                                  <a:lumMod val="75000"/>
                                </a:schemeClr>
                              </a:solidFill>
                              <a:latin typeface="Cambria Math" panose="02040503050406030204" pitchFamily="18" charset="0"/>
                              <a:ea typeface="Cambria Math" panose="02040503050406030204" pitchFamily="18" charset="0"/>
                            </a:rPr>
                            <m:t>𝚺</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𝜃</m:t>
                          </m:r>
                        </m:sub>
                      </m:sSub>
                      <m:d>
                        <m:d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dPr>
                        <m:e>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b="1" i="1" smtClean="0">
                                  <a:solidFill>
                                    <a:schemeClr val="accent1">
                                      <a:lumMod val="75000"/>
                                    </a:schemeClr>
                                  </a:solidFill>
                                  <a:latin typeface="Cambria Math" panose="02040503050406030204" pitchFamily="18" charset="0"/>
                                  <a:ea typeface="Cambria Math" panose="02040503050406030204" pitchFamily="18" charset="0"/>
                                </a:rPr>
                                <m:t>𝒙</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𝑡</m:t>
                              </m:r>
                            </m:sub>
                          </m:sSub>
                          <m:r>
                            <a:rPr lang="en-US" sz="2000" b="0" i="1" smtClean="0">
                              <a:solidFill>
                                <a:schemeClr val="accent1">
                                  <a:lumMod val="75000"/>
                                </a:schemeClr>
                              </a:solidFill>
                              <a:latin typeface="Cambria Math" panose="02040503050406030204" pitchFamily="18" charset="0"/>
                              <a:ea typeface="Cambria Math" panose="02040503050406030204" pitchFamily="18" charset="0"/>
                            </a:rPr>
                            <m:t>,</m:t>
                          </m:r>
                          <m:r>
                            <a:rPr lang="en-US" sz="2000" b="0" i="1" smtClean="0">
                              <a:solidFill>
                                <a:schemeClr val="accent1">
                                  <a:lumMod val="75000"/>
                                </a:schemeClr>
                              </a:solidFill>
                              <a:latin typeface="Cambria Math" panose="02040503050406030204" pitchFamily="18" charset="0"/>
                              <a:ea typeface="Cambria Math" panose="02040503050406030204" pitchFamily="18" charset="0"/>
                            </a:rPr>
                            <m:t>𝑡</m:t>
                          </m:r>
                        </m:e>
                      </m:d>
                      <m:r>
                        <a:rPr lang="en-US" sz="2000" b="0" i="1" smtClean="0">
                          <a:solidFill>
                            <a:schemeClr val="accent1">
                              <a:lumMod val="75000"/>
                            </a:schemeClr>
                          </a:solidFill>
                          <a:latin typeface="Cambria Math" panose="02040503050406030204" pitchFamily="18" charset="0"/>
                          <a:ea typeface="Cambria Math" panose="02040503050406030204" pitchFamily="18" charset="0"/>
                        </a:rPr>
                        <m:t>)</m:t>
                      </m:r>
                    </m:oMath>
                  </m:oMathPara>
                </a14:m>
                <a:endParaRPr lang="en-KR" sz="2000" dirty="0">
                  <a:solidFill>
                    <a:schemeClr val="accent1">
                      <a:lumMod val="75000"/>
                    </a:schemeClr>
                  </a:solidFill>
                </a:endParaRPr>
              </a:p>
            </p:txBody>
          </p:sp>
        </mc:Choice>
        <mc:Fallback xmlns="">
          <p:sp>
            <p:nvSpPr>
              <p:cNvPr id="34" name="TextBox 33">
                <a:extLst>
                  <a:ext uri="{FF2B5EF4-FFF2-40B4-BE49-F238E27FC236}">
                    <a16:creationId xmlns:a16="http://schemas.microsoft.com/office/drawing/2014/main" id="{A026996B-B3D3-AAEE-671A-D2C7A4233E62}"/>
                  </a:ext>
                </a:extLst>
              </p:cNvPr>
              <p:cNvSpPr txBox="1">
                <a:spLocks noRot="1" noChangeAspect="1" noMove="1" noResize="1" noEditPoints="1" noAdjustHandles="1" noChangeArrowheads="1" noChangeShapeType="1" noTextEdit="1"/>
              </p:cNvSpPr>
              <p:nvPr/>
            </p:nvSpPr>
            <p:spPr>
              <a:xfrm>
                <a:off x="7125311" y="5455564"/>
                <a:ext cx="4829464" cy="400110"/>
              </a:xfrm>
              <a:prstGeom prst="rect">
                <a:avLst/>
              </a:prstGeom>
              <a:blipFill>
                <a:blip r:embed="rId16"/>
                <a:stretch>
                  <a:fillRect l="-1050" r="-1575" b="-18182"/>
                </a:stretch>
              </a:blipFill>
            </p:spPr>
            <p:txBody>
              <a:bodyPr/>
              <a:lstStyle/>
              <a:p>
                <a:r>
                  <a:rPr lang="en-KR">
                    <a:noFill/>
                  </a:rPr>
                  <a:t> </a:t>
                </a:r>
              </a:p>
            </p:txBody>
          </p:sp>
        </mc:Fallback>
      </mc:AlternateContent>
      <p:sp>
        <p:nvSpPr>
          <p:cNvPr id="35" name="TextBox 34">
            <a:extLst>
              <a:ext uri="{FF2B5EF4-FFF2-40B4-BE49-F238E27FC236}">
                <a16:creationId xmlns:a16="http://schemas.microsoft.com/office/drawing/2014/main" id="{623A884B-EF7C-2932-93B1-49AB0325CE0B}"/>
              </a:ext>
            </a:extLst>
          </p:cNvPr>
          <p:cNvSpPr txBox="1"/>
          <p:nvPr/>
        </p:nvSpPr>
        <p:spPr>
          <a:xfrm>
            <a:off x="609600" y="3817370"/>
            <a:ext cx="166552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1) Markov chain</a:t>
            </a:r>
          </a:p>
        </p:txBody>
      </p:sp>
      <p:sp>
        <p:nvSpPr>
          <p:cNvPr id="36" name="TextBox 35">
            <a:extLst>
              <a:ext uri="{FF2B5EF4-FFF2-40B4-BE49-F238E27FC236}">
                <a16:creationId xmlns:a16="http://schemas.microsoft.com/office/drawing/2014/main" id="{62D7B802-78F8-2784-1891-DB2726955AFC}"/>
              </a:ext>
            </a:extLst>
          </p:cNvPr>
          <p:cNvSpPr txBox="1"/>
          <p:nvPr/>
        </p:nvSpPr>
        <p:spPr>
          <a:xfrm>
            <a:off x="609599" y="5436280"/>
            <a:ext cx="2899833"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2) Gaussian random vectors</a:t>
            </a:r>
          </a:p>
        </p:txBody>
      </p:sp>
      <p:sp>
        <p:nvSpPr>
          <p:cNvPr id="2" name="Content Placeholder 40">
            <a:extLst>
              <a:ext uri="{FF2B5EF4-FFF2-40B4-BE49-F238E27FC236}">
                <a16:creationId xmlns:a16="http://schemas.microsoft.com/office/drawing/2014/main" id="{4182B95E-BD3D-E845-09B0-BBE0638DF81B}"/>
              </a:ext>
            </a:extLst>
          </p:cNvPr>
          <p:cNvSpPr>
            <a:spLocks noGrp="1"/>
          </p:cNvSpPr>
          <p:nvPr>
            <p:ph sz="quarter" idx="14"/>
          </p:nvPr>
        </p:nvSpPr>
        <p:spPr>
          <a:xfrm>
            <a:off x="609600" y="6437643"/>
            <a:ext cx="4206875" cy="216982"/>
          </a:xfrm>
        </p:spPr>
        <p:txBody>
          <a:bodyPr/>
          <a:lstStyle/>
          <a:p>
            <a:r>
              <a:rPr lang="en-US" dirty="0"/>
              <a:t>Image credit: https://</a:t>
            </a:r>
            <a:r>
              <a:rPr lang="en-US" dirty="0" err="1"/>
              <a:t>huggingface.co</a:t>
            </a:r>
            <a:r>
              <a:rPr lang="en-US" dirty="0"/>
              <a:t>/blog/annotated-diffusion</a:t>
            </a:r>
            <a:endParaRPr lang="en-KR" dirty="0"/>
          </a:p>
        </p:txBody>
      </p:sp>
      <p:pic>
        <p:nvPicPr>
          <p:cNvPr id="93" name="Audio 92">
            <a:extLst>
              <a:ext uri="{FF2B5EF4-FFF2-40B4-BE49-F238E27FC236}">
                <a16:creationId xmlns:a16="http://schemas.microsoft.com/office/drawing/2014/main" id="{D50D3F6B-A77B-BC5D-53DF-DE9611E608E9}"/>
              </a:ext>
            </a:extLst>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73061721"/>
      </p:ext>
    </p:extLst>
  </p:cSld>
  <p:clrMapOvr>
    <a:masterClrMapping/>
  </p:clrMapOvr>
  <mc:AlternateContent xmlns:mc="http://schemas.openxmlformats.org/markup-compatibility/2006">
    <mc:Choice xmlns:p14="http://schemas.microsoft.com/office/powerpoint/2010/main" Requires="p14">
      <p:transition spd="slow" p14:dur="2000" advTm="37877"/>
    </mc:Choice>
    <mc:Fallback>
      <p:transition spd="slow" advTm="378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93"/>
                </p:tgtEl>
              </p:cMediaNode>
            </p:audio>
          </p:childTnLst>
        </p:cTn>
      </p:par>
    </p:tnLst>
    <p:bldLst>
      <p:bldP spid="33" grpId="0"/>
      <p:bldP spid="34" grpId="0"/>
      <p:bldP spid="36" grpId="0"/>
    </p:bldLst>
  </p:timing>
  <p:extLst>
    <p:ext uri="{3A86A75C-4F4B-4683-9AE1-C65F6400EC91}">
      <p14:laserTraceLst xmlns:p14="http://schemas.microsoft.com/office/powerpoint/2010/main">
        <p14:tracePtLst>
          <p14:tracePt t="5500" x="5265738" y="6299200"/>
          <p14:tracePt t="5508" x="5478463" y="6096000"/>
          <p14:tracePt t="5516" x="5765800" y="5884863"/>
          <p14:tracePt t="5525" x="6002338" y="5656263"/>
          <p14:tracePt t="5533" x="6273800" y="5461000"/>
          <p14:tracePt t="5541" x="6484938" y="5283200"/>
          <p14:tracePt t="5549" x="6723063" y="5087938"/>
          <p14:tracePt t="5557" x="6951663" y="4919663"/>
          <p14:tracePt t="5566" x="7119938" y="4783138"/>
          <p14:tracePt t="5574" x="7180263" y="4741863"/>
          <p14:tracePt t="5582" x="7297738" y="4648200"/>
          <p14:tracePt t="5590" x="7391400" y="4564063"/>
          <p14:tracePt t="5598" x="7475538" y="4487863"/>
          <p14:tracePt t="5606" x="7551738" y="4427538"/>
          <p14:tracePt t="5615" x="7594600" y="4386263"/>
          <p14:tracePt t="5623" x="7627938" y="4351338"/>
          <p14:tracePt t="5631" x="7670800" y="4318000"/>
          <p14:tracePt t="5639" x="7704138" y="4292600"/>
          <p14:tracePt t="5656" x="7721600" y="4275138"/>
          <p14:tracePt t="5664" x="7729538" y="4275138"/>
          <p14:tracePt t="5680" x="7747000" y="4275138"/>
          <p14:tracePt t="5721" x="7764463" y="4275138"/>
          <p14:tracePt t="5869" x="7747000" y="4275138"/>
          <p14:tracePt t="5877" x="7747000" y="4259263"/>
          <p14:tracePt t="5893" x="7729538" y="4259263"/>
          <p14:tracePt t="5909" x="7721600" y="4259263"/>
          <p14:tracePt t="5918" x="7704138" y="4259263"/>
          <p14:tracePt t="5934" x="7688263" y="4259263"/>
          <p14:tracePt t="5943" x="7653338" y="4259263"/>
          <p14:tracePt t="5950" x="7627938" y="4259263"/>
          <p14:tracePt t="5959" x="7535863" y="4310063"/>
          <p14:tracePt t="5967" x="7493000" y="4335463"/>
          <p14:tracePt t="5975" x="7399338" y="4368800"/>
          <p14:tracePt t="5983" x="7358063" y="4386263"/>
          <p14:tracePt t="5991" x="7256463" y="4394200"/>
          <p14:tracePt t="6000" x="7162800" y="4411663"/>
          <p14:tracePt t="6008" x="7086600" y="4427538"/>
          <p14:tracePt t="6016" x="7010400" y="4427538"/>
          <p14:tracePt t="6024" x="6951663" y="4427538"/>
          <p14:tracePt t="6032" x="6908800" y="4427538"/>
          <p14:tracePt t="6041" x="6815138" y="4427538"/>
          <p14:tracePt t="6049" x="6773863" y="4427538"/>
          <p14:tracePt t="6057" x="6662738" y="4411663"/>
          <p14:tracePt t="6065" x="6621463" y="4394200"/>
          <p14:tracePt t="6073" x="6519863" y="4368800"/>
          <p14:tracePt t="6082" x="6443663" y="4351338"/>
          <p14:tracePt t="6090" x="6383338" y="4335463"/>
          <p14:tracePt t="6098" x="6307138" y="4310063"/>
          <p14:tracePt t="6106" x="6230938" y="4292600"/>
          <p14:tracePt t="6115" x="6172200" y="4275138"/>
          <p14:tracePt t="6123" x="6113463" y="4259263"/>
          <p14:tracePt t="6131" x="6053138" y="4249738"/>
          <p14:tracePt t="6139" x="6019800" y="4249738"/>
          <p14:tracePt t="6147" x="5994400" y="4249738"/>
          <p14:tracePt t="6156" x="5976938" y="4249738"/>
          <p14:tracePt t="6164" x="5961063" y="4249738"/>
          <p14:tracePt t="6172" x="5943600" y="4249738"/>
          <p14:tracePt t="6188" x="5926138" y="4249738"/>
          <p14:tracePt t="6352" x="5943600" y="4249738"/>
          <p14:tracePt t="6393" x="5961063" y="4249738"/>
          <p14:tracePt t="6409" x="5961063" y="4259263"/>
          <p14:tracePt t="6425" x="5976938" y="4259263"/>
          <p14:tracePt t="6450" x="5994400" y="4259263"/>
          <p14:tracePt t="6459" x="5994400" y="4275138"/>
          <p14:tracePt t="6491" x="6002338" y="4275138"/>
          <p14:tracePt t="6524" x="6019800" y="4275138"/>
          <p14:tracePt t="6557" x="6037263" y="4275138"/>
          <p14:tracePt t="6565" x="6037263" y="4292600"/>
          <p14:tracePt t="8763" x="6053138" y="4292600"/>
          <p14:tracePt t="8769" x="6096000" y="4292600"/>
          <p14:tracePt t="8777" x="6154738" y="4292600"/>
          <p14:tracePt t="8785" x="6215063" y="4292600"/>
          <p14:tracePt t="8794" x="6350000" y="4292600"/>
          <p14:tracePt t="8802" x="6392863" y="4292600"/>
          <p14:tracePt t="8810" x="6469063" y="4292600"/>
          <p14:tracePt t="8818" x="6561138" y="4292600"/>
          <p14:tracePt t="8826" x="6637338" y="4292600"/>
          <p14:tracePt t="8834" x="6713538" y="4292600"/>
          <p14:tracePt t="8843" x="6789738" y="4292600"/>
          <p14:tracePt t="8851" x="6850063" y="4292600"/>
          <p14:tracePt t="8859" x="6908800" y="4292600"/>
          <p14:tracePt t="8867" x="6934200" y="4292600"/>
          <p14:tracePt t="8875" x="6985000" y="4292600"/>
          <p14:tracePt t="8884" x="7027863" y="4292600"/>
          <p14:tracePt t="8892" x="7053263" y="4292600"/>
          <p14:tracePt t="8900" x="7086600" y="4292600"/>
          <p14:tracePt t="8908" x="7104063" y="4292600"/>
          <p14:tracePt t="8917" x="7129463" y="4292600"/>
          <p14:tracePt t="8925" x="7162800" y="4292600"/>
          <p14:tracePt t="8933" x="7188200" y="4292600"/>
          <p14:tracePt t="8941" x="7239000" y="4292600"/>
          <p14:tracePt t="8949" x="7264400" y="4292600"/>
          <p14:tracePt t="8957" x="7315200" y="4292600"/>
          <p14:tracePt t="8966" x="7340600" y="4292600"/>
          <p14:tracePt t="8974" x="7391400" y="4292600"/>
          <p14:tracePt t="8982" x="7416800" y="4292600"/>
          <p14:tracePt t="8990" x="7450138" y="4292600"/>
          <p14:tracePt t="8999" x="7493000" y="4292600"/>
          <p14:tracePt t="9006" x="7510463" y="4292600"/>
          <p14:tracePt t="9015" x="7551738" y="4292600"/>
          <p14:tracePt t="9023" x="7569200" y="4292600"/>
          <p14:tracePt t="9031" x="7594600" y="4292600"/>
          <p14:tracePt t="9039" x="7627938" y="4292600"/>
          <p14:tracePt t="9048" x="7645400" y="4292600"/>
          <p14:tracePt t="9056" x="7653338" y="4292600"/>
          <p14:tracePt t="9064" x="7670800" y="4292600"/>
          <p14:tracePt t="9072" x="7688263" y="4292600"/>
          <p14:tracePt t="9080" x="7704138" y="4292600"/>
          <p14:tracePt t="9097" x="7721600" y="4292600"/>
          <p14:tracePt t="9105" x="7747000" y="4292600"/>
          <p14:tracePt t="9113" x="7764463" y="4292600"/>
          <p14:tracePt t="9121" x="7780338" y="4292600"/>
          <p14:tracePt t="9130" x="7823200" y="4292600"/>
          <p14:tracePt t="9138" x="7840663" y="4292600"/>
          <p14:tracePt t="9146" x="7866063" y="4292600"/>
          <p14:tracePt t="9154" x="7916863" y="4292600"/>
          <p14:tracePt t="9163" x="7924800" y="4292600"/>
          <p14:tracePt t="9170" x="7975600" y="4292600"/>
          <p14:tracePt t="9180" x="7983538" y="4292600"/>
          <p14:tracePt t="9187" x="8018463" y="4292600"/>
          <p14:tracePt t="9196" x="8051800" y="4292600"/>
          <p14:tracePt t="9213" x="8059738" y="4310063"/>
          <p14:tracePt t="9220" x="8077200" y="4310063"/>
          <p14:tracePt t="9236" x="8094663" y="4310063"/>
          <p14:tracePt t="9261" x="8110538" y="4310063"/>
          <p14:tracePt t="10170" x="8110538" y="4368800"/>
          <p14:tracePt t="10180" x="8110538" y="4427538"/>
          <p14:tracePt t="10186" x="8120063" y="4487863"/>
          <p14:tracePt t="10196" x="8153400" y="4546600"/>
          <p14:tracePt t="10203" x="8186738" y="4589463"/>
          <p14:tracePt t="10213" x="8212138" y="4640263"/>
          <p14:tracePt t="10219" x="8247063" y="4681538"/>
          <p14:tracePt t="10227" x="8272463" y="4724400"/>
          <p14:tracePt t="10236" x="8305800" y="4757738"/>
          <p14:tracePt t="10244" x="8331200" y="4800600"/>
          <p14:tracePt t="10252" x="8382000" y="4843463"/>
          <p14:tracePt t="10260" x="8407400" y="4876800"/>
          <p14:tracePt t="10268" x="8450263" y="4919663"/>
          <p14:tracePt t="10276" x="8501063" y="4953000"/>
          <p14:tracePt t="10285" x="8577263" y="4978400"/>
          <p14:tracePt t="10293" x="8643938" y="5011738"/>
          <p14:tracePt t="10301" x="8720138" y="5029200"/>
          <p14:tracePt t="10309" x="8831263" y="5029200"/>
          <p14:tracePt t="10317" x="8890000" y="5029200"/>
          <p14:tracePt t="10326" x="8974138" y="5029200"/>
          <p14:tracePt t="10334" x="9085263" y="5029200"/>
          <p14:tracePt t="10342" x="9177338" y="5029200"/>
          <p14:tracePt t="10350" x="9245600" y="5029200"/>
          <p14:tracePt t="10359" x="9313863" y="5029200"/>
          <p14:tracePt t="10367" x="9339263" y="5011738"/>
          <p14:tracePt t="10375" x="9372600" y="4995863"/>
          <p14:tracePt t="10383" x="9380538" y="4995863"/>
          <p14:tracePt t="10391" x="9398000" y="4978400"/>
          <p14:tracePt t="10399" x="9415463" y="4978400"/>
          <p14:tracePt t="10416" x="9431338" y="4970463"/>
          <p14:tracePt t="10555" x="9431338" y="4953000"/>
          <p14:tracePt t="10645" x="9415463" y="4953000"/>
          <p14:tracePt t="10664" x="9398000" y="4953000"/>
          <p14:tracePt t="10670" x="9380538" y="4953000"/>
          <p14:tracePt t="10680" x="9372600" y="4953000"/>
          <p14:tracePt t="10686" x="9355138" y="4953000"/>
          <p14:tracePt t="10696" x="9321800" y="4953000"/>
          <p14:tracePt t="10703" x="9278938" y="4953000"/>
          <p14:tracePt t="10712" x="9237663" y="4953000"/>
          <p14:tracePt t="10719" x="9186863" y="4953000"/>
          <p14:tracePt t="10727" x="9126538" y="4935538"/>
          <p14:tracePt t="10735" x="9050338" y="4935538"/>
          <p14:tracePt t="10746" x="8991600" y="4919663"/>
          <p14:tracePt t="10752" x="8932863" y="4910138"/>
          <p14:tracePt t="10760" x="8856663" y="4894263"/>
          <p14:tracePt t="10768" x="8796338" y="4876800"/>
          <p14:tracePt t="10776" x="8770938" y="4876800"/>
          <p14:tracePt t="10785" x="8712200" y="4876800"/>
          <p14:tracePt t="10793" x="8678863" y="4859338"/>
          <p14:tracePt t="10801" x="8661400" y="4859338"/>
          <p14:tracePt t="10809" x="8636000" y="4859338"/>
          <p14:tracePt t="10817" x="8618538" y="4859338"/>
          <p14:tracePt t="10834" x="8602663" y="4859338"/>
          <p14:tracePt t="11292" x="8585200" y="4859338"/>
          <p14:tracePt t="11301" x="8585200" y="4876800"/>
          <p14:tracePt t="11317" x="8577263" y="4876800"/>
          <p14:tracePt t="11333" x="8577263" y="4894263"/>
          <p14:tracePt t="11350" x="8559800" y="4894263"/>
          <p14:tracePt t="11391" x="8542338" y="4894263"/>
          <p14:tracePt t="11432" x="8526463" y="4894263"/>
          <p14:tracePt t="11448" x="8516938" y="4894263"/>
          <p14:tracePt t="11456" x="8501063" y="4894263"/>
          <p14:tracePt t="11628" x="8501063" y="5029200"/>
          <p14:tracePt t="11637" x="8466138" y="5148263"/>
          <p14:tracePt t="11647" x="8424863" y="5308600"/>
          <p14:tracePt t="11653" x="8364538" y="5443538"/>
          <p14:tracePt t="11663" x="8305800" y="5580063"/>
          <p14:tracePt t="11669" x="8255000" y="5689600"/>
          <p14:tracePt t="11679" x="8120063" y="5943600"/>
          <p14:tracePt t="11686" x="7983538" y="6154738"/>
          <p14:tracePt t="11696" x="7823200" y="6375400"/>
          <p14:tracePt t="11702" x="7764463" y="6434138"/>
          <p14:tracePt t="11710" x="7653338" y="6561138"/>
          <p14:tracePt t="11719" x="7569200" y="6629400"/>
          <p14:tracePt t="11727" x="7475538" y="6697663"/>
          <p14:tracePt t="11735" x="7416800" y="6723063"/>
          <p14:tracePt t="11744" x="7391400" y="6723063"/>
          <p14:tracePt t="11751" x="7358063" y="6723063"/>
          <p14:tracePt t="11759" x="7323138" y="6723063"/>
          <p14:tracePt t="11768" x="7315200" y="6723063"/>
          <p14:tracePt t="11776" x="7297738" y="6705600"/>
          <p14:tracePt t="11784" x="7264400" y="6662738"/>
          <p14:tracePt t="11792" x="7256463" y="6621463"/>
          <p14:tracePt t="11801" x="7239000" y="6570663"/>
          <p14:tracePt t="11809" x="7221538" y="6510338"/>
          <p14:tracePt t="11817" x="7205663" y="6451600"/>
          <p14:tracePt t="11825" x="7188200" y="6392863"/>
          <p14:tracePt t="11833" x="7162800" y="6350000"/>
          <p14:tracePt t="11842" x="7145338" y="6291263"/>
          <p14:tracePt t="11850" x="7129463" y="6240463"/>
          <p14:tracePt t="11858" x="7104063" y="6180138"/>
          <p14:tracePt t="11866" x="7086600" y="6154738"/>
          <p14:tracePt t="11874" x="7069138" y="6096000"/>
          <p14:tracePt t="11883" x="7053263" y="6045200"/>
          <p14:tracePt t="11891" x="7027863" y="6002338"/>
          <p14:tracePt t="11899" x="7027863" y="5961063"/>
          <p14:tracePt t="11907" x="7010400" y="5943600"/>
          <p14:tracePt t="11915" x="7010400" y="5910263"/>
          <p14:tracePt t="11924" x="7010400" y="5900738"/>
          <p14:tracePt t="11939" x="6992938" y="5900738"/>
          <p14:tracePt t="11948" x="6985000" y="5900738"/>
          <p14:tracePt t="11956" x="6934200" y="5900738"/>
          <p14:tracePt t="11964" x="6789738" y="6019800"/>
          <p14:tracePt t="11973" x="6596063" y="6164263"/>
          <p14:tracePt t="11981" x="6291263" y="6408738"/>
          <p14:tracePt t="11989" x="5976938" y="6621463"/>
          <p14:tracePt t="14080" x="4445000" y="6604000"/>
          <p14:tracePt t="14088" x="4699000" y="6451600"/>
          <p14:tracePt t="14097" x="4910138" y="6350000"/>
          <p14:tracePt t="14103" x="5164138" y="6230938"/>
          <p14:tracePt t="14115" x="5392738" y="6121400"/>
          <p14:tracePt t="14120" x="5595938" y="6019800"/>
          <p14:tracePt t="14129" x="5824538" y="5910263"/>
          <p14:tracePt t="14135" x="5961063" y="5824538"/>
          <p14:tracePt t="14144" x="6037263" y="5773738"/>
          <p14:tracePt t="14152" x="6154738" y="5715000"/>
          <p14:tracePt t="14160" x="6273800" y="5630863"/>
          <p14:tracePt t="14168" x="6367463" y="5570538"/>
          <p14:tracePt t="14176" x="6443663" y="5503863"/>
          <p14:tracePt t="14185" x="6519863" y="5461000"/>
          <p14:tracePt t="14193" x="6561138" y="5435600"/>
          <p14:tracePt t="14201" x="6596063" y="5384800"/>
          <p14:tracePt t="14209" x="6637338" y="5341938"/>
          <p14:tracePt t="14218" x="6662738" y="5300663"/>
          <p14:tracePt t="14225" x="6713538" y="5249863"/>
          <p14:tracePt t="14234" x="6738938" y="5207000"/>
          <p14:tracePt t="14242" x="6773863" y="5173663"/>
          <p14:tracePt t="14250" x="6799263" y="5130800"/>
          <p14:tracePt t="14258" x="6815138" y="5113338"/>
          <p14:tracePt t="14267" x="6832600" y="5087938"/>
          <p14:tracePt t="14274" x="6850063" y="5072063"/>
          <p14:tracePt t="14283" x="6858000" y="5029200"/>
          <p14:tracePt t="14291" x="6858000" y="4995863"/>
          <p14:tracePt t="14299" x="6875463" y="4978400"/>
          <p14:tracePt t="14307" x="6891338" y="4935538"/>
          <p14:tracePt t="14316" x="6891338" y="4919663"/>
          <p14:tracePt t="14324" x="6908800" y="4876800"/>
          <p14:tracePt t="14332" x="6926263" y="4843463"/>
          <p14:tracePt t="14340" x="6934200" y="4800600"/>
          <p14:tracePt t="14349" x="6934200" y="4757738"/>
          <p14:tracePt t="14357" x="6951663" y="4716463"/>
          <p14:tracePt t="14365" x="6985000" y="4648200"/>
          <p14:tracePt t="14373" x="6985000" y="4605338"/>
          <p14:tracePt t="14381" x="6992938" y="4579938"/>
          <p14:tracePt t="14390" x="6992938" y="4546600"/>
          <p14:tracePt t="14398" x="7010400" y="4521200"/>
          <p14:tracePt t="14414" x="7010400" y="4503738"/>
          <p14:tracePt t="14423" x="7010400" y="4487863"/>
          <p14:tracePt t="14529" x="6992938" y="4487863"/>
          <p14:tracePt t="14537" x="6992938" y="4503738"/>
          <p14:tracePt t="14553" x="6985000" y="4503738"/>
          <p14:tracePt t="14564" x="6985000" y="4521200"/>
          <p14:tracePt t="14579" x="6967538" y="4521200"/>
          <p14:tracePt t="14586" x="6967538" y="4529138"/>
          <p14:tracePt t="14596" x="6951663" y="4529138"/>
          <p14:tracePt t="14610" x="6934200" y="4529138"/>
          <p14:tracePt t="14619" x="6926263" y="4529138"/>
          <p14:tracePt t="14627" x="6908800" y="4546600"/>
          <p14:tracePt t="14635" x="6875463" y="4546600"/>
          <p14:tracePt t="14643" x="6832600" y="4564063"/>
          <p14:tracePt t="14652" x="6789738" y="4564063"/>
          <p14:tracePt t="14660" x="6723063" y="4564063"/>
          <p14:tracePt t="14668" x="6680200" y="4564063"/>
          <p14:tracePt t="14676" x="6637338" y="4564063"/>
          <p14:tracePt t="14684" x="6578600" y="4564063"/>
          <p14:tracePt t="14693" x="6527800" y="4564063"/>
          <p14:tracePt t="14701" x="6502400" y="4564063"/>
          <p14:tracePt t="14709" x="6459538" y="4529138"/>
          <p14:tracePt t="14717" x="6426200" y="4521200"/>
          <p14:tracePt t="14725" x="6408738" y="4487863"/>
          <p14:tracePt t="14733" x="6383338" y="4470400"/>
          <p14:tracePt t="14746" x="6367463" y="4445000"/>
          <p14:tracePt t="14750" x="6350000" y="4411663"/>
          <p14:tracePt t="14758" x="6324600" y="4386263"/>
          <p14:tracePt t="14766" x="6307138" y="4351338"/>
          <p14:tracePt t="14774" x="6307138" y="4318000"/>
          <p14:tracePt t="14783" x="6273800" y="4292600"/>
          <p14:tracePt t="14791" x="6273800" y="4259263"/>
          <p14:tracePt t="14799" x="6265863" y="4233863"/>
          <p14:tracePt t="14807" x="6248400" y="4233863"/>
          <p14:tracePt t="14816" x="6248400" y="4216400"/>
          <p14:tracePt t="14824" x="6230938" y="4198938"/>
          <p14:tracePt t="14832" x="6197600" y="4191000"/>
          <p14:tracePt t="14840" x="6189663" y="4191000"/>
          <p14:tracePt t="14848" x="6172200" y="4191000"/>
          <p14:tracePt t="14865" x="6154738" y="4173538"/>
          <p14:tracePt t="14873" x="6138863" y="4173538"/>
          <p14:tracePt t="14881" x="6129338" y="4173538"/>
          <p14:tracePt t="14889" x="6113463" y="4173538"/>
          <p14:tracePt t="14906" x="6096000" y="4173538"/>
          <p14:tracePt t="14922" x="6078538" y="4173538"/>
          <p14:tracePt t="14947" x="6062663" y="4173538"/>
          <p14:tracePt t="15160" x="6062663" y="4191000"/>
          <p14:tracePt t="15168" x="6078538" y="4191000"/>
          <p14:tracePt t="15192" x="6078538" y="4198938"/>
          <p14:tracePt t="15201" x="6096000" y="4198938"/>
          <p14:tracePt t="15209" x="6113463" y="4198938"/>
          <p14:tracePt t="15217" x="6113463" y="4216400"/>
          <p14:tracePt t="15225" x="6138863" y="4216400"/>
          <p14:tracePt t="15233" x="6189663" y="4233863"/>
          <p14:tracePt t="15242" x="6215063" y="4249738"/>
          <p14:tracePt t="15249" x="6265863" y="4259263"/>
          <p14:tracePt t="15258" x="6324600" y="4275138"/>
          <p14:tracePt t="15266" x="6367463" y="4292600"/>
          <p14:tracePt t="15274" x="6426200" y="4310063"/>
          <p14:tracePt t="15282" x="6502400" y="4318000"/>
          <p14:tracePt t="15291" x="6561138" y="4335463"/>
          <p14:tracePt t="15299" x="6637338" y="4351338"/>
          <p14:tracePt t="15307" x="6723063" y="4368800"/>
          <p14:tracePt t="15315" x="6799263" y="4386263"/>
          <p14:tracePt t="15324" x="6850063" y="4394200"/>
          <p14:tracePt t="15332" x="6934200" y="4394200"/>
          <p14:tracePt t="15340" x="7104063" y="4427538"/>
          <p14:tracePt t="15348" x="7180263" y="4427538"/>
          <p14:tracePt t="15356" x="7239000" y="4427538"/>
          <p14:tracePt t="15365" x="7315200" y="4427538"/>
          <p14:tracePt t="15373" x="7416800" y="4427538"/>
          <p14:tracePt t="15381" x="7459663" y="4427538"/>
          <p14:tracePt t="15389" x="7551738" y="4427538"/>
          <p14:tracePt t="15397" x="7594600" y="4427538"/>
          <p14:tracePt t="15405" x="7645400" y="4394200"/>
          <p14:tracePt t="15414" x="7653338" y="4394200"/>
          <p14:tracePt t="15422" x="7688263" y="4386263"/>
          <p14:tracePt t="15430" x="7721600" y="4368800"/>
          <p14:tracePt t="15438" x="7721600" y="4351338"/>
          <p14:tracePt t="15447" x="7729538" y="4351338"/>
          <p14:tracePt t="15454" x="7747000" y="4335463"/>
          <p14:tracePt t="15463" x="7764463" y="4335463"/>
          <p14:tracePt t="15471" x="7764463" y="4318000"/>
          <p14:tracePt t="15487" x="7780338" y="4310063"/>
          <p14:tracePt t="15513" x="7780338" y="4292600"/>
          <p14:tracePt t="15536" x="7780338" y="4275138"/>
          <p14:tracePt t="15553" x="7780338" y="4259263"/>
          <p14:tracePt t="15585" x="7780338" y="4249738"/>
          <p14:tracePt t="17134" x="7764463" y="4249738"/>
          <p14:tracePt t="17142" x="7747000" y="4249738"/>
          <p14:tracePt t="17151" x="7670800" y="4249738"/>
          <p14:tracePt t="17159" x="7586663" y="4249738"/>
          <p14:tracePt t="17167" x="7510463" y="4249738"/>
          <p14:tracePt t="17175" x="7434263" y="4249738"/>
          <p14:tracePt t="17183" x="7323138" y="4249738"/>
          <p14:tracePt t="17191" x="7264400" y="4249738"/>
          <p14:tracePt t="17200" x="7180263" y="4249738"/>
          <p14:tracePt t="17208" x="7086600" y="4249738"/>
          <p14:tracePt t="17216" x="6985000" y="4249738"/>
          <p14:tracePt t="17224" x="6908800" y="4249738"/>
          <p14:tracePt t="17232" x="6832600" y="4233863"/>
          <p14:tracePt t="17241" x="6756400" y="4233863"/>
          <p14:tracePt t="17249" x="6697663" y="4233863"/>
          <p14:tracePt t="17257" x="6637338" y="4216400"/>
          <p14:tracePt t="17265" x="6596063" y="4216400"/>
          <p14:tracePt t="17273" x="6527800" y="4198938"/>
          <p14:tracePt t="17281" x="6484938" y="4198938"/>
          <p14:tracePt t="17290" x="6459538" y="4198938"/>
          <p14:tracePt t="17298" x="6408738" y="4198938"/>
          <p14:tracePt t="17306" x="6392863" y="4198938"/>
          <p14:tracePt t="17314" x="6383338" y="4198938"/>
          <p14:tracePt t="17323" x="6367463" y="4198938"/>
          <p14:tracePt t="17331" x="6350000" y="4198938"/>
          <p14:tracePt t="17347" x="6332538" y="4198938"/>
          <p14:tracePt t="17379" x="6324600" y="4198938"/>
          <p14:tracePt t="17421" x="6307138" y="4198938"/>
          <p14:tracePt t="17437" x="6307138" y="4216400"/>
          <p14:tracePt t="17447" x="6291263" y="4216400"/>
          <p14:tracePt t="17463" x="6273800" y="4233863"/>
          <p14:tracePt t="17470" x="6265863" y="4233863"/>
          <p14:tracePt t="17486" x="6248400" y="4249738"/>
          <p14:tracePt t="17496" x="6230938" y="4249738"/>
          <p14:tracePt t="17512" x="6215063" y="4249738"/>
          <p14:tracePt t="17519" x="6197600" y="4259263"/>
          <p14:tracePt t="17552" x="6189663" y="4259263"/>
          <p14:tracePt t="17601" x="6172200" y="4259263"/>
          <p14:tracePt t="17757" x="6172200" y="4275138"/>
          <p14:tracePt t="17765" x="6154738" y="4275138"/>
          <p14:tracePt t="17798" x="6138863" y="4275138"/>
          <p14:tracePt t="17830" x="6129338" y="4275138"/>
          <p14:tracePt t="17863" x="6113463" y="4292600"/>
          <p14:tracePt t="17888" x="6096000" y="4292600"/>
          <p14:tracePt t="17912" x="6078538" y="4292600"/>
          <p14:tracePt t="17945" x="6062663" y="4292600"/>
          <p14:tracePt t="18445" x="6078538" y="4292600"/>
          <p14:tracePt t="18576" x="6096000" y="4292600"/>
          <p14:tracePt t="22146" x="6113463" y="4292600"/>
          <p14:tracePt t="22154" x="6189663" y="4292600"/>
          <p14:tracePt t="22164" x="6248400" y="4292600"/>
          <p14:tracePt t="22170" x="6350000" y="4259263"/>
          <p14:tracePt t="22180" x="6443663" y="4216400"/>
          <p14:tracePt t="22186" x="6578600" y="4157663"/>
          <p14:tracePt t="22198" x="6815138" y="4081463"/>
          <p14:tracePt t="22203" x="7069138" y="3962400"/>
          <p14:tracePt t="22213" x="7264400" y="3886200"/>
          <p14:tracePt t="22219" x="7340600" y="3843338"/>
          <p14:tracePt t="22229" x="7510463" y="3792538"/>
          <p14:tracePt t="22236" x="7645400" y="3725863"/>
          <p14:tracePt t="22244" x="7747000" y="3690938"/>
          <p14:tracePt t="22252" x="7823200" y="3657600"/>
          <p14:tracePt t="22260" x="7881938" y="3632200"/>
          <p14:tracePt t="22268" x="7942263" y="3614738"/>
          <p14:tracePt t="22277" x="7958138" y="3614738"/>
          <p14:tracePt t="22285" x="7975600" y="3598863"/>
          <p14:tracePt t="22293" x="7983538" y="3598863"/>
          <p14:tracePt t="22317" x="8001000" y="3598863"/>
          <p14:tracePt t="22367" x="8001000" y="3614738"/>
          <p14:tracePt t="22391" x="8001000" y="3632200"/>
          <p14:tracePt t="22424" x="8001000" y="3649663"/>
          <p14:tracePt t="22432" x="8001000" y="3657600"/>
          <p14:tracePt t="22440" x="8001000" y="3690938"/>
          <p14:tracePt t="22448" x="7975600" y="3708400"/>
          <p14:tracePt t="22457" x="7958138" y="3733800"/>
          <p14:tracePt t="22465" x="7942263" y="3767138"/>
          <p14:tracePt t="22473" x="7916863" y="3827463"/>
          <p14:tracePt t="22481" x="7899400" y="3868738"/>
          <p14:tracePt t="22490" x="7848600" y="3929063"/>
          <p14:tracePt t="22498" x="7840663" y="3979863"/>
          <p14:tracePt t="22506" x="7805738" y="4021138"/>
          <p14:tracePt t="22514" x="7789863" y="4038600"/>
          <p14:tracePt t="22523" x="7789863" y="4064000"/>
          <p14:tracePt t="22531" x="7780338" y="4097338"/>
          <p14:tracePt t="22547" x="7764463" y="4097338"/>
          <p14:tracePt t="22555" x="7764463" y="4114800"/>
          <p14:tracePt t="27424" x="7764463" y="4249738"/>
          <p14:tracePt t="27432" x="7780338" y="4386263"/>
          <p14:tracePt t="27441" x="7840663" y="4487863"/>
          <p14:tracePt t="27448" x="7881938" y="4622800"/>
          <p14:tracePt t="27457" x="7958138" y="4724400"/>
          <p14:tracePt t="27465" x="7983538" y="4818063"/>
          <p14:tracePt t="27473" x="8034338" y="4894263"/>
          <p14:tracePt t="27481" x="8077200" y="4970463"/>
          <p14:tracePt t="27489" x="8120063" y="5054600"/>
          <p14:tracePt t="27498" x="8196263" y="5189538"/>
          <p14:tracePt t="27506" x="8288338" y="5326063"/>
          <p14:tracePt t="27514" x="8382000" y="5478463"/>
          <p14:tracePt t="27522" x="8450263" y="5595938"/>
          <p14:tracePt t="27531" x="8542338" y="5707063"/>
          <p14:tracePt t="27539" x="8602663" y="5824538"/>
          <p14:tracePt t="27547" x="8636000" y="5867400"/>
          <p14:tracePt t="27555" x="8712200" y="5961063"/>
          <p14:tracePt t="27564" x="8770938" y="6045200"/>
          <p14:tracePt t="27571" x="8831263" y="6103938"/>
          <p14:tracePt t="27580" x="8872538" y="6154738"/>
          <p14:tracePt t="27588" x="8907463" y="6197600"/>
          <p14:tracePt t="27597" x="8932863" y="6230938"/>
          <p14:tracePt t="27604" x="8966200" y="6240463"/>
          <p14:tracePt t="27614" x="8966200" y="6256338"/>
          <p14:tracePt t="27620" x="8974138" y="6256338"/>
          <p14:tracePt t="27630" x="8991600" y="6273800"/>
          <p14:tracePt t="27637" x="9009063" y="6273800"/>
          <p14:tracePt t="27647" x="9024938" y="6273800"/>
          <p14:tracePt t="27653" x="9042400" y="6273800"/>
          <p14:tracePt t="27664" x="9067800" y="6273800"/>
          <p14:tracePt t="27669" x="9085263" y="6273800"/>
          <p14:tracePt t="27680" x="9101138" y="6273800"/>
          <p14:tracePt t="27686" x="9126538" y="6273800"/>
          <p14:tracePt t="27697" x="9144000" y="6273800"/>
          <p14:tracePt t="27703" x="9177338" y="6240463"/>
          <p14:tracePt t="27714" x="9202738" y="6215063"/>
          <p14:tracePt t="27719" x="9245600" y="6164263"/>
          <p14:tracePt t="27730" x="9278938" y="6121400"/>
          <p14:tracePt t="27735" x="9321800" y="6078538"/>
          <p14:tracePt t="27749" x="9372600" y="6045200"/>
          <p14:tracePt t="27753" x="9415463" y="6019800"/>
          <p14:tracePt t="27764" x="9440863" y="6002338"/>
          <p14:tracePt t="27768" x="9491663" y="5986463"/>
          <p14:tracePt t="27780" x="9517063" y="5969000"/>
          <p14:tracePt t="27784" x="9550400" y="5969000"/>
          <p14:tracePt t="27797" x="9593263" y="5961063"/>
          <p14:tracePt t="27801" x="9609138" y="5961063"/>
          <p14:tracePt t="27814" x="9626600" y="5961063"/>
          <p14:tracePt t="27817" x="9652000" y="5961063"/>
          <p14:tracePt t="27830" x="9669463" y="5961063"/>
          <p14:tracePt t="27850" x="9685338" y="5961063"/>
          <p14:tracePt t="35047" x="9745663" y="5986463"/>
          <p14:tracePt t="35055" x="10228263" y="6240463"/>
          <p14:tracePt t="35064" x="10642600" y="6484938"/>
          <p14:tracePt t="35071" x="11099800" y="6662738"/>
          <p14:tracePt t="35082" x="11574463" y="6815138"/>
          <p14:tracePt t="35819" x="9982200" y="6680200"/>
          <p14:tracePt t="35826" x="9532938" y="6367463"/>
          <p14:tracePt t="35834" x="9177338" y="6103938"/>
          <p14:tracePt t="35842" x="8847138" y="5900738"/>
          <p14:tracePt t="35867" x="8440738" y="5630863"/>
          <p14:tracePt t="35874" x="8382000" y="5595938"/>
          <p14:tracePt t="35882" x="8313738" y="5570538"/>
          <p14:tracePt t="35891" x="8305800" y="5554663"/>
          <p14:tracePt t="36104" x="8288338" y="5554663"/>
          <p14:tracePt t="36114" x="8247063" y="5554663"/>
          <p14:tracePt t="36120" x="8153400" y="5554663"/>
          <p14:tracePt t="36130" x="8059738" y="5580063"/>
          <p14:tracePt t="36136" x="7899400" y="5638800"/>
          <p14:tracePt t="36146" x="7729538" y="5707063"/>
          <p14:tracePt t="36153" x="7535863" y="5732463"/>
          <p14:tracePt t="36161" x="7297738" y="5773738"/>
          <p14:tracePt t="36169" x="7053263" y="5824538"/>
          <p14:tracePt t="36177" x="6815138" y="5867400"/>
          <p14:tracePt t="36186" x="6596063" y="5884863"/>
          <p14:tracePt t="36193" x="6350000" y="5910263"/>
          <p14:tracePt t="36202" x="6113463" y="5926138"/>
          <p14:tracePt t="36210" x="5918200" y="5943600"/>
          <p14:tracePt t="36218" x="5672138" y="5943600"/>
          <p14:tracePt t="36226" x="5511800" y="5969000"/>
          <p14:tracePt t="36235" x="5435600" y="5969000"/>
          <p14:tracePt t="36243" x="5316538" y="5969000"/>
          <p14:tracePt t="36251" x="5207000" y="5969000"/>
          <p14:tracePt t="36259" x="5122863" y="5969000"/>
          <p14:tracePt t="36267" x="5046663" y="5969000"/>
          <p14:tracePt t="36275" x="5011738" y="5969000"/>
          <p14:tracePt t="36284" x="4970463" y="5969000"/>
          <p14:tracePt t="36292" x="4935538" y="5969000"/>
          <p14:tracePt t="36300" x="4927600" y="5986463"/>
          <p14:tracePt t="36308" x="4910138" y="5986463"/>
          <p14:tracePt t="36317" x="4876800" y="5986463"/>
          <p14:tracePt t="36325" x="4876800" y="6002338"/>
          <p14:tracePt t="36333" x="4851400" y="6019800"/>
          <p14:tracePt t="36341" x="4833938" y="6037263"/>
          <p14:tracePt t="36349" x="4818063" y="6045200"/>
          <p14:tracePt t="36357" x="4792663" y="6078538"/>
          <p14:tracePt t="36366" x="4741863" y="6103938"/>
          <p14:tracePt t="36374" x="4716463" y="6138863"/>
          <p14:tracePt t="36382" x="4656138" y="6164263"/>
          <p14:tracePt t="36390" x="4605338" y="6215063"/>
          <p14:tracePt t="36398" x="4564063" y="6240463"/>
          <p14:tracePt t="36407" x="4503738" y="6299200"/>
          <p14:tracePt t="36415" x="4445000" y="6332538"/>
          <p14:tracePt t="36423" x="4402138" y="6367463"/>
          <p14:tracePt t="36431" x="4351338" y="6408738"/>
          <p14:tracePt t="36440" x="4310063" y="6434138"/>
          <p14:tracePt t="36448" x="4267200" y="6469063"/>
          <p14:tracePt t="36456" x="4216400" y="6510338"/>
          <p14:tracePt t="36464" x="4173538" y="6561138"/>
          <p14:tracePt t="36472" x="4132263" y="6604000"/>
          <p14:tracePt t="36481" x="4056063" y="6697663"/>
          <p14:tracePt t="36489" x="3979863" y="6764338"/>
          <p14:tracePt t="36497" x="3937000" y="6815138"/>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C527E-126B-9FA5-D6DA-1BB656C19C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65827-1B6D-15CB-6A38-9A87D80147A4}"/>
              </a:ext>
            </a:extLst>
          </p:cNvPr>
          <p:cNvSpPr>
            <a:spLocks noGrp="1"/>
          </p:cNvSpPr>
          <p:nvPr>
            <p:ph type="title"/>
          </p:nvPr>
        </p:nvSpPr>
        <p:spPr/>
        <p:txBody>
          <a:bodyPr/>
          <a:lstStyle/>
          <a:p>
            <a:r>
              <a:rPr lang="en-KR" dirty="0"/>
              <a:t>Forward process (noising)</a:t>
            </a:r>
          </a:p>
        </p:txBody>
      </p:sp>
      <p:sp>
        <p:nvSpPr>
          <p:cNvPr id="4" name="Slide Number Placeholder 3">
            <a:extLst>
              <a:ext uri="{FF2B5EF4-FFF2-40B4-BE49-F238E27FC236}">
                <a16:creationId xmlns:a16="http://schemas.microsoft.com/office/drawing/2014/main" id="{E4C19B74-88D2-96AB-6D33-D2DB81E23C7C}"/>
              </a:ext>
            </a:extLst>
          </p:cNvPr>
          <p:cNvSpPr>
            <a:spLocks noGrp="1"/>
          </p:cNvSpPr>
          <p:nvPr>
            <p:ph type="sldNum" sz="quarter" idx="13"/>
          </p:nvPr>
        </p:nvSpPr>
        <p:spPr/>
        <p:txBody>
          <a:bodyPr/>
          <a:lstStyle/>
          <a:p>
            <a:fld id="{EB4B8DE2-A4E8-46E4-8BBF-D75455EFF32C}" type="slidenum">
              <a:rPr lang="en-US" smtClean="0"/>
              <a:pPr/>
              <a:t>11</a:t>
            </a:fld>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16AAD7E-32FB-D0E8-2A8E-86FCEB9C3105}"/>
                  </a:ext>
                </a:extLst>
              </p:cNvPr>
              <p:cNvSpPr txBox="1"/>
              <p:nvPr/>
            </p:nvSpPr>
            <p:spPr>
              <a:xfrm>
                <a:off x="4179888" y="3166151"/>
                <a:ext cx="3235053" cy="957826"/>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b="0" i="1" smtClean="0">
                              <a:latin typeface="Cambria Math" panose="02040503050406030204" pitchFamily="18" charset="0"/>
                            </a:rPr>
                            <m:t>𝑇</m:t>
                          </m:r>
                        </m:sup>
                        <m:e>
                          <m:r>
                            <a:rPr lang="en-US" sz="2000" b="0" i="1" smtClean="0">
                              <a:latin typeface="Cambria Math" panose="02040503050406030204" pitchFamily="18" charset="0"/>
                            </a:rPr>
                            <m:t>𝑞</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e>
                      </m:nary>
                    </m:oMath>
                  </m:oMathPara>
                </a14:m>
                <a:endParaRPr lang="en-KR" sz="2000" dirty="0" err="1"/>
              </a:p>
            </p:txBody>
          </p:sp>
        </mc:Choice>
        <mc:Fallback xmlns="">
          <p:sp>
            <p:nvSpPr>
              <p:cNvPr id="24" name="TextBox 23">
                <a:extLst>
                  <a:ext uri="{FF2B5EF4-FFF2-40B4-BE49-F238E27FC236}">
                    <a16:creationId xmlns:a16="http://schemas.microsoft.com/office/drawing/2014/main" id="{B62BFD6B-F993-12A5-B502-D4302850778C}"/>
                  </a:ext>
                </a:extLst>
              </p:cNvPr>
              <p:cNvSpPr txBox="1">
                <a:spLocks noRot="1" noChangeAspect="1" noMove="1" noResize="1" noEditPoints="1" noAdjustHandles="1" noChangeArrowheads="1" noChangeShapeType="1" noTextEdit="1"/>
              </p:cNvSpPr>
              <p:nvPr/>
            </p:nvSpPr>
            <p:spPr>
              <a:xfrm>
                <a:off x="4179888" y="3166151"/>
                <a:ext cx="3235053" cy="957826"/>
              </a:xfrm>
              <a:prstGeom prst="rect">
                <a:avLst/>
              </a:prstGeom>
              <a:blipFill>
                <a:blip r:embed="rId6"/>
                <a:stretch>
                  <a:fillRect l="-1961" t="-98684" r="-2353" b="-153947"/>
                </a:stretch>
              </a:blipFill>
            </p:spPr>
            <p:txBody>
              <a:bodyPr/>
              <a:lstStyle/>
              <a:p>
                <a:r>
                  <a:rPr lang="en-KR">
                    <a:noFill/>
                  </a:rPr>
                  <a:t> </a:t>
                </a:r>
              </a:p>
            </p:txBody>
          </p:sp>
        </mc:Fallback>
      </mc:AlternateContent>
      <p:sp>
        <p:nvSpPr>
          <p:cNvPr id="25" name="Right Brace 24">
            <a:extLst>
              <a:ext uri="{FF2B5EF4-FFF2-40B4-BE49-F238E27FC236}">
                <a16:creationId xmlns:a16="http://schemas.microsoft.com/office/drawing/2014/main" id="{04268294-86DF-4F16-CF72-4C30C2E46DA1}"/>
              </a:ext>
            </a:extLst>
          </p:cNvPr>
          <p:cNvSpPr/>
          <p:nvPr/>
        </p:nvSpPr>
        <p:spPr>
          <a:xfrm rot="5400000">
            <a:off x="6722089" y="3716916"/>
            <a:ext cx="151104" cy="1152270"/>
          </a:xfrm>
          <a:prstGeom prst="rightBrace">
            <a:avLst/>
          </a:prstGeom>
          <a:ln w="19050" cap="rnd">
            <a:solidFill>
              <a:schemeClr val="accent6">
                <a:lumMod val="5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solidFill>
                <a:schemeClr val="accent6">
                  <a:lumMod val="50000"/>
                </a:schemeClr>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17FF391-2E5D-D903-E986-95F022F9EDB2}"/>
                  </a:ext>
                </a:extLst>
              </p:cNvPr>
              <p:cNvSpPr txBox="1"/>
              <p:nvPr/>
            </p:nvSpPr>
            <p:spPr>
              <a:xfrm>
                <a:off x="4638869" y="4441178"/>
                <a:ext cx="4287969" cy="465064"/>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r>
                        <a:rPr lang="en-US" sz="2000" b="1" i="0" smtClean="0">
                          <a:solidFill>
                            <a:schemeClr val="accent6">
                              <a:lumMod val="50000"/>
                            </a:schemeClr>
                          </a:solidFill>
                          <a:latin typeface="Cambria Math" panose="02040503050406030204" pitchFamily="18" charset="0"/>
                          <a:ea typeface="Cambria Math" panose="02040503050406030204" pitchFamily="18" charset="0"/>
                        </a:rPr>
                        <m:t>𝐈</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27" name="TextBox 26">
                <a:extLst>
                  <a:ext uri="{FF2B5EF4-FFF2-40B4-BE49-F238E27FC236}">
                    <a16:creationId xmlns:a16="http://schemas.microsoft.com/office/drawing/2014/main" id="{317FF391-2E5D-D903-E986-95F022F9EDB2}"/>
                  </a:ext>
                </a:extLst>
              </p:cNvPr>
              <p:cNvSpPr txBox="1">
                <a:spLocks noRot="1" noChangeAspect="1" noMove="1" noResize="1" noEditPoints="1" noAdjustHandles="1" noChangeArrowheads="1" noChangeShapeType="1" noTextEdit="1"/>
              </p:cNvSpPr>
              <p:nvPr/>
            </p:nvSpPr>
            <p:spPr>
              <a:xfrm>
                <a:off x="4638869" y="4441178"/>
                <a:ext cx="4287969" cy="465064"/>
              </a:xfrm>
              <a:prstGeom prst="rect">
                <a:avLst/>
              </a:prstGeom>
              <a:blipFill>
                <a:blip r:embed="rId7"/>
                <a:stretch>
                  <a:fillRect l="-1183" r="-1775" b="-13158"/>
                </a:stretch>
              </a:blipFill>
            </p:spPr>
            <p:txBody>
              <a:bodyPr/>
              <a:lstStyle/>
              <a:p>
                <a:r>
                  <a:rPr lang="en-KR">
                    <a:noFill/>
                  </a:rPr>
                  <a:t> </a:t>
                </a:r>
              </a:p>
            </p:txBody>
          </p:sp>
        </mc:Fallback>
      </mc:AlternateContent>
      <p:sp>
        <p:nvSpPr>
          <p:cNvPr id="28" name="TextBox 27">
            <a:extLst>
              <a:ext uri="{FF2B5EF4-FFF2-40B4-BE49-F238E27FC236}">
                <a16:creationId xmlns:a16="http://schemas.microsoft.com/office/drawing/2014/main" id="{74B7983D-FD40-1907-4CE3-595F2977CF38}"/>
              </a:ext>
            </a:extLst>
          </p:cNvPr>
          <p:cNvSpPr txBox="1"/>
          <p:nvPr/>
        </p:nvSpPr>
        <p:spPr>
          <a:xfrm>
            <a:off x="609600" y="3547403"/>
            <a:ext cx="166552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1) Markov chain</a:t>
            </a:r>
          </a:p>
        </p:txBody>
      </p:sp>
      <p:sp>
        <p:nvSpPr>
          <p:cNvPr id="29" name="TextBox 28">
            <a:extLst>
              <a:ext uri="{FF2B5EF4-FFF2-40B4-BE49-F238E27FC236}">
                <a16:creationId xmlns:a16="http://schemas.microsoft.com/office/drawing/2014/main" id="{73343442-F030-5A76-446B-CA6D054E3B22}"/>
              </a:ext>
            </a:extLst>
          </p:cNvPr>
          <p:cNvSpPr txBox="1"/>
          <p:nvPr/>
        </p:nvSpPr>
        <p:spPr>
          <a:xfrm>
            <a:off x="609600" y="4489044"/>
            <a:ext cx="2899833"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2) Gaussian random vectors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EE73D20-3918-9939-46BD-487E24F19A80}"/>
                  </a:ext>
                </a:extLst>
              </p:cNvPr>
              <p:cNvSpPr txBox="1"/>
              <p:nvPr/>
            </p:nvSpPr>
            <p:spPr>
              <a:xfrm>
                <a:off x="4718635" y="5094012"/>
                <a:ext cx="6191537" cy="369332"/>
              </a:xfrm>
              <a:prstGeom prst="rect">
                <a:avLst/>
              </a:prstGeom>
              <a:noFill/>
            </p:spPr>
            <p:txBody>
              <a:bodyPr wrap="squar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Variance schedule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𝛽</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 ⋯,</m:t>
                    </m:r>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𝛽</m:t>
                        </m:r>
                      </m:e>
                      <m:sub>
                        <m:r>
                          <a:rPr lang="en-US" b="0" i="1" smtClean="0">
                            <a:solidFill>
                              <a:srgbClr val="0070C0"/>
                            </a:solidFill>
                            <a:latin typeface="Cambria Math" panose="02040503050406030204" pitchFamily="18" charset="0"/>
                          </a:rPr>
                          <m:t>𝑇</m:t>
                        </m:r>
                      </m:sub>
                    </m:sSub>
                  </m:oMath>
                </a14:m>
                <a:r>
                  <a:rPr lang="en-US" dirty="0">
                    <a:solidFill>
                      <a:srgbClr val="0070C0"/>
                    </a:solidFill>
                    <a:latin typeface="Pretendard" panose="02000503000000020004" pitchFamily="2" charset="-127"/>
                  </a:rPr>
                  <a:t> </a:t>
                </a:r>
                <a:r>
                  <a:rPr lang="en-US" dirty="0">
                    <a:latin typeface="Pretendard" panose="02000503000000020004" pitchFamily="2" charset="-127"/>
                  </a:rPr>
                  <a:t>controls adding noise</a:t>
                </a:r>
                <a:endParaRPr lang="en-US" dirty="0">
                  <a:solidFill>
                    <a:srgbClr val="0070C0"/>
                  </a:solidFill>
                  <a:latin typeface="Pretendard" panose="02000503000000020004" pitchFamily="2" charset="-127"/>
                </a:endParaRPr>
              </a:p>
            </p:txBody>
          </p:sp>
        </mc:Choice>
        <mc:Fallback xmlns="">
          <p:sp>
            <p:nvSpPr>
              <p:cNvPr id="30" name="TextBox 29">
                <a:extLst>
                  <a:ext uri="{FF2B5EF4-FFF2-40B4-BE49-F238E27FC236}">
                    <a16:creationId xmlns:a16="http://schemas.microsoft.com/office/drawing/2014/main" id="{5EE73D20-3918-9939-46BD-487E24F19A80}"/>
                  </a:ext>
                </a:extLst>
              </p:cNvPr>
              <p:cNvSpPr txBox="1">
                <a:spLocks noRot="1" noChangeAspect="1" noMove="1" noResize="1" noEditPoints="1" noAdjustHandles="1" noChangeArrowheads="1" noChangeShapeType="1" noTextEdit="1"/>
              </p:cNvSpPr>
              <p:nvPr/>
            </p:nvSpPr>
            <p:spPr>
              <a:xfrm>
                <a:off x="4718635" y="5094012"/>
                <a:ext cx="6191537" cy="369332"/>
              </a:xfrm>
              <a:prstGeom prst="rect">
                <a:avLst/>
              </a:prstGeom>
              <a:blipFill>
                <a:blip r:embed="rId8"/>
                <a:stretch>
                  <a:fillRect l="-2249" t="-10000" b="-20000"/>
                </a:stretch>
              </a:blipFill>
            </p:spPr>
            <p:txBody>
              <a:bodyPr/>
              <a:lstStyle/>
              <a:p>
                <a:r>
                  <a:rPr lang="en-KR">
                    <a:noFill/>
                  </a:rPr>
                  <a:t> </a:t>
                </a:r>
              </a:p>
            </p:txBody>
          </p:sp>
        </mc:Fallback>
      </mc:AlternateContent>
      <p:grpSp>
        <p:nvGrpSpPr>
          <p:cNvPr id="33" name="Group 32">
            <a:extLst>
              <a:ext uri="{FF2B5EF4-FFF2-40B4-BE49-F238E27FC236}">
                <a16:creationId xmlns:a16="http://schemas.microsoft.com/office/drawing/2014/main" id="{1B977234-2B65-E23A-FBB2-6177FE6E6E58}"/>
              </a:ext>
            </a:extLst>
          </p:cNvPr>
          <p:cNvGrpSpPr/>
          <p:nvPr/>
        </p:nvGrpSpPr>
        <p:grpSpPr>
          <a:xfrm>
            <a:off x="689205" y="1750451"/>
            <a:ext cx="10813589" cy="1339446"/>
            <a:chOff x="706363" y="3122264"/>
            <a:chExt cx="10813589" cy="1339446"/>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FEF6C110-363E-59FE-6831-DC929D51B4CD}"/>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34" name="Oval 33">
                  <a:extLst>
                    <a:ext uri="{FF2B5EF4-FFF2-40B4-BE49-F238E27FC236}">
                      <a16:creationId xmlns:a16="http://schemas.microsoft.com/office/drawing/2014/main" id="{936F8CF5-B0A1-560E-6933-7E638892F40D}"/>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9"/>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8DB1BBBD-028F-E8A3-469F-F38D5C82FCCE}"/>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35" name="Oval 34">
                  <a:extLst>
                    <a:ext uri="{FF2B5EF4-FFF2-40B4-BE49-F238E27FC236}">
                      <a16:creationId xmlns:a16="http://schemas.microsoft.com/office/drawing/2014/main" id="{084D3E84-DE97-0493-7E2E-3EF00BE79557}"/>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10"/>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FC0A538F-FBA0-3BF2-68E6-E685202379AB}"/>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36" name="Oval 35">
                  <a:extLst>
                    <a:ext uri="{FF2B5EF4-FFF2-40B4-BE49-F238E27FC236}">
                      <a16:creationId xmlns:a16="http://schemas.microsoft.com/office/drawing/2014/main" id="{C35E8F8D-9AA8-6545-E84E-7AD0D449C778}"/>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1"/>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D8C196A5-F5A9-B42E-36FC-19765141CD01}"/>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37" name="Oval 36">
                  <a:extLst>
                    <a:ext uri="{FF2B5EF4-FFF2-40B4-BE49-F238E27FC236}">
                      <a16:creationId xmlns:a16="http://schemas.microsoft.com/office/drawing/2014/main" id="{ECB37995-66FF-A0F3-31ED-126C4F8A19E5}"/>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2"/>
                  <a:stretch>
                    <a:fillRect l="-8333"/>
                  </a:stretch>
                </a:blipFill>
                <a:ln/>
              </p:spPr>
              <p:txBody>
                <a:bodyPr/>
                <a:lstStyle/>
                <a:p>
                  <a:r>
                    <a:rPr lang="en-KR">
                      <a:noFill/>
                    </a:rPr>
                    <a:t> </a:t>
                  </a:r>
                </a:p>
              </p:txBody>
            </p:sp>
          </mc:Fallback>
        </mc:AlternateContent>
        <p:cxnSp>
          <p:nvCxnSpPr>
            <p:cNvPr id="38" name="Straight Arrow Connector 37">
              <a:extLst>
                <a:ext uri="{FF2B5EF4-FFF2-40B4-BE49-F238E27FC236}">
                  <a16:creationId xmlns:a16="http://schemas.microsoft.com/office/drawing/2014/main" id="{31708468-53D5-1E25-A69E-497DF5237E1E}"/>
                </a:ext>
              </a:extLst>
            </p:cNvPr>
            <p:cNvCxnSpPr/>
            <p:nvPr/>
          </p:nvCxnSpPr>
          <p:spPr>
            <a:xfrm>
              <a:off x="1596571"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66E917B-278A-3D48-EB73-A9DA66EE04C4}"/>
                </a:ext>
              </a:extLst>
            </p:cNvPr>
            <p:cNvCxnSpPr/>
            <p:nvPr/>
          </p:nvCxnSpPr>
          <p:spPr>
            <a:xfrm>
              <a:off x="2875038"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9D2771B-25FE-DBDE-0886-1FD6C4A96760}"/>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41" name="Straight Arrow Connector 40">
              <a:extLst>
                <a:ext uri="{FF2B5EF4-FFF2-40B4-BE49-F238E27FC236}">
                  <a16:creationId xmlns:a16="http://schemas.microsoft.com/office/drawing/2014/main" id="{BC9AAD51-9208-6931-CDBE-B36615B9E052}"/>
                </a:ext>
              </a:extLst>
            </p:cNvPr>
            <p:cNvCxnSpPr/>
            <p:nvPr/>
          </p:nvCxnSpPr>
          <p:spPr>
            <a:xfrm>
              <a:off x="8319707"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5A3D80B-23DB-F397-051B-A8A6254BDDD3}"/>
                </a:ext>
              </a:extLst>
            </p:cNvPr>
            <p:cNvCxnSpPr/>
            <p:nvPr/>
          </p:nvCxnSpPr>
          <p:spPr>
            <a:xfrm>
              <a:off x="9598174"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CEC04701-520F-5FFF-FEDB-9207783A4950}"/>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7327413-2303-5AF1-50FA-8ECB8BC17B4B}"/>
                    </a:ext>
                  </a:extLst>
                </p:cNvPr>
                <p:cNvSpPr txBox="1"/>
                <p:nvPr/>
              </p:nvSpPr>
              <p:spPr>
                <a:xfrm>
                  <a:off x="5177218" y="3447004"/>
                  <a:ext cx="112030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KR" dirty="0" err="1"/>
                </a:p>
              </p:txBody>
            </p:sp>
          </mc:Choice>
          <mc:Fallback xmlns="">
            <p:sp>
              <p:nvSpPr>
                <p:cNvPr id="44" name="TextBox 43">
                  <a:extLst>
                    <a:ext uri="{FF2B5EF4-FFF2-40B4-BE49-F238E27FC236}">
                      <a16:creationId xmlns:a16="http://schemas.microsoft.com/office/drawing/2014/main" id="{02B52032-729F-2B0D-E61B-9BB9813DD738}"/>
                    </a:ext>
                  </a:extLst>
                </p:cNvPr>
                <p:cNvSpPr txBox="1">
                  <a:spLocks noRot="1" noChangeAspect="1" noMove="1" noResize="1" noEditPoints="1" noAdjustHandles="1" noChangeArrowheads="1" noChangeShapeType="1" noTextEdit="1"/>
                </p:cNvSpPr>
                <p:nvPr/>
              </p:nvSpPr>
              <p:spPr>
                <a:xfrm>
                  <a:off x="5177218" y="3447004"/>
                  <a:ext cx="1120307" cy="369332"/>
                </a:xfrm>
                <a:prstGeom prst="rect">
                  <a:avLst/>
                </a:prstGeom>
                <a:blipFill>
                  <a:blip r:embed="rId13"/>
                  <a:stretch>
                    <a:fillRect l="-4494" r="-6742" b="-13333"/>
                  </a:stretch>
                </a:blipFill>
              </p:spPr>
              <p:txBody>
                <a:bodyPr/>
                <a:lstStyle/>
                <a:p>
                  <a:r>
                    <a:rPr lang="en-KR">
                      <a:noFill/>
                    </a:rPr>
                    <a:t> </a:t>
                  </a:r>
                </a:p>
              </p:txBody>
            </p:sp>
          </mc:Fallback>
        </mc:AlternateContent>
        <p:cxnSp>
          <p:nvCxnSpPr>
            <p:cNvPr id="45" name="Straight Arrow Connector 44">
              <a:extLst>
                <a:ext uri="{FF2B5EF4-FFF2-40B4-BE49-F238E27FC236}">
                  <a16:creationId xmlns:a16="http://schemas.microsoft.com/office/drawing/2014/main" id="{4EED0904-A6EC-9D70-E6BE-B4D5A51D0B55}"/>
                </a:ext>
              </a:extLst>
            </p:cNvPr>
            <p:cNvCxnSpPr/>
            <p:nvPr/>
          </p:nvCxnSpPr>
          <p:spPr>
            <a:xfrm flipH="1">
              <a:off x="4416574" y="3430070"/>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46" name="Picture 2">
              <a:extLst>
                <a:ext uri="{FF2B5EF4-FFF2-40B4-BE49-F238E27FC236}">
                  <a16:creationId xmlns:a16="http://schemas.microsoft.com/office/drawing/2014/main" id="{690BF051-9700-1950-C191-D6452671982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a:extLst>
                <a:ext uri="{FF2B5EF4-FFF2-40B4-BE49-F238E27FC236}">
                  <a16:creationId xmlns:a16="http://schemas.microsoft.com/office/drawing/2014/main" id="{A09E6F9C-03AD-C6F2-C475-B0041E2BDB5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a:extLst>
                <a:ext uri="{FF2B5EF4-FFF2-40B4-BE49-F238E27FC236}">
                  <a16:creationId xmlns:a16="http://schemas.microsoft.com/office/drawing/2014/main" id="{23B08E0F-FCAA-6782-EBAE-E0744F214D2D}"/>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ontent Placeholder 40">
            <a:extLst>
              <a:ext uri="{FF2B5EF4-FFF2-40B4-BE49-F238E27FC236}">
                <a16:creationId xmlns:a16="http://schemas.microsoft.com/office/drawing/2014/main" id="{C2D1D7E8-6488-1831-36D9-EA8B25B4C1CA}"/>
              </a:ext>
            </a:extLst>
          </p:cNvPr>
          <p:cNvSpPr>
            <a:spLocks noGrp="1"/>
          </p:cNvSpPr>
          <p:nvPr>
            <p:ph sz="quarter" idx="14"/>
          </p:nvPr>
        </p:nvSpPr>
        <p:spPr/>
        <p:txBody>
          <a:bodyPr/>
          <a:lstStyle/>
          <a:p>
            <a:r>
              <a:rPr lang="en-US" dirty="0"/>
              <a:t>Image credit: https://</a:t>
            </a:r>
            <a:r>
              <a:rPr lang="en-US" dirty="0" err="1"/>
              <a:t>huggingface.co</a:t>
            </a:r>
            <a:r>
              <a:rPr lang="en-US" dirty="0"/>
              <a:t>/blog/annotated-diffusion</a:t>
            </a:r>
            <a:endParaRPr lang="en-KR" dirty="0"/>
          </a:p>
        </p:txBody>
      </p:sp>
      <p:pic>
        <p:nvPicPr>
          <p:cNvPr id="82" name="Audio 81">
            <a:extLst>
              <a:ext uri="{FF2B5EF4-FFF2-40B4-BE49-F238E27FC236}">
                <a16:creationId xmlns:a16="http://schemas.microsoft.com/office/drawing/2014/main" id="{20680A6F-FE0E-CF14-8CAD-92FEC55D6070}"/>
              </a:ext>
            </a:extLst>
          </p:cNvPr>
          <p:cNvPicPr>
            <a:picLocks noChangeAspect="1"/>
          </p:cNvPicPr>
          <p:nvPr>
            <a:audioFile r:link="rId3"/>
            <p:extLst>
              <p:ext uri="{DAA4B4D4-6D71-4841-9C94-3DE7FCFB9230}">
                <p14:media xmlns:p14="http://schemas.microsoft.com/office/powerpoint/2010/main" r:embed="rId2"/>
              </p:ext>
            </p:extLst>
          </p:nvPr>
        </p:nvPicPr>
        <p:blipFill>
          <a:blip r:embed="rId17"/>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923580023"/>
      </p:ext>
    </p:extLst>
  </p:cSld>
  <p:clrMapOvr>
    <a:masterClrMapping/>
  </p:clrMapOvr>
  <mc:AlternateContent xmlns:mc="http://schemas.openxmlformats.org/markup-compatibility/2006">
    <mc:Choice xmlns:p14="http://schemas.microsoft.com/office/powerpoint/2010/main" Requires="p14">
      <p:transition spd="slow" p14:dur="2000" advTm="91690"/>
    </mc:Choice>
    <mc:Fallback>
      <p:transition spd="slow" advTm="91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5" fill="hold" display="0">
                  <p:stCondLst>
                    <p:cond delay="indefinite"/>
                  </p:stCondLst>
                  <p:endCondLst>
                    <p:cond evt="onStopAudio" delay="0">
                      <p:tgtEl>
                        <p:sldTgt/>
                      </p:tgtEl>
                    </p:cond>
                  </p:endCondLst>
                </p:cTn>
                <p:tgtEl>
                  <p:spTgt spid="82"/>
                </p:tgtEl>
              </p:cMediaNode>
            </p:audio>
          </p:childTnLst>
        </p:cTn>
      </p:par>
    </p:tnLst>
    <p:bldLst>
      <p:bldP spid="24" grpId="0"/>
      <p:bldP spid="25" grpId="0" animBg="1"/>
      <p:bldP spid="27" grpId="0"/>
      <p:bldP spid="28" grpId="0"/>
      <p:bldP spid="29"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F4B3F-AB2F-4769-B93F-44B69E90E2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0D4DF-7151-7949-3A9A-83B1C5DCE5B2}"/>
              </a:ext>
            </a:extLst>
          </p:cNvPr>
          <p:cNvSpPr>
            <a:spLocks noGrp="1"/>
          </p:cNvSpPr>
          <p:nvPr>
            <p:ph type="title"/>
          </p:nvPr>
        </p:nvSpPr>
        <p:spPr/>
        <p:txBody>
          <a:bodyPr/>
          <a:lstStyle/>
          <a:p>
            <a:r>
              <a:rPr lang="en-KR" dirty="0"/>
              <a:t>Forward process is NOT trained</a:t>
            </a:r>
          </a:p>
        </p:txBody>
      </p:sp>
      <p:sp>
        <p:nvSpPr>
          <p:cNvPr id="4" name="Slide Number Placeholder 3">
            <a:extLst>
              <a:ext uri="{FF2B5EF4-FFF2-40B4-BE49-F238E27FC236}">
                <a16:creationId xmlns:a16="http://schemas.microsoft.com/office/drawing/2014/main" id="{DDB9B1B2-B22F-B64A-54BA-2D978B756A76}"/>
              </a:ext>
            </a:extLst>
          </p:cNvPr>
          <p:cNvSpPr>
            <a:spLocks noGrp="1"/>
          </p:cNvSpPr>
          <p:nvPr>
            <p:ph type="sldNum" sz="quarter" idx="13"/>
          </p:nvPr>
        </p:nvSpPr>
        <p:spPr/>
        <p:txBody>
          <a:bodyPr/>
          <a:lstStyle/>
          <a:p>
            <a:fld id="{EB4B8DE2-A4E8-46E4-8BBF-D75455EFF32C}" type="slidenum">
              <a:rPr lang="en-US" smtClean="0"/>
              <a:pPr/>
              <a:t>12</a:t>
            </a:fld>
            <a:endParaRPr lang="en-US" dirty="0"/>
          </a:p>
        </p:txBody>
      </p:sp>
      <p:sp>
        <p:nvSpPr>
          <p:cNvPr id="5" name="Content Placeholder 4">
            <a:extLst>
              <a:ext uri="{FF2B5EF4-FFF2-40B4-BE49-F238E27FC236}">
                <a16:creationId xmlns:a16="http://schemas.microsoft.com/office/drawing/2014/main" id="{E4EEED50-4091-B2F7-95E4-A155F07CAEA6}"/>
              </a:ext>
            </a:extLst>
          </p:cNvPr>
          <p:cNvSpPr>
            <a:spLocks noGrp="1"/>
          </p:cNvSpPr>
          <p:nvPr>
            <p:ph sz="quarter" idx="14"/>
          </p:nvPr>
        </p:nvSpPr>
        <p:spPr>
          <a:xfrm>
            <a:off x="609600" y="6437643"/>
            <a:ext cx="4206875" cy="216982"/>
          </a:xfrm>
        </p:spPr>
        <p:txBody>
          <a:bodyPr/>
          <a:lstStyle/>
          <a:p>
            <a:r>
              <a:rPr lang="en-US" dirty="0"/>
              <a:t>Image credit: https://</a:t>
            </a:r>
            <a:r>
              <a:rPr lang="en-US" dirty="0" err="1"/>
              <a:t>huggingface.co</a:t>
            </a:r>
            <a:r>
              <a:rPr lang="en-US" dirty="0"/>
              <a:t>/blog/annotated-diffusion</a:t>
            </a:r>
            <a:endParaRPr lang="en-KR"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E470743-0338-5DC5-3D48-9A8B5A4546B8}"/>
                  </a:ext>
                </a:extLst>
              </p:cNvPr>
              <p:cNvSpPr txBox="1"/>
              <p:nvPr/>
            </p:nvSpPr>
            <p:spPr>
              <a:xfrm>
                <a:off x="4179888" y="3166151"/>
                <a:ext cx="3235053" cy="957826"/>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b="0" i="1" smtClean="0">
                              <a:latin typeface="Cambria Math" panose="02040503050406030204" pitchFamily="18" charset="0"/>
                            </a:rPr>
                            <m:t>𝑇</m:t>
                          </m:r>
                        </m:sup>
                        <m:e>
                          <m:r>
                            <a:rPr lang="en-US" sz="2000" b="0" i="1" smtClean="0">
                              <a:latin typeface="Cambria Math" panose="02040503050406030204" pitchFamily="18" charset="0"/>
                            </a:rPr>
                            <m:t>𝑞</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e>
                      </m:nary>
                    </m:oMath>
                  </m:oMathPara>
                </a14:m>
                <a:endParaRPr lang="en-KR" sz="2000" dirty="0" err="1"/>
              </a:p>
            </p:txBody>
          </p:sp>
        </mc:Choice>
        <mc:Fallback xmlns="">
          <p:sp>
            <p:nvSpPr>
              <p:cNvPr id="24" name="TextBox 23">
                <a:extLst>
                  <a:ext uri="{FF2B5EF4-FFF2-40B4-BE49-F238E27FC236}">
                    <a16:creationId xmlns:a16="http://schemas.microsoft.com/office/drawing/2014/main" id="{1E470743-0338-5DC5-3D48-9A8B5A4546B8}"/>
                  </a:ext>
                </a:extLst>
              </p:cNvPr>
              <p:cNvSpPr txBox="1">
                <a:spLocks noRot="1" noChangeAspect="1" noMove="1" noResize="1" noEditPoints="1" noAdjustHandles="1" noChangeArrowheads="1" noChangeShapeType="1" noTextEdit="1"/>
              </p:cNvSpPr>
              <p:nvPr/>
            </p:nvSpPr>
            <p:spPr>
              <a:xfrm>
                <a:off x="4179888" y="3166151"/>
                <a:ext cx="3235053" cy="957826"/>
              </a:xfrm>
              <a:prstGeom prst="rect">
                <a:avLst/>
              </a:prstGeom>
              <a:blipFill>
                <a:blip r:embed="rId6"/>
                <a:stretch>
                  <a:fillRect l="-1961" t="-98684" r="-2353" b="-15394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0B4A7FC-5887-93C2-1897-28863CF240B0}"/>
                  </a:ext>
                </a:extLst>
              </p:cNvPr>
              <p:cNvSpPr txBox="1"/>
              <p:nvPr/>
            </p:nvSpPr>
            <p:spPr>
              <a:xfrm>
                <a:off x="4638869" y="4441178"/>
                <a:ext cx="4287969" cy="465064"/>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r>
                        <a:rPr lang="en-US" sz="2000" b="1" i="0" smtClean="0">
                          <a:solidFill>
                            <a:schemeClr val="accent6">
                              <a:lumMod val="50000"/>
                            </a:schemeClr>
                          </a:solidFill>
                          <a:latin typeface="Cambria Math" panose="02040503050406030204" pitchFamily="18" charset="0"/>
                          <a:ea typeface="Cambria Math" panose="02040503050406030204" pitchFamily="18" charset="0"/>
                        </a:rPr>
                        <m:t>𝐈</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27" name="TextBox 26">
                <a:extLst>
                  <a:ext uri="{FF2B5EF4-FFF2-40B4-BE49-F238E27FC236}">
                    <a16:creationId xmlns:a16="http://schemas.microsoft.com/office/drawing/2014/main" id="{50B4A7FC-5887-93C2-1897-28863CF240B0}"/>
                  </a:ext>
                </a:extLst>
              </p:cNvPr>
              <p:cNvSpPr txBox="1">
                <a:spLocks noRot="1" noChangeAspect="1" noMove="1" noResize="1" noEditPoints="1" noAdjustHandles="1" noChangeArrowheads="1" noChangeShapeType="1" noTextEdit="1"/>
              </p:cNvSpPr>
              <p:nvPr/>
            </p:nvSpPr>
            <p:spPr>
              <a:xfrm>
                <a:off x="4638869" y="4441178"/>
                <a:ext cx="4287969" cy="465064"/>
              </a:xfrm>
              <a:prstGeom prst="rect">
                <a:avLst/>
              </a:prstGeom>
              <a:blipFill>
                <a:blip r:embed="rId7"/>
                <a:stretch>
                  <a:fillRect l="-1183" r="-1775" b="-13158"/>
                </a:stretch>
              </a:blipFill>
            </p:spPr>
            <p:txBody>
              <a:bodyPr/>
              <a:lstStyle/>
              <a:p>
                <a:r>
                  <a:rPr lang="en-KR">
                    <a:noFill/>
                  </a:rPr>
                  <a:t> </a:t>
                </a:r>
              </a:p>
            </p:txBody>
          </p:sp>
        </mc:Fallback>
      </mc:AlternateContent>
      <p:sp>
        <p:nvSpPr>
          <p:cNvPr id="28" name="TextBox 27">
            <a:extLst>
              <a:ext uri="{FF2B5EF4-FFF2-40B4-BE49-F238E27FC236}">
                <a16:creationId xmlns:a16="http://schemas.microsoft.com/office/drawing/2014/main" id="{54E845C4-C837-855B-9D3D-9C59AB37B4AA}"/>
              </a:ext>
            </a:extLst>
          </p:cNvPr>
          <p:cNvSpPr txBox="1"/>
          <p:nvPr/>
        </p:nvSpPr>
        <p:spPr>
          <a:xfrm>
            <a:off x="609600" y="3547403"/>
            <a:ext cx="166552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1) Markov chain</a:t>
            </a:r>
          </a:p>
        </p:txBody>
      </p:sp>
      <p:sp>
        <p:nvSpPr>
          <p:cNvPr id="29" name="TextBox 28">
            <a:extLst>
              <a:ext uri="{FF2B5EF4-FFF2-40B4-BE49-F238E27FC236}">
                <a16:creationId xmlns:a16="http://schemas.microsoft.com/office/drawing/2014/main" id="{30FFF54D-C690-35BC-BEF4-668AC0ED7FCF}"/>
              </a:ext>
            </a:extLst>
          </p:cNvPr>
          <p:cNvSpPr txBox="1"/>
          <p:nvPr/>
        </p:nvSpPr>
        <p:spPr>
          <a:xfrm>
            <a:off x="609600" y="4489044"/>
            <a:ext cx="2899833"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2) Gaussian random vectors</a:t>
            </a:r>
          </a:p>
        </p:txBody>
      </p:sp>
      <p:grpSp>
        <p:nvGrpSpPr>
          <p:cNvPr id="33" name="Group 32">
            <a:extLst>
              <a:ext uri="{FF2B5EF4-FFF2-40B4-BE49-F238E27FC236}">
                <a16:creationId xmlns:a16="http://schemas.microsoft.com/office/drawing/2014/main" id="{BDEF9707-5C20-B247-6599-D868F79190D5}"/>
              </a:ext>
            </a:extLst>
          </p:cNvPr>
          <p:cNvGrpSpPr/>
          <p:nvPr/>
        </p:nvGrpSpPr>
        <p:grpSpPr>
          <a:xfrm>
            <a:off x="689205" y="1750451"/>
            <a:ext cx="10813589" cy="1339446"/>
            <a:chOff x="706363" y="3122264"/>
            <a:chExt cx="10813589" cy="1339446"/>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112A0D6E-157E-FE4C-D0C9-6DED10F6F4D8}"/>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34" name="Oval 33">
                  <a:extLst>
                    <a:ext uri="{FF2B5EF4-FFF2-40B4-BE49-F238E27FC236}">
                      <a16:creationId xmlns:a16="http://schemas.microsoft.com/office/drawing/2014/main" id="{112A0D6E-157E-FE4C-D0C9-6DED10F6F4D8}"/>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8"/>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47C6FDFB-703E-D134-052E-C93C056FAED2}"/>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35" name="Oval 34">
                  <a:extLst>
                    <a:ext uri="{FF2B5EF4-FFF2-40B4-BE49-F238E27FC236}">
                      <a16:creationId xmlns:a16="http://schemas.microsoft.com/office/drawing/2014/main" id="{47C6FDFB-703E-D134-052E-C93C056FAED2}"/>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9"/>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9D001A7C-3BAD-77A9-3FA7-CC25D28799DF}"/>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36" name="Oval 35">
                  <a:extLst>
                    <a:ext uri="{FF2B5EF4-FFF2-40B4-BE49-F238E27FC236}">
                      <a16:creationId xmlns:a16="http://schemas.microsoft.com/office/drawing/2014/main" id="{9D001A7C-3BAD-77A9-3FA7-CC25D28799DF}"/>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0"/>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C34C929B-4E4B-ABA5-4E9C-07EBC2833BAE}"/>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37" name="Oval 36">
                  <a:extLst>
                    <a:ext uri="{FF2B5EF4-FFF2-40B4-BE49-F238E27FC236}">
                      <a16:creationId xmlns:a16="http://schemas.microsoft.com/office/drawing/2014/main" id="{C34C929B-4E4B-ABA5-4E9C-07EBC2833BAE}"/>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1"/>
                  <a:stretch>
                    <a:fillRect l="-8333"/>
                  </a:stretch>
                </a:blipFill>
                <a:ln/>
              </p:spPr>
              <p:txBody>
                <a:bodyPr/>
                <a:lstStyle/>
                <a:p>
                  <a:r>
                    <a:rPr lang="en-KR">
                      <a:noFill/>
                    </a:rPr>
                    <a:t> </a:t>
                  </a:r>
                </a:p>
              </p:txBody>
            </p:sp>
          </mc:Fallback>
        </mc:AlternateContent>
        <p:cxnSp>
          <p:nvCxnSpPr>
            <p:cNvPr id="38" name="Straight Arrow Connector 37">
              <a:extLst>
                <a:ext uri="{FF2B5EF4-FFF2-40B4-BE49-F238E27FC236}">
                  <a16:creationId xmlns:a16="http://schemas.microsoft.com/office/drawing/2014/main" id="{34B3DF54-4A67-CCD8-D38B-1859FBE7C753}"/>
                </a:ext>
              </a:extLst>
            </p:cNvPr>
            <p:cNvCxnSpPr/>
            <p:nvPr/>
          </p:nvCxnSpPr>
          <p:spPr>
            <a:xfrm>
              <a:off x="1596571"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F113BF3-B139-6EF2-BF08-53912E732122}"/>
                </a:ext>
              </a:extLst>
            </p:cNvPr>
            <p:cNvCxnSpPr/>
            <p:nvPr/>
          </p:nvCxnSpPr>
          <p:spPr>
            <a:xfrm>
              <a:off x="2875038"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F8DB7B2-B133-8A8F-CF82-644312CE3B8D}"/>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41" name="Straight Arrow Connector 40">
              <a:extLst>
                <a:ext uri="{FF2B5EF4-FFF2-40B4-BE49-F238E27FC236}">
                  <a16:creationId xmlns:a16="http://schemas.microsoft.com/office/drawing/2014/main" id="{8CE7984F-D155-B48B-69D5-77696CC50C9C}"/>
                </a:ext>
              </a:extLst>
            </p:cNvPr>
            <p:cNvCxnSpPr/>
            <p:nvPr/>
          </p:nvCxnSpPr>
          <p:spPr>
            <a:xfrm>
              <a:off x="8319707"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84441A0-B5EA-FE04-0B5D-CE1587383BEF}"/>
                </a:ext>
              </a:extLst>
            </p:cNvPr>
            <p:cNvCxnSpPr/>
            <p:nvPr/>
          </p:nvCxnSpPr>
          <p:spPr>
            <a:xfrm>
              <a:off x="9598174"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395E101-BD3C-DE1E-588C-2FDE3464902C}"/>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D0D4B33-B9C6-A86C-E35A-9CC559E3AEEA}"/>
                    </a:ext>
                  </a:extLst>
                </p:cNvPr>
                <p:cNvSpPr txBox="1"/>
                <p:nvPr/>
              </p:nvSpPr>
              <p:spPr>
                <a:xfrm>
                  <a:off x="5177218" y="3447004"/>
                  <a:ext cx="112030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KR" dirty="0" err="1"/>
                </a:p>
              </p:txBody>
            </p:sp>
          </mc:Choice>
          <mc:Fallback xmlns="">
            <p:sp>
              <p:nvSpPr>
                <p:cNvPr id="44" name="TextBox 43">
                  <a:extLst>
                    <a:ext uri="{FF2B5EF4-FFF2-40B4-BE49-F238E27FC236}">
                      <a16:creationId xmlns:a16="http://schemas.microsoft.com/office/drawing/2014/main" id="{2D0D4B33-B9C6-A86C-E35A-9CC559E3AEEA}"/>
                    </a:ext>
                  </a:extLst>
                </p:cNvPr>
                <p:cNvSpPr txBox="1">
                  <a:spLocks noRot="1" noChangeAspect="1" noMove="1" noResize="1" noEditPoints="1" noAdjustHandles="1" noChangeArrowheads="1" noChangeShapeType="1" noTextEdit="1"/>
                </p:cNvSpPr>
                <p:nvPr/>
              </p:nvSpPr>
              <p:spPr>
                <a:xfrm>
                  <a:off x="5177218" y="3447004"/>
                  <a:ext cx="1120307" cy="369332"/>
                </a:xfrm>
                <a:prstGeom prst="rect">
                  <a:avLst/>
                </a:prstGeom>
                <a:blipFill>
                  <a:blip r:embed="rId12"/>
                  <a:stretch>
                    <a:fillRect l="-4494" r="-6742" b="-13333"/>
                  </a:stretch>
                </a:blipFill>
              </p:spPr>
              <p:txBody>
                <a:bodyPr/>
                <a:lstStyle/>
                <a:p>
                  <a:r>
                    <a:rPr lang="en-KR">
                      <a:noFill/>
                    </a:rPr>
                    <a:t> </a:t>
                  </a:r>
                </a:p>
              </p:txBody>
            </p:sp>
          </mc:Fallback>
        </mc:AlternateContent>
        <p:cxnSp>
          <p:nvCxnSpPr>
            <p:cNvPr id="45" name="Straight Arrow Connector 44">
              <a:extLst>
                <a:ext uri="{FF2B5EF4-FFF2-40B4-BE49-F238E27FC236}">
                  <a16:creationId xmlns:a16="http://schemas.microsoft.com/office/drawing/2014/main" id="{8B6FB222-0E3B-18B1-969A-8C751736379C}"/>
                </a:ext>
              </a:extLst>
            </p:cNvPr>
            <p:cNvCxnSpPr/>
            <p:nvPr/>
          </p:nvCxnSpPr>
          <p:spPr>
            <a:xfrm flipH="1">
              <a:off x="4416574" y="3430070"/>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46" name="Picture 2">
              <a:extLst>
                <a:ext uri="{FF2B5EF4-FFF2-40B4-BE49-F238E27FC236}">
                  <a16:creationId xmlns:a16="http://schemas.microsoft.com/office/drawing/2014/main" id="{761C66FC-1C92-768E-2183-A100616BE93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a:extLst>
                <a:ext uri="{FF2B5EF4-FFF2-40B4-BE49-F238E27FC236}">
                  <a16:creationId xmlns:a16="http://schemas.microsoft.com/office/drawing/2014/main" id="{DB65228F-9F9F-A276-749D-BE7D24F1303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a:extLst>
                <a:ext uri="{FF2B5EF4-FFF2-40B4-BE49-F238E27FC236}">
                  <a16:creationId xmlns:a16="http://schemas.microsoft.com/office/drawing/2014/main" id="{F6F875D8-FCF0-705F-E342-89A10378EE92}"/>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763136E-E695-FFF8-5BF9-0F53FC224058}"/>
                  </a:ext>
                </a:extLst>
              </p:cNvPr>
              <p:cNvSpPr txBox="1"/>
              <p:nvPr/>
            </p:nvSpPr>
            <p:spPr>
              <a:xfrm>
                <a:off x="4638869" y="5472817"/>
                <a:ext cx="7792398" cy="923330"/>
              </a:xfrm>
              <a:prstGeom prst="rect">
                <a:avLst/>
              </a:prstGeom>
              <a:noFill/>
            </p:spPr>
            <p:txBody>
              <a:bodyPr wrap="square">
                <a:spAutoFit/>
              </a:bodyPr>
              <a:lstStyle/>
              <a:p>
                <a:pPr algn="l"/>
                <a:r>
                  <a:rPr lang="en-US" dirty="0">
                    <a:latin typeface="Pretendard" panose="02000503000000020004" pitchFamily="2" charset="-127"/>
                  </a:rPr>
                  <a:t>And variance schedule is </a:t>
                </a:r>
                <a:r>
                  <a:rPr lang="en-US" b="1" dirty="0">
                    <a:latin typeface="Pretendard" panose="02000503000000020004" pitchFamily="2" charset="-127"/>
                  </a:rPr>
                  <a:t>fixed (not learned)</a:t>
                </a:r>
              </a:p>
              <a:p>
                <a:pPr algn="l"/>
                <a:endParaRPr lang="en-US" b="1" dirty="0">
                  <a:latin typeface="Pretendard" panose="02000503000000020004" pitchFamily="2" charset="-127"/>
                </a:endParaRPr>
              </a:p>
              <a:p>
                <a:pPr algn="l"/>
                <a:r>
                  <a:rPr lang="en-US" dirty="0">
                    <a:latin typeface="Pretendard" panose="02000503000000020004" pitchFamily="2" charset="-127"/>
                  </a:rPr>
                  <a:t>As a result, there is NO trainable component in the forward process </a:t>
                </a:r>
                <a14:m>
                  <m:oMath xmlns:m="http://schemas.openxmlformats.org/officeDocument/2006/math">
                    <m:r>
                      <a:rPr lang="en-US" b="0" i="1" smtClean="0">
                        <a:latin typeface="Cambria Math" panose="02040503050406030204" pitchFamily="18" charset="0"/>
                      </a:rPr>
                      <m:t>𝑞</m:t>
                    </m:r>
                  </m:oMath>
                </a14:m>
                <a:endParaRPr lang="en-US" b="0" dirty="0">
                  <a:latin typeface="Pretendard" panose="02000503000000020004" pitchFamily="2" charset="-127"/>
                </a:endParaRPr>
              </a:p>
            </p:txBody>
          </p:sp>
        </mc:Choice>
        <mc:Fallback xmlns="">
          <p:sp>
            <p:nvSpPr>
              <p:cNvPr id="8" name="TextBox 7">
                <a:extLst>
                  <a:ext uri="{FF2B5EF4-FFF2-40B4-BE49-F238E27FC236}">
                    <a16:creationId xmlns:a16="http://schemas.microsoft.com/office/drawing/2014/main" id="{3763136E-E695-FFF8-5BF9-0F53FC224058}"/>
                  </a:ext>
                </a:extLst>
              </p:cNvPr>
              <p:cNvSpPr txBox="1">
                <a:spLocks noRot="1" noChangeAspect="1" noMove="1" noResize="1" noEditPoints="1" noAdjustHandles="1" noChangeArrowheads="1" noChangeShapeType="1" noTextEdit="1"/>
              </p:cNvSpPr>
              <p:nvPr/>
            </p:nvSpPr>
            <p:spPr>
              <a:xfrm>
                <a:off x="4638869" y="5472817"/>
                <a:ext cx="7792398" cy="923330"/>
              </a:xfrm>
              <a:prstGeom prst="rect">
                <a:avLst/>
              </a:prstGeom>
              <a:blipFill>
                <a:blip r:embed="rId16"/>
                <a:stretch>
                  <a:fillRect l="-651" t="-4110" b="-8219"/>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4E36F3E-DEE0-5E55-A618-4572AF26695E}"/>
                  </a:ext>
                </a:extLst>
              </p:cNvPr>
              <p:cNvSpPr txBox="1"/>
              <p:nvPr/>
            </p:nvSpPr>
            <p:spPr>
              <a:xfrm>
                <a:off x="4718635" y="5094012"/>
                <a:ext cx="6191537" cy="369332"/>
              </a:xfrm>
              <a:prstGeom prst="rect">
                <a:avLst/>
              </a:prstGeom>
              <a:noFill/>
            </p:spPr>
            <p:txBody>
              <a:bodyPr wrap="squar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Variance schedule </a:t>
                </a:r>
                <a14:m>
                  <m:oMath xmlns:m="http://schemas.openxmlformats.org/officeDocument/2006/math">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𝛽</m:t>
                        </m:r>
                      </m:e>
                      <m:sub>
                        <m:r>
                          <a:rPr lang="en-US" b="0" i="1" smtClean="0">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 ⋯,</m:t>
                    </m:r>
                    <m:sSub>
                      <m:sSubPr>
                        <m:ctrlPr>
                          <a:rPr lang="en-US"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𝛽</m:t>
                        </m:r>
                      </m:e>
                      <m:sub>
                        <m:r>
                          <a:rPr lang="en-US" b="0" i="1" smtClean="0">
                            <a:solidFill>
                              <a:srgbClr val="0070C0"/>
                            </a:solidFill>
                            <a:latin typeface="Cambria Math" panose="02040503050406030204" pitchFamily="18" charset="0"/>
                          </a:rPr>
                          <m:t>𝑇</m:t>
                        </m:r>
                      </m:sub>
                    </m:sSub>
                  </m:oMath>
                </a14:m>
                <a:r>
                  <a:rPr lang="en-US" dirty="0">
                    <a:solidFill>
                      <a:srgbClr val="0070C0"/>
                    </a:solidFill>
                    <a:latin typeface="Pretendard" panose="02000503000000020004" pitchFamily="2" charset="-127"/>
                  </a:rPr>
                  <a:t> </a:t>
                </a:r>
                <a:r>
                  <a:rPr lang="en-US" dirty="0">
                    <a:latin typeface="Pretendard" panose="02000503000000020004" pitchFamily="2" charset="-127"/>
                  </a:rPr>
                  <a:t>controls adding noise</a:t>
                </a:r>
                <a:endParaRPr lang="en-US" dirty="0">
                  <a:solidFill>
                    <a:srgbClr val="0070C0"/>
                  </a:solidFill>
                  <a:latin typeface="Pretendard" panose="02000503000000020004" pitchFamily="2" charset="-127"/>
                </a:endParaRPr>
              </a:p>
            </p:txBody>
          </p:sp>
        </mc:Choice>
        <mc:Fallback xmlns="">
          <p:sp>
            <p:nvSpPr>
              <p:cNvPr id="3" name="TextBox 2">
                <a:extLst>
                  <a:ext uri="{FF2B5EF4-FFF2-40B4-BE49-F238E27FC236}">
                    <a16:creationId xmlns:a16="http://schemas.microsoft.com/office/drawing/2014/main" id="{A4E36F3E-DEE0-5E55-A618-4572AF26695E}"/>
                  </a:ext>
                </a:extLst>
              </p:cNvPr>
              <p:cNvSpPr txBox="1">
                <a:spLocks noRot="1" noChangeAspect="1" noMove="1" noResize="1" noEditPoints="1" noAdjustHandles="1" noChangeArrowheads="1" noChangeShapeType="1" noTextEdit="1"/>
              </p:cNvSpPr>
              <p:nvPr/>
            </p:nvSpPr>
            <p:spPr>
              <a:xfrm>
                <a:off x="4718635" y="5094012"/>
                <a:ext cx="6191537" cy="369332"/>
              </a:xfrm>
              <a:prstGeom prst="rect">
                <a:avLst/>
              </a:prstGeom>
              <a:blipFill>
                <a:blip r:embed="rId17"/>
                <a:stretch>
                  <a:fillRect l="-2249" t="-10000" b="-20000"/>
                </a:stretch>
              </a:blipFill>
            </p:spPr>
            <p:txBody>
              <a:bodyPr/>
              <a:lstStyle/>
              <a:p>
                <a:r>
                  <a:rPr lang="en-KR">
                    <a:noFill/>
                  </a:rPr>
                  <a:t> </a:t>
                </a:r>
              </a:p>
            </p:txBody>
          </p:sp>
        </mc:Fallback>
      </mc:AlternateContent>
      <p:sp>
        <p:nvSpPr>
          <p:cNvPr id="6" name="Right Brace 5">
            <a:extLst>
              <a:ext uri="{FF2B5EF4-FFF2-40B4-BE49-F238E27FC236}">
                <a16:creationId xmlns:a16="http://schemas.microsoft.com/office/drawing/2014/main" id="{2719D85A-8D21-FF25-7EF1-48F8FA1C484F}"/>
              </a:ext>
            </a:extLst>
          </p:cNvPr>
          <p:cNvSpPr/>
          <p:nvPr/>
        </p:nvSpPr>
        <p:spPr>
          <a:xfrm rot="5400000">
            <a:off x="6722089" y="3716916"/>
            <a:ext cx="151104" cy="1152270"/>
          </a:xfrm>
          <a:prstGeom prst="rightBrace">
            <a:avLst/>
          </a:prstGeom>
          <a:ln w="19050" cap="rnd">
            <a:solidFill>
              <a:schemeClr val="accent6">
                <a:lumMod val="5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solidFill>
                <a:schemeClr val="accent6">
                  <a:lumMod val="50000"/>
                </a:schemeClr>
              </a:solidFill>
            </a:endParaRPr>
          </a:p>
        </p:txBody>
      </p:sp>
      <p:pic>
        <p:nvPicPr>
          <p:cNvPr id="60" name="Audio 59">
            <a:extLst>
              <a:ext uri="{FF2B5EF4-FFF2-40B4-BE49-F238E27FC236}">
                <a16:creationId xmlns:a16="http://schemas.microsoft.com/office/drawing/2014/main" id="{35BB3FCF-F16D-5973-CA8D-E6DD969292B3}"/>
              </a:ext>
            </a:extLst>
          </p:cNvPr>
          <p:cNvPicPr>
            <a:picLocks noChangeAspect="1"/>
          </p:cNvPicPr>
          <p:nvPr>
            <a:audioFile r:link="rId3"/>
            <p:extLst>
              <p:ext uri="{DAA4B4D4-6D71-4841-9C94-3DE7FCFB9230}">
                <p14:media xmlns:p14="http://schemas.microsoft.com/office/powerpoint/2010/main" r:embed="rId2"/>
              </p:ext>
            </p:extLst>
          </p:nvPr>
        </p:nvPicPr>
        <p:blipFill>
          <a:blip r:embed="rId18"/>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556708486"/>
      </p:ext>
    </p:extLst>
  </p:cSld>
  <p:clrMapOvr>
    <a:masterClrMapping/>
  </p:clrMapOvr>
  <mc:AlternateContent xmlns:mc="http://schemas.openxmlformats.org/markup-compatibility/2006">
    <mc:Choice xmlns:p14="http://schemas.microsoft.com/office/powerpoint/2010/main" Requires="p14">
      <p:transition spd="slow" p14:dur="2000" advTm="26005"/>
    </mc:Choice>
    <mc:Fallback>
      <p:transition spd="slow" advTm="260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0"/>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60"/>
                </p:tgtEl>
              </p:cMediaNode>
            </p:audio>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79023-B4A7-BCE3-126D-6358B4F74C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6F626-E9C1-0CE7-8CD0-183ACED1A85A}"/>
              </a:ext>
            </a:extLst>
          </p:cNvPr>
          <p:cNvSpPr>
            <a:spLocks noGrp="1"/>
          </p:cNvSpPr>
          <p:nvPr>
            <p:ph type="title"/>
          </p:nvPr>
        </p:nvSpPr>
        <p:spPr/>
        <p:txBody>
          <a:bodyPr/>
          <a:lstStyle/>
          <a:p>
            <a:r>
              <a:rPr lang="en-KR" dirty="0"/>
              <a:t>Forward process (noising)</a:t>
            </a:r>
          </a:p>
        </p:txBody>
      </p:sp>
      <p:sp>
        <p:nvSpPr>
          <p:cNvPr id="4" name="Slide Number Placeholder 3">
            <a:extLst>
              <a:ext uri="{FF2B5EF4-FFF2-40B4-BE49-F238E27FC236}">
                <a16:creationId xmlns:a16="http://schemas.microsoft.com/office/drawing/2014/main" id="{A25AAAA5-85C3-22C5-1151-C61A4119999C}"/>
              </a:ext>
            </a:extLst>
          </p:cNvPr>
          <p:cNvSpPr>
            <a:spLocks noGrp="1"/>
          </p:cNvSpPr>
          <p:nvPr>
            <p:ph type="sldNum" sz="quarter" idx="13"/>
          </p:nvPr>
        </p:nvSpPr>
        <p:spPr/>
        <p:txBody>
          <a:bodyPr/>
          <a:lstStyle/>
          <a:p>
            <a:fld id="{EB4B8DE2-A4E8-46E4-8BBF-D75455EFF32C}" type="slidenum">
              <a:rPr lang="en-US" smtClean="0"/>
              <a:pPr/>
              <a:t>13</a:t>
            </a:fld>
            <a:endParaRPr lang="en-US"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CF69248-EE65-9654-6624-DC2F80DF9A07}"/>
                  </a:ext>
                </a:extLst>
              </p:cNvPr>
              <p:cNvSpPr txBox="1"/>
              <p:nvPr/>
            </p:nvSpPr>
            <p:spPr>
              <a:xfrm>
                <a:off x="4179888" y="3166151"/>
                <a:ext cx="3235053" cy="957826"/>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b="0" i="1" smtClean="0">
                              <a:latin typeface="Cambria Math" panose="02040503050406030204" pitchFamily="18" charset="0"/>
                            </a:rPr>
                            <m:t>𝑇</m:t>
                          </m:r>
                        </m:sup>
                        <m:e>
                          <m:r>
                            <a:rPr lang="en-US" sz="2000" b="0" i="1" smtClean="0">
                              <a:latin typeface="Cambria Math" panose="02040503050406030204" pitchFamily="18" charset="0"/>
                            </a:rPr>
                            <m:t>𝑞</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e>
                      </m:nary>
                    </m:oMath>
                  </m:oMathPara>
                </a14:m>
                <a:endParaRPr lang="en-KR" sz="2000" dirty="0" err="1"/>
              </a:p>
            </p:txBody>
          </p:sp>
        </mc:Choice>
        <mc:Fallback xmlns="">
          <p:sp>
            <p:nvSpPr>
              <p:cNvPr id="24" name="TextBox 23">
                <a:extLst>
                  <a:ext uri="{FF2B5EF4-FFF2-40B4-BE49-F238E27FC236}">
                    <a16:creationId xmlns:a16="http://schemas.microsoft.com/office/drawing/2014/main" id="{B62BFD6B-F993-12A5-B502-D4302850778C}"/>
                  </a:ext>
                </a:extLst>
              </p:cNvPr>
              <p:cNvSpPr txBox="1">
                <a:spLocks noRot="1" noChangeAspect="1" noMove="1" noResize="1" noEditPoints="1" noAdjustHandles="1" noChangeArrowheads="1" noChangeShapeType="1" noTextEdit="1"/>
              </p:cNvSpPr>
              <p:nvPr/>
            </p:nvSpPr>
            <p:spPr>
              <a:xfrm>
                <a:off x="4179888" y="3166151"/>
                <a:ext cx="3235053" cy="957826"/>
              </a:xfrm>
              <a:prstGeom prst="rect">
                <a:avLst/>
              </a:prstGeom>
              <a:blipFill>
                <a:blip r:embed="rId6"/>
                <a:stretch>
                  <a:fillRect l="-1961" t="-98684" r="-2353" b="-153947"/>
                </a:stretch>
              </a:blipFill>
            </p:spPr>
            <p:txBody>
              <a:bodyPr/>
              <a:lstStyle/>
              <a:p>
                <a:r>
                  <a:rPr lang="en-KR">
                    <a:noFill/>
                  </a:rPr>
                  <a:t> </a:t>
                </a:r>
              </a:p>
            </p:txBody>
          </p:sp>
        </mc:Fallback>
      </mc:AlternateContent>
      <p:sp>
        <p:nvSpPr>
          <p:cNvPr id="25" name="Right Brace 24">
            <a:extLst>
              <a:ext uri="{FF2B5EF4-FFF2-40B4-BE49-F238E27FC236}">
                <a16:creationId xmlns:a16="http://schemas.microsoft.com/office/drawing/2014/main" id="{45315C40-CE85-3AFE-EF9C-6DF16F1E4966}"/>
              </a:ext>
            </a:extLst>
          </p:cNvPr>
          <p:cNvSpPr/>
          <p:nvPr/>
        </p:nvSpPr>
        <p:spPr>
          <a:xfrm rot="5400000">
            <a:off x="6722089" y="3716916"/>
            <a:ext cx="151104" cy="1152270"/>
          </a:xfrm>
          <a:prstGeom prst="rightBrace">
            <a:avLst/>
          </a:prstGeom>
          <a:ln w="19050" cap="rnd">
            <a:solidFill>
              <a:schemeClr val="accent6">
                <a:lumMod val="50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solidFill>
                <a:schemeClr val="accent6">
                  <a:lumMod val="50000"/>
                </a:schemeClr>
              </a:solidFill>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956400B-C2EA-7286-CA0E-B1EBE2D903F9}"/>
                  </a:ext>
                </a:extLst>
              </p:cNvPr>
              <p:cNvSpPr txBox="1"/>
              <p:nvPr/>
            </p:nvSpPr>
            <p:spPr>
              <a:xfrm>
                <a:off x="4638869" y="4441178"/>
                <a:ext cx="4287969" cy="465064"/>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r>
                        <a:rPr lang="en-US" sz="2000" b="1" i="0" smtClean="0">
                          <a:solidFill>
                            <a:schemeClr val="accent6">
                              <a:lumMod val="50000"/>
                            </a:schemeClr>
                          </a:solidFill>
                          <a:latin typeface="Cambria Math" panose="02040503050406030204" pitchFamily="18" charset="0"/>
                          <a:ea typeface="Cambria Math" panose="02040503050406030204" pitchFamily="18" charset="0"/>
                        </a:rPr>
                        <m:t>𝐈</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27" name="TextBox 26">
                <a:extLst>
                  <a:ext uri="{FF2B5EF4-FFF2-40B4-BE49-F238E27FC236}">
                    <a16:creationId xmlns:a16="http://schemas.microsoft.com/office/drawing/2014/main" id="{317FF391-2E5D-D903-E986-95F022F9EDB2}"/>
                  </a:ext>
                </a:extLst>
              </p:cNvPr>
              <p:cNvSpPr txBox="1">
                <a:spLocks noRot="1" noChangeAspect="1" noMove="1" noResize="1" noEditPoints="1" noAdjustHandles="1" noChangeArrowheads="1" noChangeShapeType="1" noTextEdit="1"/>
              </p:cNvSpPr>
              <p:nvPr/>
            </p:nvSpPr>
            <p:spPr>
              <a:xfrm>
                <a:off x="4638869" y="4441178"/>
                <a:ext cx="4287969" cy="465064"/>
              </a:xfrm>
              <a:prstGeom prst="rect">
                <a:avLst/>
              </a:prstGeom>
              <a:blipFill>
                <a:blip r:embed="rId7"/>
                <a:stretch>
                  <a:fillRect l="-1183" r="-1775" b="-13158"/>
                </a:stretch>
              </a:blipFill>
            </p:spPr>
            <p:txBody>
              <a:bodyPr/>
              <a:lstStyle/>
              <a:p>
                <a:r>
                  <a:rPr lang="en-KR">
                    <a:noFill/>
                  </a:rPr>
                  <a:t> </a:t>
                </a:r>
              </a:p>
            </p:txBody>
          </p:sp>
        </mc:Fallback>
      </mc:AlternateContent>
      <p:sp>
        <p:nvSpPr>
          <p:cNvPr id="28" name="TextBox 27">
            <a:extLst>
              <a:ext uri="{FF2B5EF4-FFF2-40B4-BE49-F238E27FC236}">
                <a16:creationId xmlns:a16="http://schemas.microsoft.com/office/drawing/2014/main" id="{9EAA311B-2155-8B3E-8755-2A3D78B6FD16}"/>
              </a:ext>
            </a:extLst>
          </p:cNvPr>
          <p:cNvSpPr txBox="1"/>
          <p:nvPr/>
        </p:nvSpPr>
        <p:spPr>
          <a:xfrm>
            <a:off x="609600" y="3547403"/>
            <a:ext cx="166552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1) Markov chain</a:t>
            </a:r>
          </a:p>
        </p:txBody>
      </p:sp>
      <p:sp>
        <p:nvSpPr>
          <p:cNvPr id="29" name="TextBox 28">
            <a:extLst>
              <a:ext uri="{FF2B5EF4-FFF2-40B4-BE49-F238E27FC236}">
                <a16:creationId xmlns:a16="http://schemas.microsoft.com/office/drawing/2014/main" id="{341352C3-960A-4AC3-BA83-90AD93BAB39A}"/>
              </a:ext>
            </a:extLst>
          </p:cNvPr>
          <p:cNvSpPr txBox="1"/>
          <p:nvPr/>
        </p:nvSpPr>
        <p:spPr>
          <a:xfrm>
            <a:off x="609600" y="4489044"/>
            <a:ext cx="2899833"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2) Gaussian random vectors</a:t>
            </a:r>
          </a:p>
        </p:txBody>
      </p:sp>
      <p:grpSp>
        <p:nvGrpSpPr>
          <p:cNvPr id="33" name="Group 32">
            <a:extLst>
              <a:ext uri="{FF2B5EF4-FFF2-40B4-BE49-F238E27FC236}">
                <a16:creationId xmlns:a16="http://schemas.microsoft.com/office/drawing/2014/main" id="{A9908584-21A2-BE63-D8D2-908140210521}"/>
              </a:ext>
            </a:extLst>
          </p:cNvPr>
          <p:cNvGrpSpPr/>
          <p:nvPr/>
        </p:nvGrpSpPr>
        <p:grpSpPr>
          <a:xfrm>
            <a:off x="689205" y="1750451"/>
            <a:ext cx="10813589" cy="1339446"/>
            <a:chOff x="706363" y="3122264"/>
            <a:chExt cx="10813589" cy="1339446"/>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623BDFC4-3329-3F83-1F4C-EC96AAAA632C}"/>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34" name="Oval 33">
                  <a:extLst>
                    <a:ext uri="{FF2B5EF4-FFF2-40B4-BE49-F238E27FC236}">
                      <a16:creationId xmlns:a16="http://schemas.microsoft.com/office/drawing/2014/main" id="{936F8CF5-B0A1-560E-6933-7E638892F40D}"/>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8"/>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A10257F4-4F47-D3B5-C05A-841ACCEBF77B}"/>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35" name="Oval 34">
                  <a:extLst>
                    <a:ext uri="{FF2B5EF4-FFF2-40B4-BE49-F238E27FC236}">
                      <a16:creationId xmlns:a16="http://schemas.microsoft.com/office/drawing/2014/main" id="{084D3E84-DE97-0493-7E2E-3EF00BE79557}"/>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9"/>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6466E0EF-B29A-C230-A1D8-1725A7BBD6D0}"/>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36" name="Oval 35">
                  <a:extLst>
                    <a:ext uri="{FF2B5EF4-FFF2-40B4-BE49-F238E27FC236}">
                      <a16:creationId xmlns:a16="http://schemas.microsoft.com/office/drawing/2014/main" id="{C35E8F8D-9AA8-6545-E84E-7AD0D449C778}"/>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0"/>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7" name="Oval 36">
                  <a:extLst>
                    <a:ext uri="{FF2B5EF4-FFF2-40B4-BE49-F238E27FC236}">
                      <a16:creationId xmlns:a16="http://schemas.microsoft.com/office/drawing/2014/main" id="{CA66C240-53E2-E96D-6D6D-2627615B98C0}"/>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37" name="Oval 36">
                  <a:extLst>
                    <a:ext uri="{FF2B5EF4-FFF2-40B4-BE49-F238E27FC236}">
                      <a16:creationId xmlns:a16="http://schemas.microsoft.com/office/drawing/2014/main" id="{ECB37995-66FF-A0F3-31ED-126C4F8A19E5}"/>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1"/>
                  <a:stretch>
                    <a:fillRect l="-8333"/>
                  </a:stretch>
                </a:blipFill>
                <a:ln/>
              </p:spPr>
              <p:txBody>
                <a:bodyPr/>
                <a:lstStyle/>
                <a:p>
                  <a:r>
                    <a:rPr lang="en-KR">
                      <a:noFill/>
                    </a:rPr>
                    <a:t> </a:t>
                  </a:r>
                </a:p>
              </p:txBody>
            </p:sp>
          </mc:Fallback>
        </mc:AlternateContent>
        <p:cxnSp>
          <p:nvCxnSpPr>
            <p:cNvPr id="38" name="Straight Arrow Connector 37">
              <a:extLst>
                <a:ext uri="{FF2B5EF4-FFF2-40B4-BE49-F238E27FC236}">
                  <a16:creationId xmlns:a16="http://schemas.microsoft.com/office/drawing/2014/main" id="{F05543F0-96EA-7741-DA8B-4C063D7D972D}"/>
                </a:ext>
              </a:extLst>
            </p:cNvPr>
            <p:cNvCxnSpPr/>
            <p:nvPr/>
          </p:nvCxnSpPr>
          <p:spPr>
            <a:xfrm>
              <a:off x="1596571"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E576C96-7F4A-2304-6A63-3FA410F7A0AF}"/>
                </a:ext>
              </a:extLst>
            </p:cNvPr>
            <p:cNvCxnSpPr/>
            <p:nvPr/>
          </p:nvCxnSpPr>
          <p:spPr>
            <a:xfrm>
              <a:off x="2875038" y="3413136"/>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6CFB2D81-28E2-16A1-1096-39AA520ADD08}"/>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41" name="Straight Arrow Connector 40">
              <a:extLst>
                <a:ext uri="{FF2B5EF4-FFF2-40B4-BE49-F238E27FC236}">
                  <a16:creationId xmlns:a16="http://schemas.microsoft.com/office/drawing/2014/main" id="{5F678930-25B9-E009-2D24-D8DA3093EDDF}"/>
                </a:ext>
              </a:extLst>
            </p:cNvPr>
            <p:cNvCxnSpPr/>
            <p:nvPr/>
          </p:nvCxnSpPr>
          <p:spPr>
            <a:xfrm>
              <a:off x="8319707"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8E84245-53CD-30A3-0A5E-2E3A5DEFD41D}"/>
                </a:ext>
              </a:extLst>
            </p:cNvPr>
            <p:cNvCxnSpPr/>
            <p:nvPr/>
          </p:nvCxnSpPr>
          <p:spPr>
            <a:xfrm>
              <a:off x="9598174" y="3430070"/>
              <a:ext cx="431800" cy="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CA2FAA3-82FD-861C-DF17-3540F71D3660}"/>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1AEC829-C3A6-D000-54AE-F0E184DACFBF}"/>
                    </a:ext>
                  </a:extLst>
                </p:cNvPr>
                <p:cNvSpPr txBox="1"/>
                <p:nvPr/>
              </p:nvSpPr>
              <p:spPr>
                <a:xfrm>
                  <a:off x="5177218" y="3447004"/>
                  <a:ext cx="112030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KR" dirty="0" err="1"/>
                </a:p>
              </p:txBody>
            </p:sp>
          </mc:Choice>
          <mc:Fallback xmlns="">
            <p:sp>
              <p:nvSpPr>
                <p:cNvPr id="44" name="TextBox 43">
                  <a:extLst>
                    <a:ext uri="{FF2B5EF4-FFF2-40B4-BE49-F238E27FC236}">
                      <a16:creationId xmlns:a16="http://schemas.microsoft.com/office/drawing/2014/main" id="{02B52032-729F-2B0D-E61B-9BB9813DD738}"/>
                    </a:ext>
                  </a:extLst>
                </p:cNvPr>
                <p:cNvSpPr txBox="1">
                  <a:spLocks noRot="1" noChangeAspect="1" noMove="1" noResize="1" noEditPoints="1" noAdjustHandles="1" noChangeArrowheads="1" noChangeShapeType="1" noTextEdit="1"/>
                </p:cNvSpPr>
                <p:nvPr/>
              </p:nvSpPr>
              <p:spPr>
                <a:xfrm>
                  <a:off x="5177218" y="3447004"/>
                  <a:ext cx="1120307" cy="369332"/>
                </a:xfrm>
                <a:prstGeom prst="rect">
                  <a:avLst/>
                </a:prstGeom>
                <a:blipFill>
                  <a:blip r:embed="rId12"/>
                  <a:stretch>
                    <a:fillRect l="-4494" r="-6742" b="-13333"/>
                  </a:stretch>
                </a:blipFill>
              </p:spPr>
              <p:txBody>
                <a:bodyPr/>
                <a:lstStyle/>
                <a:p>
                  <a:r>
                    <a:rPr lang="en-KR">
                      <a:noFill/>
                    </a:rPr>
                    <a:t> </a:t>
                  </a:r>
                </a:p>
              </p:txBody>
            </p:sp>
          </mc:Fallback>
        </mc:AlternateContent>
        <p:cxnSp>
          <p:nvCxnSpPr>
            <p:cNvPr id="45" name="Straight Arrow Connector 44">
              <a:extLst>
                <a:ext uri="{FF2B5EF4-FFF2-40B4-BE49-F238E27FC236}">
                  <a16:creationId xmlns:a16="http://schemas.microsoft.com/office/drawing/2014/main" id="{9FA0F18B-5ACC-35FA-99A5-CBAAB98C9726}"/>
                </a:ext>
              </a:extLst>
            </p:cNvPr>
            <p:cNvCxnSpPr/>
            <p:nvPr/>
          </p:nvCxnSpPr>
          <p:spPr>
            <a:xfrm flipH="1">
              <a:off x="4416574" y="3430070"/>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46" name="Picture 2">
              <a:extLst>
                <a:ext uri="{FF2B5EF4-FFF2-40B4-BE49-F238E27FC236}">
                  <a16:creationId xmlns:a16="http://schemas.microsoft.com/office/drawing/2014/main" id="{D9BEEE2B-8DF8-E72D-EAF0-26D3382A99B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a:extLst>
                <a:ext uri="{FF2B5EF4-FFF2-40B4-BE49-F238E27FC236}">
                  <a16:creationId xmlns:a16="http://schemas.microsoft.com/office/drawing/2014/main" id="{F41E652B-7E3F-A011-5B42-2B59AAF2528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a:extLst>
                <a:ext uri="{FF2B5EF4-FFF2-40B4-BE49-F238E27FC236}">
                  <a16:creationId xmlns:a16="http://schemas.microsoft.com/office/drawing/2014/main" id="{887229C9-4510-F1E9-2156-79CA243F5A34}"/>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Content Placeholder 40">
            <a:extLst>
              <a:ext uri="{FF2B5EF4-FFF2-40B4-BE49-F238E27FC236}">
                <a16:creationId xmlns:a16="http://schemas.microsoft.com/office/drawing/2014/main" id="{AB53B000-4ABB-4A2F-7B85-88BFD54440B2}"/>
              </a:ext>
            </a:extLst>
          </p:cNvPr>
          <p:cNvSpPr>
            <a:spLocks noGrp="1"/>
          </p:cNvSpPr>
          <p:nvPr>
            <p:ph sz="quarter" idx="14"/>
          </p:nvPr>
        </p:nvSpPr>
        <p:spPr/>
        <p:txBody>
          <a:bodyPr/>
          <a:lstStyle/>
          <a:p>
            <a:r>
              <a:rPr lang="en-US" dirty="0"/>
              <a:t>Image credit: https://</a:t>
            </a:r>
            <a:r>
              <a:rPr lang="en-US" dirty="0" err="1"/>
              <a:t>huggingface.co</a:t>
            </a:r>
            <a:r>
              <a:rPr lang="en-US" dirty="0"/>
              <a:t>/blog/annotated-diffusion</a:t>
            </a:r>
            <a:endParaRPr lang="en-KR"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EB1171-3FB5-E59C-C93F-E03507DE0336}"/>
                  </a:ext>
                </a:extLst>
              </p:cNvPr>
              <p:cNvSpPr txBox="1"/>
              <p:nvPr/>
            </p:nvSpPr>
            <p:spPr>
              <a:xfrm>
                <a:off x="2857880" y="5918969"/>
                <a:ext cx="6104172" cy="338554"/>
              </a:xfrm>
              <a:prstGeom prst="rect">
                <a:avLst/>
              </a:prstGeom>
              <a:noFill/>
            </p:spPr>
            <p:txBody>
              <a:bodyPr wrap="none" lIns="0" rIns="0" rtlCol="0">
                <a:spAutoFit/>
              </a:bodyPr>
              <a:lstStyle/>
              <a:p>
                <a:pPr algn="l"/>
                <a:r>
                  <a:rPr lang="en-KR" sz="1600" dirty="0">
                    <a:latin typeface="Pretendard" panose="02000503000000020004" pitchFamily="2" charset="-127"/>
                    <a:ea typeface="Pretendard" panose="02000503000000020004" pitchFamily="2" charset="-127"/>
                    <a:cs typeface="Pretendard" panose="02000503000000020004" pitchFamily="2" charset="-127"/>
                  </a:rPr>
                  <a:t>Variance preserving: If  </a:t>
                </a:r>
                <a14:m>
                  <m:oMath xmlns:m="http://schemas.openxmlformats.org/officeDocument/2006/math">
                    <m:r>
                      <m:rPr>
                        <m:sty m:val="p"/>
                      </m:rPr>
                      <a:rPr lang="en-US" sz="1600">
                        <a:latin typeface="Cambria Math" panose="02040503050406030204" pitchFamily="18" charset="0"/>
                        <a:ea typeface="Pretendard" panose="02000503000000020004" pitchFamily="2" charset="-127"/>
                        <a:cs typeface="Pretendard" panose="02000503000000020004" pitchFamily="2" charset="-127"/>
                      </a:rPr>
                      <m:t>V</m:t>
                    </m:r>
                    <m:r>
                      <m:rPr>
                        <m:sty m:val="p"/>
                      </m:rPr>
                      <a:rPr lang="en-US" sz="1600" b="0" i="0" smtClean="0">
                        <a:latin typeface="Cambria Math" panose="02040503050406030204" pitchFamily="18" charset="0"/>
                        <a:ea typeface="Pretendard" panose="02000503000000020004" pitchFamily="2" charset="-127"/>
                        <a:cs typeface="Pretendard" panose="02000503000000020004" pitchFamily="2" charset="-127"/>
                      </a:rPr>
                      <m:t>ar</m:t>
                    </m:r>
                    <m:d>
                      <m:d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dPr>
                      <m:e>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𝑡</m:t>
                            </m:r>
                            <m:r>
                              <a:rPr lang="en-US" sz="1600" b="0" i="1" smtClean="0">
                                <a:latin typeface="Cambria Math" panose="02040503050406030204" pitchFamily="18" charset="0"/>
                                <a:ea typeface="Pretendard" panose="02000503000000020004" pitchFamily="2" charset="-127"/>
                                <a:cs typeface="Pretendard" panose="02000503000000020004" pitchFamily="2" charset="-127"/>
                              </a:rPr>
                              <m:t>−1</m:t>
                            </m:r>
                          </m:sub>
                        </m:sSub>
                      </m:e>
                    </m:d>
                    <m:r>
                      <a:rPr lang="en-US" sz="1600" b="0" i="0" smtClean="0">
                        <a:latin typeface="Cambria Math" panose="02040503050406030204" pitchFamily="18" charset="0"/>
                        <a:ea typeface="Pretendard" panose="02000503000000020004" pitchFamily="2" charset="-127"/>
                        <a:cs typeface="Pretendard" panose="02000503000000020004" pitchFamily="2" charset="-127"/>
                      </a:rPr>
                      <m:t>=</m:t>
                    </m:r>
                    <m:r>
                      <a:rPr lang="en-US" sz="1600" b="1" i="0" smtClean="0">
                        <a:latin typeface="Cambria Math" panose="02040503050406030204" pitchFamily="18" charset="0"/>
                        <a:ea typeface="Pretendard" panose="02000503000000020004" pitchFamily="2" charset="-127"/>
                        <a:cs typeface="Pretendard" panose="02000503000000020004" pitchFamily="2" charset="-127"/>
                      </a:rPr>
                      <m:t>𝐈</m:t>
                    </m:r>
                    <m:r>
                      <a:rPr lang="en-US" sz="1600" b="0" i="0" smtClean="0">
                        <a:latin typeface="Cambria Math" panose="02040503050406030204" pitchFamily="18" charset="0"/>
                        <a:ea typeface="Pretendard" panose="02000503000000020004" pitchFamily="2" charset="-127"/>
                        <a:cs typeface="Pretendard" panose="02000503000000020004" pitchFamily="2" charset="-127"/>
                      </a:rPr>
                      <m:t>,   </m:t>
                    </m:r>
                    <m:r>
                      <m:rPr>
                        <m:sty m:val="p"/>
                      </m:rPr>
                      <a:rPr lang="en-US" sz="1600" b="0" i="0" smtClean="0">
                        <a:latin typeface="Cambria Math" panose="02040503050406030204" pitchFamily="18" charset="0"/>
                        <a:ea typeface="Pretendard" panose="02000503000000020004" pitchFamily="2" charset="-127"/>
                        <a:cs typeface="Pretendard" panose="02000503000000020004" pitchFamily="2" charset="-127"/>
                      </a:rPr>
                      <m:t>Var</m:t>
                    </m:r>
                    <m:d>
                      <m:d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dPr>
                      <m:e>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𝑡</m:t>
                            </m:r>
                          </m:sub>
                        </m:sSub>
                      </m:e>
                    </m:d>
                    <m:r>
                      <a:rPr lang="en-US" sz="1600" b="0" i="1" smtClean="0">
                        <a:latin typeface="Cambria Math" panose="02040503050406030204" pitchFamily="18" charset="0"/>
                        <a:ea typeface="Pretendard" panose="02000503000000020004" pitchFamily="2" charset="-127"/>
                        <a:cs typeface="Pretendard" panose="02000503000000020004" pitchFamily="2" charset="-127"/>
                      </a:rPr>
                      <m:t>=</m:t>
                    </m:r>
                    <m:d>
                      <m:d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dPr>
                      <m:e>
                        <m:r>
                          <a:rPr lang="en-US" sz="1600" b="0" i="1" smtClean="0">
                            <a:latin typeface="Cambria Math" panose="02040503050406030204" pitchFamily="18" charset="0"/>
                            <a:ea typeface="Pretendard" panose="02000503000000020004" pitchFamily="2" charset="-127"/>
                            <a:cs typeface="Pretendard" panose="02000503000000020004" pitchFamily="2" charset="-127"/>
                          </a:rPr>
                          <m:t>1−</m:t>
                        </m:r>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0" i="1" smtClean="0">
                                <a:latin typeface="Cambria Math" panose="02040503050406030204" pitchFamily="18" charset="0"/>
                                <a:ea typeface="Pretendard" panose="02000503000000020004" pitchFamily="2" charset="-127"/>
                                <a:cs typeface="Pretendard" panose="02000503000000020004" pitchFamily="2" charset="-127"/>
                              </a:rPr>
                              <m:t>𝛽</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𝑡</m:t>
                            </m:r>
                          </m:sub>
                        </m:sSub>
                      </m:e>
                    </m:d>
                    <m:r>
                      <a:rPr lang="en-US" sz="1600" b="1" i="0" smtClean="0">
                        <a:latin typeface="Cambria Math" panose="02040503050406030204" pitchFamily="18" charset="0"/>
                        <a:ea typeface="Pretendard" panose="02000503000000020004" pitchFamily="2" charset="-127"/>
                        <a:cs typeface="Pretendard" panose="02000503000000020004" pitchFamily="2" charset="-127"/>
                      </a:rPr>
                      <m:t>𝐈</m:t>
                    </m:r>
                    <m:r>
                      <a:rPr lang="en-US" sz="1600" b="0" i="1" smtClean="0">
                        <a:latin typeface="Cambria Math" panose="02040503050406030204" pitchFamily="18" charset="0"/>
                        <a:ea typeface="Pretendard" panose="02000503000000020004" pitchFamily="2" charset="-127"/>
                        <a:cs typeface="Pretendard" panose="02000503000000020004" pitchFamily="2" charset="-127"/>
                      </a:rPr>
                      <m:t>+</m:t>
                    </m:r>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0" i="1" smtClean="0">
                            <a:latin typeface="Cambria Math" panose="02040503050406030204" pitchFamily="18" charset="0"/>
                            <a:ea typeface="Pretendard" panose="02000503000000020004" pitchFamily="2" charset="-127"/>
                            <a:cs typeface="Pretendard" panose="02000503000000020004" pitchFamily="2" charset="-127"/>
                          </a:rPr>
                          <m:t>𝛽</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𝑡</m:t>
                        </m:r>
                      </m:sub>
                    </m:sSub>
                    <m:r>
                      <a:rPr lang="en-US" sz="1600" b="1" i="0" smtClean="0">
                        <a:latin typeface="Cambria Math" panose="02040503050406030204" pitchFamily="18" charset="0"/>
                        <a:ea typeface="Pretendard" panose="02000503000000020004" pitchFamily="2" charset="-127"/>
                        <a:cs typeface="Pretendard" panose="02000503000000020004" pitchFamily="2" charset="-127"/>
                      </a:rPr>
                      <m:t>𝐈</m:t>
                    </m:r>
                    <m:r>
                      <a:rPr lang="en-US" sz="1600" b="1" i="0" smtClean="0">
                        <a:latin typeface="Cambria Math" panose="02040503050406030204" pitchFamily="18" charset="0"/>
                        <a:ea typeface="Pretendard" panose="02000503000000020004" pitchFamily="2" charset="-127"/>
                        <a:cs typeface="Pretendard" panose="02000503000000020004" pitchFamily="2" charset="-127"/>
                      </a:rPr>
                      <m:t>=</m:t>
                    </m:r>
                    <m:r>
                      <a:rPr lang="en-US" sz="1600" b="1" i="0" smtClean="0">
                        <a:latin typeface="Cambria Math" panose="02040503050406030204" pitchFamily="18" charset="0"/>
                        <a:ea typeface="Pretendard" panose="02000503000000020004" pitchFamily="2" charset="-127"/>
                        <a:cs typeface="Pretendard" panose="02000503000000020004" pitchFamily="2" charset="-127"/>
                      </a:rPr>
                      <m:t>𝐈</m:t>
                    </m:r>
                  </m:oMath>
                </a14:m>
                <a:endParaRPr lang="en-KR" sz="1600" b="1" dirty="0">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3" name="TextBox 2">
                <a:extLst>
                  <a:ext uri="{FF2B5EF4-FFF2-40B4-BE49-F238E27FC236}">
                    <a16:creationId xmlns:a16="http://schemas.microsoft.com/office/drawing/2014/main" id="{17EB1171-3FB5-E59C-C93F-E03507DE0336}"/>
                  </a:ext>
                </a:extLst>
              </p:cNvPr>
              <p:cNvSpPr txBox="1">
                <a:spLocks noRot="1" noChangeAspect="1" noMove="1" noResize="1" noEditPoints="1" noAdjustHandles="1" noChangeArrowheads="1" noChangeShapeType="1" noTextEdit="1"/>
              </p:cNvSpPr>
              <p:nvPr/>
            </p:nvSpPr>
            <p:spPr>
              <a:xfrm>
                <a:off x="2857880" y="5918969"/>
                <a:ext cx="6104172" cy="338554"/>
              </a:xfrm>
              <a:prstGeom prst="rect">
                <a:avLst/>
              </a:prstGeom>
              <a:blipFill>
                <a:blip r:embed="rId16"/>
                <a:stretch>
                  <a:fillRect l="-2079" t="-7407" r="-1040" b="-2222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31D9BA-1E47-21EE-5DB5-A5239A467EFF}"/>
                  </a:ext>
                </a:extLst>
              </p:cNvPr>
              <p:cNvSpPr txBox="1"/>
              <p:nvPr/>
            </p:nvSpPr>
            <p:spPr>
              <a:xfrm>
                <a:off x="6280367" y="5015139"/>
                <a:ext cx="3565143" cy="704745"/>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e>
                      </m:rad>
                      <m:r>
                        <a:rPr lang="en-US" b="1" i="0" smtClean="0">
                          <a:latin typeface="Cambria Math" panose="02040503050406030204" pitchFamily="18" charset="0"/>
                        </a:rPr>
                        <m:t>𝐈</m:t>
                      </m:r>
                    </m:oMath>
                    <m:oMath xmlns:m="http://schemas.openxmlformats.org/officeDocument/2006/math">
                      <m:r>
                        <m:rPr>
                          <m:sty m:val="p"/>
                        </m:rPr>
                        <a:rPr lang="en-US" b="0" i="0" smtClean="0">
                          <a:latin typeface="Cambria Math" panose="02040503050406030204" pitchFamily="18" charset="0"/>
                        </a:rPr>
                        <m:t>Var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e>
                      </m:d>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Var</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r>
                        <a:rPr lang="en-US" b="1" i="0" smtClean="0">
                          <a:latin typeface="Cambria Math" panose="02040503050406030204" pitchFamily="18" charset="0"/>
                        </a:rPr>
                        <m:t>𝐈</m:t>
                      </m:r>
                    </m:oMath>
                  </m:oMathPara>
                </a14:m>
                <a:endParaRPr lang="en-KR" b="1" dirty="0" err="1"/>
              </a:p>
            </p:txBody>
          </p:sp>
        </mc:Choice>
        <mc:Fallback xmlns="">
          <p:sp>
            <p:nvSpPr>
              <p:cNvPr id="5" name="TextBox 4">
                <a:extLst>
                  <a:ext uri="{FF2B5EF4-FFF2-40B4-BE49-F238E27FC236}">
                    <a16:creationId xmlns:a16="http://schemas.microsoft.com/office/drawing/2014/main" id="{2C31D9BA-1E47-21EE-5DB5-A5239A467EFF}"/>
                  </a:ext>
                </a:extLst>
              </p:cNvPr>
              <p:cNvSpPr txBox="1">
                <a:spLocks noRot="1" noChangeAspect="1" noMove="1" noResize="1" noEditPoints="1" noAdjustHandles="1" noChangeArrowheads="1" noChangeShapeType="1" noTextEdit="1"/>
              </p:cNvSpPr>
              <p:nvPr/>
            </p:nvSpPr>
            <p:spPr>
              <a:xfrm>
                <a:off x="6280367" y="5015139"/>
                <a:ext cx="3565143" cy="704745"/>
              </a:xfrm>
              <a:prstGeom prst="rect">
                <a:avLst/>
              </a:prstGeom>
              <a:blipFill>
                <a:blip r:embed="rId17"/>
                <a:stretch>
                  <a:fillRect b="-7143"/>
                </a:stretch>
              </a:blipFill>
            </p:spPr>
            <p:txBody>
              <a:bodyPr/>
              <a:lstStyle/>
              <a:p>
                <a:r>
                  <a:rPr lang="en-KR">
                    <a:noFill/>
                  </a:rPr>
                  <a:t> </a:t>
                </a:r>
              </a:p>
            </p:txBody>
          </p:sp>
        </mc:Fallback>
      </mc:AlternateContent>
      <p:pic>
        <p:nvPicPr>
          <p:cNvPr id="18" name="Audio 17">
            <a:extLst>
              <a:ext uri="{FF2B5EF4-FFF2-40B4-BE49-F238E27FC236}">
                <a16:creationId xmlns:a16="http://schemas.microsoft.com/office/drawing/2014/main" id="{77937639-F6E8-69D2-38B5-5C3C66434766}"/>
              </a:ext>
            </a:extLst>
          </p:cNvPr>
          <p:cNvPicPr>
            <a:picLocks noChangeAspect="1"/>
          </p:cNvPicPr>
          <p:nvPr>
            <a:audioFile r:link="rId3"/>
            <p:extLst>
              <p:ext uri="{DAA4B4D4-6D71-4841-9C94-3DE7FCFB9230}">
                <p14:media xmlns:p14="http://schemas.microsoft.com/office/powerpoint/2010/main" r:embed="rId2"/>
              </p:ext>
            </p:extLst>
          </p:nvPr>
        </p:nvPicPr>
        <p:blipFill>
          <a:blip r:embed="rId18"/>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4255140490"/>
      </p:ext>
    </p:extLst>
  </p:cSld>
  <p:clrMapOvr>
    <a:masterClrMapping/>
  </p:clrMapOvr>
  <mc:AlternateContent xmlns:mc="http://schemas.openxmlformats.org/markup-compatibility/2006">
    <mc:Choice xmlns:p14="http://schemas.microsoft.com/office/powerpoint/2010/main" Requires="p14">
      <p:transition spd="slow" p14:dur="2000" advTm="59562"/>
    </mc:Choice>
    <mc:Fallback>
      <p:transition spd="slow" advTm="595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18"/>
                </p:tgtEl>
              </p:cMediaNode>
            </p:audio>
          </p:childTnLst>
        </p:cTn>
      </p:par>
    </p:tnLst>
    <p:bldLst>
      <p:bldP spid="3"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F419B-DAA7-4E9D-832B-9A2B9F6FD441}"/>
              </a:ext>
            </a:extLst>
          </p:cNvPr>
          <p:cNvSpPr>
            <a:spLocks noGrp="1"/>
          </p:cNvSpPr>
          <p:nvPr>
            <p:ph type="title"/>
          </p:nvPr>
        </p:nvSpPr>
        <p:spPr/>
        <p:txBody>
          <a:bodyPr/>
          <a:lstStyle/>
          <a:p>
            <a:r>
              <a:rPr lang="en-KR" dirty="0"/>
              <a:t>DDPM admits sampling at an arbitrary timestep</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33F3775-1DE8-EB7E-5D7C-C83D37580B03}"/>
                  </a:ext>
                </a:extLst>
              </p:cNvPr>
              <p:cNvSpPr>
                <a:spLocks noGrp="1"/>
              </p:cNvSpPr>
              <p:nvPr>
                <p:ph type="body" sz="quarter" idx="10"/>
              </p:nvPr>
            </p:nvSpPr>
            <p:spPr>
              <a:xfrm>
                <a:off x="500331" y="2379741"/>
                <a:ext cx="10521412" cy="812530"/>
              </a:xfrm>
            </p:spPr>
            <p:txBody>
              <a:bodyPr/>
              <a:lstStyle/>
              <a:p>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𝑞</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𝑡</m:t>
                              </m:r>
                            </m:sub>
                          </m:sSub>
                        </m:e>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𝒩</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rad>
                            <m:radPr>
                              <m:degHide m:val="on"/>
                              <m:ctrlPr>
                                <a:rPr lang="en-US" sz="2000" b="0" i="1" smtClean="0">
                                  <a:latin typeface="Cambria Math" panose="02040503050406030204" pitchFamily="18" charset="0"/>
                                  <a:ea typeface="Cambria Math" panose="02040503050406030204" pitchFamily="18" charset="0"/>
                                </a:rPr>
                              </m:ctrlPr>
                            </m:radPr>
                            <m:deg/>
                            <m:e>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rad>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d>
                          <m:r>
                            <a:rPr lang="en-US" sz="2000" b="1" i="0" smtClean="0">
                              <a:latin typeface="Cambria Math" panose="02040503050406030204" pitchFamily="18" charset="0"/>
                              <a:ea typeface="Cambria Math" panose="02040503050406030204" pitchFamily="18" charset="0"/>
                            </a:rPr>
                            <m:t>𝐈</m:t>
                          </m:r>
                        </m:e>
                      </m:d>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m:rPr>
                              <m:sty m:val="p"/>
                            </m:rPr>
                            <a:rPr lang="en-US" sz="2000" b="0" i="0" smtClean="0">
                              <a:latin typeface="Cambria Math" panose="02040503050406030204" pitchFamily="18" charset="0"/>
                              <a:ea typeface="Cambria Math" panose="02040503050406030204" pitchFamily="18" charset="0"/>
                            </a:rPr>
                            <m:t>Π</m:t>
                          </m:r>
                        </m:e>
                        <m:sub>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𝑡</m:t>
                          </m:r>
                        </m:sup>
                      </m:sSubSup>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𝑠</m:t>
                          </m:r>
                        </m:sub>
                      </m:sSub>
                    </m:oMath>
                  </m:oMathPara>
                </a14:m>
                <a:endParaRPr lang="en-KR" sz="2000" dirty="0"/>
              </a:p>
            </p:txBody>
          </p:sp>
        </mc:Choice>
        <mc:Fallback xmlns="">
          <p:sp>
            <p:nvSpPr>
              <p:cNvPr id="3" name="Text Placeholder 2">
                <a:extLst>
                  <a:ext uri="{FF2B5EF4-FFF2-40B4-BE49-F238E27FC236}">
                    <a16:creationId xmlns:a16="http://schemas.microsoft.com/office/drawing/2014/main" id="{533F3775-1DE8-EB7E-5D7C-C83D37580B03}"/>
                  </a:ext>
                </a:extLst>
              </p:cNvPr>
              <p:cNvSpPr>
                <a:spLocks noGrp="1" noRot="1" noChangeAspect="1" noMove="1" noResize="1" noEditPoints="1" noAdjustHandles="1" noChangeArrowheads="1" noChangeShapeType="1" noTextEdit="1"/>
              </p:cNvSpPr>
              <p:nvPr>
                <p:ph type="body" sz="quarter" idx="10"/>
              </p:nvPr>
            </p:nvSpPr>
            <p:spPr>
              <a:xfrm>
                <a:off x="500331" y="2379741"/>
                <a:ext cx="10521412" cy="812530"/>
              </a:xfrm>
              <a:blipFill>
                <a:blip r:embed="rId6"/>
                <a:stretch>
                  <a:fillRect l="-844"/>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D4B2474-8664-1D6B-C526-E6F242D494C4}"/>
                  </a:ext>
                </a:extLst>
              </p:cNvPr>
              <p:cNvSpPr txBox="1"/>
              <p:nvPr/>
            </p:nvSpPr>
            <p:spPr>
              <a:xfrm>
                <a:off x="-453496" y="1721616"/>
                <a:ext cx="6096000" cy="465064"/>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1" i="0" smtClean="0">
                          <a:solidFill>
                            <a:schemeClr val="accent6">
                              <a:lumMod val="50000"/>
                            </a:schemeClr>
                          </a:solidFill>
                          <a:latin typeface="Cambria Math" panose="02040503050406030204" pitchFamily="18" charset="0"/>
                          <a:ea typeface="Cambria Math" panose="02040503050406030204" pitchFamily="18" charset="0"/>
                        </a:rPr>
                        <m:t>𝐈</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7" name="TextBox 6">
                <a:extLst>
                  <a:ext uri="{FF2B5EF4-FFF2-40B4-BE49-F238E27FC236}">
                    <a16:creationId xmlns:a16="http://schemas.microsoft.com/office/drawing/2014/main" id="{4D4B2474-8664-1D6B-C526-E6F242D494C4}"/>
                  </a:ext>
                </a:extLst>
              </p:cNvPr>
              <p:cNvSpPr txBox="1">
                <a:spLocks noRot="1" noChangeAspect="1" noMove="1" noResize="1" noEditPoints="1" noAdjustHandles="1" noChangeArrowheads="1" noChangeShapeType="1" noTextEdit="1"/>
              </p:cNvSpPr>
              <p:nvPr/>
            </p:nvSpPr>
            <p:spPr>
              <a:xfrm>
                <a:off x="-453496" y="1721616"/>
                <a:ext cx="6096000" cy="465064"/>
              </a:xfrm>
              <a:prstGeom prst="rect">
                <a:avLst/>
              </a:prstGeom>
              <a:blipFill>
                <a:blip r:embed="rId7"/>
                <a:stretch>
                  <a:fillRect b="-10526"/>
                </a:stretch>
              </a:blipFill>
            </p:spPr>
            <p:txBody>
              <a:bodyPr/>
              <a:lstStyle/>
              <a:p>
                <a:r>
                  <a:rPr lang="en-KR">
                    <a:noFill/>
                  </a:rPr>
                  <a:t> </a:t>
                </a:r>
              </a:p>
            </p:txBody>
          </p:sp>
        </mc:Fallback>
      </mc:AlternateContent>
      <p:sp>
        <p:nvSpPr>
          <p:cNvPr id="8" name="TextBox 7">
            <a:extLst>
              <a:ext uri="{FF2B5EF4-FFF2-40B4-BE49-F238E27FC236}">
                <a16:creationId xmlns:a16="http://schemas.microsoft.com/office/drawing/2014/main" id="{4F97AEF4-437A-1926-B8BC-ED00111FCB64}"/>
              </a:ext>
            </a:extLst>
          </p:cNvPr>
          <p:cNvSpPr txBox="1"/>
          <p:nvPr/>
        </p:nvSpPr>
        <p:spPr>
          <a:xfrm>
            <a:off x="8929200" y="1912786"/>
            <a:ext cx="2672206" cy="338554"/>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Definition of forward process</a:t>
            </a:r>
          </a:p>
        </p:txBody>
      </p:sp>
      <p:sp>
        <p:nvSpPr>
          <p:cNvPr id="9" name="TextBox 8">
            <a:extLst>
              <a:ext uri="{FF2B5EF4-FFF2-40B4-BE49-F238E27FC236}">
                <a16:creationId xmlns:a16="http://schemas.microsoft.com/office/drawing/2014/main" id="{5CA2EDD6-7AEC-A75C-7EE9-DAC36630D4CE}"/>
              </a:ext>
            </a:extLst>
          </p:cNvPr>
          <p:cNvSpPr txBox="1"/>
          <p:nvPr/>
        </p:nvSpPr>
        <p:spPr>
          <a:xfrm>
            <a:off x="8927827" y="2458182"/>
            <a:ext cx="2324354" cy="338554"/>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Derivation from definition</a:t>
            </a:r>
          </a:p>
        </p:txBody>
      </p:sp>
      <p:cxnSp>
        <p:nvCxnSpPr>
          <p:cNvPr id="36" name="Elbow Connector 35">
            <a:extLst>
              <a:ext uri="{FF2B5EF4-FFF2-40B4-BE49-F238E27FC236}">
                <a16:creationId xmlns:a16="http://schemas.microsoft.com/office/drawing/2014/main" id="{4D78505E-3236-9A46-C9C2-B2943564139A}"/>
              </a:ext>
            </a:extLst>
          </p:cNvPr>
          <p:cNvCxnSpPr>
            <a:cxnSpLocks/>
            <a:stCxn id="15" idx="4"/>
            <a:endCxn id="14" idx="4"/>
          </p:cNvCxnSpPr>
          <p:nvPr/>
        </p:nvCxnSpPr>
        <p:spPr>
          <a:xfrm rot="5400000" flipH="1">
            <a:off x="9118408" y="3044783"/>
            <a:ext cx="19284" cy="2793999"/>
          </a:xfrm>
          <a:prstGeom prst="bentConnector3">
            <a:avLst>
              <a:gd name="adj1" fmla="val -692071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C3CD15E-6ACC-4425-ECBA-9C535CBB551A}"/>
                  </a:ext>
                </a:extLst>
              </p:cNvPr>
              <p:cNvSpPr txBox="1"/>
              <p:nvPr/>
            </p:nvSpPr>
            <p:spPr>
              <a:xfrm>
                <a:off x="5405959" y="6054461"/>
                <a:ext cx="13800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rPr>
                        <m:t>𝑞</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𝑡</m:t>
                              </m:r>
                            </m:sub>
                          </m:sSub>
                        </m:e>
                        <m:e>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0</m:t>
                              </m:r>
                            </m:sub>
                          </m:sSub>
                        </m:e>
                      </m:d>
                    </m:oMath>
                  </m:oMathPara>
                </a14:m>
                <a:endParaRPr lang="en-KR" dirty="0"/>
              </a:p>
            </p:txBody>
          </p:sp>
        </mc:Choice>
        <mc:Fallback xmlns="">
          <p:sp>
            <p:nvSpPr>
              <p:cNvPr id="41" name="TextBox 40">
                <a:extLst>
                  <a:ext uri="{FF2B5EF4-FFF2-40B4-BE49-F238E27FC236}">
                    <a16:creationId xmlns:a16="http://schemas.microsoft.com/office/drawing/2014/main" id="{5C3CD15E-6ACC-4425-ECBA-9C535CBB551A}"/>
                  </a:ext>
                </a:extLst>
              </p:cNvPr>
              <p:cNvSpPr txBox="1">
                <a:spLocks noRot="1" noChangeAspect="1" noMove="1" noResize="1" noEditPoints="1" noAdjustHandles="1" noChangeArrowheads="1" noChangeShapeType="1" noTextEdit="1"/>
              </p:cNvSpPr>
              <p:nvPr/>
            </p:nvSpPr>
            <p:spPr>
              <a:xfrm>
                <a:off x="5405959" y="6054461"/>
                <a:ext cx="1380082" cy="369332"/>
              </a:xfrm>
              <a:prstGeom prst="rect">
                <a:avLst/>
              </a:prstGeom>
              <a:blipFill>
                <a:blip r:embed="rId11"/>
                <a:stretch>
                  <a:fillRect b="-6667"/>
                </a:stretch>
              </a:blipFill>
            </p:spPr>
            <p:txBody>
              <a:bodyPr/>
              <a:lstStyle/>
              <a:p>
                <a:r>
                  <a:rPr lang="en-KR">
                    <a:noFill/>
                  </a:rPr>
                  <a:t> </a:t>
                </a:r>
              </a:p>
            </p:txBody>
          </p:sp>
        </mc:Fallback>
      </mc:AlternateContent>
      <p:sp>
        <p:nvSpPr>
          <p:cNvPr id="6" name="Content Placeholder 40">
            <a:extLst>
              <a:ext uri="{FF2B5EF4-FFF2-40B4-BE49-F238E27FC236}">
                <a16:creationId xmlns:a16="http://schemas.microsoft.com/office/drawing/2014/main" id="{E79E16C6-48A5-7529-316B-B92DC2391B2D}"/>
              </a:ext>
            </a:extLst>
          </p:cNvPr>
          <p:cNvSpPr>
            <a:spLocks noGrp="1"/>
          </p:cNvSpPr>
          <p:nvPr>
            <p:ph sz="quarter" idx="14"/>
          </p:nvPr>
        </p:nvSpPr>
        <p:spPr/>
        <p:txBody>
          <a:bodyPr/>
          <a:lstStyle/>
          <a:p>
            <a:r>
              <a:rPr lang="en-US" dirty="0"/>
              <a:t>Image credit: https://</a:t>
            </a:r>
            <a:r>
              <a:rPr lang="en-US" dirty="0" err="1"/>
              <a:t>huggingface.co</a:t>
            </a:r>
            <a:r>
              <a:rPr lang="en-US" dirty="0"/>
              <a:t>/blog/annotated-diffusion</a:t>
            </a:r>
            <a:endParaRPr lang="en-KR" dirty="0"/>
          </a:p>
        </p:txBody>
      </p:sp>
      <p:grpSp>
        <p:nvGrpSpPr>
          <p:cNvPr id="31" name="Group 30">
            <a:extLst>
              <a:ext uri="{FF2B5EF4-FFF2-40B4-BE49-F238E27FC236}">
                <a16:creationId xmlns:a16="http://schemas.microsoft.com/office/drawing/2014/main" id="{E9093BBF-F407-9137-1611-4A4122AA7787}"/>
              </a:ext>
            </a:extLst>
          </p:cNvPr>
          <p:cNvGrpSpPr/>
          <p:nvPr/>
        </p:nvGrpSpPr>
        <p:grpSpPr>
          <a:xfrm>
            <a:off x="689205" y="3850396"/>
            <a:ext cx="10813589" cy="1339446"/>
            <a:chOff x="689205" y="3850396"/>
            <a:chExt cx="10813589" cy="1339446"/>
          </a:xfrm>
        </p:grpSpPr>
        <p:cxnSp>
          <p:nvCxnSpPr>
            <p:cNvPr id="30" name="Elbow Connector 29">
              <a:extLst>
                <a:ext uri="{FF2B5EF4-FFF2-40B4-BE49-F238E27FC236}">
                  <a16:creationId xmlns:a16="http://schemas.microsoft.com/office/drawing/2014/main" id="{1952854B-34C0-EC4C-7057-407914CF1B74}"/>
                </a:ext>
              </a:extLst>
            </p:cNvPr>
            <p:cNvCxnSpPr>
              <a:cxnSpLocks/>
              <a:stCxn id="15" idx="4"/>
              <a:endCxn id="12" idx="4"/>
            </p:cNvCxnSpPr>
            <p:nvPr/>
          </p:nvCxnSpPr>
          <p:spPr>
            <a:xfrm rot="5400000" flipH="1">
              <a:off x="5743838" y="-329787"/>
              <a:ext cx="19284" cy="9543139"/>
            </a:xfrm>
            <a:prstGeom prst="bentConnector3">
              <a:avLst>
                <a:gd name="adj1" fmla="val -7914214"/>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5B5964FF-B179-D181-6BD8-C9E5E9173160}"/>
                </a:ext>
              </a:extLst>
            </p:cNvPr>
            <p:cNvCxnSpPr>
              <a:cxnSpLocks/>
              <a:stCxn id="15" idx="4"/>
              <a:endCxn id="13" idx="4"/>
            </p:cNvCxnSpPr>
            <p:nvPr/>
          </p:nvCxnSpPr>
          <p:spPr>
            <a:xfrm rot="5400000">
              <a:off x="7206117" y="1132492"/>
              <a:ext cx="12700" cy="6637865"/>
            </a:xfrm>
            <a:prstGeom prst="bentConnector3">
              <a:avLst>
                <a:gd name="adj1" fmla="val 1133144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77836B5-D863-C9F3-D6DA-64467A2F9F1E}"/>
                </a:ext>
              </a:extLst>
            </p:cNvPr>
            <p:cNvGrpSpPr/>
            <p:nvPr/>
          </p:nvGrpSpPr>
          <p:grpSpPr>
            <a:xfrm>
              <a:off x="689205" y="3850396"/>
              <a:ext cx="10813589" cy="1339446"/>
              <a:chOff x="706363" y="3122264"/>
              <a:chExt cx="10813589" cy="1339446"/>
            </a:xfrm>
          </p:grpSpPr>
          <mc:AlternateContent xmlns:mc="http://schemas.openxmlformats.org/markup-compatibility/2006" xmlns:a14="http://schemas.microsoft.com/office/drawing/2010/main">
            <mc:Choice Requires="a14">
              <p:sp>
                <p:nvSpPr>
                  <p:cNvPr id="16" name="Oval 15">
                    <a:extLst>
                      <a:ext uri="{FF2B5EF4-FFF2-40B4-BE49-F238E27FC236}">
                        <a16:creationId xmlns:a16="http://schemas.microsoft.com/office/drawing/2014/main" id="{074C49DA-D3A5-8900-A864-69801F78DBF6}"/>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12" name="Oval 11">
                    <a:extLst>
                      <a:ext uri="{FF2B5EF4-FFF2-40B4-BE49-F238E27FC236}">
                        <a16:creationId xmlns:a16="http://schemas.microsoft.com/office/drawing/2014/main" id="{138B7FE7-8800-9A9E-84A0-BDF787EE5E86}"/>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12"/>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9536D564-F8B8-1E56-E96F-50D58C6E8532}"/>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13" name="Oval 12">
                    <a:extLst>
                      <a:ext uri="{FF2B5EF4-FFF2-40B4-BE49-F238E27FC236}">
                        <a16:creationId xmlns:a16="http://schemas.microsoft.com/office/drawing/2014/main" id="{CE9CC5C7-35B3-09D0-572A-31F8A1AC70F8}"/>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13"/>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9A1B2141-80DE-FF73-90FD-4E5CFF22ED93}"/>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14" name="Oval 13">
                    <a:extLst>
                      <a:ext uri="{FF2B5EF4-FFF2-40B4-BE49-F238E27FC236}">
                        <a16:creationId xmlns:a16="http://schemas.microsoft.com/office/drawing/2014/main" id="{88D96F25-8F7F-3C30-DD9E-E1E02BB46E4B}"/>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4"/>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B85799BC-9E87-825C-113B-82399E922805}"/>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15" name="Oval 14">
                    <a:extLst>
                      <a:ext uri="{FF2B5EF4-FFF2-40B4-BE49-F238E27FC236}">
                        <a16:creationId xmlns:a16="http://schemas.microsoft.com/office/drawing/2014/main" id="{3B4D2A06-B1DD-2DC6-1A6A-53748E451690}"/>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5"/>
                    <a:stretch>
                      <a:fillRect l="-8333"/>
                    </a:stretch>
                  </a:blipFill>
                  <a:ln/>
                </p:spPr>
                <p:txBody>
                  <a:bodyPr/>
                  <a:lstStyle/>
                  <a:p>
                    <a:r>
                      <a:rPr lang="en-KR">
                        <a:noFill/>
                      </a:rPr>
                      <a:t> </a:t>
                    </a:r>
                  </a:p>
                </p:txBody>
              </p:sp>
            </mc:Fallback>
          </mc:AlternateContent>
          <p:sp>
            <p:nvSpPr>
              <p:cNvPr id="22" name="TextBox 21">
                <a:extLst>
                  <a:ext uri="{FF2B5EF4-FFF2-40B4-BE49-F238E27FC236}">
                    <a16:creationId xmlns:a16="http://schemas.microsoft.com/office/drawing/2014/main" id="{0910E2D6-2E6A-3EAB-4229-C1FAF30E5AFA}"/>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sp>
            <p:nvSpPr>
              <p:cNvPr id="23" name="TextBox 22">
                <a:extLst>
                  <a:ext uri="{FF2B5EF4-FFF2-40B4-BE49-F238E27FC236}">
                    <a16:creationId xmlns:a16="http://schemas.microsoft.com/office/drawing/2014/main" id="{F22D1D20-860D-F44C-DDA5-9AE82E8DD2D7}"/>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pic>
            <p:nvPicPr>
              <p:cNvPr id="24" name="Picture 2">
                <a:extLst>
                  <a:ext uri="{FF2B5EF4-FFF2-40B4-BE49-F238E27FC236}">
                    <a16:creationId xmlns:a16="http://schemas.microsoft.com/office/drawing/2014/main" id="{53363AB8-BFF0-F92F-71D2-AFDB7D1099F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id="{F1F149D1-DCCF-A027-D331-1D60041BE33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4A0DFCAF-5C08-97D1-A67D-1FA3C6AC1F93}"/>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3" name="Slide Number Placeholder 3">
            <a:extLst>
              <a:ext uri="{FF2B5EF4-FFF2-40B4-BE49-F238E27FC236}">
                <a16:creationId xmlns:a16="http://schemas.microsoft.com/office/drawing/2014/main" id="{5828D3A5-30CF-BD26-68D6-E8527ACD8A72}"/>
              </a:ext>
            </a:extLst>
          </p:cNvPr>
          <p:cNvSpPr>
            <a:spLocks noGrp="1"/>
          </p:cNvSpPr>
          <p:nvPr>
            <p:ph type="sldNum" sz="quarter" idx="13"/>
          </p:nvPr>
        </p:nvSpPr>
        <p:spPr>
          <a:xfrm>
            <a:off x="8929200" y="6289500"/>
            <a:ext cx="2743200" cy="365125"/>
          </a:xfrm>
        </p:spPr>
        <p:txBody>
          <a:bodyPr/>
          <a:lstStyle/>
          <a:p>
            <a:fld id="{EB4B8DE2-A4E8-46E4-8BBF-D75455EFF32C}" type="slidenum">
              <a:rPr lang="en-US" smtClean="0"/>
              <a:pPr/>
              <a:t>14</a:t>
            </a:fld>
            <a:endParaRPr lang="en-US" dirty="0"/>
          </a:p>
        </p:txBody>
      </p:sp>
      <p:pic>
        <p:nvPicPr>
          <p:cNvPr id="18" name="Audio 17">
            <a:extLst>
              <a:ext uri="{FF2B5EF4-FFF2-40B4-BE49-F238E27FC236}">
                <a16:creationId xmlns:a16="http://schemas.microsoft.com/office/drawing/2014/main" id="{22B67330-EE98-B6DF-255C-B16D94EB9BE6}"/>
              </a:ext>
            </a:extLst>
          </p:cNvPr>
          <p:cNvPicPr>
            <a:picLocks noChangeAspect="1"/>
          </p:cNvPicPr>
          <p:nvPr>
            <a:audioFile r:link="rId3"/>
            <p:extLst>
              <p:ext uri="{DAA4B4D4-6D71-4841-9C94-3DE7FCFB9230}">
                <p14:media xmlns:p14="http://schemas.microsoft.com/office/powerpoint/2010/main" r:embed="rId2"/>
              </p:ext>
            </p:extLst>
          </p:nvPr>
        </p:nvPicPr>
        <p:blipFill>
          <a:blip r:embed="rId19"/>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491927309"/>
      </p:ext>
    </p:extLst>
  </p:cSld>
  <p:clrMapOvr>
    <a:masterClrMapping/>
  </p:clrMapOvr>
  <mc:AlternateContent xmlns:mc="http://schemas.openxmlformats.org/markup-compatibility/2006">
    <mc:Choice xmlns:p14="http://schemas.microsoft.com/office/powerpoint/2010/main" Requires="p14">
      <p:transition spd="slow" p14:dur="2000" advTm="46528"/>
    </mc:Choice>
    <mc:Fallback>
      <p:transition spd="slow" advTm="465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9" fill="hold" display="0">
                  <p:stCondLst>
                    <p:cond delay="indefinite"/>
                  </p:stCondLst>
                  <p:endCondLst>
                    <p:cond evt="onStopAudio" delay="0">
                      <p:tgtEl>
                        <p:sldTgt/>
                      </p:tgtEl>
                    </p:cond>
                  </p:endCondLst>
                </p:cTn>
                <p:tgtEl>
                  <p:spTgt spid="18"/>
                </p:tgtEl>
              </p:cMediaNode>
            </p:audio>
          </p:childTnLst>
        </p:cTn>
      </p:par>
    </p:tnLst>
    <p:bldLst>
      <p:bldP spid="3" grpId="0" build="p"/>
      <p:bldP spid="7" grpId="0"/>
      <p:bldP spid="8" grpId="0"/>
      <p:bldP spid="9" grpId="0"/>
      <p:bldP spid="41" grpId="0"/>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48CD-858D-0524-E918-E01E0FC49D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C3398B5-E9D0-4E23-BF6C-59FE5A2BC662}"/>
                  </a:ext>
                </a:extLst>
              </p:cNvPr>
              <p:cNvSpPr>
                <a:spLocks noGrp="1"/>
              </p:cNvSpPr>
              <p:nvPr>
                <p:ph type="body" sz="quarter" idx="10"/>
              </p:nvPr>
            </p:nvSpPr>
            <p:spPr>
              <a:xfrm>
                <a:off x="609600" y="998792"/>
                <a:ext cx="10521412" cy="812530"/>
              </a:xfrm>
            </p:spPr>
            <p:txBody>
              <a:bodyPr/>
              <a:lstStyle/>
              <a:p>
                <a:pPr/>
                <a14:m>
                  <m:oMathPara xmlns:m="http://schemas.openxmlformats.org/officeDocument/2006/math">
                    <m:oMathParaPr>
                      <m:jc m:val="left"/>
                    </m:oMathParaPr>
                    <m:oMath xmlns:m="http://schemas.openxmlformats.org/officeDocument/2006/math">
                      <m:r>
                        <m:rPr>
                          <m:sty m:val="p"/>
                        </m:rPr>
                        <a:rPr lang="en-US" sz="2000" b="0" i="0" smtClean="0">
                          <a:latin typeface="Cambria Math" panose="02040503050406030204" pitchFamily="18" charset="0"/>
                        </a:rPr>
                        <m:t>show</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that</m:t>
                      </m:r>
                      <m:r>
                        <a:rPr lang="en-US" sz="2000" b="0" i="0" smtClean="0">
                          <a:latin typeface="Cambria Math" panose="02040503050406030204" pitchFamily="18" charset="0"/>
                        </a:rPr>
                        <m:t>  </m:t>
                      </m:r>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𝑡</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𝒩</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rad>
                            <m:radPr>
                              <m:degHide m:val="on"/>
                              <m:ctrlPr>
                                <a:rPr lang="en-US" sz="2000" b="0" i="1" smtClean="0">
                                  <a:latin typeface="Cambria Math" panose="02040503050406030204" pitchFamily="18" charset="0"/>
                                  <a:ea typeface="Cambria Math" panose="02040503050406030204" pitchFamily="18" charset="0"/>
                                </a:rPr>
                              </m:ctrlPr>
                            </m:radPr>
                            <m:deg/>
                            <m:e>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rad>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d>
                          <m:r>
                            <a:rPr lang="en-US" sz="2000" b="1" i="0" smtClean="0">
                              <a:latin typeface="Cambria Math" panose="02040503050406030204" pitchFamily="18" charset="0"/>
                              <a:ea typeface="Cambria Math" panose="02040503050406030204" pitchFamily="18" charset="0"/>
                            </a:rPr>
                            <m:t>𝐈</m:t>
                          </m:r>
                        </m:e>
                      </m:d>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m:rPr>
                              <m:sty m:val="p"/>
                            </m:rPr>
                            <a:rPr lang="en-US" sz="2000" b="0" i="0" smtClean="0">
                              <a:latin typeface="Cambria Math" panose="02040503050406030204" pitchFamily="18" charset="0"/>
                              <a:ea typeface="Cambria Math" panose="02040503050406030204" pitchFamily="18" charset="0"/>
                            </a:rPr>
                            <m:t>Π</m:t>
                          </m:r>
                        </m:e>
                        <m:sub>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𝑡</m:t>
                          </m:r>
                        </m:sup>
                      </m:sSubSup>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𝑠</m:t>
                          </m:r>
                        </m:sub>
                      </m:sSub>
                    </m:oMath>
                  </m:oMathPara>
                </a14:m>
                <a:endParaRPr lang="en-KR" sz="2000" dirty="0"/>
              </a:p>
            </p:txBody>
          </p:sp>
        </mc:Choice>
        <mc:Fallback xmlns="">
          <p:sp>
            <p:nvSpPr>
              <p:cNvPr id="3" name="Text Placeholder 2">
                <a:extLst>
                  <a:ext uri="{FF2B5EF4-FFF2-40B4-BE49-F238E27FC236}">
                    <a16:creationId xmlns:a16="http://schemas.microsoft.com/office/drawing/2014/main" id="{0735C0A2-D696-5381-E0A1-46027036F927}"/>
                  </a:ext>
                </a:extLst>
              </p:cNvPr>
              <p:cNvSpPr>
                <a:spLocks noGrp="1" noRot="1" noChangeAspect="1" noMove="1" noResize="1" noEditPoints="1" noAdjustHandles="1" noChangeArrowheads="1" noChangeShapeType="1" noTextEdit="1"/>
              </p:cNvSpPr>
              <p:nvPr>
                <p:ph type="body" sz="quarter" idx="10"/>
              </p:nvPr>
            </p:nvSpPr>
            <p:spPr>
              <a:xfrm>
                <a:off x="609600" y="998792"/>
                <a:ext cx="10521412" cy="812530"/>
              </a:xfrm>
              <a:blipFill>
                <a:blip r:embed="rId6"/>
                <a:stretch>
                  <a:fillRect l="-965"/>
                </a:stretch>
              </a:blipFill>
            </p:spPr>
            <p:txBody>
              <a:bodyPr/>
              <a:lstStyle/>
              <a:p>
                <a:r>
                  <a:rPr lang="en-KR">
                    <a:noFill/>
                  </a:rPr>
                  <a:t> </a:t>
                </a:r>
              </a:p>
            </p:txBody>
          </p:sp>
        </mc:Fallback>
      </mc:AlternateContent>
      <p:sp>
        <p:nvSpPr>
          <p:cNvPr id="4" name="Slide Number Placeholder 3">
            <a:extLst>
              <a:ext uri="{FF2B5EF4-FFF2-40B4-BE49-F238E27FC236}">
                <a16:creationId xmlns:a16="http://schemas.microsoft.com/office/drawing/2014/main" id="{F2AA59B5-BCFD-B387-E426-CFC8C24DED6F}"/>
              </a:ext>
            </a:extLst>
          </p:cNvPr>
          <p:cNvSpPr>
            <a:spLocks noGrp="1"/>
          </p:cNvSpPr>
          <p:nvPr>
            <p:ph type="sldNum" sz="quarter" idx="13"/>
          </p:nvPr>
        </p:nvSpPr>
        <p:spPr/>
        <p:txBody>
          <a:bodyPr/>
          <a:lstStyle/>
          <a:p>
            <a:fld id="{EB4B8DE2-A4E8-46E4-8BBF-D75455EFF32C}" type="slidenum">
              <a:rPr lang="en-US" smtClean="0"/>
              <a:pPr/>
              <a:t>15</a:t>
            </a:fld>
            <a:endParaRPr lang="en-US" dirty="0"/>
          </a:p>
        </p:txBody>
      </p:sp>
      <p:sp>
        <p:nvSpPr>
          <p:cNvPr id="5" name="Content Placeholder 4">
            <a:extLst>
              <a:ext uri="{FF2B5EF4-FFF2-40B4-BE49-F238E27FC236}">
                <a16:creationId xmlns:a16="http://schemas.microsoft.com/office/drawing/2014/main" id="{07235442-473E-2865-89AC-9B11D3C66396}"/>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8C26D1-A862-AD8C-3CF4-CE81EB590391}"/>
                  </a:ext>
                </a:extLst>
              </p:cNvPr>
              <p:cNvSpPr txBox="1"/>
              <p:nvPr/>
            </p:nvSpPr>
            <p:spPr>
              <a:xfrm>
                <a:off x="0" y="541651"/>
                <a:ext cx="6096000" cy="465064"/>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m:rPr>
                          <m:sty m:val="p"/>
                        </m:rPr>
                        <a:rPr lang="en-US" sz="2000" b="0" i="0" smtClean="0">
                          <a:solidFill>
                            <a:schemeClr val="tx1"/>
                          </a:solidFill>
                          <a:latin typeface="Cambria Math" panose="02040503050406030204" pitchFamily="18" charset="0"/>
                        </a:rPr>
                        <m:t>Given</m:t>
                      </m:r>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d>
                        <m:d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1" i="0" smtClean="0">
                              <a:solidFill>
                                <a:schemeClr val="accent6">
                                  <a:lumMod val="50000"/>
                                </a:schemeClr>
                              </a:solidFill>
                              <a:latin typeface="Cambria Math" panose="02040503050406030204" pitchFamily="18" charset="0"/>
                              <a:ea typeface="Cambria Math" panose="02040503050406030204" pitchFamily="18" charset="0"/>
                            </a:rPr>
                            <m:t>𝐈</m:t>
                          </m:r>
                        </m:e>
                      </m:d>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7" name="TextBox 6">
                <a:extLst>
                  <a:ext uri="{FF2B5EF4-FFF2-40B4-BE49-F238E27FC236}">
                    <a16:creationId xmlns:a16="http://schemas.microsoft.com/office/drawing/2014/main" id="{A88C26D1-A862-AD8C-3CF4-CE81EB590391}"/>
                  </a:ext>
                </a:extLst>
              </p:cNvPr>
              <p:cNvSpPr txBox="1">
                <a:spLocks noRot="1" noChangeAspect="1" noMove="1" noResize="1" noEditPoints="1" noAdjustHandles="1" noChangeArrowheads="1" noChangeShapeType="1" noTextEdit="1"/>
              </p:cNvSpPr>
              <p:nvPr/>
            </p:nvSpPr>
            <p:spPr>
              <a:xfrm>
                <a:off x="0" y="541651"/>
                <a:ext cx="6096000" cy="465064"/>
              </a:xfrm>
              <a:prstGeom prst="rect">
                <a:avLst/>
              </a:prstGeom>
              <a:blipFill>
                <a:blip r:embed="rId7"/>
                <a:stretch>
                  <a:fillRect b="-10526"/>
                </a:stretch>
              </a:blipFill>
            </p:spPr>
            <p:txBody>
              <a:bodyPr/>
              <a:lstStyle/>
              <a:p>
                <a:r>
                  <a:rPr lang="en-KR">
                    <a:noFill/>
                  </a:rPr>
                  <a:t> </a:t>
                </a:r>
              </a:p>
            </p:txBody>
          </p:sp>
        </mc:Fallback>
      </mc:AlternateContent>
      <p:cxnSp>
        <p:nvCxnSpPr>
          <p:cNvPr id="17" name="Straight Connector 16">
            <a:extLst>
              <a:ext uri="{FF2B5EF4-FFF2-40B4-BE49-F238E27FC236}">
                <a16:creationId xmlns:a16="http://schemas.microsoft.com/office/drawing/2014/main" id="{2A25A26D-80B4-7314-566C-8CB878C1C916}"/>
              </a:ext>
            </a:extLst>
          </p:cNvPr>
          <p:cNvCxnSpPr/>
          <p:nvPr/>
        </p:nvCxnSpPr>
        <p:spPr>
          <a:xfrm>
            <a:off x="545415" y="1581892"/>
            <a:ext cx="11280825"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AD848F9-1179-448E-68B1-2745EE027FE0}"/>
                  </a:ext>
                </a:extLst>
              </p:cNvPr>
              <p:cNvSpPr txBox="1"/>
              <p:nvPr/>
            </p:nvSpPr>
            <p:spPr>
              <a:xfrm>
                <a:off x="545415" y="1754376"/>
                <a:ext cx="6096000" cy="4277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𝝐</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𝝐</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𝟎</m:t>
                          </m:r>
                          <m:r>
                            <a:rPr lang="en-US" b="0" i="1" smtClean="0">
                              <a:latin typeface="Cambria Math" panose="02040503050406030204" pitchFamily="18" charset="0"/>
                              <a:ea typeface="Cambria Math" panose="02040503050406030204" pitchFamily="18" charset="0"/>
                            </a:rPr>
                            <m:t>,</m:t>
                          </m:r>
                          <m:r>
                            <a:rPr lang="en-US" b="1" i="0" smtClean="0">
                              <a:latin typeface="Cambria Math" panose="02040503050406030204" pitchFamily="18" charset="0"/>
                              <a:ea typeface="Cambria Math" panose="02040503050406030204" pitchFamily="18" charset="0"/>
                            </a:rPr>
                            <m:t>𝐈</m:t>
                          </m:r>
                        </m:e>
                      </m:d>
                    </m:oMath>
                  </m:oMathPara>
                </a14:m>
                <a:endParaRPr lang="en-KR" dirty="0"/>
              </a:p>
            </p:txBody>
          </p:sp>
        </mc:Choice>
        <mc:Fallback xmlns="">
          <p:sp>
            <p:nvSpPr>
              <p:cNvPr id="8" name="TextBox 7">
                <a:extLst>
                  <a:ext uri="{FF2B5EF4-FFF2-40B4-BE49-F238E27FC236}">
                    <a16:creationId xmlns:a16="http://schemas.microsoft.com/office/drawing/2014/main" id="{BAD848F9-1179-448E-68B1-2745EE027FE0}"/>
                  </a:ext>
                </a:extLst>
              </p:cNvPr>
              <p:cNvSpPr txBox="1">
                <a:spLocks noRot="1" noChangeAspect="1" noMove="1" noResize="1" noEditPoints="1" noAdjustHandles="1" noChangeArrowheads="1" noChangeShapeType="1" noTextEdit="1"/>
              </p:cNvSpPr>
              <p:nvPr/>
            </p:nvSpPr>
            <p:spPr>
              <a:xfrm>
                <a:off x="545415" y="1754376"/>
                <a:ext cx="6096000" cy="427746"/>
              </a:xfrm>
              <a:prstGeom prst="rect">
                <a:avLst/>
              </a:prstGeom>
              <a:blipFill>
                <a:blip r:embed="rId8"/>
                <a:stretch>
                  <a:fillRect b="-1176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007AA48-B341-BAF1-41FE-F100A65D1534}"/>
                  </a:ext>
                </a:extLst>
              </p:cNvPr>
              <p:cNvSpPr txBox="1"/>
              <p:nvPr/>
            </p:nvSpPr>
            <p:spPr>
              <a:xfrm>
                <a:off x="545415" y="2283506"/>
                <a:ext cx="6096000" cy="704745"/>
              </a:xfrm>
              <a:prstGeom prst="rect">
                <a:avLst/>
              </a:prstGeom>
              <a:noFill/>
            </p:spPr>
            <p:txBody>
              <a:bodyPr wrap="square">
                <a:spAutoFit/>
              </a:bodyPr>
              <a:lstStyle/>
              <a:p>
                <a:r>
                  <a:rPr lang="en-US" dirty="0">
                    <a:latin typeface="Pretendard" panose="02000503000000020004" pitchFamily="2" charset="-127"/>
                    <a:ea typeface="Pretendard" panose="02000503000000020004" pitchFamily="2" charset="-127"/>
                    <a:cs typeface="Pretendard" panose="02000503000000020004" pitchFamily="2" charset="-127"/>
                  </a:rPr>
                  <a:t>Let</a:t>
                </a:r>
                <a:r>
                  <a:rPr lang="en-US" b="0" dirty="0">
                    <a:ea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Sub>
                  </m:oMath>
                </a14:m>
                <a:r>
                  <a:rPr lang="en-KR" dirty="0">
                    <a:latin typeface="Pretendard" panose="02000503000000020004" pitchFamily="2" charset="-127"/>
                    <a:ea typeface="Pretendard" panose="02000503000000020004" pitchFamily="2" charset="-127"/>
                    <a:cs typeface="Pretendard" panose="02000503000000020004" pitchFamily="2" charset="-127"/>
                  </a:rPr>
                  <a:t>, then</a:t>
                </a:r>
                <a:r>
                  <a:rPr lang="en-KR" dirty="0"/>
                  <a: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rad>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rad>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r>
                          <a:rPr lang="en-US" i="1">
                            <a:latin typeface="Cambria Math" panose="02040503050406030204" pitchFamily="18" charset="0"/>
                          </a:rPr>
                          <m:t>−1</m:t>
                        </m:r>
                      </m:sub>
                    </m:sSub>
                  </m:oMath>
                </a14:m>
                <a:endParaRPr lang="en-KR" dirty="0"/>
              </a:p>
              <a:p>
                <a:endParaRPr lang="en-KR" dirty="0"/>
              </a:p>
            </p:txBody>
          </p:sp>
        </mc:Choice>
        <mc:Fallback xmlns="">
          <p:sp>
            <p:nvSpPr>
              <p:cNvPr id="10" name="TextBox 9">
                <a:extLst>
                  <a:ext uri="{FF2B5EF4-FFF2-40B4-BE49-F238E27FC236}">
                    <a16:creationId xmlns:a16="http://schemas.microsoft.com/office/drawing/2014/main" id="{1007AA48-B341-BAF1-41FE-F100A65D1534}"/>
                  </a:ext>
                </a:extLst>
              </p:cNvPr>
              <p:cNvSpPr txBox="1">
                <a:spLocks noRot="1" noChangeAspect="1" noMove="1" noResize="1" noEditPoints="1" noAdjustHandles="1" noChangeArrowheads="1" noChangeShapeType="1" noTextEdit="1"/>
              </p:cNvSpPr>
              <p:nvPr/>
            </p:nvSpPr>
            <p:spPr>
              <a:xfrm>
                <a:off x="545415" y="2283506"/>
                <a:ext cx="6096000" cy="704745"/>
              </a:xfrm>
              <a:prstGeom prst="rect">
                <a:avLst/>
              </a:prstGeom>
              <a:blipFill>
                <a:blip r:embed="rId9"/>
                <a:stretch>
                  <a:fillRect l="-83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055CE54-53F0-B7EC-D24C-2AAA33E1C1CA}"/>
                  </a:ext>
                </a:extLst>
              </p:cNvPr>
              <p:cNvSpPr txBox="1"/>
              <p:nvPr/>
            </p:nvSpPr>
            <p:spPr>
              <a:xfrm>
                <a:off x="545415" y="2750999"/>
                <a:ext cx="6096000" cy="4277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rad>
                      <m:d>
                        <m:dPr>
                          <m:ctrlPr>
                            <a:rPr lang="en-US" b="0" i="1" smtClean="0">
                              <a:latin typeface="Cambria Math" panose="02040503050406030204" pitchFamily="18" charset="0"/>
                            </a:rPr>
                          </m:ctrlPr>
                        </m:dPr>
                        <m:e>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r>
                                    <a:rPr lang="en-US" b="0" i="1" smtClean="0">
                                      <a:latin typeface="Cambria Math" panose="02040503050406030204" pitchFamily="18" charset="0"/>
                                    </a:rPr>
                                    <m:t>−1</m:t>
                                  </m:r>
                                </m:sub>
                              </m:sSub>
                            </m:e>
                          </m:rad>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r>
                                    <a:rPr lang="en-US" b="0" i="1" smtClean="0">
                                      <a:latin typeface="Cambria Math" panose="02040503050406030204" pitchFamily="18" charset="0"/>
                                    </a:rPr>
                                    <m:t>−1</m:t>
                                  </m:r>
                                </m:sub>
                              </m:sSub>
                            </m:e>
                          </m:rad>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r>
                                <a:rPr lang="en-US" i="1">
                                  <a:latin typeface="Cambria Math" panose="02040503050406030204" pitchFamily="18" charset="0"/>
                                </a:rPr>
                                <m:t>−2</m:t>
                              </m:r>
                            </m:sub>
                          </m:sSub>
                        </m:e>
                      </m:d>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rad>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r>
                            <a:rPr lang="en-US" i="1">
                              <a:latin typeface="Cambria Math" panose="02040503050406030204" pitchFamily="18" charset="0"/>
                            </a:rPr>
                            <m:t>−1</m:t>
                          </m:r>
                        </m:sub>
                      </m:sSub>
                    </m:oMath>
                  </m:oMathPara>
                </a14:m>
                <a:endParaRPr lang="en-KR" dirty="0"/>
              </a:p>
            </p:txBody>
          </p:sp>
        </mc:Choice>
        <mc:Fallback xmlns="">
          <p:sp>
            <p:nvSpPr>
              <p:cNvPr id="12" name="TextBox 11">
                <a:extLst>
                  <a:ext uri="{FF2B5EF4-FFF2-40B4-BE49-F238E27FC236}">
                    <a16:creationId xmlns:a16="http://schemas.microsoft.com/office/drawing/2014/main" id="{A055CE54-53F0-B7EC-D24C-2AAA33E1C1CA}"/>
                  </a:ext>
                </a:extLst>
              </p:cNvPr>
              <p:cNvSpPr txBox="1">
                <a:spLocks noRot="1" noChangeAspect="1" noMove="1" noResize="1" noEditPoints="1" noAdjustHandles="1" noChangeArrowheads="1" noChangeShapeType="1" noTextEdit="1"/>
              </p:cNvSpPr>
              <p:nvPr/>
            </p:nvSpPr>
            <p:spPr>
              <a:xfrm>
                <a:off x="545415" y="2750999"/>
                <a:ext cx="6096000" cy="427746"/>
              </a:xfrm>
              <a:prstGeom prst="rect">
                <a:avLst/>
              </a:prstGeom>
              <a:blipFill>
                <a:blip r:embed="rId10"/>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841F8A33-39E7-5860-0517-7EF2BD8E7156}"/>
                  </a:ext>
                </a:extLst>
              </p:cNvPr>
              <p:cNvSpPr txBox="1"/>
              <p:nvPr/>
            </p:nvSpPr>
            <p:spPr>
              <a:xfrm>
                <a:off x="545415" y="3234465"/>
                <a:ext cx="6096000" cy="4425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rad>
                        <m:radPr>
                          <m:degHide m:val="on"/>
                          <m:ctrlPr>
                            <a:rPr lang="en-US" b="0" i="1" smtClean="0">
                              <a:solidFill>
                                <a:srgbClr val="0070C0"/>
                              </a:solidFill>
                              <a:latin typeface="Cambria Math" panose="02040503050406030204" pitchFamily="18" charset="0"/>
                            </a:rPr>
                          </m:ctrlPr>
                        </m:radPr>
                        <m:deg/>
                        <m:e>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𝛼</m:t>
                              </m:r>
                            </m:e>
                            <m:sub>
                              <m:r>
                                <a:rPr lang="en-US" b="0" i="1" smtClean="0">
                                  <a:solidFill>
                                    <a:srgbClr val="0070C0"/>
                                  </a:solidFill>
                                  <a:latin typeface="Cambria Math" panose="02040503050406030204" pitchFamily="18" charset="0"/>
                                </a:rPr>
                                <m:t>𝑡</m:t>
                              </m:r>
                            </m:sub>
                          </m:sSub>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1−</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𝛼</m:t>
                                  </m:r>
                                </m:e>
                                <m:sub>
                                  <m:r>
                                    <a:rPr lang="en-US" b="0" i="1" smtClean="0">
                                      <a:solidFill>
                                        <a:srgbClr val="0070C0"/>
                                      </a:solidFill>
                                      <a:latin typeface="Cambria Math" panose="02040503050406030204" pitchFamily="18" charset="0"/>
                                    </a:rPr>
                                    <m:t>𝑡</m:t>
                                  </m:r>
                                  <m:r>
                                    <a:rPr lang="en-US" b="0" i="1" smtClean="0">
                                      <a:solidFill>
                                        <a:srgbClr val="0070C0"/>
                                      </a:solidFill>
                                      <a:latin typeface="Cambria Math" panose="02040503050406030204" pitchFamily="18" charset="0"/>
                                    </a:rPr>
                                    <m:t>−1</m:t>
                                  </m:r>
                                </m:sub>
                              </m:sSub>
                            </m:e>
                          </m:d>
                        </m:e>
                      </m:rad>
                      <m:sSub>
                        <m:sSubPr>
                          <m:ctrlPr>
                            <a:rPr lang="en-US" b="0" i="1" smtClean="0">
                              <a:solidFill>
                                <a:srgbClr val="0070C0"/>
                              </a:solidFill>
                              <a:latin typeface="Cambria Math" panose="02040503050406030204" pitchFamily="18" charset="0"/>
                            </a:rPr>
                          </m:ctrlPr>
                        </m:sSubPr>
                        <m:e>
                          <m:r>
                            <a:rPr lang="en-US" b="1" i="1" smtClean="0">
                              <a:solidFill>
                                <a:srgbClr val="0070C0"/>
                              </a:solidFill>
                              <a:latin typeface="Cambria Math" panose="02040503050406030204" pitchFamily="18" charset="0"/>
                            </a:rPr>
                            <m:t>𝝐</m:t>
                          </m:r>
                        </m:e>
                        <m:sub>
                          <m:r>
                            <a:rPr lang="en-US" b="0" i="1" smtClean="0">
                              <a:solidFill>
                                <a:srgbClr val="0070C0"/>
                              </a:solidFill>
                              <a:latin typeface="Cambria Math" panose="02040503050406030204" pitchFamily="18" charset="0"/>
                            </a:rPr>
                            <m:t>𝑡</m:t>
                          </m:r>
                          <m:r>
                            <a:rPr lang="en-US" b="0" i="1" smtClean="0">
                              <a:solidFill>
                                <a:srgbClr val="0070C0"/>
                              </a:solidFill>
                              <a:latin typeface="Cambria Math" panose="02040503050406030204" pitchFamily="18" charset="0"/>
                            </a:rPr>
                            <m:t>−2</m:t>
                          </m:r>
                        </m:sub>
                      </m:sSub>
                      <m:r>
                        <a:rPr lang="en-US" b="0" i="1" smtClean="0">
                          <a:solidFill>
                            <a:srgbClr val="0070C0"/>
                          </a:solidFill>
                          <a:latin typeface="Cambria Math" panose="02040503050406030204" pitchFamily="18" charset="0"/>
                        </a:rPr>
                        <m:t>+</m:t>
                      </m:r>
                      <m:rad>
                        <m:radPr>
                          <m:degHide m:val="on"/>
                          <m:ctrlPr>
                            <a:rPr lang="en-US" i="1">
                              <a:solidFill>
                                <a:srgbClr val="0070C0"/>
                              </a:solidFill>
                              <a:latin typeface="Cambria Math" panose="02040503050406030204" pitchFamily="18" charset="0"/>
                            </a:rPr>
                          </m:ctrlPr>
                        </m:radPr>
                        <m:deg/>
                        <m:e>
                          <m:r>
                            <a:rPr lang="en-US" i="1">
                              <a:solidFill>
                                <a:srgbClr val="0070C0"/>
                              </a:solidFill>
                              <a:latin typeface="Cambria Math" panose="02040503050406030204" pitchFamily="18" charset="0"/>
                            </a:rPr>
                            <m:t>1−</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𝛼</m:t>
                              </m:r>
                            </m:e>
                            <m:sub>
                              <m:r>
                                <a:rPr lang="en-US" i="1">
                                  <a:solidFill>
                                    <a:srgbClr val="0070C0"/>
                                  </a:solidFill>
                                  <a:latin typeface="Cambria Math" panose="02040503050406030204" pitchFamily="18" charset="0"/>
                                </a:rPr>
                                <m:t>𝑡</m:t>
                              </m:r>
                            </m:sub>
                          </m:sSub>
                        </m:e>
                      </m:rad>
                      <m:sSub>
                        <m:sSubPr>
                          <m:ctrlPr>
                            <a:rPr lang="en-US"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𝝐</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−1</m:t>
                          </m:r>
                        </m:sub>
                      </m:sSub>
                    </m:oMath>
                  </m:oMathPara>
                </a14:m>
                <a:endParaRPr lang="en-KR" dirty="0"/>
              </a:p>
            </p:txBody>
          </p:sp>
        </mc:Choice>
        <mc:Fallback xmlns="">
          <p:sp>
            <p:nvSpPr>
              <p:cNvPr id="14" name="TextBox 13">
                <a:extLst>
                  <a:ext uri="{FF2B5EF4-FFF2-40B4-BE49-F238E27FC236}">
                    <a16:creationId xmlns:a16="http://schemas.microsoft.com/office/drawing/2014/main" id="{841F8A33-39E7-5860-0517-7EF2BD8E7156}"/>
                  </a:ext>
                </a:extLst>
              </p:cNvPr>
              <p:cNvSpPr txBox="1">
                <a:spLocks noRot="1" noChangeAspect="1" noMove="1" noResize="1" noEditPoints="1" noAdjustHandles="1" noChangeArrowheads="1" noChangeShapeType="1" noTextEdit="1"/>
              </p:cNvSpPr>
              <p:nvPr/>
            </p:nvSpPr>
            <p:spPr>
              <a:xfrm>
                <a:off x="545415" y="3234465"/>
                <a:ext cx="6096000" cy="442557"/>
              </a:xfrm>
              <a:prstGeom prst="rect">
                <a:avLst/>
              </a:prstGeom>
              <a:blipFill>
                <a:blip r:embed="rId11"/>
                <a:stretch>
                  <a:fillRect l="-416" b="-8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8A69883-D78A-E0A1-22E6-1C20CA318420}"/>
                  </a:ext>
                </a:extLst>
              </p:cNvPr>
              <p:cNvSpPr txBox="1"/>
              <p:nvPr/>
            </p:nvSpPr>
            <p:spPr>
              <a:xfrm>
                <a:off x="545415" y="3741545"/>
                <a:ext cx="7031566" cy="369332"/>
              </a:xfrm>
              <a:prstGeom prst="rect">
                <a:avLst/>
              </a:prstGeom>
              <a:noFill/>
            </p:spPr>
            <p:txBody>
              <a:bodyPr wrap="square">
                <a:spAutoFit/>
              </a:bodyPr>
              <a:lstStyle/>
              <a:p>
                <a:r>
                  <a:rPr lang="en-US" dirty="0">
                    <a:latin typeface="Pretendard" panose="02000503000000020004" pitchFamily="2" charset="-127"/>
                    <a:ea typeface="Pretendard" panose="02000503000000020004" pitchFamily="2" charset="-127"/>
                    <a:cs typeface="Pretendard" panose="02000503000000020004" pitchFamily="2" charset="-127"/>
                  </a:rPr>
                  <a:t>Remember the Markov property, </a:t>
                </a:r>
                <a14:m>
                  <m:oMath xmlns:m="http://schemas.openxmlformats.org/officeDocument/2006/math">
                    <m:sSub>
                      <m:sSubPr>
                        <m:ctrlPr>
                          <a:rPr lang="en-US" b="0" i="1" smtClean="0">
                            <a:latin typeface="Cambria Math" panose="02040503050406030204" pitchFamily="18" charset="0"/>
                          </a:rPr>
                        </m:ctrlPr>
                      </m:sSubPr>
                      <m:e>
                        <m:r>
                          <a:rPr lang="en-US" b="1" i="1" smtClean="0">
                            <a:latin typeface="Cambria Math" panose="02040503050406030204" pitchFamily="18" charset="0"/>
                          </a:rPr>
                          <m:t>𝝐</m:t>
                        </m:r>
                      </m:e>
                      <m:sub>
                        <m:r>
                          <a:rPr lang="en-US" b="0" i="1" smtClean="0">
                            <a:latin typeface="Cambria Math" panose="02040503050406030204" pitchFamily="18" charset="0"/>
                          </a:rPr>
                          <m:t>𝑡</m:t>
                        </m:r>
                        <m:r>
                          <a:rPr lang="en-US" b="0" i="1" smtClean="0">
                            <a:latin typeface="Cambria Math" panose="02040503050406030204" pitchFamily="18" charset="0"/>
                          </a:rPr>
                          <m:t>−2 </m:t>
                        </m:r>
                      </m:sub>
                    </m:sSub>
                    <m:r>
                      <a:rPr lang="en-US" i="1">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r>
                          <a:rPr lang="en-US" i="1">
                            <a:latin typeface="Cambria Math" panose="02040503050406030204" pitchFamily="18" charset="0"/>
                          </a:rPr>
                          <m:t>−1</m:t>
                        </m:r>
                      </m:sub>
                    </m:sSub>
                  </m:oMath>
                </a14:m>
                <a:endParaRPr lang="en-KR" dirty="0"/>
              </a:p>
            </p:txBody>
          </p:sp>
        </mc:Choice>
        <mc:Fallback xmlns="">
          <p:sp>
            <p:nvSpPr>
              <p:cNvPr id="18" name="TextBox 17">
                <a:extLst>
                  <a:ext uri="{FF2B5EF4-FFF2-40B4-BE49-F238E27FC236}">
                    <a16:creationId xmlns:a16="http://schemas.microsoft.com/office/drawing/2014/main" id="{E8A69883-D78A-E0A1-22E6-1C20CA318420}"/>
                  </a:ext>
                </a:extLst>
              </p:cNvPr>
              <p:cNvSpPr txBox="1">
                <a:spLocks noRot="1" noChangeAspect="1" noMove="1" noResize="1" noEditPoints="1" noAdjustHandles="1" noChangeArrowheads="1" noChangeShapeType="1" noTextEdit="1"/>
              </p:cNvSpPr>
              <p:nvPr/>
            </p:nvSpPr>
            <p:spPr>
              <a:xfrm>
                <a:off x="545415" y="3741545"/>
                <a:ext cx="7031566" cy="369332"/>
              </a:xfrm>
              <a:prstGeom prst="rect">
                <a:avLst/>
              </a:prstGeom>
              <a:blipFill>
                <a:blip r:embed="rId12"/>
                <a:stretch>
                  <a:fillRect l="-721" t="-6667"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2161B0-C1EA-D0D8-F663-674F798397C0}"/>
                  </a:ext>
                </a:extLst>
              </p:cNvPr>
              <p:cNvSpPr txBox="1"/>
              <p:nvPr/>
            </p:nvSpPr>
            <p:spPr>
              <a:xfrm>
                <a:off x="545415" y="4175400"/>
                <a:ext cx="12325351" cy="436273"/>
              </a:xfrm>
              <a:prstGeom prst="rect">
                <a:avLst/>
              </a:prstGeom>
              <a:noFill/>
            </p:spPr>
            <p:txBody>
              <a:bodyPr wrap="square">
                <a:spAutoFit/>
              </a:bodyPr>
              <a:lstStyle/>
              <a:p>
                <a:r>
                  <a:rPr lang="en-US" dirty="0">
                    <a:latin typeface="Pretendard" panose="02000503000000020004" pitchFamily="2" charset="-127"/>
                    <a:ea typeface="Pretendard" panose="02000503000000020004" pitchFamily="2" charset="-127"/>
                    <a:cs typeface="Pretendard" panose="02000503000000020004" pitchFamily="2" charset="-127"/>
                  </a:rPr>
                  <a:t>Let</a:t>
                </a:r>
                <a:r>
                  <a:rPr lang="en-US" dirty="0"/>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sub>
                        </m:sSub>
                      </m:e>
                    </m:acc>
                    <m:r>
                      <a:rPr lang="en-US" b="0" i="1" smtClean="0">
                        <a:latin typeface="Cambria Math" panose="02040503050406030204" pitchFamily="18" charset="0"/>
                      </a:rPr>
                      <m:t>=</m:t>
                    </m:r>
                    <m:rad>
                      <m:radPr>
                        <m:degHide m:val="on"/>
                        <m:ctrlPr>
                          <a:rPr lang="en-US" i="1">
                            <a:solidFill>
                              <a:srgbClr val="0070C0"/>
                            </a:solidFill>
                            <a:latin typeface="Cambria Math" panose="02040503050406030204" pitchFamily="18" charset="0"/>
                          </a:rPr>
                        </m:ctrlPr>
                      </m:radPr>
                      <m:deg/>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𝛼</m:t>
                            </m:r>
                          </m:e>
                          <m:sub>
                            <m:r>
                              <a:rPr lang="en-US" i="1">
                                <a:solidFill>
                                  <a:srgbClr val="0070C0"/>
                                </a:solidFill>
                                <a:latin typeface="Cambria Math" panose="02040503050406030204" pitchFamily="18" charset="0"/>
                              </a:rPr>
                              <m:t>𝑡</m:t>
                            </m:r>
                          </m:sub>
                        </m:sSub>
                        <m:d>
                          <m:dPr>
                            <m:ctrlPr>
                              <a:rPr lang="en-US" i="1">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1−</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𝛼</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−1</m:t>
                                </m:r>
                              </m:sub>
                            </m:sSub>
                          </m:e>
                        </m:d>
                      </m:e>
                    </m:rad>
                    <m:sSub>
                      <m:sSubPr>
                        <m:ctrlPr>
                          <a:rPr lang="en-US"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𝝐</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−2</m:t>
                        </m:r>
                      </m:sub>
                    </m:sSub>
                    <m:r>
                      <a:rPr lang="en-US" i="1">
                        <a:solidFill>
                          <a:srgbClr val="0070C0"/>
                        </a:solidFill>
                        <a:latin typeface="Cambria Math" panose="02040503050406030204" pitchFamily="18" charset="0"/>
                      </a:rPr>
                      <m:t>+</m:t>
                    </m:r>
                    <m:rad>
                      <m:radPr>
                        <m:degHide m:val="on"/>
                        <m:ctrlPr>
                          <a:rPr lang="en-US" i="1">
                            <a:solidFill>
                              <a:srgbClr val="0070C0"/>
                            </a:solidFill>
                            <a:latin typeface="Cambria Math" panose="02040503050406030204" pitchFamily="18" charset="0"/>
                          </a:rPr>
                        </m:ctrlPr>
                      </m:radPr>
                      <m:deg/>
                      <m:e>
                        <m:r>
                          <a:rPr lang="en-US" i="1">
                            <a:solidFill>
                              <a:srgbClr val="0070C0"/>
                            </a:solidFill>
                            <a:latin typeface="Cambria Math" panose="02040503050406030204" pitchFamily="18" charset="0"/>
                          </a:rPr>
                          <m:t>1−</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𝛼</m:t>
                            </m:r>
                          </m:e>
                          <m:sub>
                            <m:r>
                              <a:rPr lang="en-US" i="1">
                                <a:solidFill>
                                  <a:srgbClr val="0070C0"/>
                                </a:solidFill>
                                <a:latin typeface="Cambria Math" panose="02040503050406030204" pitchFamily="18" charset="0"/>
                              </a:rPr>
                              <m:t>𝑡</m:t>
                            </m:r>
                          </m:sub>
                        </m:sSub>
                      </m:e>
                    </m:rad>
                    <m:sSub>
                      <m:sSubPr>
                        <m:ctrlPr>
                          <a:rPr lang="en-US"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𝝐</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−1</m:t>
                        </m:r>
                      </m:sub>
                    </m:sSub>
                  </m:oMath>
                </a14:m>
                <a:r>
                  <a:rPr lang="en-KR" dirty="0"/>
                  <a:t> </a:t>
                </a:r>
                <a:r>
                  <a:rPr lang="en-KR" dirty="0">
                    <a:latin typeface="Pretendard" panose="02000503000000020004" pitchFamily="2" charset="-127"/>
                    <a:ea typeface="Pretendard" panose="02000503000000020004" pitchFamily="2" charset="-127"/>
                    <a:cs typeface="Pretendard" panose="02000503000000020004" pitchFamily="2" charset="-127"/>
                  </a:rPr>
                  <a:t>then</a:t>
                </a:r>
                <a:r>
                  <a:rPr lang="en-KR" dirty="0"/>
                  <a:t> </a:t>
                </a:r>
                <a14:m>
                  <m:oMath xmlns:m="http://schemas.openxmlformats.org/officeDocument/2006/math">
                    <m:r>
                      <a:rPr lang="en-US" i="1">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b="1" i="1">
                                <a:latin typeface="Cambria Math" panose="02040503050406030204" pitchFamily="18" charset="0"/>
                              </a:rPr>
                              <m:t>𝝐</m:t>
                            </m:r>
                          </m:e>
                          <m:sub>
                            <m:r>
                              <a:rPr lang="en-US" i="1">
                                <a:latin typeface="Cambria Math" panose="02040503050406030204" pitchFamily="18" charset="0"/>
                              </a:rPr>
                              <m:t>𝑡</m:t>
                            </m:r>
                          </m:sub>
                        </m:sSub>
                      </m:e>
                    </m:acc>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𝒩</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d>
                    <m:r>
                      <a:rPr lang="en-US" i="1">
                        <a:latin typeface="Cambria Math" panose="02040503050406030204" pitchFamily="18" charset="0"/>
                      </a:rPr>
                      <m:t>=</m:t>
                    </m:r>
                    <m:r>
                      <a:rPr lang="en-US" i="1">
                        <a:solidFill>
                          <a:srgbClr val="0070C0"/>
                        </a:solidFill>
                        <a:latin typeface="Cambria Math" panose="02040503050406030204" pitchFamily="18" charset="0"/>
                        <a:ea typeface="Cambria Math" panose="02040503050406030204" pitchFamily="18" charset="0"/>
                      </a:rPr>
                      <m:t>𝒩</m:t>
                    </m:r>
                    <m:d>
                      <m:dPr>
                        <m:ctrlPr>
                          <a:rPr lang="en-US" i="1">
                            <a:solidFill>
                              <a:srgbClr val="0070C0"/>
                            </a:solidFill>
                            <a:latin typeface="Cambria Math" panose="02040503050406030204" pitchFamily="18" charset="0"/>
                            <a:ea typeface="Cambria Math" panose="02040503050406030204" pitchFamily="18" charset="0"/>
                          </a:rPr>
                        </m:ctrlPr>
                      </m:dPr>
                      <m:e>
                        <m:r>
                          <a:rPr lang="en-US" i="1">
                            <a:solidFill>
                              <a:srgbClr val="0070C0"/>
                            </a:solidFill>
                            <a:latin typeface="Cambria Math" panose="02040503050406030204" pitchFamily="18" charset="0"/>
                            <a:ea typeface="Cambria Math" panose="02040503050406030204" pitchFamily="18" charset="0"/>
                          </a:rPr>
                          <m:t>0,1−</m:t>
                        </m:r>
                        <m:sSub>
                          <m:sSubPr>
                            <m:ctrlPr>
                              <a:rPr lang="en-US" i="1">
                                <a:solidFill>
                                  <a:srgbClr val="0070C0"/>
                                </a:solidFill>
                                <a:latin typeface="Cambria Math" panose="02040503050406030204" pitchFamily="18" charset="0"/>
                                <a:ea typeface="Cambria Math" panose="02040503050406030204" pitchFamily="18" charset="0"/>
                              </a:rPr>
                            </m:ctrlPr>
                          </m:sSubPr>
                          <m:e>
                            <m:r>
                              <a:rPr lang="en-US" i="1">
                                <a:solidFill>
                                  <a:srgbClr val="0070C0"/>
                                </a:solidFill>
                                <a:latin typeface="Cambria Math" panose="02040503050406030204" pitchFamily="18" charset="0"/>
                                <a:ea typeface="Cambria Math" panose="02040503050406030204" pitchFamily="18" charset="0"/>
                              </a:rPr>
                              <m:t>𝛼</m:t>
                            </m:r>
                          </m:e>
                          <m:sub>
                            <m:r>
                              <a:rPr lang="en-US" i="1">
                                <a:solidFill>
                                  <a:srgbClr val="0070C0"/>
                                </a:solidFill>
                                <a:latin typeface="Cambria Math" panose="02040503050406030204" pitchFamily="18" charset="0"/>
                                <a:ea typeface="Cambria Math" panose="02040503050406030204" pitchFamily="18" charset="0"/>
                              </a:rPr>
                              <m:t>𝑡</m:t>
                            </m:r>
                          </m:sub>
                        </m:sSub>
                        <m:sSub>
                          <m:sSubPr>
                            <m:ctrlPr>
                              <a:rPr lang="en-US" i="1">
                                <a:solidFill>
                                  <a:srgbClr val="0070C0"/>
                                </a:solidFill>
                                <a:latin typeface="Cambria Math" panose="02040503050406030204" pitchFamily="18" charset="0"/>
                                <a:ea typeface="Cambria Math" panose="02040503050406030204" pitchFamily="18" charset="0"/>
                              </a:rPr>
                            </m:ctrlPr>
                          </m:sSubPr>
                          <m:e>
                            <m:r>
                              <a:rPr lang="en-US" i="1">
                                <a:solidFill>
                                  <a:srgbClr val="0070C0"/>
                                </a:solidFill>
                                <a:latin typeface="Cambria Math" panose="02040503050406030204" pitchFamily="18" charset="0"/>
                                <a:ea typeface="Cambria Math" panose="02040503050406030204" pitchFamily="18" charset="0"/>
                              </a:rPr>
                              <m:t>𝛼</m:t>
                            </m:r>
                          </m:e>
                          <m:sub>
                            <m:r>
                              <a:rPr lang="en-US" i="1">
                                <a:solidFill>
                                  <a:srgbClr val="0070C0"/>
                                </a:solidFill>
                                <a:latin typeface="Cambria Math" panose="02040503050406030204" pitchFamily="18" charset="0"/>
                                <a:ea typeface="Cambria Math" panose="02040503050406030204" pitchFamily="18" charset="0"/>
                              </a:rPr>
                              <m:t>𝑡</m:t>
                            </m:r>
                            <m:r>
                              <a:rPr lang="en-US" i="1">
                                <a:solidFill>
                                  <a:srgbClr val="0070C0"/>
                                </a:solidFill>
                                <a:latin typeface="Cambria Math" panose="02040503050406030204" pitchFamily="18" charset="0"/>
                                <a:ea typeface="Cambria Math" panose="02040503050406030204" pitchFamily="18" charset="0"/>
                              </a:rPr>
                              <m:t>−1</m:t>
                            </m:r>
                          </m:sub>
                        </m:sSub>
                      </m:e>
                    </m:d>
                  </m:oMath>
                </a14:m>
                <a:endParaRPr lang="en-KR" dirty="0"/>
              </a:p>
            </p:txBody>
          </p:sp>
        </mc:Choice>
        <mc:Fallback xmlns="">
          <p:sp>
            <p:nvSpPr>
              <p:cNvPr id="20" name="TextBox 19">
                <a:extLst>
                  <a:ext uri="{FF2B5EF4-FFF2-40B4-BE49-F238E27FC236}">
                    <a16:creationId xmlns:a16="http://schemas.microsoft.com/office/drawing/2014/main" id="{D42161B0-C1EA-D0D8-F663-674F798397C0}"/>
                  </a:ext>
                </a:extLst>
              </p:cNvPr>
              <p:cNvSpPr txBox="1">
                <a:spLocks noRot="1" noChangeAspect="1" noMove="1" noResize="1" noEditPoints="1" noAdjustHandles="1" noChangeArrowheads="1" noChangeShapeType="1" noTextEdit="1"/>
              </p:cNvSpPr>
              <p:nvPr/>
            </p:nvSpPr>
            <p:spPr>
              <a:xfrm>
                <a:off x="545415" y="4175400"/>
                <a:ext cx="12325351" cy="436273"/>
              </a:xfrm>
              <a:prstGeom prst="rect">
                <a:avLst/>
              </a:prstGeom>
              <a:blipFill>
                <a:blip r:embed="rId13"/>
                <a:stretch>
                  <a:fillRect l="-412" b="-13889"/>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373CC0C-A906-C22A-249C-C6D777FB3447}"/>
                  </a:ext>
                </a:extLst>
              </p:cNvPr>
              <p:cNvSpPr txBox="1"/>
              <p:nvPr/>
            </p:nvSpPr>
            <p:spPr>
              <a:xfrm>
                <a:off x="545415" y="4738282"/>
                <a:ext cx="8415866" cy="427746"/>
              </a:xfrm>
              <a:prstGeom prst="rect">
                <a:avLst/>
              </a:prstGeom>
              <a:noFill/>
            </p:spPr>
            <p:txBody>
              <a:bodyPr wrap="square">
                <a:spAutoFit/>
              </a:bodyPr>
              <a:lstStyle/>
              <a:p>
                <a:r>
                  <a:rPr lang="en-US" dirty="0">
                    <a:latin typeface="Pretendard" panose="02000503000000020004" pitchFamily="2" charset="-127"/>
                    <a:ea typeface="Pretendard" panose="02000503000000020004" pitchFamily="2" charset="-127"/>
                    <a:cs typeface="Pretendard" panose="02000503000000020004" pitchFamily="2" charset="-127"/>
                  </a:rPr>
                  <a:t>Now recursively,</a:t>
                </a:r>
                <a:r>
                  <a:rPr lang="en-US" b="0" dirty="0">
                    <a:ea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1</m:t>
                            </m:r>
                          </m:sub>
                        </m:sSub>
                      </m:e>
                    </m:rad>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1</m:t>
                            </m:r>
                          </m:sub>
                        </m:sSub>
                      </m:e>
                    </m:rad>
                    <m:r>
                      <a:rPr lang="en-US" b="1" i="1" smtClean="0">
                        <a:latin typeface="Cambria Math" panose="02040503050406030204" pitchFamily="18" charset="0"/>
                        <a:ea typeface="Cambria Math" panose="02040503050406030204" pitchFamily="18" charset="0"/>
                      </a:rPr>
                      <m:t>𝝐</m:t>
                    </m:r>
                    <m:r>
                      <a:rPr lang="en-US" b="0"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𝝐</m:t>
                    </m:r>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𝒩</m:t>
                    </m:r>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𝐼</m:t>
                    </m:r>
                    <m:r>
                      <a:rPr lang="en-US" b="0" i="1" smtClean="0">
                        <a:latin typeface="Cambria Math" panose="02040503050406030204" pitchFamily="18" charset="0"/>
                        <a:ea typeface="Cambria Math" panose="02040503050406030204" pitchFamily="18" charset="0"/>
                      </a:rPr>
                      <m:t>)</m:t>
                    </m:r>
                  </m:oMath>
                </a14:m>
                <a:endParaRPr lang="en-KR" dirty="0"/>
              </a:p>
            </p:txBody>
          </p:sp>
        </mc:Choice>
        <mc:Fallback xmlns="">
          <p:sp>
            <p:nvSpPr>
              <p:cNvPr id="22" name="TextBox 21">
                <a:extLst>
                  <a:ext uri="{FF2B5EF4-FFF2-40B4-BE49-F238E27FC236}">
                    <a16:creationId xmlns:a16="http://schemas.microsoft.com/office/drawing/2014/main" id="{B373CC0C-A906-C22A-249C-C6D777FB3447}"/>
                  </a:ext>
                </a:extLst>
              </p:cNvPr>
              <p:cNvSpPr txBox="1">
                <a:spLocks noRot="1" noChangeAspect="1" noMove="1" noResize="1" noEditPoints="1" noAdjustHandles="1" noChangeArrowheads="1" noChangeShapeType="1" noTextEdit="1"/>
              </p:cNvSpPr>
              <p:nvPr/>
            </p:nvSpPr>
            <p:spPr>
              <a:xfrm>
                <a:off x="545415" y="4738282"/>
                <a:ext cx="8415866" cy="427746"/>
              </a:xfrm>
              <a:prstGeom prst="rect">
                <a:avLst/>
              </a:prstGeom>
              <a:blipFill>
                <a:blip r:embed="rId14"/>
                <a:stretch>
                  <a:fillRect l="-602" b="-1428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1A38FB7-0112-B033-3A85-94A40C454D8B}"/>
                  </a:ext>
                </a:extLst>
              </p:cNvPr>
              <p:cNvSpPr txBox="1"/>
              <p:nvPr/>
            </p:nvSpPr>
            <p:spPr>
              <a:xfrm>
                <a:off x="545415" y="5292637"/>
                <a:ext cx="6436658" cy="4277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KR"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 </m:t>
                      </m:r>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𝒩</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 </m:t>
                          </m:r>
                          <m:rad>
                            <m:radPr>
                              <m:degHide m:val="on"/>
                              <m:ctrlPr>
                                <a:rPr lang="en-US" i="1">
                                  <a:latin typeface="Cambria Math" panose="02040503050406030204" pitchFamily="18" charset="0"/>
                                  <a:ea typeface="Cambria Math" panose="02040503050406030204" pitchFamily="18" charset="0"/>
                                </a:rPr>
                              </m:ctrlPr>
                            </m:radPr>
                            <m:deg/>
                            <m:e>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sSub>
                            <m:sSubPr>
                              <m:ctrlPr>
                                <a:rPr lang="en-US" i="1">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d>
                          <m:r>
                            <a:rPr lang="en-US" b="1" i="0">
                              <a:latin typeface="Cambria Math" panose="02040503050406030204" pitchFamily="18" charset="0"/>
                              <a:ea typeface="Cambria Math" panose="02040503050406030204" pitchFamily="18" charset="0"/>
                            </a:rPr>
                            <m:t>𝐈</m:t>
                          </m:r>
                        </m:e>
                      </m:d>
                    </m:oMath>
                  </m:oMathPara>
                </a14:m>
                <a:endParaRPr lang="en-KR" dirty="0"/>
              </a:p>
            </p:txBody>
          </p:sp>
        </mc:Choice>
        <mc:Fallback xmlns="">
          <p:sp>
            <p:nvSpPr>
              <p:cNvPr id="24" name="TextBox 23">
                <a:extLst>
                  <a:ext uri="{FF2B5EF4-FFF2-40B4-BE49-F238E27FC236}">
                    <a16:creationId xmlns:a16="http://schemas.microsoft.com/office/drawing/2014/main" id="{21A38FB7-0112-B033-3A85-94A40C454D8B}"/>
                  </a:ext>
                </a:extLst>
              </p:cNvPr>
              <p:cNvSpPr txBox="1">
                <a:spLocks noRot="1" noChangeAspect="1" noMove="1" noResize="1" noEditPoints="1" noAdjustHandles="1" noChangeArrowheads="1" noChangeShapeType="1" noTextEdit="1"/>
              </p:cNvSpPr>
              <p:nvPr/>
            </p:nvSpPr>
            <p:spPr>
              <a:xfrm>
                <a:off x="545415" y="5292637"/>
                <a:ext cx="6436658" cy="427746"/>
              </a:xfrm>
              <a:prstGeom prst="rect">
                <a:avLst/>
              </a:prstGeom>
              <a:blipFill>
                <a:blip r:embed="rId15"/>
                <a:stretch>
                  <a:fillRect b="-8571"/>
                </a:stretch>
              </a:blipFill>
            </p:spPr>
            <p:txBody>
              <a:bodyPr/>
              <a:lstStyle/>
              <a:p>
                <a:r>
                  <a:rPr lang="en-KR">
                    <a:noFill/>
                  </a:rPr>
                  <a:t> </a:t>
                </a:r>
              </a:p>
            </p:txBody>
          </p:sp>
        </mc:Fallback>
      </mc:AlternateContent>
      <p:pic>
        <p:nvPicPr>
          <p:cNvPr id="26" name="Audio 25">
            <a:extLst>
              <a:ext uri="{FF2B5EF4-FFF2-40B4-BE49-F238E27FC236}">
                <a16:creationId xmlns:a16="http://schemas.microsoft.com/office/drawing/2014/main" id="{9988DC38-C008-0EC0-22EC-C00AEB25F32E}"/>
              </a:ext>
            </a:extLst>
          </p:cNvPr>
          <p:cNvPicPr>
            <a:picLocks noChangeAspect="1"/>
          </p:cNvPicPr>
          <p:nvPr>
            <a:audioFile r:link="rId3"/>
            <p:extLst>
              <p:ext uri="{DAA4B4D4-6D71-4841-9C94-3DE7FCFB9230}">
                <p14:media xmlns:p14="http://schemas.microsoft.com/office/powerpoint/2010/main" r:embed="rId2"/>
              </p:ext>
            </p:extLst>
          </p:nvPr>
        </p:nvPicPr>
        <p:blipFill>
          <a:blip r:embed="rId1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481883844"/>
      </p:ext>
    </p:extLst>
  </p:cSld>
  <p:clrMapOvr>
    <a:masterClrMapping/>
  </p:clrMapOvr>
  <mc:AlternateContent xmlns:mc="http://schemas.openxmlformats.org/markup-compatibility/2006">
    <mc:Choice xmlns:p14="http://schemas.microsoft.com/office/powerpoint/2010/main" Requires="p14">
      <p:transition spd="slow" p14:dur="2000" advTm="90069"/>
    </mc:Choice>
    <mc:Fallback>
      <p:transition spd="slow" advTm="900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9" fill="hold" display="0">
                  <p:stCondLst>
                    <p:cond delay="indefinite"/>
                  </p:stCondLst>
                  <p:endCondLst>
                    <p:cond evt="onStopAudio" delay="0">
                      <p:tgtEl>
                        <p:sldTgt/>
                      </p:tgtEl>
                    </p:cond>
                  </p:endCondLst>
                </p:cTn>
                <p:tgtEl>
                  <p:spTgt spid="26"/>
                </p:tgtEl>
              </p:cMediaNode>
            </p:audio>
          </p:childTnLst>
        </p:cTn>
      </p:par>
    </p:tnLst>
    <p:bldLst>
      <p:bldP spid="8" grpId="0"/>
      <p:bldP spid="10" grpId="0"/>
      <p:bldP spid="12" grpId="0"/>
      <p:bldP spid="14" grpId="0"/>
      <p:bldP spid="18" grpId="0"/>
      <p:bldP spid="20" grpId="0"/>
      <p:bldP spid="22" grpId="0"/>
      <p:bldP spid="24" grpId="0"/>
    </p:bldLst>
  </p:timing>
  <p:extLst>
    <p:ext uri="{3A86A75C-4F4B-4683-9AE1-C65F6400EC91}">
      <p14:laserTraceLst xmlns:p14="http://schemas.microsoft.com/office/powerpoint/2010/main">
        <p14:tracePtLst>
          <p14:tracePt t="16378" x="3878263" y="6240463"/>
          <p14:tracePt t="16387" x="3937000" y="5638800"/>
          <p14:tracePt t="16395" x="4005263" y="4910138"/>
          <p14:tracePt t="16401" x="4081463" y="4081463"/>
          <p14:tracePt t="16414" x="4132263" y="3268663"/>
          <p14:tracePt t="16418" x="4157663" y="2989263"/>
          <p14:tracePt t="16428" x="4216400" y="2387600"/>
          <p14:tracePt t="16433" x="4233863" y="2252663"/>
          <p14:tracePt t="16444" x="4275138" y="1922463"/>
          <p14:tracePt t="16450" x="4310063" y="1727200"/>
          <p14:tracePt t="16460" x="4343400" y="1617663"/>
          <p14:tracePt t="16466" x="4351338" y="1549400"/>
          <p14:tracePt t="16477" x="4351338" y="1531938"/>
          <p14:tracePt t="16482" x="4351338" y="1516063"/>
          <p14:tracePt t="16494" x="4351338" y="1498600"/>
          <p14:tracePt t="16548" x="4351338" y="1516063"/>
          <p14:tracePt t="16564" x="4351338" y="1531938"/>
          <p14:tracePt t="16572" x="4351338" y="1549400"/>
          <p14:tracePt t="16589" x="4351338" y="1557338"/>
          <p14:tracePt t="16597" x="4351338" y="1574800"/>
          <p14:tracePt t="16605" x="4343400" y="1592263"/>
          <p14:tracePt t="16622" x="4343400" y="1608138"/>
          <p14:tracePt t="16630" x="4325938" y="1608138"/>
          <p14:tracePt t="16646" x="4310063" y="1608138"/>
          <p14:tracePt t="16728" x="4310063" y="1617663"/>
          <p14:tracePt t="16737" x="4310063" y="1633538"/>
          <p14:tracePt t="16744" x="4310063" y="1668463"/>
          <p14:tracePt t="16753" x="4310063" y="1684338"/>
          <p14:tracePt t="16761" x="4310063" y="1693863"/>
          <p14:tracePt t="16769" x="4292600" y="1709738"/>
          <p14:tracePt t="16777" x="4292600" y="1744663"/>
          <p14:tracePt t="16785" x="4275138" y="1744663"/>
          <p14:tracePt t="16794" x="4275138" y="1770063"/>
          <p14:tracePt t="16802" x="4275138" y="1785938"/>
          <p14:tracePt t="16810" x="4275138" y="1803400"/>
          <p14:tracePt t="16818" x="4275138" y="1811338"/>
          <p14:tracePt t="16827" x="4275138" y="1828800"/>
          <p14:tracePt t="16835" x="4275138" y="1846263"/>
          <p14:tracePt t="16843" x="4275138" y="1862138"/>
          <p14:tracePt t="16851" x="4275138" y="1879600"/>
          <p14:tracePt t="16860" x="4275138" y="1887538"/>
          <p14:tracePt t="16867" x="4275138" y="1905000"/>
          <p14:tracePt t="16884" x="4275138" y="1922463"/>
          <p14:tracePt t="16893" x="4275138" y="1938338"/>
          <p14:tracePt t="16900" x="4275138" y="1947863"/>
          <p14:tracePt t="16910" x="4275138" y="1963738"/>
          <p14:tracePt t="16917" x="4275138" y="1981200"/>
          <p14:tracePt t="16933" x="4275138" y="2014538"/>
          <p14:tracePt t="16943" x="4275138" y="2039938"/>
          <p14:tracePt t="16949" x="4275138" y="2057400"/>
          <p14:tracePt t="16959" x="4275138" y="2082800"/>
          <p14:tracePt t="16966" x="4275138" y="2100263"/>
          <p14:tracePt t="16974" x="4275138" y="2116138"/>
          <p14:tracePt t="16982" x="4275138" y="2141538"/>
          <p14:tracePt t="16999" x="4275138" y="2159000"/>
          <p14:tracePt t="17015" x="4275138" y="2176463"/>
          <p14:tracePt t="17039" x="4267200" y="2176463"/>
          <p14:tracePt t="17064" x="4249738" y="2176463"/>
          <p14:tracePt t="17080" x="4233863" y="2176463"/>
          <p14:tracePt t="17089" x="4216400" y="2176463"/>
          <p14:tracePt t="17105" x="4208463" y="2176463"/>
          <p14:tracePt t="17130" x="4191000" y="2176463"/>
          <p14:tracePt t="17146" x="4173538" y="2176463"/>
          <p14:tracePt t="17154" x="4157663" y="2192338"/>
          <p14:tracePt t="17171" x="4140200" y="2192338"/>
          <p14:tracePt t="17179" x="4132263" y="2209800"/>
          <p14:tracePt t="17187" x="4097338" y="2209800"/>
          <p14:tracePt t="17195" x="4081463" y="2217738"/>
          <p14:tracePt t="17203" x="4071938" y="2217738"/>
          <p14:tracePt t="17212" x="4021138" y="2217738"/>
          <p14:tracePt t="17220" x="4005263" y="2235200"/>
          <p14:tracePt t="17228" x="3962400" y="2235200"/>
          <p14:tracePt t="17236" x="3937000" y="2235200"/>
          <p14:tracePt t="17244" x="3886200" y="2235200"/>
          <p14:tracePt t="17253" x="3843338" y="2252663"/>
          <p14:tracePt t="17261" x="3810000" y="2252663"/>
          <p14:tracePt t="17269" x="3784600" y="2252663"/>
          <p14:tracePt t="17277" x="3767138" y="2252663"/>
          <p14:tracePt t="17285" x="3741738" y="2252663"/>
          <p14:tracePt t="17294" x="3708400" y="2252663"/>
          <p14:tracePt t="17310" x="3690938" y="2252663"/>
          <p14:tracePt t="17327" x="3690938" y="2235200"/>
          <p14:tracePt t="17334" x="3675063" y="2217738"/>
          <p14:tracePt t="17351" x="3675063" y="2209800"/>
          <p14:tracePt t="17360" x="3675063" y="2192338"/>
          <p14:tracePt t="17377" x="3675063" y="2176463"/>
          <p14:tracePt t="17384" x="3675063" y="2159000"/>
          <p14:tracePt t="17400" x="3690938" y="2159000"/>
          <p14:tracePt t="17410" x="3690938" y="2141538"/>
          <p14:tracePt t="17417" x="3708400" y="2141538"/>
          <p14:tracePt t="17426" x="3725863" y="2133600"/>
          <p14:tracePt t="17433" x="3741738" y="2116138"/>
          <p14:tracePt t="17442" x="3767138" y="2100263"/>
          <p14:tracePt t="17449" x="3810000" y="2074863"/>
          <p14:tracePt t="17459" x="3860800" y="2039938"/>
          <p14:tracePt t="17466" x="3886200" y="2024063"/>
          <p14:tracePt t="17474" x="3937000" y="1998663"/>
          <p14:tracePt t="17482" x="3995738" y="1963738"/>
          <p14:tracePt t="17490" x="4114800" y="1905000"/>
          <p14:tracePt t="17498" x="4132263" y="1887538"/>
          <p14:tracePt t="17506" x="4208463" y="1862138"/>
          <p14:tracePt t="17515" x="4343400" y="1811338"/>
          <p14:tracePt t="17523" x="4386263" y="1803400"/>
          <p14:tracePt t="17531" x="4546600" y="1770063"/>
          <p14:tracePt t="17539" x="4622800" y="1752600"/>
          <p14:tracePt t="17548" x="4681538" y="1752600"/>
          <p14:tracePt t="17556" x="4757738" y="1744663"/>
          <p14:tracePt t="17564" x="4868863" y="1744663"/>
          <p14:tracePt t="17572" x="4935538" y="1744663"/>
          <p14:tracePt t="17581" x="5046663" y="1744663"/>
          <p14:tracePt t="17589" x="5105400" y="1744663"/>
          <p14:tracePt t="17597" x="5181600" y="1744663"/>
          <p14:tracePt t="17605" x="5240338" y="1744663"/>
          <p14:tracePt t="17613" x="5283200" y="1744663"/>
          <p14:tracePt t="17622" x="5334000" y="1752600"/>
          <p14:tracePt t="17629" x="5392738" y="1770063"/>
          <p14:tracePt t="17638" x="5418138" y="1785938"/>
          <p14:tracePt t="17646" x="5468938" y="1803400"/>
          <p14:tracePt t="17654" x="5494338" y="1811338"/>
          <p14:tracePt t="17662" x="5537200" y="1846263"/>
          <p14:tracePt t="17670" x="5570538" y="1846263"/>
          <p14:tracePt t="17679" x="5613400" y="1879600"/>
          <p14:tracePt t="17687" x="5646738" y="1879600"/>
          <p14:tracePt t="17695" x="5664200" y="1887538"/>
          <p14:tracePt t="17703" x="5689600" y="1905000"/>
          <p14:tracePt t="17711" x="5707063" y="1905000"/>
          <p14:tracePt t="17720" x="5722938" y="1922463"/>
          <p14:tracePt t="17736" x="5732463" y="1922463"/>
          <p14:tracePt t="17744" x="5732463" y="1938338"/>
          <p14:tracePt t="17752" x="5748338" y="1938338"/>
          <p14:tracePt t="17769" x="5748338" y="1947863"/>
          <p14:tracePt t="17793" x="5748338" y="1963738"/>
          <p14:tracePt t="17826" x="5748338" y="1981200"/>
          <p14:tracePt t="17851" x="5748338" y="1998663"/>
          <p14:tracePt t="17860" x="5748338" y="2014538"/>
          <p14:tracePt t="17883" x="5748338" y="2024063"/>
          <p14:tracePt t="17900" x="5748338" y="2039938"/>
          <p14:tracePt t="17916" x="5748338" y="2057400"/>
          <p14:tracePt t="17926" x="5732463" y="2057400"/>
          <p14:tracePt t="17932" x="5732463" y="2074863"/>
          <p14:tracePt t="17949" x="5732463" y="2082800"/>
          <p14:tracePt t="17957" x="5722938" y="2100263"/>
          <p14:tracePt t="17965" x="5722938" y="2116138"/>
          <p14:tracePt t="17974" x="5707063" y="2116138"/>
          <p14:tracePt t="17982" x="5707063" y="2133600"/>
          <p14:tracePt t="17990" x="5707063" y="2141538"/>
          <p14:tracePt t="17998" x="5689600" y="2141538"/>
          <p14:tracePt t="18006" x="5689600" y="2159000"/>
          <p14:tracePt t="18023" x="5672138" y="2176463"/>
          <p14:tracePt t="18039" x="5664200" y="2192338"/>
          <p14:tracePt t="18047" x="5664200" y="2209800"/>
          <p14:tracePt t="18064" x="5664200" y="2217738"/>
          <p14:tracePt t="18080" x="5646738" y="2235200"/>
          <p14:tracePt t="18088" x="5646738" y="2252663"/>
          <p14:tracePt t="18113" x="5646738" y="2268538"/>
          <p14:tracePt t="18129" x="5630863" y="2278063"/>
          <p14:tracePt t="18138" x="5630863" y="2293938"/>
          <p14:tracePt t="18154" x="5630863" y="2311400"/>
          <p14:tracePt t="18170" x="5630863" y="2328863"/>
          <p14:tracePt t="18178" x="5630863" y="2336800"/>
          <p14:tracePt t="18195" x="5630863" y="2354263"/>
          <p14:tracePt t="18203" x="5613400" y="2354263"/>
          <p14:tracePt t="18219" x="5613400" y="2370138"/>
          <p14:tracePt t="18244" x="5613400" y="2387600"/>
          <p14:tracePt t="18260" x="5613400" y="2405063"/>
          <p14:tracePt t="18269" x="5613400" y="2413000"/>
          <p14:tracePt t="18285" x="5613400" y="2430463"/>
          <p14:tracePt t="18309" x="5613400" y="2446338"/>
          <p14:tracePt t="18327" x="5613400" y="2463800"/>
          <p14:tracePt t="18350" x="5613400" y="2471738"/>
          <p14:tracePt t="18360" x="5613400" y="2489200"/>
          <p14:tracePt t="18383" x="5613400" y="2506663"/>
          <p14:tracePt t="18428" x="5613400" y="2522538"/>
          <p14:tracePt t="18785" x="5630863" y="2540000"/>
          <p14:tracePt t="18801" x="5630863" y="2547938"/>
          <p14:tracePt t="18817" x="5646738" y="2547938"/>
          <p14:tracePt t="18827" x="5646738" y="2565400"/>
          <p14:tracePt t="18843" x="5664200" y="2565400"/>
          <p14:tracePt t="18850" x="5664200" y="2582863"/>
          <p14:tracePt t="18866" x="5672138" y="2582863"/>
          <p14:tracePt t="18877" x="5672138" y="2598738"/>
          <p14:tracePt t="18899" x="5689600" y="2598738"/>
          <p14:tracePt t="18909" x="5689600" y="2608263"/>
          <p14:tracePt t="18916" x="5689600" y="2624138"/>
          <p14:tracePt t="18924" x="5707063" y="2624138"/>
          <p14:tracePt t="18932" x="5707063" y="2641600"/>
          <p14:tracePt t="18949" x="5722938" y="2659063"/>
          <p14:tracePt t="18957" x="5722938" y="2667000"/>
          <p14:tracePt t="18965" x="5722938" y="2684463"/>
          <p14:tracePt t="18981" x="5732463" y="2700338"/>
          <p14:tracePt t="18989" x="5732463" y="2735263"/>
          <p14:tracePt t="18998" x="5748338" y="2743200"/>
          <p14:tracePt t="19006" x="5748338" y="2760663"/>
          <p14:tracePt t="19022" x="5748338" y="2794000"/>
          <p14:tracePt t="19031" x="5765800" y="2801938"/>
          <p14:tracePt t="19039" x="5765800" y="2819400"/>
          <p14:tracePt t="19047" x="5765800" y="2836863"/>
          <p14:tracePt t="19063" x="5765800" y="2852738"/>
          <p14:tracePt t="19080" x="5765800" y="2870200"/>
          <p14:tracePt t="19088" x="5765800" y="2878138"/>
          <p14:tracePt t="19096" x="5783263" y="2878138"/>
          <p14:tracePt t="19104" x="5783263" y="2895600"/>
          <p14:tracePt t="19129" x="5783263" y="2913063"/>
          <p14:tracePt t="19997" x="5765800" y="2913063"/>
          <p14:tracePt t="20005" x="5646738" y="3030538"/>
          <p14:tracePt t="20014" x="5478463" y="3200400"/>
          <p14:tracePt t="20022" x="5316538" y="3395663"/>
          <p14:tracePt t="20030" x="5122863" y="3598863"/>
          <p14:tracePt t="20038" x="4927600" y="3843338"/>
          <p14:tracePt t="20046" x="4579938" y="4275138"/>
          <p14:tracePt t="20055" x="4208463" y="4783138"/>
          <p14:tracePt t="20063" x="3827463" y="5283200"/>
          <p14:tracePt t="20071" x="3675063" y="5478463"/>
          <p14:tracePt t="20079" x="3454400" y="5900738"/>
          <p14:tracePt t="20087" x="3200400" y="6273800"/>
          <p14:tracePt t="20095" x="3014663" y="6545263"/>
          <p14:tracePt t="20104" x="2852738" y="6764338"/>
          <p14:tracePt t="24883" x="2751138" y="6527800"/>
          <p14:tracePt t="24894" x="2751138" y="6291263"/>
          <p14:tracePt t="24898" x="2794000" y="6045200"/>
          <p14:tracePt t="24906" x="2836863" y="5773738"/>
          <p14:tracePt t="24914" x="2913063" y="5494338"/>
          <p14:tracePt t="24922" x="2954338" y="5207000"/>
          <p14:tracePt t="24930" x="3014663" y="4935538"/>
          <p14:tracePt t="24938" x="3090863" y="4699000"/>
          <p14:tracePt t="24946" x="3167063" y="4503738"/>
          <p14:tracePt t="24954" x="3225800" y="4310063"/>
          <p14:tracePt t="24962" x="3259138" y="4233863"/>
          <p14:tracePt t="24970" x="3302000" y="4097338"/>
          <p14:tracePt t="24979" x="3344863" y="3987800"/>
          <p14:tracePt t="24987" x="3395663" y="3886200"/>
          <p14:tracePt t="24995" x="3421063" y="3810000"/>
          <p14:tracePt t="25003" x="3454400" y="3751263"/>
          <p14:tracePt t="25012" x="3479800" y="3708400"/>
          <p14:tracePt t="25020" x="3497263" y="3657600"/>
          <p14:tracePt t="25028" x="3513138" y="3632200"/>
          <p14:tracePt t="25036" x="3530600" y="3598863"/>
          <p14:tracePt t="25044" x="3548063" y="3589338"/>
          <p14:tracePt t="25052" x="3556000" y="3556000"/>
          <p14:tracePt t="25061" x="3556000" y="3538538"/>
          <p14:tracePt t="25069" x="3573463" y="3530600"/>
          <p14:tracePt t="25078" x="3573463" y="3497263"/>
          <p14:tracePt t="25093" x="3589338" y="3462338"/>
          <p14:tracePt t="25110" x="3606800" y="3454400"/>
          <p14:tracePt t="25118" x="3606800" y="3436938"/>
          <p14:tracePt t="25127" x="3606800" y="3421063"/>
          <p14:tracePt t="25144" x="3606800" y="3403600"/>
          <p14:tracePt t="25151" x="3606800" y="3395663"/>
          <p14:tracePt t="25167" x="3606800" y="3378200"/>
          <p14:tracePt t="25177" x="3606800" y="3360738"/>
          <p14:tracePt t="25184" x="3606800" y="3344863"/>
          <p14:tracePt t="25193" x="3606800" y="3327400"/>
          <p14:tracePt t="25200" x="3606800" y="3319463"/>
          <p14:tracePt t="25210" x="3606800" y="3268663"/>
          <p14:tracePt t="25216" x="3589338" y="3243263"/>
          <p14:tracePt t="25226" x="3573463" y="3182938"/>
          <p14:tracePt t="25233" x="3548063" y="3124200"/>
          <p14:tracePt t="25243" x="3513138" y="3048000"/>
          <p14:tracePt t="25249" x="3479800" y="3014663"/>
          <p14:tracePt t="25258" x="3421063" y="2852738"/>
          <p14:tracePt t="25265" x="3395663" y="2801938"/>
          <p14:tracePt t="25274" x="3335338" y="2717800"/>
          <p14:tracePt t="25282" x="3302000" y="2641600"/>
          <p14:tracePt t="25290" x="3259138" y="2565400"/>
          <p14:tracePt t="25298" x="3217863" y="2506663"/>
          <p14:tracePt t="25307" x="3167063" y="2446338"/>
          <p14:tracePt t="25315" x="3124200" y="2413000"/>
          <p14:tracePt t="25323" x="3090863" y="2370138"/>
          <p14:tracePt t="25331" x="3065463" y="2336800"/>
          <p14:tracePt t="25339" x="3048000" y="2328863"/>
          <p14:tracePt t="25347" x="3014663" y="2311400"/>
          <p14:tracePt t="25356" x="3005138" y="2293938"/>
          <p14:tracePt t="25364" x="3005138" y="2278063"/>
          <p14:tracePt t="25372" x="2989263" y="2278063"/>
          <p14:tracePt t="25388" x="2971800" y="2278063"/>
          <p14:tracePt t="25576" x="2971800" y="2268538"/>
          <p14:tracePt t="25601" x="2971800" y="2252663"/>
          <p14:tracePt t="25659" x="2989263" y="2252663"/>
          <p14:tracePt t="25667" x="3005138" y="2252663"/>
          <p14:tracePt t="25678" x="3048000" y="2252663"/>
          <p14:tracePt t="25683" x="3090863" y="2252663"/>
          <p14:tracePt t="25692" x="3167063" y="2268538"/>
          <p14:tracePt t="25711" x="3436938" y="2328863"/>
          <p14:tracePt t="25716" x="3589338" y="2354263"/>
          <p14:tracePt t="25727" x="3827463" y="2430463"/>
          <p14:tracePt t="25733" x="4071938" y="2489200"/>
          <p14:tracePt t="25744" x="4343400" y="2565400"/>
          <p14:tracePt t="25749" x="4622800" y="2659063"/>
          <p14:tracePt t="25760" x="4851400" y="2717800"/>
          <p14:tracePt t="25765" x="5087938" y="2776538"/>
          <p14:tracePt t="25777" x="5316538" y="2836863"/>
          <p14:tracePt t="25782" x="5376863" y="2870200"/>
          <p14:tracePt t="25794" x="5511800" y="2913063"/>
          <p14:tracePt t="25798" x="5630863" y="2938463"/>
          <p14:tracePt t="25811" x="5722938" y="2971800"/>
          <p14:tracePt t="25814" x="5765800" y="2997200"/>
          <p14:tracePt t="25827" x="5808663" y="3014663"/>
          <p14:tracePt t="25831" x="5842000" y="3014663"/>
          <p14:tracePt t="25844" x="5842000" y="3030538"/>
          <p14:tracePt t="25847" x="5859463" y="3048000"/>
          <p14:tracePt t="25860" x="5867400" y="3048000"/>
          <p14:tracePt t="25871" x="5867400" y="3065463"/>
          <p14:tracePt t="25904" x="5867400" y="3073400"/>
          <p14:tracePt t="26019" x="5859463" y="3073400"/>
          <p14:tracePt t="26044" x="5842000" y="3073400"/>
          <p14:tracePt t="26052" x="5842000" y="3065463"/>
          <p14:tracePt t="26060" x="5824538" y="3065463"/>
          <p14:tracePt t="26069" x="5808663" y="3048000"/>
          <p14:tracePt t="26085" x="5799138" y="3030538"/>
          <p14:tracePt t="26093" x="5783263" y="3030538"/>
          <p14:tracePt t="26101" x="5765800" y="3014663"/>
          <p14:tracePt t="26110" x="5748338" y="2997200"/>
          <p14:tracePt t="26118" x="5732463" y="2997200"/>
          <p14:tracePt t="26127" x="5732463" y="2989263"/>
          <p14:tracePt t="26134" x="5707063" y="2971800"/>
          <p14:tracePt t="26144" x="5689600" y="2954338"/>
          <p14:tracePt t="26150" x="5672138" y="2954338"/>
          <p14:tracePt t="26160" x="5664200" y="2938463"/>
          <p14:tracePt t="26167" x="5630863" y="2928938"/>
          <p14:tracePt t="26177" x="5595938" y="2895600"/>
          <p14:tracePt t="26183" x="5588000" y="2895600"/>
          <p14:tracePt t="26193" x="5537200" y="2878138"/>
          <p14:tracePt t="26200" x="5511800" y="2870200"/>
          <p14:tracePt t="26209" x="5478463" y="2852738"/>
          <p14:tracePt t="26216" x="5453063" y="2836863"/>
          <p14:tracePt t="26224" x="5402263" y="2836863"/>
          <p14:tracePt t="26232" x="5376863" y="2819400"/>
          <p14:tracePt t="26241" x="5359400" y="2801938"/>
          <p14:tracePt t="26248" x="5334000" y="2794000"/>
          <p14:tracePt t="26257" x="5316538" y="2794000"/>
          <p14:tracePt t="26265" x="5300663" y="2794000"/>
          <p14:tracePt t="26274" x="5283200" y="2794000"/>
          <p14:tracePt t="26281" x="5265738" y="2794000"/>
          <p14:tracePt t="26290" x="5265738" y="2776538"/>
          <p14:tracePt t="26298" x="5257800" y="2776538"/>
          <p14:tracePt t="26314" x="5240338" y="2776538"/>
          <p14:tracePt t="26322" x="5224463" y="2776538"/>
          <p14:tracePt t="26363" x="5207000" y="2776538"/>
          <p14:tracePt t="26388" x="5199063" y="2776538"/>
          <p14:tracePt t="26412" x="5181600" y="2776538"/>
          <p14:tracePt t="26429" x="5164138" y="2776538"/>
          <p14:tracePt t="26437" x="5148263" y="2776538"/>
          <p14:tracePt t="26453" x="5138738" y="2776538"/>
          <p14:tracePt t="26462" x="5122863" y="2760663"/>
          <p14:tracePt t="26470" x="5105400" y="2760663"/>
          <p14:tracePt t="26487" x="5087938" y="2760663"/>
          <p14:tracePt t="26494" x="5072063" y="2760663"/>
          <p14:tracePt t="26511" x="5062538" y="2760663"/>
          <p14:tracePt t="26544" x="5046663" y="2760663"/>
          <p14:tracePt t="26584" x="5046663" y="2776538"/>
          <p14:tracePt t="26594" x="5046663" y="2794000"/>
          <p14:tracePt t="26610" x="5046663" y="2801938"/>
          <p14:tracePt t="26618" x="5046663" y="2819400"/>
          <p14:tracePt t="26627" x="5046663" y="2836863"/>
          <p14:tracePt t="26634" x="5046663" y="2852738"/>
          <p14:tracePt t="26644" x="5046663" y="2870200"/>
          <p14:tracePt t="26660" x="5046663" y="2878138"/>
          <p14:tracePt t="26683" x="5046663" y="2895600"/>
          <p14:tracePt t="26700" x="5029200" y="2895600"/>
          <p14:tracePt t="26789" x="5029200" y="2878138"/>
          <p14:tracePt t="26806" x="5029200" y="2870200"/>
          <p14:tracePt t="26814" x="5029200" y="2852738"/>
          <p14:tracePt t="26822" x="5011738" y="2836863"/>
          <p14:tracePt t="26830" x="5011738" y="2819400"/>
          <p14:tracePt t="26839" x="5011738" y="2801938"/>
          <p14:tracePt t="26855" x="5011738" y="2794000"/>
          <p14:tracePt t="26863" x="5011738" y="2776538"/>
          <p14:tracePt t="26880" x="5011738" y="2760663"/>
          <p14:tracePt t="26912" x="5011738" y="2743200"/>
          <p14:tracePt t="26945" x="5011738" y="2735263"/>
          <p14:tracePt t="27044" x="5011738" y="2743200"/>
          <p14:tracePt t="27445" x="5011738" y="2776538"/>
          <p14:tracePt t="27453" x="5003800" y="2870200"/>
          <p14:tracePt t="27461" x="4986338" y="2971800"/>
          <p14:tracePt t="27469" x="4935538" y="3106738"/>
          <p14:tracePt t="27478" x="4876800" y="3302000"/>
          <p14:tracePt t="27486" x="4800600" y="3589338"/>
          <p14:tracePt t="27494" x="4716463" y="3810000"/>
          <p14:tracePt t="27502" x="4622800" y="4097338"/>
          <p14:tracePt t="27511" x="4546600" y="4292600"/>
          <p14:tracePt t="27519" x="4427538" y="4546600"/>
          <p14:tracePt t="27527" x="4351338" y="4716463"/>
          <p14:tracePt t="27535" x="4275138" y="4876800"/>
          <p14:tracePt t="27544" x="4249738" y="4935538"/>
          <p14:tracePt t="27552" x="4114800" y="5189538"/>
          <p14:tracePt t="27560" x="4081463" y="5240338"/>
          <p14:tracePt t="27568" x="4056063" y="5326063"/>
          <p14:tracePt t="27577" x="4005263" y="5418138"/>
          <p14:tracePt t="27584" x="3962400" y="5478463"/>
          <p14:tracePt t="27593" x="3944938" y="5537200"/>
          <p14:tracePt t="27600" x="3937000" y="5580063"/>
          <p14:tracePt t="27610" x="3903663" y="5613400"/>
          <p14:tracePt t="27617" x="3903663" y="5638800"/>
          <p14:tracePt t="27627" x="3886200" y="5656263"/>
          <p14:tracePt t="27643" x="3878263" y="5672138"/>
          <p14:tracePt t="27666" x="3878263" y="5689600"/>
          <p14:tracePt t="27691" x="3860800" y="5689600"/>
          <p14:tracePt t="27772" x="3843338" y="5672138"/>
          <p14:tracePt t="27789" x="3843338" y="5638800"/>
          <p14:tracePt t="27797" x="3843338" y="5630863"/>
          <p14:tracePt t="27805" x="3843338" y="5613400"/>
          <p14:tracePt t="27813" x="3843338" y="5580063"/>
          <p14:tracePt t="27822" x="3843338" y="5537200"/>
          <p14:tracePt t="27830" x="3843338" y="5443538"/>
          <p14:tracePt t="27838" x="3843338" y="5240338"/>
          <p14:tracePt t="27846" x="3878263" y="5011738"/>
          <p14:tracePt t="27855" x="3979863" y="4681538"/>
          <p14:tracePt t="27863" x="4038600" y="4487863"/>
          <p14:tracePt t="27871" x="4157663" y="4157663"/>
          <p14:tracePt t="27879" x="4249738" y="3843338"/>
          <p14:tracePt t="27887" x="4386263" y="3513138"/>
          <p14:tracePt t="27896" x="4487863" y="3259138"/>
          <p14:tracePt t="27904" x="4538663" y="3182938"/>
          <p14:tracePt t="27912" x="4605338" y="3014663"/>
          <p14:tracePt t="27920" x="4673600" y="2878138"/>
          <p14:tracePt t="27928" x="4716463" y="2801938"/>
          <p14:tracePt t="27937" x="4741863" y="2743200"/>
          <p14:tracePt t="27945" x="4775200" y="2735263"/>
          <p14:tracePt t="27953" x="4792663" y="2717800"/>
          <p14:tracePt t="27961" x="4800600" y="2700338"/>
          <p14:tracePt t="27986" x="4818063" y="2700338"/>
          <p14:tracePt t="28256" x="4818063" y="2717800"/>
          <p14:tracePt t="28330" x="4818063" y="2735263"/>
          <p14:tracePt t="28371" x="4818063" y="2743200"/>
          <p14:tracePt t="28404" x="4818063" y="2760663"/>
          <p14:tracePt t="28412" x="4818063" y="2776538"/>
          <p14:tracePt t="28420" x="4818063" y="2794000"/>
          <p14:tracePt t="28428" x="4818063" y="2801938"/>
          <p14:tracePt t="28436" x="4792663" y="2870200"/>
          <p14:tracePt t="28445" x="4775200" y="2913063"/>
          <p14:tracePt t="28453" x="4699000" y="3073400"/>
          <p14:tracePt t="28461" x="4597400" y="3302000"/>
          <p14:tracePt t="28469" x="4470400" y="3556000"/>
          <p14:tracePt t="28477" x="4402138" y="3708400"/>
          <p14:tracePt t="28485" x="4275138" y="4038600"/>
          <p14:tracePt t="28494" x="4132263" y="4335463"/>
          <p14:tracePt t="28503" x="4005263" y="4665663"/>
          <p14:tracePt t="28510" x="3878263" y="4953000"/>
          <p14:tracePt t="28518" x="3751263" y="5249863"/>
          <p14:tracePt t="28527" x="3632200" y="5554663"/>
          <p14:tracePt t="28535" x="3556000" y="5748338"/>
          <p14:tracePt t="28544" x="3471863" y="5943600"/>
          <p14:tracePt t="28551" x="3411538" y="6154738"/>
          <p14:tracePt t="28561" x="3360738" y="6273800"/>
          <p14:tracePt t="28567" x="3302000" y="6434138"/>
          <p14:tracePt t="28577" x="3276600" y="6570663"/>
          <p14:tracePt t="28583" x="3243263" y="6738938"/>
          <p14:tracePt t="29378" x="3200400" y="6273800"/>
          <p14:tracePt t="29549" x="3944938" y="4445000"/>
          <p14:tracePt t="29566" x="3962400" y="4445000"/>
          <p14:tracePt t="29578" x="3962400" y="4427538"/>
          <p14:tracePt t="29657" x="3979863" y="4411663"/>
          <p14:tracePt t="29681" x="3995738" y="4394200"/>
          <p14:tracePt t="29690" x="3995738" y="4386263"/>
          <p14:tracePt t="29698" x="4005263" y="4386263"/>
          <p14:tracePt t="29706" x="4005263" y="4368800"/>
          <p14:tracePt t="29715" x="4005263" y="4351338"/>
          <p14:tracePt t="29722" x="4021138" y="4351338"/>
          <p14:tracePt t="29739" x="4021138" y="4335463"/>
          <p14:tracePt t="29747" x="4038600" y="4335463"/>
          <p14:tracePt t="29755" x="4038600" y="4318000"/>
          <p14:tracePt t="29764" x="4056063" y="4318000"/>
          <p14:tracePt t="29780" x="4056063" y="4310063"/>
          <p14:tracePt t="29788" x="4071938" y="4310063"/>
          <p14:tracePt t="29829" x="4081463" y="4310063"/>
          <p14:tracePt t="30402" x="4071938" y="4310063"/>
          <p14:tracePt t="30484" x="4056063" y="4310063"/>
          <p14:tracePt t="30509" x="4038600" y="4310063"/>
          <p14:tracePt t="30517" x="4021138" y="4310063"/>
          <p14:tracePt t="30534" x="4005263" y="4310063"/>
          <p14:tracePt t="30543" x="3995738" y="4310063"/>
          <p14:tracePt t="30560" x="3979863" y="4310063"/>
          <p14:tracePt t="30566" x="3962400" y="4310063"/>
          <p14:tracePt t="30576" x="3937000" y="4310063"/>
          <p14:tracePt t="30583" x="3919538" y="4310063"/>
          <p14:tracePt t="30591" x="3903663" y="4310063"/>
          <p14:tracePt t="30599" x="3860800" y="4292600"/>
          <p14:tracePt t="30607" x="3843338" y="4275138"/>
          <p14:tracePt t="30616" x="3802063" y="4259263"/>
          <p14:tracePt t="30624" x="3767138" y="4233863"/>
          <p14:tracePt t="30632" x="3725863" y="4191000"/>
          <p14:tracePt t="30640" x="3690938" y="4173538"/>
          <p14:tracePt t="30648" x="3649663" y="4114800"/>
          <p14:tracePt t="30657" x="3589338" y="4056063"/>
          <p14:tracePt t="30665" x="3530600" y="3979863"/>
          <p14:tracePt t="30673" x="3454400" y="3903663"/>
          <p14:tracePt t="30681" x="3395663" y="3827463"/>
          <p14:tracePt t="30690" x="3335338" y="3733800"/>
          <p14:tracePt t="30697" x="3259138" y="3649663"/>
          <p14:tracePt t="30706" x="3200400" y="3556000"/>
          <p14:tracePt t="30714" x="3149600" y="3513138"/>
          <p14:tracePt t="30722" x="3081338" y="3421063"/>
          <p14:tracePt t="30730" x="3005138" y="3344863"/>
          <p14:tracePt t="30739" x="2954338" y="3268663"/>
          <p14:tracePt t="30747" x="2878138" y="3200400"/>
          <p14:tracePt t="30755" x="2819400" y="3124200"/>
          <p14:tracePt t="30763" x="2794000" y="3073400"/>
          <p14:tracePt t="30771" x="2751138" y="3030538"/>
          <p14:tracePt t="30780" x="2717800" y="2997200"/>
          <p14:tracePt t="30788" x="2684463" y="2971800"/>
          <p14:tracePt t="30796" x="2659063" y="2954338"/>
          <p14:tracePt t="30804" x="2641600" y="2938463"/>
          <p14:tracePt t="30812" x="2641600" y="2928938"/>
          <p14:tracePt t="30821" x="2616200" y="2913063"/>
          <p14:tracePt t="30828" x="2616200" y="2895600"/>
          <p14:tracePt t="30837" x="2598738" y="2878138"/>
          <p14:tracePt t="30845" x="2582863" y="2878138"/>
          <p14:tracePt t="30853" x="2582863" y="2870200"/>
          <p14:tracePt t="30861" x="2565400" y="2870200"/>
          <p14:tracePt t="30869" x="2547938" y="2870200"/>
          <p14:tracePt t="30878" x="2547938" y="2852738"/>
          <p14:tracePt t="30894" x="2540000" y="2852738"/>
          <p14:tracePt t="30910" x="2540000" y="2836863"/>
          <p14:tracePt t="30927" x="2522538" y="2836863"/>
          <p14:tracePt t="30935" x="2506663" y="2836863"/>
          <p14:tracePt t="30944" x="2506663" y="2819400"/>
          <p14:tracePt t="30951" x="2489200" y="2819400"/>
          <p14:tracePt t="30960" x="2481263" y="2801938"/>
          <p14:tracePt t="30968" x="2463800" y="2801938"/>
          <p14:tracePt t="30977" x="2446338" y="2794000"/>
          <p14:tracePt t="30984" x="2430463" y="2776538"/>
          <p14:tracePt t="30993" x="2420938" y="2760663"/>
          <p14:tracePt t="31010" x="2405063" y="2743200"/>
          <p14:tracePt t="31017" x="2405063" y="2735263"/>
          <p14:tracePt t="31027" x="2387600" y="2735263"/>
          <p14:tracePt t="31033" x="2387600" y="2717800"/>
          <p14:tracePt t="31043" x="2387600" y="2700338"/>
          <p14:tracePt t="31049" x="2370138" y="2684463"/>
          <p14:tracePt t="31059" x="2370138" y="2667000"/>
          <p14:tracePt t="31066" x="2354263" y="2659063"/>
          <p14:tracePt t="31074" x="2354263" y="2641600"/>
          <p14:tracePt t="31082" x="2344738" y="2624138"/>
          <p14:tracePt t="31091" x="2344738" y="2608263"/>
          <p14:tracePt t="31099" x="2344738" y="2598738"/>
          <p14:tracePt t="31107" x="2344738" y="2582863"/>
          <p14:tracePt t="31115" x="2328863" y="2582863"/>
          <p14:tracePt t="31123" x="2328863" y="2565400"/>
          <p14:tracePt t="31148" x="2328863" y="2547938"/>
          <p14:tracePt t="31156" x="2311400" y="2547938"/>
          <p14:tracePt t="31172" x="2311400" y="2540000"/>
          <p14:tracePt t="31189" x="2293938" y="2522538"/>
          <p14:tracePt t="31197" x="2293938" y="2506663"/>
          <p14:tracePt t="31205" x="2286000" y="2489200"/>
          <p14:tracePt t="31214" x="2286000" y="2471738"/>
          <p14:tracePt t="31222" x="2268538" y="2463800"/>
          <p14:tracePt t="31230" x="2268538" y="2446338"/>
          <p14:tracePt t="31238" x="2252663" y="2430463"/>
          <p14:tracePt t="31246" x="2252663" y="2405063"/>
          <p14:tracePt t="31255" x="2235200" y="2387600"/>
          <p14:tracePt t="31263" x="2217738" y="2370138"/>
          <p14:tracePt t="31271" x="2217738" y="2354263"/>
          <p14:tracePt t="31279" x="2209800" y="2328863"/>
          <p14:tracePt t="31296" x="2209800" y="2311400"/>
          <p14:tracePt t="31304" x="2209800" y="2293938"/>
          <p14:tracePt t="31320" x="2192338" y="2293938"/>
          <p14:tracePt t="32098" x="2209800" y="2293938"/>
          <p14:tracePt t="32106" x="2217738" y="2293938"/>
          <p14:tracePt t="32115" x="2235200" y="2293938"/>
          <p14:tracePt t="32123" x="2268538" y="2278063"/>
          <p14:tracePt t="32131" x="2286000" y="2278063"/>
          <p14:tracePt t="32139" x="2293938" y="2268538"/>
          <p14:tracePt t="32148" x="2311400" y="2268538"/>
          <p14:tracePt t="32156" x="2328863" y="2268538"/>
          <p14:tracePt t="32164" x="2344738" y="2268538"/>
          <p14:tracePt t="32188" x="2354263" y="2268538"/>
          <p14:tracePt t="32450" x="2344738" y="2268538"/>
          <p14:tracePt t="32492" x="2328863" y="2268538"/>
          <p14:tracePt t="32516" x="2311400" y="2268538"/>
          <p14:tracePt t="32533" x="2293938" y="2268538"/>
          <p14:tracePt t="32557" x="2286000" y="2268538"/>
          <p14:tracePt t="32582" x="2268538" y="2268538"/>
          <p14:tracePt t="32607" x="2252663" y="2268538"/>
          <p14:tracePt t="32631" x="2235200" y="2268538"/>
          <p14:tracePt t="32647" x="2217738" y="2268538"/>
          <p14:tracePt t="32656" x="2209800" y="2252663"/>
          <p14:tracePt t="32672" x="2192338" y="2252663"/>
          <p14:tracePt t="32680" x="2176463" y="2252663"/>
          <p14:tracePt t="32697" x="2159000" y="2252663"/>
          <p14:tracePt t="32705" x="2151063" y="2252663"/>
          <p14:tracePt t="32713" x="2133600" y="2235200"/>
          <p14:tracePt t="32721" x="2116138" y="2235200"/>
          <p14:tracePt t="32729" x="2100263" y="2235200"/>
          <p14:tracePt t="32738" x="2100263" y="2217738"/>
          <p14:tracePt t="32746" x="2074863" y="2217738"/>
          <p14:tracePt t="32754" x="2057400" y="2209800"/>
          <p14:tracePt t="32762" x="2039938" y="2209800"/>
          <p14:tracePt t="32779" x="2024063" y="2192338"/>
          <p14:tracePt t="32795" x="2014538" y="2192338"/>
          <p14:tracePt t="32803" x="2014538" y="2176463"/>
          <p14:tracePt t="32827" x="1998663" y="2159000"/>
          <p14:tracePt t="32844" x="1998663" y="2141538"/>
          <p14:tracePt t="32861" x="1998663" y="2133600"/>
          <p14:tracePt t="32877" x="1998663" y="2116138"/>
          <p14:tracePt t="32894" x="1998663" y="2100263"/>
          <p14:tracePt t="32901" x="1998663" y="2082800"/>
          <p14:tracePt t="32918" x="1998663" y="2074863"/>
          <p14:tracePt t="32942" x="1998663" y="2057400"/>
          <p14:tracePt t="32960" x="2014538" y="2057400"/>
          <p14:tracePt t="32977" x="2024063" y="2057400"/>
          <p14:tracePt t="32983" x="2039938" y="2057400"/>
          <p14:tracePt t="33000" x="2057400" y="2057400"/>
          <p14:tracePt t="33009" x="2074863" y="2057400"/>
          <p14:tracePt t="33033" x="2090738" y="2057400"/>
          <p14:tracePt t="33049" x="2100263" y="2057400"/>
          <p14:tracePt t="33090" x="2116138" y="2057400"/>
          <p14:tracePt t="33368" x="2116138" y="2074863"/>
          <p14:tracePt t="33507" x="2116138" y="2082800"/>
          <p14:tracePt t="33573" x="2116138" y="2100263"/>
          <p14:tracePt t="33614" x="2133600" y="2100263"/>
          <p14:tracePt t="33622" x="2133600" y="2116138"/>
          <p14:tracePt t="33655" x="2133600" y="2133600"/>
          <p14:tracePt t="33680" x="2151063" y="2141538"/>
          <p14:tracePt t="33696" x="2159000" y="2176463"/>
          <p14:tracePt t="33704" x="2159000" y="2209800"/>
          <p14:tracePt t="33712" x="2176463" y="2252663"/>
          <p14:tracePt t="33721" x="2192338" y="2311400"/>
          <p14:tracePt t="33729" x="2209800" y="2354263"/>
          <p14:tracePt t="33737" x="2217738" y="2430463"/>
          <p14:tracePt t="33745" x="2235200" y="2489200"/>
          <p14:tracePt t="33754" x="2252663" y="2540000"/>
          <p14:tracePt t="33761" x="2268538" y="2624138"/>
          <p14:tracePt t="33770" x="2293938" y="2700338"/>
          <p14:tracePt t="33778" x="2293938" y="2776538"/>
          <p14:tracePt t="33786" x="2311400" y="2852738"/>
          <p14:tracePt t="33794" x="2328863" y="2989263"/>
          <p14:tracePt t="33803" x="2344738" y="3030538"/>
          <p14:tracePt t="33811" x="2344738" y="3124200"/>
          <p14:tracePt t="33819" x="2344738" y="3208338"/>
          <p14:tracePt t="33827" x="2344738" y="3284538"/>
          <p14:tracePt t="33835" x="2354263" y="3344863"/>
          <p14:tracePt t="33844" x="2354263" y="3395663"/>
          <p14:tracePt t="33852" x="2354263" y="3436938"/>
          <p14:tracePt t="33860" x="2354263" y="3462338"/>
          <p14:tracePt t="33868" x="2354263" y="3479800"/>
          <p14:tracePt t="33877" x="2354263" y="3497263"/>
          <p14:tracePt t="33894" x="2354263" y="3513138"/>
          <p14:tracePt t="33917" x="2354263" y="3530600"/>
          <p14:tracePt t="34065" x="2344738" y="3530600"/>
          <p14:tracePt t="34139" x="2344738" y="3513138"/>
          <p14:tracePt t="34212" x="2328863" y="3513138"/>
          <p14:tracePt t="34270" x="2311400" y="3513138"/>
          <p14:tracePt t="34302" x="2293938" y="3513138"/>
          <p14:tracePt t="34327" x="2286000" y="3513138"/>
          <p14:tracePt t="34344" x="2268538" y="3513138"/>
          <p14:tracePt t="34360" x="2252663" y="3513138"/>
          <p14:tracePt t="34368" x="2235200" y="3513138"/>
          <p14:tracePt t="34377" x="2217738" y="3513138"/>
          <p14:tracePt t="34384" x="2217738" y="3497263"/>
          <p14:tracePt t="34394" x="2209800" y="3497263"/>
          <p14:tracePt t="34401" x="2192338" y="3497263"/>
          <p14:tracePt t="34410" x="2176463" y="3479800"/>
          <p14:tracePt t="34417" x="2159000" y="3479800"/>
          <p14:tracePt t="34427" x="2151063" y="3479800"/>
          <p14:tracePt t="34443" x="2133600" y="3479800"/>
          <p14:tracePt t="34450" x="2116138" y="3479800"/>
          <p14:tracePt t="34460" x="2100263" y="3462338"/>
          <p14:tracePt t="34474" x="2090738" y="3462338"/>
          <p14:tracePt t="34483" x="2074863" y="3462338"/>
          <p14:tracePt t="34499" x="2057400" y="3462338"/>
          <p14:tracePt t="34540" x="2039938" y="3462338"/>
          <p14:tracePt t="34663" x="2039938" y="3454400"/>
          <p14:tracePt t="35753" x="2057400" y="3454400"/>
          <p14:tracePt t="36080" x="2039938" y="3454400"/>
          <p14:tracePt t="36097" x="2024063" y="3454400"/>
          <p14:tracePt t="36113" x="2014538" y="3454400"/>
          <p14:tracePt t="36121" x="1998663" y="3454400"/>
          <p14:tracePt t="36130" x="1981200" y="3454400"/>
          <p14:tracePt t="36138" x="1963738" y="3454400"/>
          <p14:tracePt t="36146" x="1938338" y="3454400"/>
          <p14:tracePt t="36154" x="1922463" y="3454400"/>
          <p14:tracePt t="36162" x="1887538" y="3454400"/>
          <p14:tracePt t="36171" x="1846263" y="3454400"/>
          <p14:tracePt t="36179" x="1770063" y="3454400"/>
          <p14:tracePt t="36187" x="1744663" y="3454400"/>
          <p14:tracePt t="36195" x="1684338" y="3454400"/>
          <p14:tracePt t="36204" x="1549400" y="3454400"/>
          <p14:tracePt t="36212" x="1498600" y="3454400"/>
          <p14:tracePt t="36220" x="1414463" y="3454400"/>
          <p14:tracePt t="36228" x="1320800" y="3454400"/>
          <p14:tracePt t="36236" x="1277938" y="3454400"/>
          <p14:tracePt t="36245" x="1201738" y="3436938"/>
          <p14:tracePt t="36252" x="1160463" y="3436938"/>
          <p14:tracePt t="36261" x="1092200" y="3436938"/>
          <p14:tracePt t="36269" x="1084263" y="3436938"/>
          <p14:tracePt t="36277" x="1033463" y="3436938"/>
          <p14:tracePt t="36285" x="1008063" y="3436938"/>
          <p14:tracePt t="36302" x="973138" y="3436938"/>
          <p14:tracePt t="36318" x="957263" y="3436938"/>
          <p14:tracePt t="36327" x="947738" y="3436938"/>
          <p14:tracePt t="36424" x="990600" y="3436938"/>
          <p14:tracePt t="36433" x="1049338" y="3436938"/>
          <p14:tracePt t="36441" x="1244600" y="3436938"/>
          <p14:tracePt t="36449" x="1439863" y="3436938"/>
          <p14:tracePt t="36457" x="1770063" y="3454400"/>
          <p14:tracePt t="36465" x="2192338" y="3479800"/>
          <p14:tracePt t="36474" x="2717800" y="3479800"/>
          <p14:tracePt t="36482" x="3319463" y="3479800"/>
          <p14:tracePt t="36490" x="3919538" y="3479800"/>
          <p14:tracePt t="36498" x="4538663" y="3479800"/>
          <p14:tracePt t="36506" x="4775200" y="3479800"/>
          <p14:tracePt t="36515" x="5240338" y="3479800"/>
          <p14:tracePt t="36523" x="5613400" y="3479800"/>
          <p14:tracePt t="36531" x="5722938" y="3479800"/>
          <p14:tracePt t="36539" x="5918200" y="3479800"/>
          <p14:tracePt t="36548" x="6078538" y="3479800"/>
          <p14:tracePt t="36556" x="6189663" y="3479800"/>
          <p14:tracePt t="36564" x="6230938" y="3479800"/>
          <p14:tracePt t="36572" x="6265863" y="3479800"/>
          <p14:tracePt t="36580" x="6273800" y="3479800"/>
          <p14:tracePt t="36662" x="6265863" y="3479800"/>
          <p14:tracePt t="36679" x="6248400" y="3479800"/>
          <p14:tracePt t="36703" x="6230938" y="3479800"/>
          <p14:tracePt t="36728" x="6215063" y="3479800"/>
          <p14:tracePt t="37080" x="6215063" y="3497263"/>
          <p14:tracePt t="37088" x="6129338" y="3598863"/>
          <p14:tracePt t="37096" x="6037263" y="3751263"/>
          <p14:tracePt t="37105" x="5994400" y="3843338"/>
          <p14:tracePt t="37113" x="5824538" y="4064000"/>
          <p14:tracePt t="37121" x="5664200" y="4310063"/>
          <p14:tracePt t="37129" x="5468938" y="4579938"/>
          <p14:tracePt t="37137" x="5257800" y="4843463"/>
          <p14:tracePt t="37146" x="5003800" y="5113338"/>
          <p14:tracePt t="37154" x="4757738" y="5418138"/>
          <p14:tracePt t="37162" x="4546600" y="5613400"/>
          <p14:tracePt t="37170" x="4368800" y="5791200"/>
          <p14:tracePt t="37179" x="4310063" y="5834063"/>
          <p14:tracePt t="37187" x="4173538" y="5961063"/>
          <p14:tracePt t="37195" x="4081463" y="6045200"/>
          <p14:tracePt t="37203" x="3995738" y="6103938"/>
          <p14:tracePt t="37211" x="3937000" y="6164263"/>
          <p14:tracePt t="37219" x="3886200" y="6215063"/>
          <p14:tracePt t="37228" x="3860800" y="6230938"/>
          <p14:tracePt t="37236" x="3810000" y="6256338"/>
          <p14:tracePt t="37244" x="3784600" y="6273800"/>
          <p14:tracePt t="37252" x="3767138" y="6299200"/>
          <p14:tracePt t="37260" x="3725863" y="6350000"/>
          <p14:tracePt t="37268" x="3690938" y="6375400"/>
          <p14:tracePt t="37277" x="3649663" y="6408738"/>
          <p14:tracePt t="37285" x="3606800" y="6451600"/>
          <p14:tracePt t="37293" x="3556000" y="6494463"/>
          <p14:tracePt t="37301" x="3530600" y="6545263"/>
          <p14:tracePt t="37310" x="3479800" y="6621463"/>
          <p14:tracePt t="37318" x="3421063" y="6662738"/>
          <p14:tracePt t="37327" x="3335338" y="6756400"/>
          <p14:tracePt t="37334" x="3276600" y="6815138"/>
          <p14:tracePt t="39449" x="3141663" y="6799263"/>
          <p14:tracePt t="39462" x="3217863" y="6705600"/>
          <p14:tracePt t="39469" x="3259138" y="6629400"/>
          <p14:tracePt t="39478" x="3319463" y="6545263"/>
          <p14:tracePt t="39483" x="3378200" y="6451600"/>
          <p14:tracePt t="39498" x="3530600" y="6215063"/>
          <p14:tracePt t="39506" x="3606800" y="6096000"/>
          <p14:tracePt t="39514" x="3632200" y="6037263"/>
          <p14:tracePt t="39522" x="3751263" y="5867400"/>
          <p14:tracePt t="39530" x="3843338" y="5748338"/>
          <p14:tracePt t="39539" x="3878263" y="5707063"/>
          <p14:tracePt t="39546" x="3995738" y="5537200"/>
          <p14:tracePt t="39554" x="4071938" y="5461000"/>
          <p14:tracePt t="39562" x="4140200" y="5376863"/>
          <p14:tracePt t="39571" x="4208463" y="5240338"/>
          <p14:tracePt t="40530" x="4208463" y="5189538"/>
          <p14:tracePt t="40538" x="4208463" y="5087938"/>
          <p14:tracePt t="40546" x="4208463" y="5011738"/>
          <p14:tracePt t="40554" x="4208463" y="4978400"/>
          <p14:tracePt t="40562" x="4208463" y="4876800"/>
          <p14:tracePt t="40571" x="4208463" y="4800600"/>
          <p14:tracePt t="40579" x="4208463" y="4741863"/>
          <p14:tracePt t="40587" x="4208463" y="4665663"/>
          <p14:tracePt t="40595" x="4208463" y="4605338"/>
          <p14:tracePt t="40603" x="4208463" y="4546600"/>
          <p14:tracePt t="40611" x="4208463" y="4487863"/>
          <p14:tracePt t="40619" x="4208463" y="4452938"/>
          <p14:tracePt t="40628" x="4208463" y="4394200"/>
          <p14:tracePt t="40636" x="4208463" y="4335463"/>
          <p14:tracePt t="40644" x="4208463" y="4275138"/>
          <p14:tracePt t="40653" x="4208463" y="4233863"/>
          <p14:tracePt t="40661" x="4208463" y="4173538"/>
          <p14:tracePt t="40669" x="4208463" y="4122738"/>
          <p14:tracePt t="40677" x="4208463" y="4097338"/>
          <p14:tracePt t="40685" x="4208463" y="4038600"/>
          <p14:tracePt t="40694" x="4216400" y="3962400"/>
          <p14:tracePt t="40702" x="4233863" y="3903663"/>
          <p14:tracePt t="40710" x="4275138" y="3827463"/>
          <p14:tracePt t="41390" x="4267200" y="3827463"/>
          <p14:tracePt t="41398" x="4216400" y="3827463"/>
          <p14:tracePt t="41406" x="4140200" y="3827463"/>
          <p14:tracePt t="41414" x="4071938" y="3827463"/>
          <p14:tracePt t="41422" x="4005263" y="3827463"/>
          <p14:tracePt t="41431" x="3937000" y="3827463"/>
          <p14:tracePt t="41439" x="3878263" y="3827463"/>
          <p14:tracePt t="41447" x="3810000" y="3827463"/>
          <p14:tracePt t="41455" x="3751263" y="3827463"/>
          <p14:tracePt t="41463" x="3725863" y="3827463"/>
          <p14:tracePt t="41472" x="3690938" y="3827463"/>
          <p14:tracePt t="41480" x="3665538" y="3827463"/>
          <p14:tracePt t="41496" x="3649663" y="3827463"/>
          <p14:tracePt t="41504" x="3632200" y="3827463"/>
          <p14:tracePt t="41594" x="3614738" y="3827463"/>
          <p14:tracePt t="41644" x="3606800" y="3827463"/>
          <p14:tracePt t="41652" x="3589338" y="3827463"/>
          <p14:tracePt t="41661" x="3573463" y="3827463"/>
          <p14:tracePt t="41668" x="3556000" y="3827463"/>
          <p14:tracePt t="41677" x="3513138" y="3827463"/>
          <p14:tracePt t="41685" x="3479800" y="3827463"/>
          <p14:tracePt t="41694" x="3436938" y="3827463"/>
          <p14:tracePt t="41701" x="3411538" y="3827463"/>
          <p14:tracePt t="41711" x="3344863" y="3827463"/>
          <p14:tracePt t="41718" x="3302000" y="3827463"/>
          <p14:tracePt t="41727" x="3276600" y="3827463"/>
          <p14:tracePt t="41734" x="3225800" y="3827463"/>
          <p14:tracePt t="41744" x="3217863" y="3827463"/>
          <p14:tracePt t="41750" x="3167063" y="3827463"/>
          <p14:tracePt t="41760" x="3141663" y="3827463"/>
          <p14:tracePt t="41776" x="3106738" y="3827463"/>
          <p14:tracePt t="41783" x="3090863" y="3827463"/>
          <p14:tracePt t="41791" x="3081338" y="3827463"/>
          <p14:tracePt t="41800" x="3065463" y="3827463"/>
          <p14:tracePt t="41808" x="3065463" y="3810000"/>
          <p14:tracePt t="41815" x="3048000" y="3810000"/>
          <p14:tracePt t="41824" x="3030538" y="3810000"/>
          <p14:tracePt t="41938" x="3065463" y="3810000"/>
          <p14:tracePt t="41947" x="3081338" y="3810000"/>
          <p14:tracePt t="41955" x="3090863" y="3810000"/>
          <p14:tracePt t="41963" x="3141663" y="3810000"/>
          <p14:tracePt t="41971" x="3200400" y="3810000"/>
          <p14:tracePt t="41979" x="3276600" y="3810000"/>
          <p14:tracePt t="41988" x="3411538" y="3810000"/>
          <p14:tracePt t="41996" x="3497263" y="3810000"/>
          <p14:tracePt t="42005" x="3665538" y="3810000"/>
          <p14:tracePt t="42013" x="3860800" y="3810000"/>
          <p14:tracePt t="42021" x="4056063" y="3810000"/>
          <p14:tracePt t="42029" x="4292600" y="3810000"/>
          <p14:tracePt t="42037" x="4538663" y="3827463"/>
          <p14:tracePt t="42045" x="4732338" y="3827463"/>
          <p14:tracePt t="42053" x="4800600" y="3843338"/>
          <p14:tracePt t="42062" x="4935538" y="3843338"/>
          <p14:tracePt t="42070" x="5072063" y="3860800"/>
          <p14:tracePt t="42078" x="5148263" y="3860800"/>
          <p14:tracePt t="42086" x="5224463" y="3868738"/>
          <p14:tracePt t="42094" x="5265738" y="3868738"/>
          <p14:tracePt t="42103" x="5300663" y="3868738"/>
          <p14:tracePt t="42111" x="5316538" y="3868738"/>
          <p14:tracePt t="42119" x="5334000" y="3868738"/>
          <p14:tracePt t="42135" x="5341938" y="3868738"/>
          <p14:tracePt t="42152" x="5341938" y="3886200"/>
          <p14:tracePt t="42283" x="5334000" y="3886200"/>
          <p14:tracePt t="42340" x="5316538" y="3886200"/>
          <p14:tracePt t="42381" x="5300663" y="3886200"/>
          <p14:tracePt t="42430" x="5283200" y="3886200"/>
          <p14:tracePt t="42520" x="5265738" y="3886200"/>
          <p14:tracePt t="42668" x="5257800" y="3903663"/>
          <p14:tracePt t="42693" x="5257800" y="3919538"/>
          <p14:tracePt t="42701" x="5240338" y="3919538"/>
          <p14:tracePt t="42711" x="5207000" y="3962400"/>
          <p14:tracePt t="42717" x="5164138" y="4056063"/>
          <p14:tracePt t="42727" x="5029200" y="4198938"/>
          <p14:tracePt t="42734" x="4894263" y="4427538"/>
          <p14:tracePt t="42743" x="4699000" y="4699000"/>
          <p14:tracePt t="42750" x="4521200" y="4995863"/>
          <p14:tracePt t="42758" x="4427538" y="5173663"/>
          <p14:tracePt t="42766" x="4208463" y="5537200"/>
          <p14:tracePt t="42774" x="4005263" y="5884863"/>
          <p14:tracePt t="42783" x="3827463" y="6230938"/>
          <p14:tracePt t="42791" x="3675063" y="6527800"/>
          <p14:tracePt t="42799" x="3632200" y="6604000"/>
          <p14:tracePt t="42807" x="3530600" y="6824663"/>
          <p14:tracePt t="44931" x="4056063" y="5900738"/>
          <p14:tracePt t="44939" x="4622800" y="5283200"/>
          <p14:tracePt t="44947" x="5207000" y="4648200"/>
          <p14:tracePt t="44955" x="5799138" y="4064000"/>
          <p14:tracePt t="44963" x="6350000" y="3556000"/>
          <p14:tracePt t="44971" x="6596063" y="3360738"/>
          <p14:tracePt t="44979" x="6992938" y="3014663"/>
          <p14:tracePt t="44987" x="7086600" y="2938463"/>
          <p14:tracePt t="44995" x="7373938" y="2743200"/>
          <p14:tracePt t="45003" x="7518400" y="2598738"/>
          <p14:tracePt t="45011" x="7645400" y="2540000"/>
          <p14:tracePt t="45020" x="7729538" y="2471738"/>
          <p14:tracePt t="45028" x="7764463" y="2463800"/>
          <p14:tracePt t="45036" x="7789863" y="2446338"/>
          <p14:tracePt t="45052" x="7805738" y="2430463"/>
          <p14:tracePt t="45159" x="7805738" y="2446338"/>
          <p14:tracePt t="45208" x="7805738" y="2463800"/>
          <p14:tracePt t="45232" x="7805738" y="2471738"/>
          <p14:tracePt t="45241" x="7789863" y="2471738"/>
          <p14:tracePt t="45257" x="7789863" y="2489200"/>
          <p14:tracePt t="45274" x="7780338" y="2489200"/>
          <p14:tracePt t="45298" x="7764463" y="2506663"/>
          <p14:tracePt t="45323" x="7747000" y="2506663"/>
          <p14:tracePt t="45331" x="7747000" y="2522538"/>
          <p14:tracePt t="45339" x="7729538" y="2540000"/>
          <p14:tracePt t="45347" x="7721600" y="2547938"/>
          <p14:tracePt t="45356" x="7704138" y="2565400"/>
          <p14:tracePt t="45364" x="7670800" y="2582863"/>
          <p14:tracePt t="45372" x="7645400" y="2598738"/>
          <p14:tracePt t="45380" x="7612063" y="2624138"/>
          <p14:tracePt t="45388" x="7569200" y="2659063"/>
          <p14:tracePt t="45396" x="7510463" y="2684463"/>
          <p14:tracePt t="45405" x="7450138" y="2717800"/>
          <p14:tracePt t="45413" x="7399338" y="2743200"/>
          <p14:tracePt t="45421" x="7281863" y="2819400"/>
          <p14:tracePt t="45429" x="7256463" y="2836863"/>
          <p14:tracePt t="45437" x="7104063" y="2928938"/>
          <p14:tracePt t="45446" x="7027863" y="2954338"/>
          <p14:tracePt t="45454" x="6934200" y="3014663"/>
          <p14:tracePt t="45462" x="6815138" y="3090863"/>
          <p14:tracePt t="45470" x="6713538" y="3132138"/>
          <p14:tracePt t="45479" x="6604000" y="3200400"/>
          <p14:tracePt t="45487" x="6484938" y="3259138"/>
          <p14:tracePt t="45495" x="6350000" y="3319463"/>
          <p14:tracePt t="45503" x="6248400" y="3360738"/>
          <p14:tracePt t="45511" x="6197600" y="3395663"/>
          <p14:tracePt t="45520" x="6113463" y="3421063"/>
          <p14:tracePt t="45528" x="6019800" y="3462338"/>
          <p14:tracePt t="45536" x="5926138" y="3479800"/>
          <p14:tracePt t="45544" x="5884863" y="3513138"/>
          <p14:tracePt t="45552" x="5824538" y="3530600"/>
          <p14:tracePt t="45561" x="5783263" y="3556000"/>
          <p14:tracePt t="45569" x="5748338" y="3556000"/>
          <p14:tracePt t="45578" x="5722938" y="3573463"/>
          <p14:tracePt t="45585" x="5707063" y="3573463"/>
          <p14:tracePt t="45594" x="5689600" y="3589338"/>
          <p14:tracePt t="45611" x="5672138" y="3589338"/>
          <p14:tracePt t="45634" x="5664200" y="3589338"/>
          <p14:tracePt t="45749" x="5664200" y="3598863"/>
          <p14:tracePt t="45970" x="5646738" y="3598863"/>
          <p14:tracePt t="45987" x="5646738" y="3614738"/>
          <p14:tracePt t="45995" x="5630863" y="3614738"/>
          <p14:tracePt t="46003" x="5613400" y="3632200"/>
          <p14:tracePt t="46011" x="5570538" y="3632200"/>
          <p14:tracePt t="46019" x="5554663" y="3649663"/>
          <p14:tracePt t="46028" x="5468938" y="3675063"/>
          <p14:tracePt t="46036" x="5435600" y="3690938"/>
          <p14:tracePt t="46044" x="5334000" y="3733800"/>
          <p14:tracePt t="46052" x="5283200" y="3751263"/>
          <p14:tracePt t="46061" x="5207000" y="3767138"/>
          <p14:tracePt t="46068" x="5138738" y="3792538"/>
          <p14:tracePt t="46077" x="5062538" y="3810000"/>
          <p14:tracePt t="46085" x="4986338" y="3827463"/>
          <p14:tracePt t="46094" x="4894263" y="3843338"/>
          <p14:tracePt t="46101" x="4851400" y="3843338"/>
          <p14:tracePt t="46110" x="4800600" y="3843338"/>
          <p14:tracePt t="46118" x="4792663" y="3843338"/>
          <p14:tracePt t="46127" x="4741863" y="3843338"/>
          <p14:tracePt t="46134" x="4732338" y="3843338"/>
          <p14:tracePt t="46144" x="4716463" y="3843338"/>
          <p14:tracePt t="46150" x="4699000" y="3843338"/>
          <p14:tracePt t="46167" x="4681538" y="3843338"/>
          <p14:tracePt t="46200" x="4673600" y="3843338"/>
          <p14:tracePt t="46273" x="4656138" y="3843338"/>
          <p14:tracePt t="46323" x="4640263" y="3843338"/>
          <p14:tracePt t="46347" x="4622800" y="3843338"/>
          <p14:tracePt t="46372" x="4605338" y="3843338"/>
          <p14:tracePt t="46380" x="4597400" y="3843338"/>
          <p14:tracePt t="46396" x="4579938" y="3843338"/>
          <p14:tracePt t="46405" x="4564063" y="3843338"/>
          <p14:tracePt t="46413" x="4546600" y="3843338"/>
          <p14:tracePt t="46421" x="4538663" y="3843338"/>
          <p14:tracePt t="46429" x="4521200" y="3843338"/>
          <p14:tracePt t="46437" x="4487863" y="3843338"/>
          <p14:tracePt t="46445" x="4470400" y="3827463"/>
          <p14:tracePt t="46454" x="4445000" y="3827463"/>
          <p14:tracePt t="46462" x="4402138" y="3827463"/>
          <p14:tracePt t="46470" x="4386263" y="3827463"/>
          <p14:tracePt t="46478" x="4351338" y="3827463"/>
          <p14:tracePt t="46487" x="4343400" y="3810000"/>
          <p14:tracePt t="46495" x="4310063" y="3810000"/>
          <p14:tracePt t="46503" x="4275138" y="3810000"/>
          <p14:tracePt t="46511" x="4267200" y="3810000"/>
          <p14:tracePt t="46519" x="4233863" y="3810000"/>
          <p14:tracePt t="46527" x="4216400" y="3792538"/>
          <p14:tracePt t="46536" x="4208463" y="3792538"/>
          <p14:tracePt t="46544" x="4191000" y="3792538"/>
          <p14:tracePt t="46561" x="4173538" y="3792538"/>
          <p14:tracePt t="46568" x="4157663" y="3784600"/>
          <p14:tracePt t="47593" x="4157663" y="3751263"/>
          <p14:tracePt t="47601" x="4157663" y="3725863"/>
          <p14:tracePt t="47612" x="4173538" y="3690938"/>
          <p14:tracePt t="47617" x="4173538" y="3657600"/>
          <p14:tracePt t="47627" x="4191000" y="3649663"/>
          <p14:tracePt t="47634" x="4208463" y="3632200"/>
          <p14:tracePt t="47641" x="4208463" y="3598863"/>
          <p14:tracePt t="47650" x="4216400" y="3589338"/>
          <p14:tracePt t="47658" x="4216400" y="3573463"/>
          <p14:tracePt t="47683" x="4216400" y="3556000"/>
          <p14:tracePt t="47691" x="4233863" y="3556000"/>
          <p14:tracePt t="47937" x="4216400" y="3556000"/>
          <p14:tracePt t="48035" x="4216400" y="3573463"/>
          <p14:tracePt t="48141" x="4208463" y="3573463"/>
          <p14:tracePt t="48174" x="4208463" y="3589338"/>
          <p14:tracePt t="48240" x="4208463" y="3598863"/>
          <p14:tracePt t="48273" x="4191000" y="3614738"/>
          <p14:tracePt t="48297" x="4191000" y="3632200"/>
          <p14:tracePt t="48330" x="4173538" y="3649663"/>
          <p14:tracePt t="48355" x="4173538" y="3657600"/>
          <p14:tracePt t="48363" x="4157663" y="3657600"/>
          <p14:tracePt t="48379" x="4157663" y="3675063"/>
          <p14:tracePt t="48412" x="4157663" y="3690938"/>
          <p14:tracePt t="48469" x="4140200" y="3690938"/>
          <p14:tracePt t="49665" x="4157663" y="3690938"/>
          <p14:tracePt t="49690" x="4173538" y="3690938"/>
          <p14:tracePt t="49698" x="4208463" y="3690938"/>
          <p14:tracePt t="49706" x="4233863" y="3690938"/>
          <p14:tracePt t="49715" x="4267200" y="3690938"/>
          <p14:tracePt t="49723" x="4368800" y="3675063"/>
          <p14:tracePt t="49733" x="4445000" y="3675063"/>
          <p14:tracePt t="49739" x="4546600" y="3657600"/>
          <p14:tracePt t="49747" x="4622800" y="3649663"/>
          <p14:tracePt t="49755" x="4757738" y="3632200"/>
          <p14:tracePt t="49764" x="4800600" y="3614738"/>
          <p14:tracePt t="49772" x="5003800" y="3598863"/>
          <p14:tracePt t="49780" x="5062538" y="3589338"/>
          <p14:tracePt t="49789" x="5164138" y="3589338"/>
          <p14:tracePt t="49796" x="5257800" y="3573463"/>
          <p14:tracePt t="49805" x="5341938" y="3573463"/>
          <p14:tracePt t="49813" x="5418138" y="3573463"/>
          <p14:tracePt t="49821" x="5478463" y="3573463"/>
          <p14:tracePt t="49829" x="5529263" y="3573463"/>
          <p14:tracePt t="49838" x="5570538" y="3573463"/>
          <p14:tracePt t="49846" x="5595938" y="3573463"/>
          <p14:tracePt t="49854" x="5613400" y="3573463"/>
          <p14:tracePt t="49862" x="5630863" y="3573463"/>
          <p14:tracePt t="49870" x="5646738" y="3573463"/>
          <p14:tracePt t="49887" x="5664200" y="3573463"/>
          <p14:tracePt t="49903" x="5672138" y="3573463"/>
          <p14:tracePt t="49952" x="5689600" y="3573463"/>
          <p14:tracePt t="49985" x="5707063" y="3573463"/>
          <p14:tracePt t="50001" x="5722938" y="3573463"/>
          <p14:tracePt t="50011" x="5732463" y="3573463"/>
          <p14:tracePt t="50018" x="5748338" y="3573463"/>
          <p14:tracePt t="50027" x="5783263" y="3573463"/>
          <p14:tracePt t="50034" x="5799138" y="3573463"/>
          <p14:tracePt t="50044" x="5824538" y="3589338"/>
          <p14:tracePt t="50050" x="5842000" y="3589338"/>
          <p14:tracePt t="50060" x="5859463" y="3598863"/>
          <p14:tracePt t="50077" x="5867400" y="3598863"/>
          <p14:tracePt t="50083" x="5884863" y="3598863"/>
          <p14:tracePt t="50108" x="5900738" y="3598863"/>
          <p14:tracePt t="50116" x="5918200" y="3614738"/>
          <p14:tracePt t="54347" x="5918200" y="3632200"/>
          <p14:tracePt t="54355" x="5867400" y="3675063"/>
          <p14:tracePt t="54363" x="5842000" y="3725863"/>
          <p14:tracePt t="54372" x="5765800" y="3810000"/>
          <p14:tracePt t="54380" x="5689600" y="3886200"/>
          <p14:tracePt t="54388" x="5646738" y="3929063"/>
          <p14:tracePt t="54396" x="5554663" y="4005263"/>
          <p14:tracePt t="54404" x="5494338" y="4056063"/>
          <p14:tracePt t="54412" x="5418138" y="4097338"/>
          <p14:tracePt t="54421" x="5334000" y="4122738"/>
          <p14:tracePt t="54429" x="5257800" y="4140200"/>
          <p14:tracePt t="54438" x="5199063" y="4157663"/>
          <p14:tracePt t="54445" x="5148263" y="4173538"/>
          <p14:tracePt t="54454" x="5087938" y="4173538"/>
          <p14:tracePt t="54462" x="5046663" y="4173538"/>
          <p14:tracePt t="54470" x="5011738" y="4173538"/>
          <p14:tracePt t="54478" x="4970463" y="4173538"/>
          <p14:tracePt t="54486" x="4935538" y="4157663"/>
          <p14:tracePt t="54495" x="4935538" y="4140200"/>
          <p14:tracePt t="54503" x="4927600" y="4122738"/>
          <p14:tracePt t="54511" x="4910138" y="4122738"/>
          <p14:tracePt t="54528" x="4894263" y="4114800"/>
          <p14:tracePt t="54568" x="4894263" y="4097338"/>
          <p14:tracePt t="54577" x="4876800" y="4097338"/>
          <p14:tracePt t="54594" x="4851400" y="4097338"/>
          <p14:tracePt t="54601" x="4818063" y="4097338"/>
          <p14:tracePt t="54611" x="4757738" y="4140200"/>
          <p14:tracePt t="55904" x="4757738" y="4198938"/>
          <p14:tracePt t="55912" x="4757738" y="4249738"/>
          <p14:tracePt t="55920" x="4757738" y="4335463"/>
          <p14:tracePt t="55928" x="4757738" y="4386263"/>
          <p14:tracePt t="55937" x="4757738" y="4470400"/>
          <p14:tracePt t="55945" x="4757738" y="4503738"/>
          <p14:tracePt t="55953" x="4757738" y="4564063"/>
          <p14:tracePt t="55961" x="4757738" y="4640263"/>
          <p14:tracePt t="55969" x="4757738" y="4716463"/>
          <p14:tracePt t="55978" x="4741863" y="4775200"/>
          <p14:tracePt t="55986" x="4732338" y="4833938"/>
          <p14:tracePt t="55994" x="4732338" y="4843463"/>
          <p14:tracePt t="56003" x="4716463" y="4894263"/>
          <p14:tracePt t="56011" x="4716463" y="4910138"/>
          <p14:tracePt t="56019" x="4699000" y="4919663"/>
          <p14:tracePt t="56044" x="4699000" y="4935538"/>
          <p14:tracePt t="56076" x="4681538" y="4935538"/>
          <p14:tracePt t="57396" x="4673600" y="4953000"/>
          <p14:tracePt t="57403" x="4640263" y="5029200"/>
          <p14:tracePt t="57412" x="4597400" y="5105400"/>
          <p14:tracePt t="57420" x="4564063" y="5164138"/>
          <p14:tracePt t="57428" x="4521200" y="5240338"/>
          <p14:tracePt t="57436" x="4503738" y="5300663"/>
          <p14:tracePt t="57444" x="4411663" y="5435600"/>
          <p14:tracePt t="57453" x="4343400" y="5554663"/>
          <p14:tracePt t="57461" x="4249738" y="5707063"/>
          <p14:tracePt t="57469" x="4191000" y="5808663"/>
          <p14:tracePt t="57477" x="4071938" y="5969000"/>
          <p14:tracePt t="57485" x="3979863" y="6096000"/>
          <p14:tracePt t="57494" x="3878263" y="6240463"/>
          <p14:tracePt t="57502" x="3751263" y="6367463"/>
          <p14:tracePt t="57511" x="3649663" y="6494463"/>
          <p14:tracePt t="57518" x="3530600" y="6604000"/>
          <p14:tracePt t="57527" x="3479800" y="6646863"/>
          <p14:tracePt t="57534" x="3378200" y="6756400"/>
          <p14:tracePt t="57544" x="3284538" y="6799263"/>
          <p14:tracePt t="58493" x="3530600" y="6273800"/>
          <p14:tracePt t="58618" x="5046663" y="4249738"/>
          <p14:tracePt t="59403" x="5046663" y="4259263"/>
          <p14:tracePt t="59411" x="5029200" y="4351338"/>
          <p14:tracePt t="59419" x="5003800" y="4487863"/>
          <p14:tracePt t="59429" x="4935538" y="4622800"/>
          <p14:tracePt t="59435" x="4876800" y="4757738"/>
          <p14:tracePt t="59444" x="4851400" y="4859338"/>
          <p14:tracePt t="59452" x="4800600" y="4953000"/>
          <p14:tracePt t="59461" x="4741863" y="5046663"/>
          <p14:tracePt t="59468" x="4699000" y="5130800"/>
          <p14:tracePt t="59478" x="4640263" y="5249863"/>
          <p14:tracePt t="59484" x="4564063" y="5376863"/>
          <p14:tracePt t="59494" x="4538663" y="5443538"/>
          <p14:tracePt t="59501" x="4487863" y="5503863"/>
          <p14:tracePt t="59511" x="4462463" y="5554663"/>
          <p14:tracePt t="59518" x="4445000" y="5580063"/>
          <p14:tracePt t="59527" x="4411663" y="5595938"/>
          <p14:tracePt t="59534" x="4411663" y="5613400"/>
          <p14:tracePt t="59543" x="4402138" y="5630863"/>
          <p14:tracePt t="59550" x="4386263" y="5638800"/>
          <p14:tracePt t="59560" x="4351338" y="5638800"/>
          <p14:tracePt t="59567" x="4343400" y="5638800"/>
          <p14:tracePt t="59575" x="4325938" y="5656263"/>
          <p14:tracePt t="59583" x="4310063" y="5656263"/>
          <p14:tracePt t="59591" x="4275138" y="5656263"/>
          <p14:tracePt t="59599" x="4267200" y="5656263"/>
          <p14:tracePt t="59608" x="4216400" y="5656263"/>
          <p14:tracePt t="59616" x="4208463" y="5656263"/>
          <p14:tracePt t="59624" x="4157663" y="5656263"/>
          <p14:tracePt t="59632" x="4132263" y="5656263"/>
          <p14:tracePt t="59641" x="4114800" y="5656263"/>
          <p14:tracePt t="59649" x="4071938" y="5656263"/>
          <p14:tracePt t="59657" x="4056063" y="5656263"/>
          <p14:tracePt t="59665" x="4021138" y="5656263"/>
          <p14:tracePt t="59673" x="4005263" y="5656263"/>
          <p14:tracePt t="59681" x="3979863" y="5656263"/>
          <p14:tracePt t="59689" x="3944938" y="5656263"/>
          <p14:tracePt t="59698" x="3937000" y="5638800"/>
          <p14:tracePt t="59706" x="3919538" y="5630863"/>
          <p14:tracePt t="59714" x="3886200" y="5630863"/>
          <p14:tracePt t="59722" x="3878263" y="5613400"/>
          <p14:tracePt t="59730" x="3860800" y="5595938"/>
          <p14:tracePt t="59739" x="3827463" y="5580063"/>
          <p14:tracePt t="59747" x="3810000" y="5570538"/>
          <p14:tracePt t="59755" x="3802063" y="5554663"/>
          <p14:tracePt t="59763" x="3784600" y="5554663"/>
          <p14:tracePt t="59771" x="3751263" y="5537200"/>
          <p14:tracePt t="59779" x="3741738" y="5537200"/>
          <p14:tracePt t="59788" x="3725863" y="5519738"/>
          <p14:tracePt t="60165" x="3708400" y="5519738"/>
          <p14:tracePt t="60173" x="3649663" y="5503863"/>
          <p14:tracePt t="60181" x="3606800" y="5478463"/>
          <p14:tracePt t="60189" x="3530600" y="5418138"/>
          <p14:tracePt t="60198" x="3395663" y="5326063"/>
          <p14:tracePt t="60206" x="3167063" y="5224463"/>
          <p14:tracePt t="60214" x="2989263" y="5105400"/>
          <p14:tracePt t="60222" x="2819400" y="4978400"/>
          <p14:tracePt t="60230" x="2641600" y="4876800"/>
          <p14:tracePt t="60239" x="2565400" y="4843463"/>
          <p14:tracePt t="60246" x="2430463" y="4783138"/>
          <p14:tracePt t="60255" x="2311400" y="4716463"/>
          <p14:tracePt t="60263" x="2217738" y="4648200"/>
          <p14:tracePt t="60271" x="2176463" y="4640263"/>
          <p14:tracePt t="60279" x="2116138" y="4605338"/>
          <p14:tracePt t="60287" x="2074863" y="4579938"/>
          <p14:tracePt t="60296" x="2057400" y="4564063"/>
          <p14:tracePt t="60304" x="2024063" y="4564063"/>
          <p14:tracePt t="60312" x="2014538" y="4546600"/>
          <p14:tracePt t="60321" x="1998663" y="4529138"/>
          <p14:tracePt t="60329" x="1981200" y="4529138"/>
          <p14:tracePt t="60337" x="1963738" y="4529138"/>
          <p14:tracePt t="60378" x="1955800" y="4529138"/>
          <p14:tracePt t="60460" x="1955800" y="4521200"/>
          <p14:tracePt t="61336" x="1922463" y="4546600"/>
          <p14:tracePt t="61345" x="1879600" y="4589463"/>
          <p14:tracePt t="61353" x="1846263" y="4605338"/>
          <p14:tracePt t="61362" x="1820863" y="4640263"/>
          <p14:tracePt t="61369" x="1770063" y="4648200"/>
          <p14:tracePt t="61378" x="1727200" y="4665663"/>
          <p14:tracePt t="61385" x="1709738" y="4681538"/>
          <p14:tracePt t="61394" x="1684338" y="4699000"/>
          <p14:tracePt t="61402" x="1668463" y="4699000"/>
          <p14:tracePt t="61411" x="1651000" y="4716463"/>
          <p14:tracePt t="61418" x="1633538" y="4716463"/>
          <p14:tracePt t="61435" x="1625600" y="4716463"/>
          <p14:tracePt t="61557" x="1651000" y="4716463"/>
          <p14:tracePt t="61566" x="1684338" y="4724400"/>
          <p14:tracePt t="61574" x="1727200" y="4724400"/>
          <p14:tracePt t="61582" x="1820863" y="4724400"/>
          <p14:tracePt t="61590" x="1887538" y="4724400"/>
          <p14:tracePt t="61599" x="1922463" y="4724400"/>
          <p14:tracePt t="61607" x="2024063" y="4724400"/>
          <p14:tracePt t="61615" x="2100263" y="4724400"/>
          <p14:tracePt t="61623" x="2192338" y="4724400"/>
          <p14:tracePt t="61631" x="2268538" y="4724400"/>
          <p14:tracePt t="61640" x="2328863" y="4716463"/>
          <p14:tracePt t="61647" x="2354263" y="4716463"/>
          <p14:tracePt t="61656" x="2387600" y="4699000"/>
          <p14:tracePt t="61664" x="2405063" y="4681538"/>
          <p14:tracePt t="61672" x="2420938" y="4681538"/>
          <p14:tracePt t="61681" x="2430463" y="4681538"/>
          <p14:tracePt t="61697" x="2446338" y="4681538"/>
          <p14:tracePt t="61795" x="2446338" y="4665663"/>
          <p14:tracePt t="61812" x="2430463" y="4665663"/>
          <p14:tracePt t="61844" x="2420938" y="4665663"/>
          <p14:tracePt t="61868" x="2405063" y="4665663"/>
          <p14:tracePt t="61878" x="2387600" y="4665663"/>
          <p14:tracePt t="61885" x="2387600" y="4648200"/>
          <p14:tracePt t="61894" x="2370138" y="4648200"/>
          <p14:tracePt t="61901" x="2354263" y="4648200"/>
          <p14:tracePt t="61911" x="2328863" y="4648200"/>
          <p14:tracePt t="61918" x="2311400" y="4648200"/>
          <p14:tracePt t="61928" x="2286000" y="4648200"/>
          <p14:tracePt t="61934" x="2252663" y="4648200"/>
          <p14:tracePt t="61944" x="2209800" y="4648200"/>
          <p14:tracePt t="61951" x="2159000" y="4648200"/>
          <p14:tracePt t="61961" x="2133600" y="4648200"/>
          <p14:tracePt t="61967" x="2090738" y="4648200"/>
          <p14:tracePt t="61977" x="2074863" y="4648200"/>
          <p14:tracePt t="61984" x="2024063" y="4648200"/>
          <p14:tracePt t="61992" x="1981200" y="4648200"/>
          <p14:tracePt t="62000" x="1963738" y="4648200"/>
          <p14:tracePt t="62008" x="1938338" y="4648200"/>
          <p14:tracePt t="62016" x="1922463" y="4648200"/>
          <p14:tracePt t="62025" x="1905000" y="4648200"/>
          <p14:tracePt t="62033" x="1887538" y="4648200"/>
          <p14:tracePt t="62041" x="1879600" y="4648200"/>
          <p14:tracePt t="62057" x="1862138" y="4648200"/>
          <p14:tracePt t="62073" x="1862138" y="4640263"/>
          <p14:tracePt t="62082" x="1846263" y="4640263"/>
          <p14:tracePt t="62107" x="1846263" y="4622800"/>
          <p14:tracePt t="62156" x="1846263" y="4605338"/>
          <p14:tracePt t="62172" x="1828800" y="4605338"/>
          <p14:tracePt t="62188" x="1828800" y="4589463"/>
          <p14:tracePt t="62213" x="1828800" y="4579938"/>
          <p14:tracePt t="62237" x="1828800" y="4564063"/>
          <p14:tracePt t="62246" x="1828800" y="4546600"/>
          <p14:tracePt t="62254" x="1828800" y="4529138"/>
          <p14:tracePt t="62262" x="1828800" y="4521200"/>
          <p14:tracePt t="62270" x="1828800" y="4503738"/>
          <p14:tracePt t="62278" x="1828800" y="4487863"/>
          <p14:tracePt t="62287" x="1846263" y="4452938"/>
          <p14:tracePt t="62295" x="1862138" y="4445000"/>
          <p14:tracePt t="62303" x="1862138" y="4411663"/>
          <p14:tracePt t="62311" x="1879600" y="4394200"/>
          <p14:tracePt t="62320" x="1879600" y="4368800"/>
          <p14:tracePt t="62328" x="1887538" y="4351338"/>
          <p14:tracePt t="62336" x="1887538" y="4335463"/>
          <p14:tracePt t="62344" x="1905000" y="4335463"/>
          <p14:tracePt t="62352" x="1922463" y="4335463"/>
          <p14:tracePt t="62361" x="1922463" y="4318000"/>
          <p14:tracePt t="62369" x="1938338" y="4318000"/>
          <p14:tracePt t="62378" x="1955800" y="4318000"/>
          <p14:tracePt t="62394" x="1963738" y="4318000"/>
          <p14:tracePt t="62411" x="1981200" y="4318000"/>
          <p14:tracePt t="62418" x="1998663" y="4318000"/>
          <p14:tracePt t="62428" x="2014538" y="4318000"/>
          <p14:tracePt t="62434" x="2024063" y="4310063"/>
          <p14:tracePt t="62444" x="2039938" y="4310063"/>
          <p14:tracePt t="62451" x="2057400" y="4310063"/>
          <p14:tracePt t="62460" x="2090738" y="4292600"/>
          <p14:tracePt t="62467" x="2100263" y="4292600"/>
          <p14:tracePt t="62477" x="2151063" y="4275138"/>
          <p14:tracePt t="62483" x="2192338" y="4259263"/>
          <p14:tracePt t="62492" x="2217738" y="4249738"/>
          <p14:tracePt t="62500" x="2252663" y="4249738"/>
          <p14:tracePt t="62508" x="2311400" y="4233863"/>
          <p14:tracePt t="62516" x="2344738" y="4216400"/>
          <p14:tracePt t="62524" x="2387600" y="4216400"/>
          <p14:tracePt t="62532" x="2420938" y="4198938"/>
          <p14:tracePt t="62541" x="2463800" y="4191000"/>
          <p14:tracePt t="62549" x="2489200" y="4191000"/>
          <p14:tracePt t="62557" x="2540000" y="4191000"/>
          <p14:tracePt t="62565" x="2565400" y="4191000"/>
          <p14:tracePt t="62573" x="2598738" y="4173538"/>
          <p14:tracePt t="62582" x="2624138" y="4173538"/>
          <p14:tracePt t="62590" x="2641600" y="4173538"/>
          <p14:tracePt t="62598" x="2659063" y="4173538"/>
          <p14:tracePt t="62606" x="2684463" y="4173538"/>
          <p14:tracePt t="62614" x="2700338" y="4173538"/>
          <p14:tracePt t="62631" x="2717800" y="4173538"/>
          <p14:tracePt t="62655" x="2735263" y="4173538"/>
          <p14:tracePt t="62680" x="2751138" y="4173538"/>
          <p14:tracePt t="62704" x="2760663" y="4173538"/>
          <p14:tracePt t="62721" x="2776538" y="4173538"/>
          <p14:tracePt t="62729" x="2794000" y="4173538"/>
          <p14:tracePt t="62745" x="2811463" y="4173538"/>
          <p14:tracePt t="62754" x="2836863" y="4173538"/>
          <p14:tracePt t="62762" x="2852738" y="4173538"/>
          <p14:tracePt t="62770" x="2870200" y="4173538"/>
          <p14:tracePt t="62778" x="2895600" y="4191000"/>
          <p14:tracePt t="62787" x="2913063" y="4191000"/>
          <p14:tracePt t="62795" x="2954338" y="4191000"/>
          <p14:tracePt t="62803" x="2989263" y="4191000"/>
          <p14:tracePt t="62811" x="3005138" y="4191000"/>
          <p14:tracePt t="62819" x="3048000" y="4191000"/>
          <p14:tracePt t="62828" x="3065463" y="4191000"/>
          <p14:tracePt t="62836" x="3106738" y="4191000"/>
          <p14:tracePt t="62844" x="3141663" y="4191000"/>
          <p14:tracePt t="62852" x="3167063" y="4191000"/>
          <p14:tracePt t="62861" x="3200400" y="4198938"/>
          <p14:tracePt t="62869" x="3225800" y="4198938"/>
          <p14:tracePt t="62878" x="3259138" y="4198938"/>
          <p14:tracePt t="62885" x="3276600" y="4198938"/>
          <p14:tracePt t="62894" x="3319463" y="4198938"/>
          <p14:tracePt t="62901" x="3344863" y="4198938"/>
          <p14:tracePt t="62911" x="3378200" y="4198938"/>
          <p14:tracePt t="62918" x="3421063" y="4198938"/>
          <p14:tracePt t="62928" x="3454400" y="4198938"/>
          <p14:tracePt t="62934" x="3497263" y="4198938"/>
          <p14:tracePt t="62944" x="3513138" y="4198938"/>
          <p14:tracePt t="62950" x="3556000" y="4198938"/>
          <p14:tracePt t="62960" x="3606800" y="4198938"/>
          <p14:tracePt t="62967" x="3632200" y="4198938"/>
          <p14:tracePt t="62977" x="3675063" y="4198938"/>
          <p14:tracePt t="62983" x="3690938" y="4198938"/>
          <p14:tracePt t="62991" x="3741738" y="4198938"/>
          <p14:tracePt t="63000" x="3767138" y="4198938"/>
          <p14:tracePt t="63008" x="3802063" y="4198938"/>
          <p14:tracePt t="63016" x="3827463" y="4198938"/>
          <p14:tracePt t="63024" x="3843338" y="4198938"/>
          <p14:tracePt t="63032" x="3860800" y="4198938"/>
          <p14:tracePt t="63041" x="3878263" y="4198938"/>
          <p14:tracePt t="63049" x="3886200" y="4198938"/>
          <p14:tracePt t="63057" x="3903663" y="4198938"/>
          <p14:tracePt t="63082" x="3919538" y="4198938"/>
          <p14:tracePt t="63172" x="3937000" y="4198938"/>
          <p14:tracePt t="63221" x="3944938" y="4198938"/>
          <p14:tracePt t="63229" x="3962400" y="4198938"/>
          <p14:tracePt t="63237" x="3979863" y="4216400"/>
          <p14:tracePt t="63245" x="4005263" y="4216400"/>
          <p14:tracePt t="63254" x="4038600" y="4216400"/>
          <p14:tracePt t="63262" x="4071938" y="4216400"/>
          <p14:tracePt t="63270" x="4097338" y="4216400"/>
          <p14:tracePt t="63278" x="4114800" y="4216400"/>
          <p14:tracePt t="63287" x="4157663" y="4233863"/>
          <p14:tracePt t="63294" x="4173538" y="4233863"/>
          <p14:tracePt t="63303" x="4191000" y="4233863"/>
          <p14:tracePt t="63311" x="4216400" y="4233863"/>
          <p14:tracePt t="63319" x="4233863" y="4233863"/>
          <p14:tracePt t="63328" x="4267200" y="4249738"/>
          <p14:tracePt t="63335" x="4275138" y="4249738"/>
          <p14:tracePt t="63344" x="4292600" y="4249738"/>
          <p14:tracePt t="63361" x="4310063" y="4249738"/>
          <p14:tracePt t="63368" x="4325938" y="4259263"/>
          <p14:tracePt t="63385" x="4343400" y="4259263"/>
          <p14:tracePt t="63394" x="4351338" y="4259263"/>
          <p14:tracePt t="63411" x="4368800" y="4259263"/>
          <p14:tracePt t="63434" x="4386263" y="4275138"/>
          <p14:tracePt t="63444" x="4402138" y="4275138"/>
          <p14:tracePt t="63460" x="4427538" y="4292600"/>
          <p14:tracePt t="63475" x="4462463" y="4292600"/>
          <p14:tracePt t="63483" x="4470400" y="4310063"/>
          <p14:tracePt t="63499" x="4487863" y="4310063"/>
          <p14:tracePt t="63508" x="4503738" y="4310063"/>
          <p14:tracePt t="63516" x="4521200" y="4318000"/>
          <p14:tracePt t="63532" x="4538663" y="4335463"/>
          <p14:tracePt t="63540" x="4546600" y="4335463"/>
          <p14:tracePt t="63548" x="4564063" y="4335463"/>
          <p14:tracePt t="63557" x="4579938" y="4351338"/>
          <p14:tracePt t="63573" x="4597400" y="4368800"/>
          <p14:tracePt t="63581" x="4605338" y="4386263"/>
          <p14:tracePt t="63598" x="4622800" y="4386263"/>
          <p14:tracePt t="63606" x="4622800" y="4394200"/>
          <p14:tracePt t="63622" x="4640263" y="4394200"/>
          <p14:tracePt t="63631" x="4640263" y="4411663"/>
          <p14:tracePt t="63647" x="4640263" y="4427538"/>
          <p14:tracePt t="63671" x="4640263" y="4445000"/>
          <p14:tracePt t="63688" x="4640263" y="4452938"/>
          <p14:tracePt t="63712" x="4640263" y="4470400"/>
          <p14:tracePt t="63729" x="4640263" y="4487863"/>
          <p14:tracePt t="63753" x="4640263" y="4503738"/>
          <p14:tracePt t="63778" x="4640263" y="4521200"/>
          <p14:tracePt t="63803" x="4640263" y="4529138"/>
          <p14:tracePt t="63835" x="4640263" y="4546600"/>
          <p14:tracePt t="63844" x="4622800" y="4546600"/>
          <p14:tracePt t="63861" x="4622800" y="4564063"/>
          <p14:tracePt t="63868" x="4605338" y="4579938"/>
          <p14:tracePt t="63884" x="4597400" y="4579938"/>
          <p14:tracePt t="63894" x="4597400" y="4589463"/>
          <p14:tracePt t="63901" x="4579938" y="4589463"/>
          <p14:tracePt t="63917" x="4564063" y="4605338"/>
          <p14:tracePt t="63927" x="4546600" y="4605338"/>
          <p14:tracePt t="63934" x="4538663" y="4605338"/>
          <p14:tracePt t="63943" x="4503738" y="4622800"/>
          <p14:tracePt t="63950" x="4462463" y="4622800"/>
          <p14:tracePt t="63958" x="4427538" y="4648200"/>
          <p14:tracePt t="63966" x="4386263" y="4648200"/>
          <p14:tracePt t="63974" x="4351338" y="4665663"/>
          <p14:tracePt t="63983" x="4310063" y="4681538"/>
          <p14:tracePt t="63991" x="4249738" y="4699000"/>
          <p14:tracePt t="63999" x="4216400" y="4716463"/>
          <p14:tracePt t="64007" x="4173538" y="4716463"/>
          <p14:tracePt t="64016" x="4114800" y="4724400"/>
          <p14:tracePt t="64024" x="4081463" y="4741863"/>
          <p14:tracePt t="64032" x="4038600" y="4741863"/>
          <p14:tracePt t="64040" x="3995738" y="4741863"/>
          <p14:tracePt t="64048" x="3944938" y="4757738"/>
          <p14:tracePt t="64056" x="3903663" y="4757738"/>
          <p14:tracePt t="64065" x="3860800" y="4775200"/>
          <p14:tracePt t="64073" x="3810000" y="4775200"/>
          <p14:tracePt t="64081" x="3751263" y="4775200"/>
          <p14:tracePt t="64089" x="3725863" y="4775200"/>
          <p14:tracePt t="64097" x="3690938" y="4775200"/>
          <p14:tracePt t="64106" x="3649663" y="4775200"/>
          <p14:tracePt t="64114" x="3632200" y="4775200"/>
          <p14:tracePt t="64122" x="3606800" y="4775200"/>
          <p14:tracePt t="64130" x="3589338" y="4775200"/>
          <p14:tracePt t="64139" x="3556000" y="4775200"/>
          <p14:tracePt t="64147" x="3530600" y="4775200"/>
          <p14:tracePt t="64155" x="3513138" y="4775200"/>
          <p14:tracePt t="64163" x="3497263" y="4775200"/>
          <p14:tracePt t="64171" x="3479800" y="4775200"/>
          <p14:tracePt t="64179" x="3471863" y="4775200"/>
          <p14:tracePt t="64196" x="3454400" y="4775200"/>
          <p14:tracePt t="64204" x="3436938" y="4757738"/>
          <p14:tracePt t="64228" x="3421063" y="4757738"/>
          <p14:tracePt t="64237" x="3421063" y="4741863"/>
          <p14:tracePt t="64245" x="3421063" y="4724400"/>
          <p14:tracePt t="64261" x="3421063" y="4716463"/>
          <p14:tracePt t="64286" x="3411538" y="4699000"/>
          <p14:tracePt t="64310" x="3411538" y="4681538"/>
          <p14:tracePt t="64335" x="3411538" y="4665663"/>
          <p14:tracePt t="64384" x="3411538" y="4648200"/>
          <p14:tracePt t="64417" x="3411538" y="4640263"/>
          <p14:tracePt t="64441" x="3411538" y="4622800"/>
          <p14:tracePt t="64474" x="3421063" y="4589463"/>
          <p14:tracePt t="64483" x="3421063" y="4579938"/>
          <p14:tracePt t="64491" x="3436938" y="4529138"/>
          <p14:tracePt t="64499" x="3436938" y="4521200"/>
          <p14:tracePt t="64507" x="3471863" y="4470400"/>
          <p14:tracePt t="64516" x="3479800" y="4452938"/>
          <p14:tracePt t="64524" x="3513138" y="4411663"/>
          <p14:tracePt t="64532" x="3548063" y="4368800"/>
          <p14:tracePt t="64540" x="3556000" y="4335463"/>
          <p14:tracePt t="64548" x="3589338" y="4310063"/>
          <p14:tracePt t="64556" x="3614738" y="4292600"/>
          <p14:tracePt t="64564" x="3632200" y="4275138"/>
          <p14:tracePt t="64573" x="3665538" y="4259263"/>
          <p14:tracePt t="64581" x="3690938" y="4259263"/>
          <p14:tracePt t="64589" x="3708400" y="4249738"/>
          <p14:tracePt t="64597" x="3741738" y="4249738"/>
          <p14:tracePt t="64606" x="3767138" y="4249738"/>
          <p14:tracePt t="64613" x="3810000" y="4249738"/>
          <p14:tracePt t="64622" x="3843338" y="4249738"/>
          <p14:tracePt t="64630" x="3878263" y="4249738"/>
          <p14:tracePt t="64639" x="3919538" y="4249738"/>
          <p14:tracePt t="64646" x="3944938" y="4249738"/>
          <p14:tracePt t="64655" x="3995738" y="4233863"/>
          <p14:tracePt t="64663" x="4005263" y="4233863"/>
          <p14:tracePt t="64671" x="4056063" y="4216400"/>
          <p14:tracePt t="64679" x="4081463" y="4216400"/>
          <p14:tracePt t="64695" x="4097338" y="4216400"/>
          <p14:tracePt t="64704" x="4114800" y="4216400"/>
          <p14:tracePt t="64720" x="4132263" y="4216400"/>
          <p14:tracePt t="64745" x="4140200" y="4216400"/>
          <p14:tracePt t="67179" x="4132263" y="4216400"/>
          <p14:tracePt t="67186" x="4005263" y="4292600"/>
          <p14:tracePt t="67194" x="3903663" y="4386263"/>
          <p14:tracePt t="67203" x="3784600" y="4452938"/>
          <p14:tracePt t="67211" x="3665538" y="4529138"/>
          <p14:tracePt t="67220" x="3530600" y="4622800"/>
          <p14:tracePt t="67229" x="3421063" y="4665663"/>
          <p14:tracePt t="67236" x="3124200" y="4818063"/>
          <p14:tracePt t="67244" x="2928938" y="4894263"/>
          <p14:tracePt t="67252" x="2735263" y="4970463"/>
          <p14:tracePt t="67261" x="2641600" y="4978400"/>
          <p14:tracePt t="67268" x="2522538" y="5011738"/>
          <p14:tracePt t="67278" x="2387600" y="5029200"/>
          <p14:tracePt t="67285" x="2286000" y="5046663"/>
          <p14:tracePt t="67294" x="2209800" y="5046663"/>
          <p14:tracePt t="67301" x="2151063" y="5046663"/>
          <p14:tracePt t="67311" x="2090738" y="5046663"/>
          <p14:tracePt t="67317" x="2057400" y="5046663"/>
          <p14:tracePt t="67328" x="2014538" y="5046663"/>
          <p14:tracePt t="67334" x="1981200" y="5046663"/>
          <p14:tracePt t="67343" x="1955800" y="5046663"/>
          <p14:tracePt t="67350" x="1922463" y="5046663"/>
          <p14:tracePt t="67367" x="1905000" y="5046663"/>
          <p14:tracePt t="67374" x="1887538" y="5046663"/>
          <p14:tracePt t="67408" x="1879600" y="5046663"/>
          <p14:tracePt t="67465" x="1862138" y="5046663"/>
          <p14:tracePt t="67473" x="1846263" y="5029200"/>
          <p14:tracePt t="67481" x="1820863" y="5029200"/>
          <p14:tracePt t="67489" x="1820863" y="5011738"/>
          <p14:tracePt t="67498" x="1785938" y="4995863"/>
          <p14:tracePt t="67506" x="1752600" y="4970463"/>
          <p14:tracePt t="67514" x="1709738" y="4919663"/>
          <p14:tracePt t="67522" x="1684338" y="4910138"/>
          <p14:tracePt t="67530" x="1651000" y="4876800"/>
          <p14:tracePt t="67539" x="1633538" y="4859338"/>
          <p14:tracePt t="67547" x="1592263" y="4833938"/>
          <p14:tracePt t="67555" x="1557338" y="4818063"/>
          <p14:tracePt t="67563" x="1549400" y="4800600"/>
          <p14:tracePt t="67572" x="1516063" y="4783138"/>
          <p14:tracePt t="67580" x="1490663" y="4775200"/>
          <p14:tracePt t="67588" x="1490663" y="4757738"/>
          <p14:tracePt t="67596" x="1455738" y="4741863"/>
          <p14:tracePt t="67604" x="1439863" y="4724400"/>
          <p14:tracePt t="67612" x="1414463" y="4724400"/>
          <p14:tracePt t="67620" x="1397000" y="4716463"/>
          <p14:tracePt t="67629" x="1363663" y="4716463"/>
          <p14:tracePt t="67637" x="1338263" y="4699000"/>
          <p14:tracePt t="67645" x="1303338" y="4699000"/>
          <p14:tracePt t="67654" x="1277938" y="4699000"/>
          <p14:tracePt t="67662" x="1244600" y="4699000"/>
          <p14:tracePt t="67670" x="1201738" y="4699000"/>
          <p14:tracePt t="67678" x="1168400" y="4699000"/>
          <p14:tracePt t="67686" x="1143000" y="4699000"/>
          <p14:tracePt t="67695" x="1084263" y="4724400"/>
          <p14:tracePt t="67703" x="1066800" y="4757738"/>
          <p14:tracePt t="67711" x="1033463" y="4800600"/>
          <p14:tracePt t="67719" x="1008063" y="4859338"/>
          <p14:tracePt t="67728" x="973138" y="4919663"/>
          <p14:tracePt t="67735" x="957263" y="4978400"/>
          <p14:tracePt t="68317" x="1008063" y="4970463"/>
          <p14:tracePt t="68328" x="1066800" y="4910138"/>
          <p14:tracePt t="68333" x="1092200" y="4894263"/>
          <p14:tracePt t="68341" x="1143000" y="4843463"/>
          <p14:tracePt t="68350" x="1201738" y="4775200"/>
          <p14:tracePt t="68358" x="1227138" y="4724400"/>
          <p14:tracePt t="68366" x="1262063" y="4681538"/>
          <p14:tracePt t="68374" x="1295400" y="4648200"/>
          <p14:tracePt t="68382" x="1303338" y="4640263"/>
          <p14:tracePt t="68391" x="1303338" y="4622800"/>
          <p14:tracePt t="68399" x="1303338" y="4605338"/>
          <p14:tracePt t="68407" x="1320800" y="4605338"/>
          <p14:tracePt t="68497" x="1320800" y="4589463"/>
          <p14:tracePt t="68522" x="1320800" y="4579938"/>
          <p14:tracePt t="68538" x="1320800" y="4564063"/>
          <p14:tracePt t="70218" x="1338263" y="4564063"/>
          <p14:tracePt t="70228" x="1414463" y="4564063"/>
          <p14:tracePt t="70234" x="1473200" y="4589463"/>
          <p14:tracePt t="70244" x="1549400" y="4605338"/>
          <p14:tracePt t="70251" x="1684338" y="4665663"/>
          <p14:tracePt t="70261" x="1820863" y="4724400"/>
          <p14:tracePt t="70267" x="1963738" y="4775200"/>
          <p14:tracePt t="70277" x="2133600" y="4833938"/>
          <p14:tracePt t="70283" x="2268538" y="4894263"/>
          <p14:tracePt t="70292" x="2430463" y="4953000"/>
          <p14:tracePt t="70300" x="2489200" y="4970463"/>
          <p14:tracePt t="70308" x="2717800" y="5029200"/>
          <p14:tracePt t="70316" x="2852738" y="5054600"/>
          <p14:tracePt t="70324" x="2954338" y="5087938"/>
          <p14:tracePt t="70333" x="3090863" y="5105400"/>
          <p14:tracePt t="70341" x="3217863" y="5113338"/>
          <p14:tracePt t="70349" x="3259138" y="5113338"/>
          <p14:tracePt t="70357" x="3454400" y="5113338"/>
          <p14:tracePt t="70365" x="3556000" y="5113338"/>
          <p14:tracePt t="70374" x="3690938" y="5113338"/>
          <p14:tracePt t="70382" x="3725863" y="5113338"/>
          <p14:tracePt t="70390" x="3827463" y="5113338"/>
          <p14:tracePt t="70398" x="4021138" y="5054600"/>
          <p14:tracePt t="70406" x="4071938" y="5054600"/>
          <p14:tracePt t="70415" x="4173538" y="5029200"/>
          <p14:tracePt t="70423" x="4249738" y="4995863"/>
          <p14:tracePt t="70431" x="4325938" y="4978400"/>
          <p14:tracePt t="70439" x="4402138" y="4970463"/>
          <p14:tracePt t="70447" x="4470400" y="4953000"/>
          <p14:tracePt t="70456" x="4564063" y="4953000"/>
          <p14:tracePt t="70464" x="4640263" y="4935538"/>
          <p14:tracePt t="70472" x="4716463" y="4935538"/>
          <p14:tracePt t="70480" x="4792663" y="4919663"/>
          <p14:tracePt t="70488" x="4927600" y="4910138"/>
          <p14:tracePt t="70497" x="5003800" y="4876800"/>
          <p14:tracePt t="70504" x="5105400" y="4843463"/>
          <p14:tracePt t="70513" x="5207000" y="4800600"/>
          <p14:tracePt t="70521" x="5300663" y="4741863"/>
          <p14:tracePt t="70529" x="5402263" y="4665663"/>
          <p14:tracePt t="70996" x="5418138" y="4665663"/>
          <p14:tracePt t="71004" x="5453063" y="4665663"/>
          <p14:tracePt t="71012" x="5494338" y="4665663"/>
          <p14:tracePt t="71021" x="5529263" y="4665663"/>
          <p14:tracePt t="71029" x="5554663" y="4665663"/>
          <p14:tracePt t="71037" x="5613400" y="4665663"/>
          <p14:tracePt t="71045" x="5664200" y="4648200"/>
          <p14:tracePt t="71054" x="5707063" y="4648200"/>
          <p14:tracePt t="71062" x="5748338" y="4648200"/>
          <p14:tracePt t="71070" x="5783263" y="4640263"/>
          <p14:tracePt t="71078" x="5824538" y="4640263"/>
          <p14:tracePt t="71086" x="5842000" y="4640263"/>
          <p14:tracePt t="71103" x="5859463" y="4640263"/>
          <p14:tracePt t="71111" x="5867400" y="4640263"/>
          <p14:tracePt t="72610" x="5900738" y="4640263"/>
          <p14:tracePt t="72618" x="6138863" y="4716463"/>
          <p14:tracePt t="72629" x="6392863" y="4859338"/>
          <p14:tracePt t="72635" x="6654800" y="4970463"/>
          <p14:tracePt t="72645" x="6908800" y="5113338"/>
          <p14:tracePt t="72651" x="7162800" y="5240338"/>
          <p14:tracePt t="72661" x="7373938" y="5341938"/>
          <p14:tracePt t="72668" x="7569200" y="5418138"/>
          <p14:tracePt t="72678" x="7729538" y="5461000"/>
          <p14:tracePt t="72684" x="8059738" y="5570538"/>
          <p14:tracePt t="72694" x="8382000" y="5638800"/>
          <p14:tracePt t="72700" x="8661400" y="5689600"/>
          <p14:tracePt t="72710" x="8890000" y="5715000"/>
          <p14:tracePt t="72717" x="9126538" y="5715000"/>
          <p14:tracePt t="72725" x="9296400" y="5715000"/>
          <p14:tracePt t="72734" x="9456738" y="5715000"/>
          <p14:tracePt t="72742" x="9532938" y="5715000"/>
          <p14:tracePt t="72749" x="9644063" y="5689600"/>
          <p14:tracePt t="72758" x="9745663" y="5672138"/>
          <p14:tracePt t="72766" x="9847263" y="5656263"/>
          <p14:tracePt t="72774" x="9898063" y="5638800"/>
          <p14:tracePt t="72782" x="9939338" y="5630863"/>
          <p14:tracePt t="72791" x="9974263" y="5630863"/>
          <p14:tracePt t="72807" x="9982200" y="5613400"/>
          <p14:tracePt t="72831" x="9999663" y="5613400"/>
          <p14:tracePt t="72922" x="9982200" y="5613400"/>
          <p14:tracePt t="72938" x="9974263" y="5595938"/>
          <p14:tracePt t="72946" x="9956800" y="5595938"/>
          <p14:tracePt t="72954" x="9956800" y="5580063"/>
          <p14:tracePt t="72962" x="9923463" y="5570538"/>
          <p14:tracePt t="72971" x="9923463" y="5554663"/>
          <p14:tracePt t="72979" x="9906000" y="5554663"/>
          <p14:tracePt t="72987" x="9880600" y="5519738"/>
          <p14:tracePt t="72995" x="9863138" y="5503863"/>
          <p14:tracePt t="73003" x="9847263" y="5494338"/>
          <p14:tracePt t="73012" x="9837738" y="5478463"/>
          <p14:tracePt t="73020" x="9804400" y="5443538"/>
          <p14:tracePt t="73028" x="9786938" y="5418138"/>
          <p14:tracePt t="73036" x="9761538" y="5384800"/>
          <p14:tracePt t="73045" x="9745663" y="5376863"/>
          <p14:tracePt t="73053" x="9728200" y="5359400"/>
          <p14:tracePt t="73061" x="9728200" y="5341938"/>
          <p14:tracePt t="73069" x="9710738" y="5326063"/>
          <p14:tracePt t="73078" x="9702800" y="5308600"/>
          <p14:tracePt t="73086" x="9685338" y="5300663"/>
          <p14:tracePt t="73102" x="9685338" y="5283200"/>
          <p14:tracePt t="73111" x="9669463" y="5265738"/>
          <p14:tracePt t="73118" x="9669463" y="5249863"/>
          <p14:tracePt t="73128" x="9652000" y="5249863"/>
          <p14:tracePt t="73135" x="9652000" y="5224463"/>
          <p14:tracePt t="73144" x="9644063" y="5173663"/>
          <p14:tracePt t="73151" x="9609138" y="5130800"/>
          <p14:tracePt t="73161" x="9593263" y="5087938"/>
          <p14:tracePt t="73167" x="9550400" y="5046663"/>
          <p14:tracePt t="75191" x="9550400" y="4978400"/>
          <p14:tracePt t="75199" x="9550400" y="4935538"/>
          <p14:tracePt t="75208" x="9567863" y="4894263"/>
          <p14:tracePt t="75216" x="9593263" y="4833938"/>
          <p14:tracePt t="75224" x="9609138" y="4757738"/>
          <p14:tracePt t="75232" x="9644063" y="4716463"/>
          <p14:tracePt t="75240" x="9652000" y="4648200"/>
          <p14:tracePt t="75248" x="9669463" y="4622800"/>
          <p14:tracePt t="75257" x="9685338" y="4579938"/>
          <p14:tracePt t="75265" x="9702800" y="4564063"/>
          <p14:tracePt t="75281" x="9702800" y="4546600"/>
          <p14:tracePt t="75289" x="9710738" y="4529138"/>
          <p14:tracePt t="75346" x="9710738" y="4521200"/>
          <p14:tracePt t="75355" x="9710738" y="4503738"/>
          <p14:tracePt t="75363" x="9710738" y="4487863"/>
          <p14:tracePt t="75379" x="9710738" y="4470400"/>
          <p14:tracePt t="75388" x="9710738" y="4445000"/>
          <p14:tracePt t="75396" x="9710738" y="4427538"/>
          <p14:tracePt t="75404" x="9710738" y="4411663"/>
          <p14:tracePt t="75420" x="9702800" y="4411663"/>
          <p14:tracePt t="75445" x="9702800" y="4394200"/>
          <p14:tracePt t="75453" x="9685338" y="4394200"/>
          <p14:tracePt t="75478" x="9669463" y="4394200"/>
          <p14:tracePt t="75510" x="9652000" y="4394200"/>
          <p14:tracePt t="75528" x="9644063" y="4394200"/>
          <p14:tracePt t="75535" x="9626600" y="4394200"/>
          <p14:tracePt t="75545" x="9609138" y="4394200"/>
          <p14:tracePt t="75552" x="9593263" y="4394200"/>
          <p14:tracePt t="75561" x="9575800" y="4394200"/>
          <p14:tracePt t="75578" x="9550400" y="4394200"/>
          <p14:tracePt t="75584" x="9532938" y="4394200"/>
          <p14:tracePt t="75594" x="9517063" y="4394200"/>
          <p14:tracePt t="75601" x="9517063" y="4411663"/>
          <p14:tracePt t="76379" x="9517063" y="4427538"/>
          <p14:tracePt t="76387" x="9517063" y="4452938"/>
          <p14:tracePt t="76395" x="9517063" y="4503738"/>
          <p14:tracePt t="76404" x="9517063" y="4521200"/>
          <p14:tracePt t="76412" x="9507538" y="4564063"/>
          <p14:tracePt t="76420" x="9507538" y="4622800"/>
          <p14:tracePt t="76428" x="9491663" y="4648200"/>
          <p14:tracePt t="76437" x="9474200" y="4699000"/>
          <p14:tracePt t="76445" x="9474200" y="4724400"/>
          <p14:tracePt t="76453" x="9456738" y="4741863"/>
          <p14:tracePt t="76461" x="9440863" y="4775200"/>
          <p14:tracePt t="76485" x="9440863" y="4783138"/>
          <p14:tracePt t="76502" x="9431338" y="4783138"/>
          <p14:tracePt t="76511" x="9431338" y="4800600"/>
          <p14:tracePt t="76756" x="9440863" y="4800600"/>
          <p14:tracePt t="76764" x="9456738" y="4800600"/>
          <p14:tracePt t="76772" x="9474200" y="4800600"/>
          <p14:tracePt t="76780" x="9491663" y="4800600"/>
          <p14:tracePt t="76789" x="9507538" y="4783138"/>
          <p14:tracePt t="76797" x="9532938" y="4783138"/>
          <p14:tracePt t="76805" x="9550400" y="4783138"/>
          <p14:tracePt t="76813" x="9575800" y="4783138"/>
          <p14:tracePt t="76821" x="9626600" y="4783138"/>
          <p14:tracePt t="76830" x="9644063" y="4783138"/>
          <p14:tracePt t="76838" x="9702800" y="4775200"/>
          <p14:tracePt t="76846" x="9728200" y="4757738"/>
          <p14:tracePt t="76854" x="9771063" y="4741863"/>
          <p14:tracePt t="76862" x="9821863" y="4724400"/>
          <p14:tracePt t="76871" x="9847263" y="4716463"/>
          <p14:tracePt t="76879" x="9898063" y="4699000"/>
          <p14:tracePt t="76887" x="9923463" y="4681538"/>
          <p14:tracePt t="76895" x="9956800" y="4665663"/>
          <p14:tracePt t="76903" x="9999663" y="4648200"/>
          <p14:tracePt t="76912" x="10015538" y="4640263"/>
          <p14:tracePt t="76920" x="10058400" y="4640263"/>
          <p14:tracePt t="76928" x="10075863" y="4622800"/>
          <p14:tracePt t="76936" x="10091738" y="4622800"/>
          <p14:tracePt t="76944" x="10101263" y="4622800"/>
          <p14:tracePt t="76953" x="10117138" y="4622800"/>
          <p14:tracePt t="76977" x="10134600" y="4622800"/>
          <p14:tracePt t="77010" x="10152063" y="4622800"/>
          <p14:tracePt t="79293" x="10134600" y="4622800"/>
          <p14:tracePt t="79301" x="10075863" y="4665663"/>
          <p14:tracePt t="79311" x="10033000" y="4681538"/>
          <p14:tracePt t="79317" x="9939338" y="4724400"/>
          <p14:tracePt t="79326" x="9898063" y="4741863"/>
          <p14:tracePt t="79334" x="9821863" y="4757738"/>
          <p14:tracePt t="79342" x="9761538" y="4783138"/>
          <p14:tracePt t="79350" x="9685338" y="4783138"/>
          <p14:tracePt t="79358" x="9517063" y="4818063"/>
          <p14:tracePt t="79367" x="9440863" y="4833938"/>
          <p14:tracePt t="79375" x="9339263" y="4843463"/>
          <p14:tracePt t="79383" x="9202738" y="4843463"/>
          <p14:tracePt t="79391" x="9101138" y="4859338"/>
          <p14:tracePt t="79400" x="8966200" y="4859338"/>
          <p14:tracePt t="79408" x="8915400" y="4859338"/>
          <p14:tracePt t="79415" x="8813800" y="4859338"/>
          <p14:tracePt t="79424" x="8618538" y="4859338"/>
          <p14:tracePt t="79432" x="8483600" y="4859338"/>
          <p14:tracePt t="79441" x="8364538" y="4859338"/>
          <p14:tracePt t="79448" x="8196263" y="4859338"/>
          <p14:tracePt t="79457" x="8059738" y="4859338"/>
          <p14:tracePt t="79465" x="7924800" y="4859338"/>
          <p14:tracePt t="79473" x="7789863" y="4859338"/>
          <p14:tracePt t="79481" x="7764463" y="4859338"/>
          <p14:tracePt t="79489" x="7627938" y="4859338"/>
          <p14:tracePt t="79498" x="7551738" y="4859338"/>
          <p14:tracePt t="79506" x="7475538" y="4859338"/>
          <p14:tracePt t="79514" x="7391400" y="4859338"/>
          <p14:tracePt t="79522" x="7340600" y="4859338"/>
          <p14:tracePt t="79530" x="7281863" y="4859338"/>
          <p14:tracePt t="79539" x="7239000" y="4859338"/>
          <p14:tracePt t="79547" x="7205663" y="4859338"/>
          <p14:tracePt t="79555" x="7180263" y="4859338"/>
          <p14:tracePt t="79563" x="7145338" y="4876800"/>
          <p14:tracePt t="79571" x="7119938" y="4876800"/>
          <p14:tracePt t="79580" x="7104063" y="4894263"/>
          <p14:tracePt t="79588" x="7069138" y="4953000"/>
          <p14:tracePt t="79596" x="7043738" y="5011738"/>
          <p14:tracePt t="79604" x="7010400" y="5113338"/>
          <p14:tracePt t="79612" x="6992938" y="5207000"/>
          <p14:tracePt t="79620" x="6985000" y="5341938"/>
          <p14:tracePt t="79629" x="6985000" y="5503863"/>
          <p14:tracePt t="79637" x="6985000" y="5638800"/>
          <p14:tracePt t="79645" x="6985000" y="5715000"/>
          <p14:tracePt t="79653" x="6985000" y="5824538"/>
          <p14:tracePt t="79662" x="6985000" y="5926138"/>
          <p14:tracePt t="79670" x="6985000" y="6002338"/>
          <p14:tracePt t="79678" x="6985000" y="6062663"/>
          <p14:tracePt t="79686" x="6985000" y="6078538"/>
          <p14:tracePt t="79695" x="6992938" y="6103938"/>
          <p14:tracePt t="79702" x="6992938" y="6121400"/>
          <p14:tracePt t="79712" x="7010400" y="6121400"/>
          <p14:tracePt t="79719" x="7027863" y="6121400"/>
          <p14:tracePt t="79728" x="7043738" y="6138863"/>
          <p14:tracePt t="79735" x="7053263" y="6138863"/>
          <p14:tracePt t="79752" x="7069138" y="6138863"/>
          <p14:tracePt t="79761" x="7086600" y="6138863"/>
          <p14:tracePt t="79768" x="7104063" y="6138863"/>
          <p14:tracePt t="79778" x="7119938" y="6121400"/>
          <p14:tracePt t="79784" x="7129463" y="6103938"/>
          <p14:tracePt t="79795" x="7145338" y="6078538"/>
          <p14:tracePt t="79801" x="7180263" y="6045200"/>
          <p14:tracePt t="79811" x="7205663" y="6037263"/>
          <p14:tracePt t="79817" x="7239000" y="6002338"/>
          <p14:tracePt t="79828" x="7264400" y="5986463"/>
          <p14:tracePt t="79833" x="7297738" y="5961063"/>
          <p14:tracePt t="79845" x="7340600" y="5961063"/>
          <p14:tracePt t="79850" x="7373938" y="5943600"/>
          <p14:tracePt t="79861" x="7399338" y="5926138"/>
          <p14:tracePt t="79866" x="7450138" y="5926138"/>
          <p14:tracePt t="79878" x="7459663" y="5910263"/>
          <p14:tracePt t="79883" x="7493000" y="5910263"/>
          <p14:tracePt t="79895" x="7510463" y="5910263"/>
          <p14:tracePt t="79899" x="7510463" y="5900738"/>
          <p14:tracePt t="79912" x="7518400" y="5900738"/>
          <p14:tracePt t="79915" x="7535863" y="5900738"/>
          <p14:tracePt t="79928" x="7535863" y="5884863"/>
          <p14:tracePt t="79932" x="7551738" y="5884863"/>
          <p14:tracePt t="79948" x="7551738" y="5867400"/>
          <p14:tracePt t="79961" x="7569200" y="5867400"/>
          <p14:tracePt t="79965" x="7569200" y="5849938"/>
          <p14:tracePt t="79997" x="7569200" y="5834063"/>
          <p14:tracePt t="80653" x="7569200" y="5824538"/>
          <p14:tracePt t="80702" x="7569200" y="5808663"/>
          <p14:tracePt t="80718" x="7551738" y="5808663"/>
          <p14:tracePt t="80728" x="7551738" y="5791200"/>
          <p14:tracePt t="80735" x="7535863" y="5791200"/>
          <p14:tracePt t="80745" x="7518400" y="5773738"/>
          <p14:tracePt t="80751" x="7493000" y="5765800"/>
          <p14:tracePt t="80761" x="7459663" y="5748338"/>
          <p14:tracePt t="80768" x="7416800" y="5732463"/>
          <p14:tracePt t="80777" x="7358063" y="5715000"/>
          <p14:tracePt t="80784" x="7256463" y="5672138"/>
          <p14:tracePt t="80794" x="7180263" y="5656263"/>
          <p14:tracePt t="80800" x="7104063" y="5638800"/>
          <p14:tracePt t="80809" x="6967538" y="5638800"/>
          <p14:tracePt t="80817" x="6773863" y="5638800"/>
          <p14:tracePt t="80825" x="6578600" y="5638800"/>
          <p14:tracePt t="80833" x="6332538" y="5638800"/>
          <p14:tracePt t="80842" x="6096000" y="5732463"/>
          <p14:tracePt t="80850" x="5824538" y="5824538"/>
          <p14:tracePt t="80858" x="5529263" y="5943600"/>
          <p14:tracePt t="80866" x="5224463" y="6096000"/>
          <p14:tracePt t="80874" x="4894263" y="6230938"/>
          <p14:tracePt t="80883" x="4640263" y="6367463"/>
          <p14:tracePt t="80891" x="4386263" y="6484938"/>
          <p14:tracePt t="80899" x="4173538" y="6586538"/>
          <p14:tracePt t="80907" x="3995738" y="6697663"/>
          <p14:tracePt t="80915" x="3827463" y="6799263"/>
          <p14:tracePt t="85816" x="2811463" y="6738938"/>
          <p14:tracePt t="85824" x="2819400" y="6662738"/>
          <p14:tracePt t="85832" x="2836863" y="6604000"/>
          <p14:tracePt t="85840" x="2836863" y="6561138"/>
          <p14:tracePt t="85863" x="2852738" y="6510338"/>
          <p14:tracePt t="85865" x="2870200" y="6494463"/>
          <p14:tracePt t="85905" x="2870200" y="6484938"/>
          <p14:tracePt t="85954" x="2852738" y="6484938"/>
          <p14:tracePt t="85962" x="2836863" y="6484938"/>
          <p14:tracePt t="85971" x="2811463" y="6484938"/>
          <p14:tracePt t="85978" x="2794000" y="6484938"/>
          <p14:tracePt t="85987" x="2776538" y="6484938"/>
          <p14:tracePt t="85995" x="2751138" y="6484938"/>
          <p14:tracePt t="86003" x="2735263" y="6484938"/>
          <p14:tracePt t="86011" x="2684463" y="6484938"/>
          <p14:tracePt t="86019" x="2641600" y="6484938"/>
          <p14:tracePt t="86028" x="2624138" y="6484938"/>
          <p14:tracePt t="86036" x="2582863" y="6484938"/>
          <p14:tracePt t="86045" x="2547938" y="6484938"/>
          <p14:tracePt t="86052" x="2506663" y="6484938"/>
          <p14:tracePt t="86061" x="2481263" y="6484938"/>
          <p14:tracePt t="86069" x="2420938" y="6484938"/>
          <p14:tracePt t="86078" x="2370138" y="6451600"/>
          <p14:tracePt t="86085" x="2311400" y="6434138"/>
          <p14:tracePt t="86095" x="2286000" y="6426200"/>
          <p14:tracePt t="86101" x="2217738" y="6375400"/>
          <p14:tracePt t="86111" x="2159000" y="6367463"/>
          <p14:tracePt t="86118" x="2100263" y="6332538"/>
          <p14:tracePt t="86128" x="2057400" y="6299200"/>
          <p14:tracePt t="86134" x="1998663" y="6291263"/>
          <p14:tracePt t="86144" x="1955800" y="6256338"/>
          <p14:tracePt t="86150" x="1905000" y="6230938"/>
          <p14:tracePt t="86159" x="1862138" y="6215063"/>
          <p14:tracePt t="86167" x="1828800" y="6197600"/>
          <p14:tracePt t="86175" x="1803400" y="6197600"/>
          <p14:tracePt t="86183" x="1770063" y="6197600"/>
          <p14:tracePt t="86191" x="1752600" y="6180138"/>
          <p14:tracePt t="86200" x="1744663" y="6180138"/>
          <p14:tracePt t="86208" x="1709738" y="6180138"/>
          <p14:tracePt t="86216" x="1693863" y="6180138"/>
          <p14:tracePt t="86224" x="1684338" y="6180138"/>
          <p14:tracePt t="86233" x="1668463" y="6180138"/>
          <p14:tracePt t="86241" x="1651000" y="6180138"/>
          <p14:tracePt t="86249" x="1633538" y="6180138"/>
          <p14:tracePt t="86257" x="1625600" y="6180138"/>
          <p14:tracePt t="86265" x="1608138" y="6180138"/>
          <p14:tracePt t="86282" x="1592263" y="6180138"/>
          <p14:tracePt t="86290" x="1574800" y="6180138"/>
          <p14:tracePt t="86298" x="1557338" y="6180138"/>
          <p14:tracePt t="86306" x="1549400" y="6180138"/>
          <p14:tracePt t="86315" x="1531938" y="6180138"/>
          <p14:tracePt t="86323" x="1516063" y="6180138"/>
          <p14:tracePt t="86339" x="1490663" y="6180138"/>
          <p14:tracePt t="86347" x="1473200" y="6180138"/>
          <p14:tracePt t="86355" x="1455738" y="6180138"/>
          <p14:tracePt t="86364" x="1439863" y="6180138"/>
          <p14:tracePt t="86372" x="1422400" y="6180138"/>
          <p14:tracePt t="86380" x="1397000" y="6180138"/>
          <p14:tracePt t="86388" x="1379538" y="6180138"/>
          <p14:tracePt t="86396" x="1363663" y="6180138"/>
          <p14:tracePt t="86405" x="1338263" y="6180138"/>
          <p14:tracePt t="86412" x="1320800" y="6164263"/>
          <p14:tracePt t="86421" x="1295400" y="6164263"/>
          <p14:tracePt t="86429" x="1262063" y="6164263"/>
          <p14:tracePt t="86437" x="1244600" y="6164263"/>
          <p14:tracePt t="86445" x="1227138" y="6164263"/>
          <p14:tracePt t="86454" x="1201738" y="6164263"/>
          <p14:tracePt t="86462" x="1185863" y="6164263"/>
          <p14:tracePt t="86470" x="1168400" y="6154738"/>
          <p14:tracePt t="86478" x="1160463" y="6154738"/>
          <p14:tracePt t="86487" x="1143000" y="6154738"/>
          <p14:tracePt t="86495" x="1125538" y="6154738"/>
          <p14:tracePt t="86511" x="1109663" y="6154738"/>
          <p14:tracePt t="86519" x="1092200" y="6138863"/>
          <p14:tracePt t="86544" x="1084263" y="6138863"/>
          <p14:tracePt t="86601" x="1066800" y="6138863"/>
          <p14:tracePt t="86611" x="1066800" y="6121400"/>
          <p14:tracePt t="86708" x="1066800" y="6103938"/>
          <p14:tracePt t="86773" x="1109663" y="6103938"/>
          <p14:tracePt t="86781" x="1168400" y="6103938"/>
          <p14:tracePt t="86790" x="1244600" y="6103938"/>
          <p14:tracePt t="86798" x="1354138" y="6103938"/>
          <p14:tracePt t="86806" x="1473200" y="6103938"/>
          <p14:tracePt t="86814" x="1668463" y="6103938"/>
          <p14:tracePt t="86822" x="1828800" y="6103938"/>
          <p14:tracePt t="86830" x="2074863" y="6096000"/>
          <p14:tracePt t="86839" x="2268538" y="6078538"/>
          <p14:tracePt t="86847" x="2506663" y="6045200"/>
          <p14:tracePt t="86855" x="2735263" y="6037263"/>
          <p14:tracePt t="86863" x="2946400" y="6019800"/>
          <p14:tracePt t="86871" x="3090863" y="5986463"/>
          <p14:tracePt t="86880" x="3259138" y="5969000"/>
          <p14:tracePt t="86888" x="3319463" y="5969000"/>
          <p14:tracePt t="86896" x="3454400" y="5969000"/>
          <p14:tracePt t="86904" x="3556000" y="5969000"/>
          <p14:tracePt t="86912" x="3632200" y="5969000"/>
          <p14:tracePt t="86921" x="3690938" y="5969000"/>
          <p14:tracePt t="86929" x="3725863" y="5969000"/>
          <p14:tracePt t="86937" x="3767138" y="5969000"/>
          <p14:tracePt t="86945" x="3784600" y="5969000"/>
          <p14:tracePt t="86953" x="3802063" y="5969000"/>
          <p14:tracePt t="86962" x="3810000" y="5969000"/>
          <p14:tracePt t="86978" x="3827463" y="5969000"/>
          <p14:tracePt t="86995" x="3827463" y="5986463"/>
          <p14:tracePt t="87003" x="3843338" y="5986463"/>
          <p14:tracePt t="87035" x="3860800" y="6002338"/>
          <p14:tracePt t="87045" x="3878263" y="6002338"/>
          <p14:tracePt t="87062" x="3886200" y="6002338"/>
          <p14:tracePt t="87078" x="3903663" y="6002338"/>
          <p14:tracePt t="87084" x="3919538" y="6002338"/>
          <p14:tracePt t="87094" x="3937000" y="6002338"/>
          <p14:tracePt t="87110" x="3944938" y="6002338"/>
          <p14:tracePt t="87117" x="3962400" y="6002338"/>
          <p14:tracePt t="87125" x="3995738" y="6002338"/>
          <p14:tracePt t="87134" x="4005263" y="6002338"/>
          <p14:tracePt t="87142" x="4021138" y="6002338"/>
          <p14:tracePt t="87150" x="4056063" y="6002338"/>
          <p14:tracePt t="87158" x="4071938" y="6002338"/>
          <p14:tracePt t="87166" x="4097338" y="6002338"/>
          <p14:tracePt t="87175" x="4114800" y="6002338"/>
          <p14:tracePt t="87183" x="4132263" y="6002338"/>
          <p14:tracePt t="87191" x="4140200" y="6002338"/>
          <p14:tracePt t="87199" x="4173538" y="5986463"/>
          <p14:tracePt t="87207" x="4208463" y="5986463"/>
          <p14:tracePt t="87215" x="4233863" y="5986463"/>
          <p14:tracePt t="87224" x="4292600" y="5986463"/>
        </p14:tracePtLst>
      </p14:laserTrace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0D5B46F-3DF7-4319-E2F9-6A685D548413}"/>
              </a:ext>
            </a:extLst>
          </p:cNvPr>
          <p:cNvSpPr>
            <a:spLocks noGrp="1"/>
          </p:cNvSpPr>
          <p:nvPr>
            <p:ph type="title"/>
          </p:nvPr>
        </p:nvSpPr>
        <p:spPr>
          <a:xfrm>
            <a:off x="609600" y="3050435"/>
            <a:ext cx="7823200" cy="757130"/>
          </a:xfrm>
        </p:spPr>
        <p:txBody>
          <a:bodyPr/>
          <a:lstStyle/>
          <a:p>
            <a:r>
              <a:rPr lang="en-KR" dirty="0"/>
              <a:t>Training and sampling</a:t>
            </a:r>
          </a:p>
        </p:txBody>
      </p:sp>
      <p:sp>
        <p:nvSpPr>
          <p:cNvPr id="4" name="Slide Number Placeholder 3">
            <a:extLst>
              <a:ext uri="{FF2B5EF4-FFF2-40B4-BE49-F238E27FC236}">
                <a16:creationId xmlns:a16="http://schemas.microsoft.com/office/drawing/2014/main" id="{9B8EA520-57D9-30A6-AB0A-93E12A40A008}"/>
              </a:ext>
            </a:extLst>
          </p:cNvPr>
          <p:cNvSpPr>
            <a:spLocks noGrp="1"/>
          </p:cNvSpPr>
          <p:nvPr>
            <p:ph type="sldNum" sz="quarter" idx="12"/>
          </p:nvPr>
        </p:nvSpPr>
        <p:spPr/>
        <p:txBody>
          <a:bodyPr/>
          <a:lstStyle/>
          <a:p>
            <a:fld id="{EB4B8DE2-A4E8-46E4-8BBF-D75455EFF32C}" type="slidenum">
              <a:rPr lang="en-US" smtClean="0"/>
              <a:pPr/>
              <a:t>16</a:t>
            </a:fld>
            <a:endParaRPr lang="en-US" dirty="0"/>
          </a:p>
        </p:txBody>
      </p:sp>
      <p:pic>
        <p:nvPicPr>
          <p:cNvPr id="5" name="Audio 4">
            <a:extLst>
              <a:ext uri="{FF2B5EF4-FFF2-40B4-BE49-F238E27FC236}">
                <a16:creationId xmlns:a16="http://schemas.microsoft.com/office/drawing/2014/main" id="{C354019F-FEF4-FD36-9F58-8E773F0FCE0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100167249"/>
      </p:ext>
    </p:extLst>
  </p:cSld>
  <p:clrMapOvr>
    <a:masterClrMapping/>
  </p:clrMapOvr>
  <mc:AlternateContent xmlns:mc="http://schemas.openxmlformats.org/markup-compatibility/2006">
    <mc:Choice xmlns:p14="http://schemas.microsoft.com/office/powerpoint/2010/main" Requires="p14">
      <p:transition spd="slow" p14:dur="2000" advTm="6592"/>
    </mc:Choice>
    <mc:Fallback>
      <p:transition spd="slow" advTm="65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extLst>
    <p:ext uri="{3A86A75C-4F4B-4683-9AE1-C65F6400EC91}">
      <p14:laserTraceLst xmlns:p14="http://schemas.microsoft.com/office/powerpoint/2010/main">
        <p14:tracePtLst>
          <p14:tracePt t="389" x="4275138" y="6002338"/>
          <p14:tracePt t="397" x="4140200" y="6103938"/>
          <p14:tracePt t="405" x="4038600" y="6180138"/>
          <p14:tracePt t="414" x="3937000" y="6291263"/>
          <p14:tracePt t="422" x="3843338" y="6367463"/>
          <p14:tracePt t="430" x="3784600" y="6408738"/>
          <p14:tracePt t="438" x="3741738" y="6451600"/>
          <p14:tracePt t="446" x="3690938" y="6494463"/>
          <p14:tracePt t="455" x="3606800" y="6570663"/>
          <p14:tracePt t="463" x="3530600" y="6646863"/>
          <p14:tracePt t="471" x="3479800" y="6697663"/>
          <p14:tracePt t="479" x="3454400" y="6705600"/>
          <p14:tracePt t="487" x="3421063" y="6738938"/>
          <p14:tracePt t="504" x="3421063" y="6756400"/>
          <p14:tracePt t="512" x="3411538" y="6764338"/>
          <p14:tracePt t="561" x="3411538" y="6781800"/>
          <p14:tracePt t="717" x="3411538" y="6764338"/>
          <p14:tracePt t="733" x="3411538" y="6756400"/>
          <p14:tracePt t="744" x="3411538" y="6723063"/>
          <p14:tracePt t="749" x="3411538" y="6697663"/>
          <p14:tracePt t="760" x="3411538" y="6604000"/>
          <p14:tracePt t="766" x="3411538" y="6527800"/>
          <p14:tracePt t="776" x="3421063" y="6408738"/>
          <p14:tracePt t="782" x="3497263" y="6240463"/>
          <p14:tracePt t="792" x="3573463" y="6045200"/>
          <p14:tracePt t="799" x="3690938" y="5791200"/>
          <p14:tracePt t="807" x="3810000" y="5537200"/>
          <p14:tracePt t="815" x="3944938" y="5283200"/>
          <p14:tracePt t="823" x="4081463" y="5029200"/>
          <p14:tracePt t="832" x="4233863" y="4775200"/>
          <p14:tracePt t="840" x="4275138" y="4699000"/>
          <p14:tracePt t="848" x="4368800" y="4564063"/>
          <p14:tracePt t="856" x="4445000" y="4445000"/>
          <p14:tracePt t="864" x="4521200" y="4351338"/>
          <p14:tracePt t="873" x="4564063" y="4310063"/>
          <p14:tracePt t="881" x="4597400" y="4275138"/>
          <p14:tracePt t="889" x="4605338" y="4259263"/>
          <p14:tracePt t="897" x="4622800" y="4249738"/>
          <p14:tracePt t="914" x="4640263" y="4249738"/>
          <p14:tracePt t="4581" x="4622800" y="4259263"/>
          <p14:tracePt t="4595" x="4564063" y="4394200"/>
          <p14:tracePt t="4599" x="4487863" y="4564063"/>
          <p14:tracePt t="4611" x="4427538" y="4699000"/>
          <p14:tracePt t="4615" x="4386263" y="4818063"/>
          <p14:tracePt t="4629" x="4343400" y="4910138"/>
          <p14:tracePt t="4630" x="4292600" y="4978400"/>
          <p14:tracePt t="4638" x="4275138" y="5046663"/>
          <p14:tracePt t="4646" x="4249738" y="5087938"/>
          <p14:tracePt t="4654" x="4216400" y="5130800"/>
          <p14:tracePt t="4662" x="4114800" y="5359400"/>
          <p14:tracePt t="4671" x="4056063" y="5461000"/>
          <p14:tracePt t="4679" x="3995738" y="5554663"/>
          <p14:tracePt t="4687" x="3919538" y="5672138"/>
          <p14:tracePt t="4695" x="3843338" y="5791200"/>
          <p14:tracePt t="4703" x="3810000" y="5834063"/>
          <p14:tracePt t="4711" x="3708400" y="6019800"/>
          <p14:tracePt t="4720" x="3675063" y="6062663"/>
          <p14:tracePt t="4728" x="3606800" y="6154738"/>
          <p14:tracePt t="4736" x="3548063" y="6240463"/>
          <p14:tracePt t="4744" x="3497263" y="6291263"/>
          <p14:tracePt t="4753" x="3471863" y="6332538"/>
          <p14:tracePt t="4761" x="3436938" y="6367463"/>
          <p14:tracePt t="4769" x="3411538" y="6392863"/>
          <p14:tracePt t="4777" x="3378200" y="6392863"/>
          <p14:tracePt t="4785" x="3360738" y="6408738"/>
          <p14:tracePt t="4794" x="3344863" y="6426200"/>
          <p14:tracePt t="4826" x="3335338" y="6426200"/>
          <p14:tracePt t="4892" x="3319463" y="6469063"/>
          <p14:tracePt t="4900" x="3284538" y="6586538"/>
          <p14:tracePt t="4911" x="3259138" y="6723063"/>
        </p14:tracePtLst>
      </p14:laserTraceLst>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063F7-98F1-8B98-72BA-C681A62AD7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B6B20-0708-86A6-198C-AFD8A7C603DB}"/>
              </a:ext>
            </a:extLst>
          </p:cNvPr>
          <p:cNvSpPr>
            <a:spLocks noGrp="1"/>
          </p:cNvSpPr>
          <p:nvPr>
            <p:ph type="title"/>
          </p:nvPr>
        </p:nvSpPr>
        <p:spPr>
          <a:xfrm>
            <a:off x="609599" y="914401"/>
            <a:ext cx="11260183" cy="867930"/>
          </a:xfrm>
        </p:spPr>
        <p:txBody>
          <a:bodyPr/>
          <a:lstStyle/>
          <a:p>
            <a:r>
              <a:rPr lang="en-KR" sz="2800" dirty="0"/>
              <a:t>Recap: Latent variable in DDPM is a Markov chain of random vectors</a:t>
            </a:r>
          </a:p>
        </p:txBody>
      </p:sp>
      <p:sp>
        <p:nvSpPr>
          <p:cNvPr id="4" name="Slide Number Placeholder 3">
            <a:extLst>
              <a:ext uri="{FF2B5EF4-FFF2-40B4-BE49-F238E27FC236}">
                <a16:creationId xmlns:a16="http://schemas.microsoft.com/office/drawing/2014/main" id="{6AE9BBAC-DB40-BC1D-3E4F-F109883B465D}"/>
              </a:ext>
            </a:extLst>
          </p:cNvPr>
          <p:cNvSpPr>
            <a:spLocks noGrp="1"/>
          </p:cNvSpPr>
          <p:nvPr>
            <p:ph type="sldNum" sz="quarter" idx="13"/>
          </p:nvPr>
        </p:nvSpPr>
        <p:spPr/>
        <p:txBody>
          <a:bodyPr/>
          <a:lstStyle/>
          <a:p>
            <a:fld id="{EB4B8DE2-A4E8-46E4-8BBF-D75455EFF32C}" type="slidenum">
              <a:rPr lang="en-US" smtClean="0"/>
              <a:pPr/>
              <a:t>17</a:t>
            </a:fld>
            <a:endParaRPr lang="en-US" dirty="0"/>
          </a:p>
        </p:txBody>
      </p:sp>
      <p:sp>
        <p:nvSpPr>
          <p:cNvPr id="41" name="Content Placeholder 40">
            <a:extLst>
              <a:ext uri="{FF2B5EF4-FFF2-40B4-BE49-F238E27FC236}">
                <a16:creationId xmlns:a16="http://schemas.microsoft.com/office/drawing/2014/main" id="{A5F922FF-71F7-CEBB-6D00-971BB1B1CFD1}"/>
              </a:ext>
            </a:extLst>
          </p:cNvPr>
          <p:cNvSpPr>
            <a:spLocks noGrp="1"/>
          </p:cNvSpPr>
          <p:nvPr>
            <p:ph sz="quarter" idx="14"/>
          </p:nvPr>
        </p:nvSpPr>
        <p:spPr/>
        <p:txBody>
          <a:bodyPr/>
          <a:lstStyle/>
          <a:p>
            <a:r>
              <a:rPr lang="en-US" dirty="0"/>
              <a:t>Image credit: https://</a:t>
            </a:r>
            <a:r>
              <a:rPr lang="en-US" dirty="0" err="1"/>
              <a:t>huggingface.co</a:t>
            </a:r>
            <a:r>
              <a:rPr lang="en-US" dirty="0"/>
              <a:t>/blog/annotated-diffusion</a:t>
            </a:r>
            <a:endParaRPr lang="en-KR" dirty="0"/>
          </a:p>
        </p:txBody>
      </p:sp>
      <p:grpSp>
        <p:nvGrpSpPr>
          <p:cNvPr id="42" name="Group 41">
            <a:extLst>
              <a:ext uri="{FF2B5EF4-FFF2-40B4-BE49-F238E27FC236}">
                <a16:creationId xmlns:a16="http://schemas.microsoft.com/office/drawing/2014/main" id="{7C118F4A-6731-9EE5-1096-957D16D69A97}"/>
              </a:ext>
            </a:extLst>
          </p:cNvPr>
          <p:cNvGrpSpPr/>
          <p:nvPr/>
        </p:nvGrpSpPr>
        <p:grpSpPr>
          <a:xfrm>
            <a:off x="706363" y="2937598"/>
            <a:ext cx="10813589" cy="1524112"/>
            <a:chOff x="706363" y="2937598"/>
            <a:chExt cx="10813589" cy="1524112"/>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0B437D7F-7635-22C5-F91C-A07424991A9F}"/>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6" name="Oval 5">
                  <a:extLst>
                    <a:ext uri="{FF2B5EF4-FFF2-40B4-BE49-F238E27FC236}">
                      <a16:creationId xmlns:a16="http://schemas.microsoft.com/office/drawing/2014/main" id="{0B437D7F-7635-22C5-F91C-A07424991A9F}"/>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4"/>
                  <a:stretch>
                    <a:fillRect l="-10417"/>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DC5792CC-DF48-F9C6-2005-FFA613CC7C53}"/>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7" name="Oval 6">
                  <a:extLst>
                    <a:ext uri="{FF2B5EF4-FFF2-40B4-BE49-F238E27FC236}">
                      <a16:creationId xmlns:a16="http://schemas.microsoft.com/office/drawing/2014/main" id="{DC5792CC-DF48-F9C6-2005-FFA613CC7C53}"/>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5"/>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E4C07D0C-F829-2207-A752-7C00FFAC43D6}"/>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8" name="Oval 7">
                  <a:extLst>
                    <a:ext uri="{FF2B5EF4-FFF2-40B4-BE49-F238E27FC236}">
                      <a16:creationId xmlns:a16="http://schemas.microsoft.com/office/drawing/2014/main" id="{E4C07D0C-F829-2207-A752-7C00FFAC43D6}"/>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6"/>
                  <a:stretch>
                    <a:fillRect l="-29787" r="-4255"/>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2291150-A6D8-CBEE-9A64-F4D5507D1E60}"/>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9" name="Oval 8">
                  <a:extLst>
                    <a:ext uri="{FF2B5EF4-FFF2-40B4-BE49-F238E27FC236}">
                      <a16:creationId xmlns:a16="http://schemas.microsoft.com/office/drawing/2014/main" id="{E2291150-A6D8-CBEE-9A64-F4D5507D1E60}"/>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7"/>
                  <a:stretch>
                    <a:fillRect l="-8333"/>
                  </a:stretch>
                </a:blipFill>
                <a:ln/>
              </p:spPr>
              <p:txBody>
                <a:bodyPr/>
                <a:lstStyle/>
                <a:p>
                  <a:r>
                    <a:rPr lang="en-KR">
                      <a:noFill/>
                    </a:rPr>
                    <a:t> </a:t>
                  </a:r>
                </a:p>
              </p:txBody>
            </p:sp>
          </mc:Fallback>
        </mc:AlternateContent>
        <p:cxnSp>
          <p:nvCxnSpPr>
            <p:cNvPr id="11" name="Straight Arrow Connector 10">
              <a:extLst>
                <a:ext uri="{FF2B5EF4-FFF2-40B4-BE49-F238E27FC236}">
                  <a16:creationId xmlns:a16="http://schemas.microsoft.com/office/drawing/2014/main" id="{8BBDF8EF-B315-75C3-4C53-1F422454DC5D}"/>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118F0BD-6BCD-4B27-B714-CEC83D0669FE}"/>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FC0F7FA-BD4F-43D3-BA4F-96585BFA2E3D}"/>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16" name="Straight Arrow Connector 15">
              <a:extLst>
                <a:ext uri="{FF2B5EF4-FFF2-40B4-BE49-F238E27FC236}">
                  <a16:creationId xmlns:a16="http://schemas.microsoft.com/office/drawing/2014/main" id="{17B55D69-B05B-9C6F-B683-6DE54B108632}"/>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7E033EE-22C7-BA75-D289-EB658E9FCAD6}"/>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27DD009-7D7D-CEEA-4BF3-E21B56423060}"/>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19" name="Straight Arrow Connector 18">
              <a:extLst>
                <a:ext uri="{FF2B5EF4-FFF2-40B4-BE49-F238E27FC236}">
                  <a16:creationId xmlns:a16="http://schemas.microsoft.com/office/drawing/2014/main" id="{EBA188F9-5D85-F7F8-A14E-17AA5484E7F4}"/>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8B700D2-F488-03F2-1C22-D19782BB8B67}"/>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21" name="TextBox 20">
                  <a:extLst>
                    <a:ext uri="{FF2B5EF4-FFF2-40B4-BE49-F238E27FC236}">
                      <a16:creationId xmlns:a16="http://schemas.microsoft.com/office/drawing/2014/main" id="{78B700D2-F488-03F2-1C22-D19782BB8B67}"/>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8"/>
                  <a:stretch>
                    <a:fillRect l="-4124" r="-7216" b="-1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941EF05-375B-BB5D-8B42-AC3FF41CDB87}"/>
                    </a:ext>
                  </a:extLst>
                </p:cNvPr>
                <p:cNvSpPr txBox="1"/>
                <p:nvPr/>
              </p:nvSpPr>
              <p:spPr>
                <a:xfrm>
                  <a:off x="5177989" y="3566569"/>
                  <a:ext cx="112030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KR" dirty="0" err="1"/>
                </a:p>
              </p:txBody>
            </p:sp>
          </mc:Choice>
          <mc:Fallback xmlns="">
            <p:sp>
              <p:nvSpPr>
                <p:cNvPr id="22" name="TextBox 21">
                  <a:extLst>
                    <a:ext uri="{FF2B5EF4-FFF2-40B4-BE49-F238E27FC236}">
                      <a16:creationId xmlns:a16="http://schemas.microsoft.com/office/drawing/2014/main" id="{9941EF05-375B-BB5D-8B42-AC3FF41CDB87}"/>
                    </a:ext>
                  </a:extLst>
                </p:cNvPr>
                <p:cNvSpPr txBox="1">
                  <a:spLocks noRot="1" noChangeAspect="1" noMove="1" noResize="1" noEditPoints="1" noAdjustHandles="1" noChangeArrowheads="1" noChangeShapeType="1" noTextEdit="1"/>
                </p:cNvSpPr>
                <p:nvPr/>
              </p:nvSpPr>
              <p:spPr>
                <a:xfrm>
                  <a:off x="5177989" y="3566569"/>
                  <a:ext cx="1120307" cy="369332"/>
                </a:xfrm>
                <a:prstGeom prst="rect">
                  <a:avLst/>
                </a:prstGeom>
                <a:blipFill>
                  <a:blip r:embed="rId9"/>
                  <a:stretch>
                    <a:fillRect l="-4494" r="-6742" b="-12903"/>
                  </a:stretch>
                </a:blipFill>
              </p:spPr>
              <p:txBody>
                <a:bodyPr/>
                <a:lstStyle/>
                <a:p>
                  <a:r>
                    <a:rPr lang="en-KR">
                      <a:noFill/>
                    </a:rPr>
                    <a:t> </a:t>
                  </a:r>
                </a:p>
              </p:txBody>
            </p:sp>
          </mc:Fallback>
        </mc:AlternateContent>
        <p:cxnSp>
          <p:nvCxnSpPr>
            <p:cNvPr id="39" name="Straight Arrow Connector 38">
              <a:extLst>
                <a:ext uri="{FF2B5EF4-FFF2-40B4-BE49-F238E27FC236}">
                  <a16:creationId xmlns:a16="http://schemas.microsoft.com/office/drawing/2014/main" id="{FB123DCE-E6CE-B0F4-D5E3-5A40DD525A50}"/>
                </a:ext>
              </a:extLst>
            </p:cNvPr>
            <p:cNvCxnSpPr/>
            <p:nvPr/>
          </p:nvCxnSpPr>
          <p:spPr>
            <a:xfrm flipH="1">
              <a:off x="4417345" y="3549635"/>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72B6B3D5-20F4-E66E-78E4-4D8EF6AAE0E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9B3C42D-C458-1027-36FE-EA1440658B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02F242D-D8A4-A2C2-FE2C-D0C63A86AECD}"/>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Rectangle 42">
            <a:extLst>
              <a:ext uri="{FF2B5EF4-FFF2-40B4-BE49-F238E27FC236}">
                <a16:creationId xmlns:a16="http://schemas.microsoft.com/office/drawing/2014/main" id="{C5B9ADFB-510E-7AED-4CD5-8D117F6DAAD2}"/>
              </a:ext>
            </a:extLst>
          </p:cNvPr>
          <p:cNvSpPr/>
          <p:nvPr/>
        </p:nvSpPr>
        <p:spPr>
          <a:xfrm>
            <a:off x="656095" y="3090514"/>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44" name="TextBox 43">
            <a:extLst>
              <a:ext uri="{FF2B5EF4-FFF2-40B4-BE49-F238E27FC236}">
                <a16:creationId xmlns:a16="http://schemas.microsoft.com/office/drawing/2014/main" id="{26730893-46EB-C53F-3C46-9B9DA0CC1BE1}"/>
              </a:ext>
            </a:extLst>
          </p:cNvPr>
          <p:cNvSpPr txBox="1"/>
          <p:nvPr/>
        </p:nvSpPr>
        <p:spPr>
          <a:xfrm>
            <a:off x="2239885" y="1900265"/>
            <a:ext cx="7574189"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Latent variable is a (normally-distributed) Markov chain of random vectors</a:t>
            </a:r>
          </a:p>
        </p:txBody>
      </p:sp>
      <p:cxnSp>
        <p:nvCxnSpPr>
          <p:cNvPr id="45" name="Straight Arrow Connector 44">
            <a:extLst>
              <a:ext uri="{FF2B5EF4-FFF2-40B4-BE49-F238E27FC236}">
                <a16:creationId xmlns:a16="http://schemas.microsoft.com/office/drawing/2014/main" id="{3F733AA1-6146-6A5B-9FC7-0B64D2FB997F}"/>
              </a:ext>
            </a:extLst>
          </p:cNvPr>
          <p:cNvCxnSpPr>
            <a:cxnSpLocks/>
            <a:stCxn id="43" idx="0"/>
            <a:endCxn id="44" idx="2"/>
          </p:cNvCxnSpPr>
          <p:nvPr/>
        </p:nvCxnSpPr>
        <p:spPr>
          <a:xfrm flipV="1">
            <a:off x="999067" y="2269597"/>
            <a:ext cx="5027913" cy="820917"/>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1A2FA45-4ECC-22E5-8E4F-1E8F747A9C0F}"/>
              </a:ext>
            </a:extLst>
          </p:cNvPr>
          <p:cNvSpPr/>
          <p:nvPr/>
        </p:nvSpPr>
        <p:spPr>
          <a:xfrm>
            <a:off x="3561369" y="3107499"/>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55" name="Rectangle 54">
            <a:extLst>
              <a:ext uri="{FF2B5EF4-FFF2-40B4-BE49-F238E27FC236}">
                <a16:creationId xmlns:a16="http://schemas.microsoft.com/office/drawing/2014/main" id="{293AAECD-6918-253F-C7C9-ECC55DDE2173}"/>
              </a:ext>
            </a:extLst>
          </p:cNvPr>
          <p:cNvSpPr/>
          <p:nvPr/>
        </p:nvSpPr>
        <p:spPr>
          <a:xfrm>
            <a:off x="7405237" y="3107498"/>
            <a:ext cx="685943" cy="64300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cxnSp>
        <p:nvCxnSpPr>
          <p:cNvPr id="56" name="Straight Arrow Connector 55">
            <a:extLst>
              <a:ext uri="{FF2B5EF4-FFF2-40B4-BE49-F238E27FC236}">
                <a16:creationId xmlns:a16="http://schemas.microsoft.com/office/drawing/2014/main" id="{99FEC0B2-6502-08D4-3925-AB0343ED564F}"/>
              </a:ext>
            </a:extLst>
          </p:cNvPr>
          <p:cNvCxnSpPr>
            <a:cxnSpLocks/>
            <a:stCxn id="53" idx="0"/>
            <a:endCxn id="44" idx="2"/>
          </p:cNvCxnSpPr>
          <p:nvPr/>
        </p:nvCxnSpPr>
        <p:spPr>
          <a:xfrm flipV="1">
            <a:off x="3904341" y="2269597"/>
            <a:ext cx="2122639" cy="837902"/>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28D0A4A-AEB1-B27D-BE0A-3F1431112693}"/>
              </a:ext>
            </a:extLst>
          </p:cNvPr>
          <p:cNvCxnSpPr>
            <a:cxnSpLocks/>
            <a:stCxn id="55" idx="0"/>
            <a:endCxn id="44" idx="2"/>
          </p:cNvCxnSpPr>
          <p:nvPr/>
        </p:nvCxnSpPr>
        <p:spPr>
          <a:xfrm flipH="1" flipV="1">
            <a:off x="6026980" y="2269597"/>
            <a:ext cx="1721229" cy="837901"/>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5" name="TextBox 1024">
                <a:extLst>
                  <a:ext uri="{FF2B5EF4-FFF2-40B4-BE49-F238E27FC236}">
                    <a16:creationId xmlns:a16="http://schemas.microsoft.com/office/drawing/2014/main" id="{65BB3E2C-B214-A970-86A8-82661F6BFB1D}"/>
                  </a:ext>
                </a:extLst>
              </p:cNvPr>
              <p:cNvSpPr txBox="1"/>
              <p:nvPr/>
            </p:nvSpPr>
            <p:spPr>
              <a:xfrm>
                <a:off x="2773438" y="4702081"/>
                <a:ext cx="6096000" cy="12625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m:rPr>
                              <m:sty m:val="p"/>
                            </m:rPr>
                            <a:rPr lang="en-US" sz="2400" i="0" smtClean="0">
                              <a:latin typeface="Cambria Math" panose="02040503050406030204" pitchFamily="18" charset="0"/>
                            </a:rPr>
                            <m:t>log</m:t>
                          </m:r>
                        </m:fName>
                        <m:e>
                          <m:sSub>
                            <m:sSubPr>
                              <m:ctrlPr>
                                <a:rPr lang="en-US" sz="2400" b="0" i="1" smtClean="0">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𝜃</m:t>
                              </m:r>
                            </m:sub>
                          </m:sSub>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0</m:t>
                              </m:r>
                            </m:sub>
                          </m:sSub>
                          <m:r>
                            <a:rPr lang="en-US" sz="2400" i="1">
                              <a:latin typeface="Cambria Math" panose="02040503050406030204" pitchFamily="18" charset="0"/>
                            </a:rPr>
                            <m:t>)</m:t>
                          </m:r>
                          <m:r>
                            <m:rPr>
                              <m:nor/>
                            </m:rPr>
                            <a:rPr lang="en-KR" sz="2400" dirty="0"/>
                            <m:t> </m:t>
                          </m:r>
                        </m:e>
                      </m:func>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nary>
                            <m:naryPr>
                              <m:supHide m:val="on"/>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d>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nary>
                        </m:e>
                      </m:func>
                    </m:oMath>
                  </m:oMathPara>
                </a14:m>
                <a:endParaRPr lang="en-US" sz="2400" b="0" dirty="0"/>
              </a:p>
              <a:p>
                <a:endParaRPr lang="en-KR" sz="2400" dirty="0"/>
              </a:p>
            </p:txBody>
          </p:sp>
        </mc:Choice>
        <mc:Fallback xmlns="">
          <p:sp>
            <p:nvSpPr>
              <p:cNvPr id="1025" name="TextBox 1024">
                <a:extLst>
                  <a:ext uri="{FF2B5EF4-FFF2-40B4-BE49-F238E27FC236}">
                    <a16:creationId xmlns:a16="http://schemas.microsoft.com/office/drawing/2014/main" id="{65BB3E2C-B214-A970-86A8-82661F6BFB1D}"/>
                  </a:ext>
                </a:extLst>
              </p:cNvPr>
              <p:cNvSpPr txBox="1">
                <a:spLocks noRot="1" noChangeAspect="1" noMove="1" noResize="1" noEditPoints="1" noAdjustHandles="1" noChangeArrowheads="1" noChangeShapeType="1" noTextEdit="1"/>
              </p:cNvSpPr>
              <p:nvPr/>
            </p:nvSpPr>
            <p:spPr>
              <a:xfrm>
                <a:off x="2773438" y="4702081"/>
                <a:ext cx="6096000" cy="1262590"/>
              </a:xfrm>
              <a:prstGeom prst="rect">
                <a:avLst/>
              </a:prstGeom>
              <a:blipFill>
                <a:blip r:embed="rId13"/>
                <a:stretch>
                  <a:fillRect t="-124000" b="-142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29" name="TextBox 1028">
                <a:extLst>
                  <a:ext uri="{FF2B5EF4-FFF2-40B4-BE49-F238E27FC236}">
                    <a16:creationId xmlns:a16="http://schemas.microsoft.com/office/drawing/2014/main" id="{835C8896-711A-7438-AD9D-9646F4F912BA}"/>
                  </a:ext>
                </a:extLst>
              </p:cNvPr>
              <p:cNvSpPr txBox="1"/>
              <p:nvPr/>
            </p:nvSpPr>
            <p:spPr>
              <a:xfrm>
                <a:off x="3322562" y="5602876"/>
                <a:ext cx="6096000" cy="8932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rPr>
                          </m:ctrlPr>
                        </m:funcPr>
                        <m:fName>
                          <m:r>
                            <a:rPr lang="en-US" sz="2400" b="0" i="1" smtClean="0">
                              <a:latin typeface="Cambria Math" panose="02040503050406030204" pitchFamily="18" charset="0"/>
                            </a:rPr>
                            <m:t>=</m:t>
                          </m:r>
                          <m:r>
                            <m:rPr>
                              <m:sty m:val="p"/>
                            </m:rPr>
                            <a:rPr lang="en-US" sz="2400" b="0" i="0" smtClean="0">
                              <a:latin typeface="Cambria Math" panose="02040503050406030204" pitchFamily="18" charset="0"/>
                            </a:rPr>
                            <m:t>log</m:t>
                          </m:r>
                        </m:fName>
                        <m:e>
                          <m:nary>
                            <m:naryPr>
                              <m:supHide m:val="on"/>
                              <m:ctrlPr>
                                <a:rPr lang="en-US" sz="2400" b="0" i="1" smtClean="0">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0:</m:t>
                                      </m:r>
                                      <m:r>
                                        <a:rPr lang="en-US" sz="2400" b="0" i="1" smtClean="0">
                                          <a:latin typeface="Cambria Math" panose="02040503050406030204" pitchFamily="18" charset="0"/>
                                        </a:rPr>
                                        <m:t>𝑇</m:t>
                                      </m:r>
                                    </m:sub>
                                  </m:sSub>
                                </m:e>
                              </m:d>
                              <m:r>
                                <a:rPr lang="en-US" sz="2400" b="0" i="1" smtClean="0">
                                  <a:latin typeface="Cambria Math" panose="02040503050406030204" pitchFamily="18" charset="0"/>
                                </a:rPr>
                                <m:t>𝑑</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r>
                                    <a:rPr lang="en-US" sz="2400" b="0" i="1" smtClean="0">
                                      <a:latin typeface="Cambria Math" panose="02040503050406030204" pitchFamily="18" charset="0"/>
                                    </a:rPr>
                                    <m:t>𝑇</m:t>
                                  </m:r>
                                </m:sub>
                              </m:sSub>
                            </m:e>
                          </m:nary>
                        </m:e>
                      </m:func>
                    </m:oMath>
                  </m:oMathPara>
                </a14:m>
                <a:endParaRPr lang="en-KR" dirty="0"/>
              </a:p>
            </p:txBody>
          </p:sp>
        </mc:Choice>
        <mc:Fallback xmlns="">
          <p:sp>
            <p:nvSpPr>
              <p:cNvPr id="1029" name="TextBox 1028">
                <a:extLst>
                  <a:ext uri="{FF2B5EF4-FFF2-40B4-BE49-F238E27FC236}">
                    <a16:creationId xmlns:a16="http://schemas.microsoft.com/office/drawing/2014/main" id="{835C8896-711A-7438-AD9D-9646F4F912BA}"/>
                  </a:ext>
                </a:extLst>
              </p:cNvPr>
              <p:cNvSpPr txBox="1">
                <a:spLocks noRot="1" noChangeAspect="1" noMove="1" noResize="1" noEditPoints="1" noAdjustHandles="1" noChangeArrowheads="1" noChangeShapeType="1" noTextEdit="1"/>
              </p:cNvSpPr>
              <p:nvPr/>
            </p:nvSpPr>
            <p:spPr>
              <a:xfrm>
                <a:off x="3322562" y="5602876"/>
                <a:ext cx="6096000" cy="893258"/>
              </a:xfrm>
              <a:prstGeom prst="rect">
                <a:avLst/>
              </a:prstGeom>
              <a:blipFill>
                <a:blip r:embed="rId14"/>
                <a:stretch>
                  <a:fillRect t="-174648" b="-240845"/>
                </a:stretch>
              </a:blipFill>
            </p:spPr>
            <p:txBody>
              <a:bodyPr/>
              <a:lstStyle/>
              <a:p>
                <a:r>
                  <a:rPr lang="en-KR">
                    <a:noFill/>
                  </a:rPr>
                  <a:t> </a:t>
                </a:r>
              </a:p>
            </p:txBody>
          </p:sp>
        </mc:Fallback>
      </mc:AlternateContent>
      <p:pic>
        <p:nvPicPr>
          <p:cNvPr id="10" name="Audio 9">
            <a:extLst>
              <a:ext uri="{FF2B5EF4-FFF2-40B4-BE49-F238E27FC236}">
                <a16:creationId xmlns:a16="http://schemas.microsoft.com/office/drawing/2014/main" id="{07CC879B-5E99-4E93-8FC8-115392A046A8}"/>
              </a:ext>
            </a:extLst>
          </p:cNvPr>
          <p:cNvPicPr>
            <a:picLocks noChangeAspect="1"/>
          </p:cNvPicPr>
          <p:nvPr>
            <a:audioFile r:link="rId2"/>
            <p:extLst>
              <p:ext uri="{DAA4B4D4-6D71-4841-9C94-3DE7FCFB9230}">
                <p14:media xmlns:p14="http://schemas.microsoft.com/office/powerpoint/2010/main" r:embed="rId1"/>
              </p:ext>
            </p:extLst>
          </p:nvPr>
        </p:nvPicPr>
        <p:blipFill>
          <a:blip r:embed="rId1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67218812"/>
      </p:ext>
    </p:extLst>
  </p:cSld>
  <p:clrMapOvr>
    <a:masterClrMapping/>
  </p:clrMapOvr>
  <mc:AlternateContent xmlns:mc="http://schemas.openxmlformats.org/markup-compatibility/2006">
    <mc:Choice xmlns:p14="http://schemas.microsoft.com/office/powerpoint/2010/main" Requires="p14">
      <p:transition spd="slow" p14:dur="2000" advTm="9386"/>
    </mc:Choice>
    <mc:Fallback>
      <p:transition spd="slow" advTm="93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extLst>
    <p:ext uri="{3A86A75C-4F4B-4683-9AE1-C65F6400EC91}">
      <p14:laserTraceLst xmlns:p14="http://schemas.microsoft.com/office/powerpoint/2010/main">
        <p14:tracePtLst>
          <p14:tracePt t="232" x="3995738" y="6705600"/>
          <p14:tracePt t="233" x="5554663" y="6332538"/>
          <p14:tracePt t="241" x="5613400" y="6316663"/>
          <p14:tracePt t="247" x="5707063" y="6299200"/>
          <p14:tracePt t="258" x="5799138" y="6299200"/>
          <p14:tracePt t="262" x="5842000" y="6299200"/>
          <p14:tracePt t="273" x="5884863" y="6299200"/>
          <p14:tracePt t="279" x="5918200" y="6299200"/>
          <p14:tracePt t="295" x="5926138" y="6299200"/>
          <p14:tracePt t="369" x="5926138" y="6316663"/>
          <p14:tracePt t="377" x="5926138" y="6350000"/>
          <p14:tracePt t="385" x="5926138" y="6375400"/>
          <p14:tracePt t="393" x="5926138" y="6408738"/>
          <p14:tracePt t="402" x="5926138" y="6451600"/>
          <p14:tracePt t="410" x="5926138" y="6484938"/>
          <p14:tracePt t="418" x="5926138" y="6545263"/>
          <p14:tracePt t="426" x="5926138" y="6604000"/>
          <p14:tracePt t="434" x="5926138" y="6662738"/>
          <p14:tracePt t="442" x="5900738" y="6705600"/>
          <p14:tracePt t="451" x="5884863" y="6764338"/>
          <p14:tracePt t="459" x="5867400" y="6824663"/>
          <p14:tracePt t="1001" x="5783263" y="6586538"/>
          <p14:tracePt t="1011" x="5842000" y="6426200"/>
          <p14:tracePt t="1017" x="5884863" y="6367463"/>
          <p14:tracePt t="1232" x="6129338" y="5943600"/>
          <p14:tracePt t="1811" x="6138863" y="5943600"/>
          <p14:tracePt t="1819" x="6215063" y="5943600"/>
          <p14:tracePt t="1827" x="6291263" y="5943600"/>
          <p14:tracePt t="1836" x="6383338" y="5943600"/>
          <p14:tracePt t="1843" x="6459538" y="5926138"/>
          <p14:tracePt t="1852" x="6578600" y="5849938"/>
          <p14:tracePt t="1860" x="6773863" y="5773738"/>
          <p14:tracePt t="1868" x="6985000" y="5656263"/>
          <p14:tracePt t="1876" x="7180263" y="5570538"/>
          <p14:tracePt t="1885" x="7358063" y="5478463"/>
          <p14:tracePt t="1893" x="7434263" y="5443538"/>
          <p14:tracePt t="1901" x="7594600" y="5384800"/>
          <p14:tracePt t="1909" x="7729538" y="5359400"/>
          <p14:tracePt t="1918" x="7840663" y="5326063"/>
          <p14:tracePt t="1926" x="7924800" y="5308600"/>
          <p14:tracePt t="1934" x="8018463" y="5300663"/>
          <p14:tracePt t="1942" x="8059738" y="5300663"/>
          <p14:tracePt t="1950" x="8120063" y="5300663"/>
          <p14:tracePt t="1958" x="8170863" y="5300663"/>
          <p14:tracePt t="1966" x="8196263" y="5283200"/>
          <p14:tracePt t="1975" x="8229600" y="5283200"/>
          <p14:tracePt t="1983" x="8255000" y="5283200"/>
          <p14:tracePt t="1999" x="8272463" y="5283200"/>
          <p14:tracePt t="2007" x="8288338" y="5283200"/>
          <p14:tracePt t="2450" x="8305800" y="5283200"/>
          <p14:tracePt t="2458" x="8348663" y="5300663"/>
          <p14:tracePt t="2466" x="8424863" y="5308600"/>
          <p14:tracePt t="2474" x="8466138" y="5326063"/>
          <p14:tracePt t="2483" x="8559800" y="5341938"/>
          <p14:tracePt t="2491" x="8712200" y="5376863"/>
          <p14:tracePt t="2499" x="8872538" y="5418138"/>
          <p14:tracePt t="2507" x="9042400" y="5435600"/>
          <p14:tracePt t="2515" x="9237663" y="5443538"/>
          <p14:tracePt t="2524" x="9431338" y="5461000"/>
          <p14:tracePt t="2532" x="9644063" y="5494338"/>
          <p14:tracePt t="2540" x="9837738" y="5494338"/>
          <p14:tracePt t="2548" x="9898063" y="5494338"/>
          <p14:tracePt t="2556" x="10040938" y="5494338"/>
          <p14:tracePt t="2565" x="10152063" y="5494338"/>
          <p14:tracePt t="2573" x="10228263" y="5494338"/>
          <p14:tracePt t="2581" x="10287000" y="5461000"/>
          <p14:tracePt t="2589" x="10371138" y="5384800"/>
          <p14:tracePt t="2597" x="10421938" y="5283200"/>
          <p14:tracePt t="2606" x="10447338" y="5148263"/>
          <p14:tracePt t="7392" x="10439400" y="5148263"/>
          <p14:tracePt t="7400" x="10421938" y="5148263"/>
          <p14:tracePt t="7408" x="10406063" y="5148263"/>
          <p14:tracePt t="7416" x="10406063" y="5164138"/>
          <p14:tracePt t="7424" x="10371138" y="5164138"/>
          <p14:tracePt t="7433" x="10345738" y="5173663"/>
          <p14:tracePt t="7441" x="10312400" y="5189538"/>
          <p14:tracePt t="7449" x="10287000" y="5189538"/>
          <p14:tracePt t="7457" x="10269538" y="5207000"/>
          <p14:tracePt t="7466" x="10228263" y="5207000"/>
          <p14:tracePt t="7473" x="10167938" y="5207000"/>
          <p14:tracePt t="7482" x="10134600" y="5207000"/>
          <p14:tracePt t="7490" x="10075863" y="5224463"/>
          <p14:tracePt t="7498" x="10015538" y="5224463"/>
          <p14:tracePt t="7506" x="9956800" y="5224463"/>
          <p14:tracePt t="7515" x="9906000" y="5240338"/>
          <p14:tracePt t="7523" x="9863138" y="5240338"/>
          <p14:tracePt t="7531" x="9804400" y="5240338"/>
          <p14:tracePt t="7539" x="9771063" y="5240338"/>
          <p14:tracePt t="7547" x="9728200" y="5240338"/>
          <p14:tracePt t="7556" x="9710738" y="5240338"/>
          <p14:tracePt t="7564" x="9685338" y="5240338"/>
          <p14:tracePt t="7572" x="9669463" y="5240338"/>
          <p14:tracePt t="7580" x="9652000" y="5240338"/>
          <p14:tracePt t="7596" x="9644063" y="5240338"/>
          <p14:tracePt t="7613" x="9626600" y="5240338"/>
          <p14:tracePt t="7629" x="9609138" y="5240338"/>
          <p14:tracePt t="7639" x="9575800" y="5207000"/>
          <p14:tracePt t="8080" x="9532938" y="5207000"/>
          <p14:tracePt t="8090" x="9372600" y="5283200"/>
          <p14:tracePt t="8096" x="9161463" y="5402263"/>
          <p14:tracePt t="8106" x="8915400" y="5595938"/>
          <p14:tracePt t="8113" x="8585200" y="5849938"/>
          <p14:tracePt t="8122" x="8247063" y="6037263"/>
          <p14:tracePt t="8129" x="7924800" y="6240463"/>
          <p14:tracePt t="8139" x="7569200" y="6434138"/>
          <p14:tracePt t="8145" x="7281863" y="6604000"/>
        </p14:tracePtLst>
      </p14:laserTraceLst>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BCE05C-AABA-B609-D477-73CDF9569F9A}"/>
              </a:ext>
            </a:extLst>
          </p:cNvPr>
          <p:cNvSpPr>
            <a:spLocks noGrp="1"/>
          </p:cNvSpPr>
          <p:nvPr>
            <p:ph type="title"/>
          </p:nvPr>
        </p:nvSpPr>
        <p:spPr/>
        <p:txBody>
          <a:bodyPr/>
          <a:lstStyle/>
          <a:p>
            <a:r>
              <a:rPr lang="en-KR" dirty="0"/>
              <a:t>Variational inference in DDPM (just the same)</a:t>
            </a:r>
          </a:p>
        </p:txBody>
      </p:sp>
      <p:sp>
        <p:nvSpPr>
          <p:cNvPr id="3" name="Slide Number Placeholder 2">
            <a:extLst>
              <a:ext uri="{FF2B5EF4-FFF2-40B4-BE49-F238E27FC236}">
                <a16:creationId xmlns:a16="http://schemas.microsoft.com/office/drawing/2014/main" id="{8BD667DD-66DF-ACFF-E885-93E907DDCFF1}"/>
              </a:ext>
            </a:extLst>
          </p:cNvPr>
          <p:cNvSpPr>
            <a:spLocks noGrp="1"/>
          </p:cNvSpPr>
          <p:nvPr>
            <p:ph type="sldNum" sz="quarter" idx="13"/>
          </p:nvPr>
        </p:nvSpPr>
        <p:spPr/>
        <p:txBody>
          <a:bodyPr/>
          <a:lstStyle/>
          <a:p>
            <a:fld id="{EB4B8DE2-A4E8-46E4-8BBF-D75455EFF32C}" type="slidenum">
              <a:rPr lang="en-US" smtClean="0"/>
              <a:pPr/>
              <a:t>18</a:t>
            </a:fld>
            <a:endParaRPr lang="en-US" dirty="0"/>
          </a:p>
        </p:txBody>
      </p:sp>
      <p:sp>
        <p:nvSpPr>
          <p:cNvPr id="6" name="Content Placeholder 5">
            <a:extLst>
              <a:ext uri="{FF2B5EF4-FFF2-40B4-BE49-F238E27FC236}">
                <a16:creationId xmlns:a16="http://schemas.microsoft.com/office/drawing/2014/main" id="{F2149DC2-3204-B491-DB2A-570E1DA10D61}"/>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5A2049A-7E5A-390E-06C1-5F95473F338F}"/>
                  </a:ext>
                </a:extLst>
              </p:cNvPr>
              <p:cNvSpPr txBox="1"/>
              <p:nvPr/>
            </p:nvSpPr>
            <p:spPr>
              <a:xfrm>
                <a:off x="-309397" y="1530007"/>
                <a:ext cx="6096000" cy="1067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000" b="0" i="1" smtClean="0">
                              <a:latin typeface="Cambria Math" panose="02040503050406030204" pitchFamily="18" charset="0"/>
                            </a:rPr>
                          </m:ctrlPr>
                        </m:funcPr>
                        <m:fName>
                          <m:r>
                            <a:rPr lang="en-US" sz="2000" b="0" i="0" smtClean="0">
                              <a:latin typeface="Cambria Math" panose="02040503050406030204" pitchFamily="18" charset="0"/>
                            </a:rPr>
                            <m:t>−</m:t>
                          </m:r>
                          <m:r>
                            <m:rPr>
                              <m:sty m:val="p"/>
                            </m:rPr>
                            <a:rPr lang="en-US" sz="2000" i="0" smtClean="0">
                              <a:latin typeface="Cambria Math" panose="02040503050406030204" pitchFamily="18" charset="0"/>
                            </a:rPr>
                            <m:t>log</m:t>
                          </m:r>
                        </m:fName>
                        <m:e>
                          <m:sSub>
                            <m:sSubPr>
                              <m:ctrlPr>
                                <a:rPr lang="en-US" sz="2000" b="0" i="1" smtClean="0">
                                  <a:latin typeface="Cambria Math" panose="02040503050406030204" pitchFamily="18" charset="0"/>
                                </a:rPr>
                              </m:ctrlPr>
                            </m:sSubPr>
                            <m:e>
                              <m:r>
                                <a:rPr lang="en-US" sz="2000" i="1">
                                  <a:latin typeface="Cambria Math" panose="02040503050406030204" pitchFamily="18" charset="0"/>
                                </a:rPr>
                                <m:t>𝑝</m:t>
                              </m:r>
                            </m:e>
                            <m:sub>
                              <m:r>
                                <a:rPr lang="en-US" sz="2000" b="0" i="1" smtClean="0">
                                  <a:latin typeface="Cambria Math" panose="02040503050406030204" pitchFamily="18" charset="0"/>
                                </a:rPr>
                                <m:t>𝜃</m:t>
                              </m:r>
                            </m:sub>
                          </m:sSub>
                          <m:r>
                            <a:rPr lang="en-US" sz="2000" i="1">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a:latin typeface="Cambria Math" panose="02040503050406030204" pitchFamily="18" charset="0"/>
                                </a:rPr>
                                <m:t>𝒙</m:t>
                              </m:r>
                            </m:e>
                            <m:sub>
                              <m:r>
                                <a:rPr lang="en-US" sz="2000" b="0" i="1" smtClean="0">
                                  <a:latin typeface="Cambria Math" panose="02040503050406030204" pitchFamily="18" charset="0"/>
                                </a:rPr>
                                <m:t>0</m:t>
                              </m:r>
                            </m:sub>
                          </m:sSub>
                          <m:r>
                            <a:rPr lang="en-US" sz="2000" i="1">
                              <a:latin typeface="Cambria Math" panose="02040503050406030204" pitchFamily="18" charset="0"/>
                            </a:rPr>
                            <m:t>)</m:t>
                          </m:r>
                          <m:r>
                            <m:rPr>
                              <m:nor/>
                            </m:rPr>
                            <a:rPr lang="en-KR" sz="2000" dirty="0"/>
                            <m:t> </m:t>
                          </m:r>
                        </m:e>
                      </m:func>
                      <m:func>
                        <m:funcPr>
                          <m:ctrlPr>
                            <a:rPr lang="en-US" sz="2000" i="1">
                              <a:latin typeface="Cambria Math" panose="02040503050406030204" pitchFamily="18" charset="0"/>
                            </a:rPr>
                          </m:ctrlPr>
                        </m:funcPr>
                        <m:fName>
                          <m:r>
                            <a:rPr lang="en-US" sz="2000" i="1">
                              <a:latin typeface="Cambria Math" panose="02040503050406030204" pitchFamily="18" charset="0"/>
                            </a:rPr>
                            <m:t>=</m:t>
                          </m:r>
                          <m:r>
                            <a:rPr lang="en-US" sz="2000">
                              <a:latin typeface="Cambria Math" panose="02040503050406030204" pitchFamily="18" charset="0"/>
                            </a:rPr>
                            <m:t>−</m:t>
                          </m:r>
                          <m:r>
                            <m:rPr>
                              <m:sty m:val="p"/>
                            </m:rPr>
                            <a:rPr lang="en-US" sz="2000">
                              <a:latin typeface="Cambria Math" panose="02040503050406030204" pitchFamily="18" charset="0"/>
                            </a:rPr>
                            <m:t>log</m:t>
                          </m:r>
                        </m:fName>
                        <m:e>
                          <m:nary>
                            <m:naryPr>
                              <m:supHide m:val="on"/>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1:</m:t>
                                  </m:r>
                                  <m:r>
                                    <a:rPr lang="en-US" sz="2000" i="1">
                                      <a:latin typeface="Cambria Math" panose="02040503050406030204" pitchFamily="18" charset="0"/>
                                    </a:rPr>
                                    <m:t>𝑇</m:t>
                                  </m:r>
                                </m:sub>
                              </m:sSub>
                            </m:sub>
                            <m:sup/>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𝜃</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r>
                                        <a:rPr lang="en-US" sz="2000" i="1">
                                          <a:latin typeface="Cambria Math" panose="02040503050406030204" pitchFamily="18" charset="0"/>
                                        </a:rPr>
                                        <m:t>𝑇</m:t>
                                      </m:r>
                                    </m:sub>
                                  </m:sSub>
                                </m:e>
                              </m:d>
                              <m:r>
                                <a:rPr lang="en-US" sz="2000" i="1">
                                  <a:latin typeface="Cambria Math" panose="02040503050406030204" pitchFamily="18" charset="0"/>
                                </a:rPr>
                                <m:t>𝑑</m:t>
                              </m:r>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1:</m:t>
                                  </m:r>
                                  <m:r>
                                    <a:rPr lang="en-US" sz="2000" i="1">
                                      <a:latin typeface="Cambria Math" panose="02040503050406030204" pitchFamily="18" charset="0"/>
                                    </a:rPr>
                                    <m:t>𝑇</m:t>
                                  </m:r>
                                </m:sub>
                              </m:sSub>
                            </m:e>
                          </m:nary>
                        </m:e>
                      </m:func>
                    </m:oMath>
                  </m:oMathPara>
                </a14:m>
                <a:endParaRPr lang="en-US" sz="2000" b="0" dirty="0"/>
              </a:p>
              <a:p>
                <a:endParaRPr lang="en-KR" sz="2000" dirty="0"/>
              </a:p>
            </p:txBody>
          </p:sp>
        </mc:Choice>
        <mc:Fallback xmlns="">
          <p:sp>
            <p:nvSpPr>
              <p:cNvPr id="7" name="TextBox 6">
                <a:extLst>
                  <a:ext uri="{FF2B5EF4-FFF2-40B4-BE49-F238E27FC236}">
                    <a16:creationId xmlns:a16="http://schemas.microsoft.com/office/drawing/2014/main" id="{E5A2049A-7E5A-390E-06C1-5F95473F338F}"/>
                  </a:ext>
                </a:extLst>
              </p:cNvPr>
              <p:cNvSpPr txBox="1">
                <a:spLocks noRot="1" noChangeAspect="1" noMove="1" noResize="1" noEditPoints="1" noAdjustHandles="1" noChangeArrowheads="1" noChangeShapeType="1" noTextEdit="1"/>
              </p:cNvSpPr>
              <p:nvPr/>
            </p:nvSpPr>
            <p:spPr>
              <a:xfrm>
                <a:off x="-309397" y="1530007"/>
                <a:ext cx="6096000" cy="1067665"/>
              </a:xfrm>
              <a:prstGeom prst="rect">
                <a:avLst/>
              </a:prstGeom>
              <a:blipFill>
                <a:blip r:embed="rId6"/>
                <a:stretch>
                  <a:fillRect t="-118824" b="-13764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98F12F4-29EB-0B7E-0BE9-CD02B3B771DA}"/>
                  </a:ext>
                </a:extLst>
              </p:cNvPr>
              <p:cNvSpPr txBox="1"/>
              <p:nvPr/>
            </p:nvSpPr>
            <p:spPr>
              <a:xfrm>
                <a:off x="1141458" y="2063839"/>
                <a:ext cx="6096000" cy="2343590"/>
              </a:xfrm>
              <a:prstGeom prst="rect">
                <a:avLst/>
              </a:prstGeom>
              <a:noFill/>
            </p:spPr>
            <p:txBody>
              <a:bodyPr wrap="square">
                <a:spAutoFit/>
              </a:bodyPr>
              <a:lstStyle/>
              <a:p>
                <a:pPr/>
                <a:br>
                  <a:rPr lang="en-US" sz="2000" b="0" dirty="0"/>
                </a:b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a:rPr lang="en-US" sz="2000" i="1">
                              <a:latin typeface="Cambria Math" panose="02040503050406030204" pitchFamily="18" charset="0"/>
                            </a:rPr>
                            <m:t>=</m:t>
                          </m:r>
                          <m:r>
                            <a:rPr lang="en-US" sz="2000" b="0" i="0" smtClean="0">
                              <a:latin typeface="Cambria Math" panose="02040503050406030204" pitchFamily="18" charset="0"/>
                            </a:rPr>
                            <m:t>−</m:t>
                          </m:r>
                          <m:r>
                            <m:rPr>
                              <m:sty m:val="p"/>
                            </m:rPr>
                            <a:rPr lang="en-US" sz="2000">
                              <a:latin typeface="Cambria Math" panose="02040503050406030204" pitchFamily="18" charset="0"/>
                            </a:rPr>
                            <m:t>log</m:t>
                          </m:r>
                        </m:fName>
                        <m:e>
                          <m:nary>
                            <m:naryPr>
                              <m:supHide m:val="on"/>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1:</m:t>
                                  </m:r>
                                  <m:r>
                                    <a:rPr lang="en-US" sz="2000" i="1">
                                      <a:latin typeface="Cambria Math" panose="02040503050406030204" pitchFamily="18" charset="0"/>
                                    </a:rPr>
                                    <m:t>𝑇</m:t>
                                  </m:r>
                                </m:sub>
                              </m:sSub>
                            </m:sub>
                            <m:sup/>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𝜃</m:t>
                                  </m:r>
                                </m:sub>
                              </m:sSub>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r>
                                        <a:rPr lang="en-US" sz="2000" i="1">
                                          <a:latin typeface="Cambria Math" panose="02040503050406030204" pitchFamily="18" charset="0"/>
                                        </a:rPr>
                                        <m:t>𝑇</m:t>
                                      </m:r>
                                    </m:sub>
                                  </m:sSub>
                                </m:e>
                              </m:d>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num>
                                <m:den>
                                  <m:r>
                                    <a:rPr lang="en-US" sz="2000" b="0" i="1" smtClean="0">
                                      <a:latin typeface="Cambria Math" panose="02040503050406030204" pitchFamily="18" charset="0"/>
                                    </a:rPr>
                                    <m:t>𝑞</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den>
                              </m:f>
                              <m:r>
                                <a:rPr lang="en-US" sz="2000" i="1">
                                  <a:latin typeface="Cambria Math" panose="02040503050406030204" pitchFamily="18" charset="0"/>
                                </a:rPr>
                                <m:t>𝑑</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r>
                                    <a:rPr lang="en-US" sz="2000" i="1">
                                      <a:latin typeface="Cambria Math" panose="02040503050406030204" pitchFamily="18" charset="0"/>
                                    </a:rPr>
                                    <m:t>𝑇</m:t>
                                  </m:r>
                                </m:sub>
                              </m:sSub>
                            </m:e>
                          </m:nary>
                        </m:e>
                      </m:func>
                    </m:oMath>
                    <m:oMath xmlns:m="http://schemas.openxmlformats.org/officeDocument/2006/math">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log</m:t>
                              </m:r>
                            </m:fName>
                            <m:e>
                              <m:r>
                                <a:rPr lang="en-US" sz="2000" b="0" i="1" smtClean="0">
                                  <a:latin typeface="Cambria Math" panose="02040503050406030204" pitchFamily="18" charset="0"/>
                                  <a:ea typeface="Cambria Math" panose="02040503050406030204" pitchFamily="18" charset="0"/>
                                </a:rPr>
                                <m:t>𝔼</m:t>
                              </m:r>
                            </m:e>
                          </m:func>
                        </m:e>
                        <m:sub>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r>
                            <a:rPr lang="en-US" sz="2000" b="0" i="1" smtClean="0">
                              <a:latin typeface="Cambria Math" panose="02040503050406030204" pitchFamily="18" charset="0"/>
                            </a:rPr>
                            <m:t>∼</m:t>
                          </m:r>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sub>
                      </m:sSub>
                      <m:d>
                        <m:dPr>
                          <m:begChr m:val="["/>
                          <m:endChr m:val="]"/>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𝜃</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r>
                                        <a:rPr lang="en-US" sz="2000" b="0" i="1" smtClean="0">
                                          <a:latin typeface="Cambria Math" panose="02040503050406030204" pitchFamily="18" charset="0"/>
                                        </a:rPr>
                                        <m:t>𝑇</m:t>
                                      </m:r>
                                    </m:sub>
                                  </m:sSub>
                                </m:e>
                              </m:d>
                            </m:num>
                            <m:den>
                              <m:r>
                                <a:rPr lang="en-US" sz="2000" b="0" i="1" smtClean="0">
                                  <a:latin typeface="Cambria Math" panose="02040503050406030204" pitchFamily="18" charset="0"/>
                                </a:rPr>
                                <m:t>𝑞</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1:</m:t>
                                      </m:r>
                                      <m:r>
                                        <a:rPr lang="en-US" sz="2000" b="0" i="1" smtClean="0">
                                          <a:latin typeface="Cambria Math" panose="02040503050406030204" pitchFamily="18" charset="0"/>
                                        </a:rPr>
                                        <m:t>𝑇</m:t>
                                      </m:r>
                                    </m:sub>
                                  </m:sSub>
                                </m:e>
                                <m:e>
                                  <m:sSub>
                                    <m:sSubPr>
                                      <m:ctrlPr>
                                        <a:rPr lang="en-US" sz="2000" b="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0" i="1" smtClean="0">
                                          <a:latin typeface="Cambria Math" panose="02040503050406030204" pitchFamily="18" charset="0"/>
                                        </a:rPr>
                                        <m:t>0</m:t>
                                      </m:r>
                                    </m:sub>
                                  </m:sSub>
                                </m:e>
                              </m:d>
                            </m:den>
                          </m:f>
                        </m:e>
                      </m:d>
                      <m:r>
                        <a:rPr lang="en-US" sz="2000" b="0" i="1" smtClean="0">
                          <a:latin typeface="Cambria Math" panose="02040503050406030204" pitchFamily="18" charset="0"/>
                        </a:rPr>
                        <m:t> </m:t>
                      </m:r>
                    </m:oMath>
                  </m:oMathPara>
                </a14:m>
                <a:br>
                  <a:rPr lang="en-US" sz="2000" b="0" i="1" dirty="0">
                    <a:latin typeface="Cambria Math" panose="02040503050406030204" pitchFamily="18" charset="0"/>
                  </a:rPr>
                </a:br>
                <a:br>
                  <a:rPr lang="en-US" sz="2000" b="0" i="1" dirty="0">
                    <a:latin typeface="Cambria Math" panose="02040503050406030204" pitchFamily="18" charset="0"/>
                  </a:rPr>
                </a:br>
                <a:endParaRPr lang="en-KR" sz="1600" dirty="0"/>
              </a:p>
            </p:txBody>
          </p:sp>
        </mc:Choice>
        <mc:Fallback xmlns="">
          <p:sp>
            <p:nvSpPr>
              <p:cNvPr id="8" name="TextBox 7">
                <a:extLst>
                  <a:ext uri="{FF2B5EF4-FFF2-40B4-BE49-F238E27FC236}">
                    <a16:creationId xmlns:a16="http://schemas.microsoft.com/office/drawing/2014/main" id="{D98F12F4-29EB-0B7E-0BE9-CD02B3B771DA}"/>
                  </a:ext>
                </a:extLst>
              </p:cNvPr>
              <p:cNvSpPr txBox="1">
                <a:spLocks noRot="1" noChangeAspect="1" noMove="1" noResize="1" noEditPoints="1" noAdjustHandles="1" noChangeArrowheads="1" noChangeShapeType="1" noTextEdit="1"/>
              </p:cNvSpPr>
              <p:nvPr/>
            </p:nvSpPr>
            <p:spPr>
              <a:xfrm>
                <a:off x="1141458" y="2063839"/>
                <a:ext cx="6096000" cy="2343590"/>
              </a:xfrm>
              <a:prstGeom prst="rect">
                <a:avLst/>
              </a:prstGeom>
              <a:blipFill>
                <a:blip r:embed="rId7"/>
                <a:stretch>
                  <a:fillRect t="-39785" b="-23118"/>
                </a:stretch>
              </a:blipFill>
            </p:spPr>
            <p:txBody>
              <a:bodyPr/>
              <a:lstStyle/>
              <a:p>
                <a:r>
                  <a:rPr lang="en-KR">
                    <a:noFill/>
                  </a:rPr>
                  <a:t> </a:t>
                </a:r>
              </a:p>
            </p:txBody>
          </p:sp>
        </mc:Fallback>
      </mc:AlternateContent>
      <p:sp>
        <p:nvSpPr>
          <p:cNvPr id="11" name="TextBox 10">
            <a:extLst>
              <a:ext uri="{FF2B5EF4-FFF2-40B4-BE49-F238E27FC236}">
                <a16:creationId xmlns:a16="http://schemas.microsoft.com/office/drawing/2014/main" id="{D923CD4F-E342-7A7E-2F36-215E277F13A9}"/>
              </a:ext>
            </a:extLst>
          </p:cNvPr>
          <p:cNvSpPr txBox="1"/>
          <p:nvPr/>
        </p:nvSpPr>
        <p:spPr>
          <a:xfrm>
            <a:off x="7490504" y="4754639"/>
            <a:ext cx="2877391" cy="338554"/>
          </a:xfrm>
          <a:prstGeom prst="rect">
            <a:avLst/>
          </a:prstGeom>
          <a:noFill/>
        </p:spPr>
        <p:txBody>
          <a:bodyPr wrap="non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Remember the Markov property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5331FD6-A9D6-7599-B5F3-D0B36E86DEB1}"/>
                  </a:ext>
                </a:extLst>
              </p:cNvPr>
              <p:cNvSpPr txBox="1"/>
              <p:nvPr/>
            </p:nvSpPr>
            <p:spPr>
              <a:xfrm>
                <a:off x="7490504" y="2112052"/>
                <a:ext cx="2697662" cy="584775"/>
              </a:xfrm>
              <a:prstGeom prst="rect">
                <a:avLst/>
              </a:prstGeom>
              <a:noFill/>
            </p:spPr>
            <p:txBody>
              <a:bodyPr wrap="none" lIns="0" rIns="0" rtlCol="0">
                <a:spAutoFit/>
              </a:bodyPr>
              <a:lstStyle/>
              <a:p>
                <a:pPr algn="l"/>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No trainable component in </a:t>
                </a:r>
              </a:p>
              <a:p>
                <a:pPr algn="l"/>
                <a:r>
                  <a:rPr lang="en-US" sz="1600" dirty="0">
                    <a:latin typeface="Pretendard Light" panose="02000403000000020004" pitchFamily="2" charset="-127"/>
                    <a:ea typeface="Pretendard Light" panose="02000403000000020004" pitchFamily="2" charset="-127"/>
                    <a:cs typeface="Pretendard Light" panose="02000403000000020004" pitchFamily="2" charset="-127"/>
                  </a:rPr>
                  <a:t>t</a:t>
                </a:r>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he encoder </a:t>
                </a:r>
                <a14:m>
                  <m:oMath xmlns:m="http://schemas.openxmlformats.org/officeDocument/2006/math">
                    <m:r>
                      <a:rPr lang="en-US" sz="1600" b="0" i="1" smtClean="0">
                        <a:latin typeface="Cambria Math" panose="02040503050406030204" pitchFamily="18" charset="0"/>
                        <a:ea typeface="Pretendard Light" panose="02000403000000020004" pitchFamily="2" charset="-127"/>
                        <a:cs typeface="Pretendard Light" panose="02000403000000020004" pitchFamily="2" charset="-127"/>
                      </a:rPr>
                      <m:t>𝑞</m:t>
                    </m:r>
                  </m:oMath>
                </a14:m>
                <a:r>
                  <a:rPr lang="en-US" sz="1600" dirty="0">
                    <a:latin typeface="Pretendard Light" panose="02000403000000020004" pitchFamily="2" charset="-127"/>
                    <a:ea typeface="Pretendard Light" panose="02000403000000020004" pitchFamily="2" charset="-127"/>
                    <a:cs typeface="Pretendard Light" panose="02000403000000020004" pitchFamily="2" charset="-127"/>
                  </a:rPr>
                  <a:t> </a:t>
                </a:r>
                <a:r>
                  <a:rPr lang="en-KR" sz="1600" dirty="0">
                    <a:latin typeface="Pretendard Light" panose="02000403000000020004" pitchFamily="2" charset="-127"/>
                    <a:ea typeface="Pretendard Light" panose="02000403000000020004" pitchFamily="2" charset="-127"/>
                    <a:cs typeface="Pretendard Light" panose="02000403000000020004" pitchFamily="2" charset="-127"/>
                  </a:rPr>
                  <a:t>(data → latent) </a:t>
                </a:r>
              </a:p>
            </p:txBody>
          </p:sp>
        </mc:Choice>
        <mc:Fallback xmlns="">
          <p:sp>
            <p:nvSpPr>
              <p:cNvPr id="10" name="TextBox 9">
                <a:extLst>
                  <a:ext uri="{FF2B5EF4-FFF2-40B4-BE49-F238E27FC236}">
                    <a16:creationId xmlns:a16="http://schemas.microsoft.com/office/drawing/2014/main" id="{D5331FD6-A9D6-7599-B5F3-D0B36E86DEB1}"/>
                  </a:ext>
                </a:extLst>
              </p:cNvPr>
              <p:cNvSpPr txBox="1">
                <a:spLocks noRot="1" noChangeAspect="1" noMove="1" noResize="1" noEditPoints="1" noAdjustHandles="1" noChangeArrowheads="1" noChangeShapeType="1" noTextEdit="1"/>
              </p:cNvSpPr>
              <p:nvPr/>
            </p:nvSpPr>
            <p:spPr>
              <a:xfrm>
                <a:off x="7490504" y="2112052"/>
                <a:ext cx="2697662" cy="584775"/>
              </a:xfrm>
              <a:prstGeom prst="rect">
                <a:avLst/>
              </a:prstGeom>
              <a:blipFill>
                <a:blip r:embed="rId8"/>
                <a:stretch>
                  <a:fillRect l="-4673" t="-2128" r="-3271" b="-1276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87E71E2-CAF5-966C-3FD3-FAEC9A2B76F3}"/>
                  </a:ext>
                </a:extLst>
              </p:cNvPr>
              <p:cNvSpPr txBox="1"/>
              <p:nvPr/>
            </p:nvSpPr>
            <p:spPr>
              <a:xfrm>
                <a:off x="185553" y="3776462"/>
                <a:ext cx="6249388" cy="6769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𝔼</m:t>
                          </m:r>
                        </m:e>
                        <m:sub>
                          <m:r>
                            <a:rPr lang="en-US" sz="1800" b="0" i="1" smtClean="0">
                              <a:latin typeface="Cambria Math" panose="02040503050406030204" pitchFamily="18" charset="0"/>
                              <a:ea typeface="Cambria Math" panose="02040503050406030204" pitchFamily="18" charset="0"/>
                            </a:rPr>
                            <m:t>𝑞</m:t>
                          </m:r>
                        </m:sub>
                      </m:sSub>
                      <m:r>
                        <a:rPr lang="en-US" sz="1800" b="0" i="1" smtClean="0">
                          <a:latin typeface="Cambria Math" panose="02040503050406030204" pitchFamily="18" charset="0"/>
                          <a:ea typeface="Cambria Math" panose="02040503050406030204" pitchFamily="18" charset="0"/>
                        </a:rPr>
                        <m:t>[−</m:t>
                      </m:r>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log</m:t>
                          </m:r>
                        </m:fName>
                        <m:e>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𝜃</m:t>
                                  </m:r>
                                </m:sub>
                              </m:sSub>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b="1" i="1">
                                          <a:latin typeface="Cambria Math" panose="02040503050406030204" pitchFamily="18" charset="0"/>
                                        </a:rPr>
                                        <m:t>𝒙</m:t>
                                      </m:r>
                                    </m:e>
                                    <m:sub>
                                      <m:r>
                                        <a:rPr lang="en-US" sz="1800" i="1">
                                          <a:latin typeface="Cambria Math" panose="02040503050406030204" pitchFamily="18" charset="0"/>
                                        </a:rPr>
                                        <m:t>0:</m:t>
                                      </m:r>
                                      <m:r>
                                        <a:rPr lang="en-US" sz="1800" i="1">
                                          <a:latin typeface="Cambria Math" panose="02040503050406030204" pitchFamily="18" charset="0"/>
                                        </a:rPr>
                                        <m:t>𝑇</m:t>
                                      </m:r>
                                    </m:sub>
                                  </m:sSub>
                                </m:e>
                              </m:d>
                            </m:num>
                            <m:den>
                              <m:r>
                                <a:rPr lang="en-US" sz="1800" i="1">
                                  <a:latin typeface="Cambria Math" panose="02040503050406030204" pitchFamily="18" charset="0"/>
                                </a:rPr>
                                <m:t>𝑞</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b="1" i="1">
                                          <a:latin typeface="Cambria Math" panose="02040503050406030204" pitchFamily="18" charset="0"/>
                                        </a:rPr>
                                        <m:t>𝒙</m:t>
                                      </m:r>
                                    </m:e>
                                    <m:sub>
                                      <m:r>
                                        <a:rPr lang="en-US" sz="1800" i="1">
                                          <a:latin typeface="Cambria Math" panose="02040503050406030204" pitchFamily="18" charset="0"/>
                                        </a:rPr>
                                        <m:t>1:</m:t>
                                      </m:r>
                                      <m:r>
                                        <a:rPr lang="en-US" sz="1800" i="1">
                                          <a:latin typeface="Cambria Math" panose="02040503050406030204" pitchFamily="18" charset="0"/>
                                        </a:rPr>
                                        <m:t>𝑇</m:t>
                                      </m:r>
                                    </m:sub>
                                  </m:sSub>
                                </m:e>
                                <m:e>
                                  <m:sSub>
                                    <m:sSubPr>
                                      <m:ctrlPr>
                                        <a:rPr lang="en-US" sz="1800" i="1">
                                          <a:latin typeface="Cambria Math" panose="02040503050406030204" pitchFamily="18" charset="0"/>
                                        </a:rPr>
                                      </m:ctrlPr>
                                    </m:sSubPr>
                                    <m:e>
                                      <m:r>
                                        <a:rPr lang="en-US" sz="1800" b="1" i="1">
                                          <a:latin typeface="Cambria Math" panose="02040503050406030204" pitchFamily="18" charset="0"/>
                                        </a:rPr>
                                        <m:t>𝒙</m:t>
                                      </m:r>
                                    </m:e>
                                    <m:sub>
                                      <m:r>
                                        <a:rPr lang="en-US" sz="1800" i="1">
                                          <a:latin typeface="Cambria Math" panose="02040503050406030204" pitchFamily="18" charset="0"/>
                                        </a:rPr>
                                        <m:t>0</m:t>
                                      </m:r>
                                    </m:sub>
                                  </m:sSub>
                                </m:e>
                              </m:d>
                            </m:den>
                          </m:f>
                          <m:r>
                            <a:rPr lang="en-US" sz="1800" b="0" i="1" smtClean="0">
                              <a:latin typeface="Cambria Math" panose="02040503050406030204" pitchFamily="18" charset="0"/>
                            </a:rPr>
                            <m:t>]</m:t>
                          </m:r>
                        </m:e>
                      </m:func>
                    </m:oMath>
                  </m:oMathPara>
                </a14:m>
                <a:endParaRPr lang="en-KR" dirty="0"/>
              </a:p>
            </p:txBody>
          </p:sp>
        </mc:Choice>
        <mc:Fallback xmlns="">
          <p:sp>
            <p:nvSpPr>
              <p:cNvPr id="9" name="TextBox 8">
                <a:extLst>
                  <a:ext uri="{FF2B5EF4-FFF2-40B4-BE49-F238E27FC236}">
                    <a16:creationId xmlns:a16="http://schemas.microsoft.com/office/drawing/2014/main" id="{787E71E2-CAF5-966C-3FD3-FAEC9A2B76F3}"/>
                  </a:ext>
                </a:extLst>
              </p:cNvPr>
              <p:cNvSpPr txBox="1">
                <a:spLocks noRot="1" noChangeAspect="1" noMove="1" noResize="1" noEditPoints="1" noAdjustHandles="1" noChangeArrowheads="1" noChangeShapeType="1" noTextEdit="1"/>
              </p:cNvSpPr>
              <p:nvPr/>
            </p:nvSpPr>
            <p:spPr>
              <a:xfrm>
                <a:off x="185553" y="3776462"/>
                <a:ext cx="6249388" cy="676917"/>
              </a:xfrm>
              <a:prstGeom prst="rect">
                <a:avLst/>
              </a:prstGeom>
              <a:blipFill>
                <a:blip r:embed="rId9"/>
                <a:stretch>
                  <a:fillRect b="-555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544EBCE-FDD2-0744-99CF-81793B5A6B36}"/>
                  </a:ext>
                </a:extLst>
              </p:cNvPr>
              <p:cNvSpPr txBox="1"/>
              <p:nvPr/>
            </p:nvSpPr>
            <p:spPr>
              <a:xfrm>
                <a:off x="988070" y="4407429"/>
                <a:ext cx="6249388" cy="8712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𝔼</m:t>
                          </m:r>
                        </m:e>
                        <m:sub>
                          <m:r>
                            <a:rPr lang="en-US" sz="1800" i="1">
                              <a:latin typeface="Cambria Math" panose="02040503050406030204" pitchFamily="18" charset="0"/>
                              <a:ea typeface="Cambria Math" panose="02040503050406030204" pitchFamily="18" charset="0"/>
                            </a:rPr>
                            <m:t>𝑞</m:t>
                          </m:r>
                        </m:sub>
                      </m:sSub>
                      <m:r>
                        <a:rPr lang="en-US" sz="1800" b="0" i="1" smtClean="0">
                          <a:latin typeface="Cambria Math" panose="02040503050406030204" pitchFamily="18" charset="0"/>
                          <a:ea typeface="Cambria Math" panose="02040503050406030204" pitchFamily="18" charset="0"/>
                        </a:rPr>
                        <m:t>[−</m:t>
                      </m:r>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log</m:t>
                          </m:r>
                        </m:fName>
                        <m:e>
                          <m:r>
                            <a:rPr lang="en-US" sz="1800" b="0" i="1" smtClean="0">
                              <a:latin typeface="Cambria Math" panose="02040503050406030204" pitchFamily="18" charset="0"/>
                              <a:ea typeface="Cambria Math" panose="02040503050406030204" pitchFamily="18" charset="0"/>
                            </a:rPr>
                            <m:t>𝑝</m:t>
                          </m:r>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𝑇</m:t>
                                  </m:r>
                                </m:sub>
                              </m:sSub>
                            </m:e>
                          </m:d>
                          <m:r>
                            <a:rPr lang="en-US" sz="1800" b="0" i="1" smtClean="0">
                              <a:latin typeface="Cambria Math" panose="02040503050406030204" pitchFamily="18" charset="0"/>
                              <a:ea typeface="Cambria Math" panose="02040503050406030204" pitchFamily="18" charset="0"/>
                            </a:rPr>
                            <m:t>−</m:t>
                          </m:r>
                          <m:nary>
                            <m:naryPr>
                              <m:chr m:val="∑"/>
                              <m:ctrlPr>
                                <a:rPr lang="en-US"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up>
                              <m:r>
                                <a:rPr lang="en-US" sz="1800" b="0" i="1" smtClean="0">
                                  <a:latin typeface="Cambria Math" panose="02040503050406030204" pitchFamily="18" charset="0"/>
                                  <a:ea typeface="Cambria Math" panose="02040503050406030204" pitchFamily="18" charset="0"/>
                                </a:rPr>
                                <m:t>𝑇</m:t>
                              </m:r>
                            </m:sup>
                            <m:e>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log</m:t>
                                  </m:r>
                                </m:fName>
                                <m:e>
                                  <m:f>
                                    <m:fPr>
                                      <m:ctrlPr>
                                        <a:rPr lang="en-US" sz="1800" b="0" i="1" smtClean="0">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𝑝</m:t>
                                          </m:r>
                                        </m:e>
                                        <m:sub>
                                          <m:r>
                                            <a:rPr lang="en-US" sz="1800" b="0" i="1" smtClean="0">
                                              <a:latin typeface="Cambria Math" panose="02040503050406030204" pitchFamily="18" charset="0"/>
                                              <a:ea typeface="Cambria Math" panose="02040503050406030204" pitchFamily="18" charset="0"/>
                                            </a:rPr>
                                            <m:t>𝜃</m:t>
                                          </m:r>
                                        </m:sub>
                                      </m:sSub>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e>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sub>
                                          </m:sSub>
                                        </m:e>
                                      </m:d>
                                    </m:num>
                                    <m:den>
                                      <m:r>
                                        <a:rPr lang="en-US" sz="1800" b="0" i="1" smtClean="0">
                                          <a:latin typeface="Cambria Math" panose="02040503050406030204" pitchFamily="18" charset="0"/>
                                          <a:ea typeface="Cambria Math" panose="02040503050406030204" pitchFamily="18" charset="0"/>
                                        </a:rPr>
                                        <m:t>𝑞</m:t>
                                      </m:r>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sub>
                                          </m:sSub>
                                        </m:e>
                                        <m:e>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e>
                                      </m:d>
                                    </m:den>
                                  </m:f>
                                </m:e>
                              </m:func>
                            </m:e>
                          </m:nary>
                          <m:r>
                            <a:rPr lang="en-US" sz="1800" b="0" i="1" smtClean="0">
                              <a:latin typeface="Cambria Math" panose="02040503050406030204" pitchFamily="18" charset="0"/>
                              <a:ea typeface="Cambria Math" panose="02040503050406030204" pitchFamily="18" charset="0"/>
                            </a:rPr>
                            <m:t>]</m:t>
                          </m:r>
                        </m:e>
                      </m:func>
                    </m:oMath>
                  </m:oMathPara>
                </a14:m>
                <a:endParaRPr lang="en-KR" dirty="0"/>
              </a:p>
            </p:txBody>
          </p:sp>
        </mc:Choice>
        <mc:Fallback xmlns="">
          <p:sp>
            <p:nvSpPr>
              <p:cNvPr id="13" name="TextBox 12">
                <a:extLst>
                  <a:ext uri="{FF2B5EF4-FFF2-40B4-BE49-F238E27FC236}">
                    <a16:creationId xmlns:a16="http://schemas.microsoft.com/office/drawing/2014/main" id="{F544EBCE-FDD2-0744-99CF-81793B5A6B36}"/>
                  </a:ext>
                </a:extLst>
              </p:cNvPr>
              <p:cNvSpPr txBox="1">
                <a:spLocks noRot="1" noChangeAspect="1" noMove="1" noResize="1" noEditPoints="1" noAdjustHandles="1" noChangeArrowheads="1" noChangeShapeType="1" noTextEdit="1"/>
              </p:cNvSpPr>
              <p:nvPr/>
            </p:nvSpPr>
            <p:spPr>
              <a:xfrm>
                <a:off x="988070" y="4407429"/>
                <a:ext cx="6249388" cy="871201"/>
              </a:xfrm>
              <a:prstGeom prst="rect">
                <a:avLst/>
              </a:prstGeom>
              <a:blipFill>
                <a:blip r:embed="rId10"/>
                <a:stretch>
                  <a:fillRect t="-95652" b="-150725"/>
                </a:stretch>
              </a:blipFill>
            </p:spPr>
            <p:txBody>
              <a:bodyPr/>
              <a:lstStyle/>
              <a:p>
                <a:r>
                  <a:rPr lang="en-KR">
                    <a:noFill/>
                  </a:rPr>
                  <a:t> </a:t>
                </a:r>
              </a:p>
            </p:txBody>
          </p:sp>
        </mc:Fallback>
      </mc:AlternateContent>
      <p:pic>
        <p:nvPicPr>
          <p:cNvPr id="18" name="Audio 17">
            <a:extLst>
              <a:ext uri="{FF2B5EF4-FFF2-40B4-BE49-F238E27FC236}">
                <a16:creationId xmlns:a16="http://schemas.microsoft.com/office/drawing/2014/main" id="{6A6AC76A-6388-0F85-2FCE-95122CF89FEB}"/>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000397400"/>
      </p:ext>
    </p:extLst>
  </p:cSld>
  <p:clrMapOvr>
    <a:masterClrMapping/>
  </p:clrMapOvr>
  <mc:AlternateContent xmlns:mc="http://schemas.openxmlformats.org/markup-compatibility/2006">
    <mc:Choice xmlns:p14="http://schemas.microsoft.com/office/powerpoint/2010/main" Requires="p14">
      <p:transition spd="slow" p14:dur="2000" advTm="55573"/>
    </mc:Choice>
    <mc:Fallback>
      <p:transition spd="slow" advTm="555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18"/>
                </p:tgtEl>
              </p:cMediaNode>
            </p:audio>
          </p:childTnLst>
        </p:cTn>
      </p:par>
    </p:tnLst>
    <p:bldLst>
      <p:bldP spid="8" grpId="0"/>
      <p:bldP spid="11" grpId="0"/>
      <p:bldP spid="10" grpId="0"/>
      <p:bldP spid="9" grpId="0"/>
      <p:bldP spid="13" grpId="0"/>
    </p:bldLst>
  </p:timing>
  <p:extLst>
    <p:ext uri="{3A86A75C-4F4B-4683-9AE1-C65F6400EC91}">
      <p14:laserTraceLst xmlns:p14="http://schemas.microsoft.com/office/powerpoint/2010/main">
        <p14:tracePtLst>
          <p14:tracePt t="27" x="5537200" y="5054600"/>
          <p14:tracePt t="497" x="6019800" y="4775200"/>
          <p14:tracePt t="991" x="6062663" y="4818063"/>
          <p14:tracePt t="1000" x="6113463" y="4833938"/>
          <p14:tracePt t="1008" x="6154738" y="4859338"/>
          <p14:tracePt t="1016" x="6215063" y="4894263"/>
          <p14:tracePt t="1029" x="6273800" y="4910138"/>
          <p14:tracePt t="1236" x="6773863" y="4122738"/>
          <p14:tracePt t="9643" x="6773863" y="4064000"/>
          <p14:tracePt t="9651" x="6773863" y="4038600"/>
          <p14:tracePt t="9659" x="6773863" y="3944938"/>
          <p14:tracePt t="9667" x="6799263" y="3827463"/>
          <p14:tracePt t="9676" x="6799263" y="3784600"/>
          <p14:tracePt t="9684" x="6850063" y="3708400"/>
          <p14:tracePt t="9692" x="6875463" y="3598863"/>
          <p14:tracePt t="9700" x="6891338" y="3538538"/>
          <p14:tracePt t="9708" x="6908800" y="3530600"/>
          <p14:tracePt t="9716" x="6926263" y="3479800"/>
          <p14:tracePt t="9725" x="6934200" y="3454400"/>
          <p14:tracePt t="9733" x="6951663" y="3436938"/>
          <p14:tracePt t="9741" x="6967538" y="3403600"/>
          <p14:tracePt t="9749" x="6985000" y="3378200"/>
          <p14:tracePt t="9757" x="6992938" y="3360738"/>
          <p14:tracePt t="9766" x="7010400" y="3327400"/>
          <p14:tracePt t="9774" x="7043738" y="3268663"/>
          <p14:tracePt t="9782" x="7069138" y="3225800"/>
          <p14:tracePt t="9790" x="7104063" y="3182938"/>
          <p14:tracePt t="9798" x="7129463" y="3124200"/>
          <p14:tracePt t="9807" x="7162800" y="3073400"/>
          <p14:tracePt t="9815" x="7180263" y="3048000"/>
          <p14:tracePt t="9823" x="7188200" y="3014663"/>
          <p14:tracePt t="9831" x="7205663" y="2997200"/>
          <p14:tracePt t="9840" x="7205663" y="2989263"/>
          <p14:tracePt t="9848" x="7221538" y="2954338"/>
          <p14:tracePt t="9857" x="7221538" y="2913063"/>
          <p14:tracePt t="9864" x="7221538" y="2836863"/>
          <p14:tracePt t="9874" x="7221538" y="2801938"/>
          <p14:tracePt t="9880" x="7221538" y="2717800"/>
          <p14:tracePt t="9890" x="7221538" y="2641600"/>
          <p14:tracePt t="9897" x="7221538" y="2540000"/>
          <p14:tracePt t="9907" x="7205663" y="2489200"/>
          <p14:tracePt t="9913" x="7180263" y="2405063"/>
          <p14:tracePt t="9923" x="7145338" y="2354263"/>
          <p14:tracePt t="9930" x="7086600" y="2278063"/>
          <p14:tracePt t="9940" x="7043738" y="2235200"/>
          <p14:tracePt t="9946" x="6985000" y="2209800"/>
          <p14:tracePt t="9957" x="6926263" y="2141538"/>
          <p14:tracePt t="9962" x="6850063" y="2133600"/>
          <p14:tracePt t="9973" x="6789738" y="2082800"/>
          <p14:tracePt t="9979" x="6723063" y="2074863"/>
          <p14:tracePt t="9990" x="6680200" y="2039938"/>
          <p14:tracePt t="9995" x="6621463" y="2014538"/>
          <p14:tracePt t="10007" x="6545263" y="1981200"/>
          <p14:tracePt t="10011" x="6443663" y="1938338"/>
          <p14:tracePt t="10023" x="6367463" y="1905000"/>
          <p14:tracePt t="10028" x="6265863" y="1879600"/>
          <p14:tracePt t="21326" x="6265863" y="1887538"/>
          <p14:tracePt t="21334" x="6265863" y="1947863"/>
          <p14:tracePt t="21342" x="6265863" y="1998663"/>
          <p14:tracePt t="21351" x="6265863" y="2057400"/>
          <p14:tracePt t="21358" x="6291263" y="2133600"/>
          <p14:tracePt t="21367" x="6307138" y="2209800"/>
          <p14:tracePt t="21375" x="6350000" y="2336800"/>
          <p14:tracePt t="21383" x="6383338" y="2405063"/>
          <p14:tracePt t="21392" x="6408738" y="2506663"/>
          <p14:tracePt t="21400" x="6443663" y="2608263"/>
          <p14:tracePt t="21408" x="6459538" y="2684463"/>
          <p14:tracePt t="21416" x="6484938" y="2760663"/>
          <p14:tracePt t="21424" x="6502400" y="2819400"/>
          <p14:tracePt t="21432" x="6519863" y="2878138"/>
          <p14:tracePt t="21440" x="6519863" y="2913063"/>
          <p14:tracePt t="21449" x="6527800" y="2938463"/>
          <p14:tracePt t="21457" x="6527800" y="2954338"/>
          <p14:tracePt t="21465" x="6527800" y="2989263"/>
          <p14:tracePt t="21474" x="6527800" y="2997200"/>
          <p14:tracePt t="21482" x="6527800" y="3014663"/>
          <p14:tracePt t="21498" x="6527800" y="3030538"/>
          <p14:tracePt t="21507" x="6527800" y="3048000"/>
          <p14:tracePt t="21523" x="6527800" y="3065463"/>
          <p14:tracePt t="21547" x="6527800" y="3073400"/>
          <p14:tracePt t="21572" x="6527800" y="3090863"/>
          <p14:tracePt t="21637" x="6527800" y="3106738"/>
          <p14:tracePt t="22219" x="6527800" y="3124200"/>
          <p14:tracePt t="22235" x="6527800" y="3132138"/>
          <p14:tracePt t="22244" x="6527800" y="3149600"/>
          <p14:tracePt t="22252" x="6519863" y="3167063"/>
          <p14:tracePt t="22260" x="6519863" y="3182938"/>
          <p14:tracePt t="22268" x="6519863" y="3208338"/>
          <p14:tracePt t="22276" x="6502400" y="3225800"/>
          <p14:tracePt t="22285" x="6502400" y="3243263"/>
          <p14:tracePt t="22293" x="6484938" y="3268663"/>
          <p14:tracePt t="22301" x="6469063" y="3284538"/>
          <p14:tracePt t="22309" x="6469063" y="3319463"/>
          <p14:tracePt t="22317" x="6459538" y="3319463"/>
          <p14:tracePt t="22325" x="6459538" y="3327400"/>
          <p14:tracePt t="22334" x="6459538" y="3344863"/>
          <p14:tracePt t="22350" x="6443663" y="3360738"/>
          <p14:tracePt t="22358" x="6443663" y="3378200"/>
          <p14:tracePt t="22375" x="6426200" y="3395663"/>
          <p14:tracePt t="22391" x="6426200" y="3403600"/>
          <p14:tracePt t="22399" x="6426200" y="3421063"/>
          <p14:tracePt t="22416" x="6408738" y="3436938"/>
          <p14:tracePt t="22432" x="6408738" y="3454400"/>
          <p14:tracePt t="22448" x="6408738" y="3462338"/>
          <p14:tracePt t="22465" x="6392863" y="3462338"/>
          <p14:tracePt t="22481" x="6392863" y="3479800"/>
          <p14:tracePt t="22506" x="6392863" y="3497263"/>
          <p14:tracePt t="22523" x="6383338" y="3513138"/>
          <p14:tracePt t="22547" x="6383338" y="3530600"/>
          <p14:tracePt t="22556" x="6383338" y="3538538"/>
          <p14:tracePt t="22580" x="6383338" y="3556000"/>
          <p14:tracePt t="22908" x="6383338" y="3573463"/>
          <p14:tracePt t="22916" x="6350000" y="3944938"/>
          <p14:tracePt t="22924" x="6265863" y="4386263"/>
          <p14:tracePt t="22932" x="6189663" y="4800600"/>
          <p14:tracePt t="22941" x="6062663" y="5224463"/>
          <p14:tracePt t="22948" x="5994400" y="5595938"/>
          <p14:tracePt t="22957" x="5926138" y="5926138"/>
          <p14:tracePt t="22965" x="5842000" y="6197600"/>
          <p14:tracePt t="22974" x="5722938" y="6738938"/>
          <p14:tracePt t="27006" x="3259138" y="6680200"/>
          <p14:tracePt t="27014" x="3513138" y="6215063"/>
          <p14:tracePt t="27021" x="3690938" y="5910263"/>
          <p14:tracePt t="27029" x="3886200" y="5503863"/>
          <p14:tracePt t="27037" x="3979863" y="5308600"/>
          <p14:tracePt t="27045" x="4097338" y="4935538"/>
          <p14:tracePt t="27053" x="4275138" y="4546600"/>
          <p14:tracePt t="27061" x="4402138" y="4216400"/>
          <p14:tracePt t="27069" x="4503738" y="3886200"/>
          <p14:tracePt t="27078" x="4546600" y="3784600"/>
          <p14:tracePt t="27086" x="4605338" y="3556000"/>
          <p14:tracePt t="27094" x="4673600" y="3395663"/>
          <p14:tracePt t="27102" x="4699000" y="3284538"/>
          <p14:tracePt t="27110" x="4699000" y="3225800"/>
          <p14:tracePt t="27118" x="4716463" y="3167063"/>
          <p14:tracePt t="27127" x="4732338" y="3149600"/>
          <p14:tracePt t="27135" x="4732338" y="3132138"/>
          <p14:tracePt t="27151" x="4732338" y="3124200"/>
          <p14:tracePt t="27208" x="4716463" y="3132138"/>
          <p14:tracePt t="27217" x="4699000" y="3149600"/>
          <p14:tracePt t="27225" x="4673600" y="3225800"/>
          <p14:tracePt t="27233" x="4656138" y="3268663"/>
          <p14:tracePt t="27241" x="4622800" y="3378200"/>
          <p14:tracePt t="27257" x="4605338" y="3403600"/>
          <p14:tracePt t="27259" x="4579938" y="3462338"/>
          <p14:tracePt t="27266" x="4564063" y="3538538"/>
          <p14:tracePt t="27274" x="4538663" y="3598863"/>
          <p14:tracePt t="27282" x="4521200" y="3649663"/>
          <p14:tracePt t="27291" x="4503738" y="3675063"/>
          <p14:tracePt t="27299" x="4470400" y="3708400"/>
          <p14:tracePt t="27307" x="4462463" y="3725863"/>
          <p14:tracePt t="27315" x="4445000" y="3725863"/>
          <p14:tracePt t="27324" x="4427538" y="3733800"/>
          <p14:tracePt t="27332" x="4411663" y="3733800"/>
          <p14:tracePt t="27340" x="4402138" y="3733800"/>
          <p14:tracePt t="27348" x="4386263" y="3733800"/>
          <p14:tracePt t="27357" x="4351338" y="3733800"/>
          <p14:tracePt t="27373" x="4343400" y="3733800"/>
          <p14:tracePt t="27381" x="4325938" y="3725863"/>
          <p14:tracePt t="27390" x="4325938" y="3708400"/>
          <p14:tracePt t="27397" x="4310063" y="3690938"/>
          <p14:tracePt t="27413" x="4292600" y="3675063"/>
          <p14:tracePt t="27423" x="4275138" y="3657600"/>
          <p14:tracePt t="27430" x="4267200" y="3632200"/>
          <p14:tracePt t="27439" x="4267200" y="3614738"/>
          <p14:tracePt t="27446" x="4249738" y="3598863"/>
          <p14:tracePt t="27454" x="4249738" y="3589338"/>
          <p14:tracePt t="27463" x="4249738" y="3556000"/>
          <p14:tracePt t="27471" x="4233863" y="3538538"/>
          <p14:tracePt t="27487" x="4233863" y="3513138"/>
          <p14:tracePt t="27496" x="4233863" y="3497263"/>
          <p14:tracePt t="27504" x="4233863" y="3479800"/>
          <p14:tracePt t="27520" x="4233863" y="3462338"/>
          <p14:tracePt t="27528" x="4233863" y="3454400"/>
          <p14:tracePt t="27536" x="4249738" y="3454400"/>
          <p14:tracePt t="27544" x="4267200" y="3436938"/>
          <p14:tracePt t="27553" x="4275138" y="3421063"/>
          <p14:tracePt t="27561" x="4310063" y="3421063"/>
          <p14:tracePt t="27569" x="4343400" y="3395663"/>
          <p14:tracePt t="27577" x="4368800" y="3378200"/>
          <p14:tracePt t="27585" x="4411663" y="3344863"/>
          <p14:tracePt t="27594" x="4445000" y="3327400"/>
          <p14:tracePt t="27602" x="4462463" y="3319463"/>
          <p14:tracePt t="27610" x="4487863" y="3302000"/>
          <p14:tracePt t="27618" x="4503738" y="3284538"/>
          <p14:tracePt t="27626" x="4521200" y="3268663"/>
          <p14:tracePt t="27635" x="4538663" y="3268663"/>
          <p14:tracePt t="27643" x="4546600" y="3268663"/>
          <p14:tracePt t="27651" x="4546600" y="3259138"/>
          <p14:tracePt t="27659" x="4564063" y="3259138"/>
          <p14:tracePt t="27725" x="4564063" y="3243263"/>
          <p14:tracePt t="27766" x="4564063" y="3225800"/>
          <p14:tracePt t="27798" x="4564063" y="3208338"/>
          <p14:tracePt t="27831" x="4579938" y="3200400"/>
          <p14:tracePt t="29904" x="4564063" y="3200400"/>
          <p14:tracePt t="29913" x="4546600" y="3200400"/>
          <p14:tracePt t="29929" x="4538663" y="3200400"/>
          <p14:tracePt t="29937" x="4503738" y="3200400"/>
          <p14:tracePt t="29945" x="4487863" y="3200400"/>
          <p14:tracePt t="29958" x="4470400" y="3182938"/>
          <p14:tracePt t="29962" x="4445000" y="3167063"/>
          <p14:tracePt t="29975" x="4427538" y="3167063"/>
          <p14:tracePt t="29979" x="4411663" y="3149600"/>
          <p14:tracePt t="29990" x="4386263" y="3132138"/>
          <p14:tracePt t="29994" x="4368800" y="3124200"/>
          <p14:tracePt t="30007" x="4343400" y="3106738"/>
          <p14:tracePt t="30010" x="4325938" y="3090863"/>
          <p14:tracePt t="30024" x="4310063" y="3073400"/>
          <p14:tracePt t="30027" x="4292600" y="3065463"/>
          <p14:tracePt t="30040" x="4292600" y="3048000"/>
          <p14:tracePt t="30043" x="4275138" y="3030538"/>
          <p14:tracePt t="30060" x="4275138" y="3014663"/>
          <p14:tracePt t="30068" x="4275138" y="2997200"/>
          <p14:tracePt t="30076" x="4275138" y="2989263"/>
          <p14:tracePt t="30084" x="4275138" y="2971800"/>
          <p14:tracePt t="30092" x="4275138" y="2938463"/>
          <p14:tracePt t="30101" x="4275138" y="2878138"/>
          <p14:tracePt t="30109" x="4325938" y="2836863"/>
          <p14:tracePt t="30117" x="4343400" y="2801938"/>
          <p14:tracePt t="30125" x="4386263" y="2760663"/>
          <p14:tracePt t="30133" x="4462463" y="2717800"/>
          <p14:tracePt t="30142" x="4521200" y="2667000"/>
          <p14:tracePt t="30150" x="4564063" y="2641600"/>
          <p14:tracePt t="30158" x="4640263" y="2598738"/>
          <p14:tracePt t="30166" x="4732338" y="2598738"/>
          <p14:tracePt t="30175" x="4800600" y="2582863"/>
          <p14:tracePt t="30183" x="4876800" y="2565400"/>
          <p14:tracePt t="30191" x="4953000" y="2565400"/>
          <p14:tracePt t="30199" x="5029200" y="2565400"/>
          <p14:tracePt t="30208" x="5122863" y="2565400"/>
          <p14:tracePt t="30215" x="5199063" y="2565400"/>
          <p14:tracePt t="30224" x="5265738" y="2565400"/>
          <p14:tracePt t="30232" x="5334000" y="2565400"/>
          <p14:tracePt t="30241" x="5359400" y="2565400"/>
          <p14:tracePt t="30248" x="5402263" y="2582863"/>
          <p14:tracePt t="30257" x="5453063" y="2598738"/>
          <p14:tracePt t="30264" x="5468938" y="2598738"/>
          <p14:tracePt t="30274" x="5478463" y="2608263"/>
          <p14:tracePt t="30281" x="5494338" y="2608263"/>
          <p14:tracePt t="30297" x="5494338" y="2624138"/>
          <p14:tracePt t="30307" x="5511800" y="2624138"/>
          <p14:tracePt t="30324" x="5511800" y="2641600"/>
          <p14:tracePt t="30347" x="5529263" y="2659063"/>
          <p14:tracePt t="30387" x="5529263" y="2667000"/>
          <p14:tracePt t="30396" x="5537200" y="2684463"/>
          <p14:tracePt t="30420" x="5537200" y="2700338"/>
          <p14:tracePt t="30436" x="5537200" y="2717800"/>
          <p14:tracePt t="30445" x="5554663" y="2717800"/>
          <p14:tracePt t="30461" x="5554663" y="2735263"/>
          <p14:tracePt t="30478" x="5554663" y="2743200"/>
          <p14:tracePt t="30502" x="5554663" y="2760663"/>
          <p14:tracePt t="30551" x="5537200" y="2760663"/>
          <p14:tracePt t="30568" x="5537200" y="2776538"/>
          <p14:tracePt t="30576" x="5529263" y="2776538"/>
          <p14:tracePt t="30609" x="5511800" y="2776538"/>
          <p14:tracePt t="30650" x="5494338" y="2776538"/>
          <p14:tracePt t="30699" x="5478463" y="2776538"/>
          <p14:tracePt t="30740" x="5468938" y="2776538"/>
          <p14:tracePt t="30764" x="5453063" y="2794000"/>
          <p14:tracePt t="36212" x="5453063" y="2878138"/>
          <p14:tracePt t="36221" x="5453063" y="2971800"/>
          <p14:tracePt t="36229" x="5468938" y="3106738"/>
          <p14:tracePt t="36236" x="5511800" y="3268663"/>
          <p14:tracePt t="36245" x="5537200" y="3436938"/>
          <p14:tracePt t="36253" x="5588000" y="3632200"/>
          <p14:tracePt t="36261" x="5595938" y="3792538"/>
          <p14:tracePt t="36269" x="5613400" y="3868738"/>
          <p14:tracePt t="36278" x="5646738" y="4005263"/>
          <p14:tracePt t="36286" x="5664200" y="4114800"/>
          <p14:tracePt t="36294" x="5672138" y="4191000"/>
          <p14:tracePt t="36302" x="5672138" y="4259263"/>
          <p14:tracePt t="36311" x="5689600" y="4335463"/>
          <p14:tracePt t="36319" x="5689600" y="4394200"/>
          <p14:tracePt t="36326" x="5689600" y="4470400"/>
          <p14:tracePt t="36335" x="5689600" y="4579938"/>
          <p14:tracePt t="36343" x="5689600" y="4681538"/>
          <p14:tracePt t="36351" x="5689600" y="4783138"/>
          <p14:tracePt t="36359" x="5672138" y="4910138"/>
          <p14:tracePt t="36368" x="5646738" y="5046663"/>
          <p14:tracePt t="36376" x="5595938" y="5173663"/>
          <p14:tracePt t="36384" x="5554663" y="5326063"/>
          <p14:tracePt t="36392" x="5494338" y="5494338"/>
          <p14:tracePt t="36401" x="5435600" y="5689600"/>
          <p14:tracePt t="36409" x="5359400" y="5849938"/>
          <p14:tracePt t="36417" x="5316538" y="6019800"/>
          <p14:tracePt t="36425" x="5207000" y="6197600"/>
          <p14:tracePt t="36433" x="5138738" y="6367463"/>
          <p14:tracePt t="36442" x="5105400" y="6426200"/>
          <p14:tracePt t="36449" x="5046663" y="6527800"/>
          <p14:tracePt t="36458" x="4970463" y="6646863"/>
          <p14:tracePt t="36466" x="4935538" y="6723063"/>
          <p14:tracePt t="36474" x="4876800" y="6799263"/>
          <p14:tracePt t="36483" x="4851400" y="6840538"/>
          <p14:tracePt t="38393" x="3182938" y="6561138"/>
          <p14:tracePt t="38402" x="3259138" y="6426200"/>
          <p14:tracePt t="38410" x="3319463" y="6291263"/>
          <p14:tracePt t="38417" x="3344863" y="6240463"/>
          <p14:tracePt t="38428" x="3421063" y="6121400"/>
          <p14:tracePt t="38433" x="3471863" y="6045200"/>
          <p14:tracePt t="38443" x="3513138" y="6002338"/>
          <p14:tracePt t="38449" x="3548063" y="5943600"/>
          <p14:tracePt t="38458" x="3573463" y="5926138"/>
          <p14:tracePt t="38465" x="3589338" y="5910263"/>
          <p14:tracePt t="38474" x="3606800" y="5900738"/>
          <p14:tracePt t="38491" x="3606800" y="5884863"/>
          <p14:tracePt t="38507" x="3614738" y="5884863"/>
          <p14:tracePt t="38605" x="3614738" y="5900738"/>
          <p14:tracePt t="38613" x="3614738" y="5910263"/>
          <p14:tracePt t="38621" x="3614738" y="5943600"/>
          <p14:tracePt t="38629" x="3606800" y="5961063"/>
          <p14:tracePt t="38638" x="3556000" y="6019800"/>
          <p14:tracePt t="38646" x="3513138" y="6078538"/>
          <p14:tracePt t="38654" x="3471863" y="6138863"/>
          <p14:tracePt t="38662" x="3411538" y="6230938"/>
          <p14:tracePt t="38670" x="3344863" y="6332538"/>
          <p14:tracePt t="38679" x="3276600" y="6426200"/>
          <p14:tracePt t="38686" x="3182938" y="6545263"/>
          <p14:tracePt t="38695" x="3149600" y="6586538"/>
          <p14:tracePt t="38703" x="3090863" y="6680200"/>
          <p14:tracePt t="38711" x="3030538" y="6764338"/>
          <p14:tracePt t="38719" x="2989263" y="6824663"/>
          <p14:tracePt t="39383" x="3030538" y="6662738"/>
          <p14:tracePt t="39393" x="3149600" y="6484938"/>
          <p14:tracePt t="39399" x="3335338" y="6215063"/>
          <p14:tracePt t="39407" x="3454400" y="6037263"/>
          <p14:tracePt t="39426" x="3784600" y="5630863"/>
          <p14:tracePt t="39432" x="3919538" y="5478463"/>
          <p14:tracePt t="39441" x="3979863" y="5443538"/>
          <p14:tracePt t="39449" x="4071938" y="5341938"/>
          <p14:tracePt t="39457" x="4173538" y="5240338"/>
          <p14:tracePt t="39465" x="4233863" y="5189538"/>
          <p14:tracePt t="39474" x="4310063" y="5148263"/>
          <p14:tracePt t="39482" x="4343400" y="5113338"/>
          <p14:tracePt t="39491" x="4351338" y="5105400"/>
          <p14:tracePt t="39498" x="4368800" y="5087938"/>
          <p14:tracePt t="39507" x="4386263" y="5072063"/>
          <p14:tracePt t="39530" x="4402138" y="5072063"/>
          <p14:tracePt t="39743" x="4402138" y="5054600"/>
          <p14:tracePt t="39760" x="4411663" y="5054600"/>
          <p14:tracePt t="39792" x="4427538" y="5054600"/>
          <p14:tracePt t="39801" x="4445000" y="5054600"/>
          <p14:tracePt t="39817" x="4462463" y="5054600"/>
          <p14:tracePt t="39826" x="4470400" y="5054600"/>
          <p14:tracePt t="39842" x="4487863" y="5054600"/>
          <p14:tracePt t="39867" x="4503738" y="5054600"/>
          <p14:tracePt t="40686" x="4503738" y="5072063"/>
          <p14:tracePt t="41710" x="4503738" y="5054600"/>
          <p14:tracePt t="41718" x="4521200" y="4978400"/>
          <p14:tracePt t="41726" x="4564063" y="4910138"/>
          <p14:tracePt t="41734" x="4579938" y="4843463"/>
          <p14:tracePt t="41742" x="4622800" y="4775200"/>
          <p14:tracePt t="41751" x="4640263" y="4716463"/>
          <p14:tracePt t="41759" x="4681538" y="4648200"/>
          <p14:tracePt t="41767" x="4681538" y="4622800"/>
          <p14:tracePt t="41775" x="4699000" y="4589463"/>
          <p14:tracePt t="41783" x="4716463" y="4579938"/>
          <p14:tracePt t="41799" x="4716463" y="4564063"/>
          <p14:tracePt t="41808" x="4732338" y="4564063"/>
          <p14:tracePt t="41832" x="4741863" y="4564063"/>
          <p14:tracePt t="41865" x="4757738" y="4564063"/>
          <p14:tracePt t="41890" x="4775200" y="4564063"/>
          <p14:tracePt t="41907" x="4792663" y="4564063"/>
          <p14:tracePt t="41924" x="4800600" y="4564063"/>
          <p14:tracePt t="41931" x="4818063" y="4579938"/>
          <p14:tracePt t="41940" x="4833938" y="4589463"/>
          <p14:tracePt t="41957" x="4833938" y="4605338"/>
          <p14:tracePt t="41964" x="4851400" y="4622800"/>
          <p14:tracePt t="41973" x="4868863" y="4648200"/>
          <p14:tracePt t="41980" x="4876800" y="4665663"/>
          <p14:tracePt t="41990" x="4894263" y="4716463"/>
          <p14:tracePt t="41996" x="4910138" y="4757738"/>
          <p14:tracePt t="42005" x="4927600" y="4783138"/>
          <p14:tracePt t="42013" x="4935538" y="4833938"/>
          <p14:tracePt t="42021" x="4953000" y="4843463"/>
          <p14:tracePt t="42029" x="4953000" y="4876800"/>
          <p14:tracePt t="42037" x="4970463" y="4894263"/>
          <p14:tracePt t="42045" x="4970463" y="4910138"/>
          <p14:tracePt t="42054" x="4986338" y="4919663"/>
          <p14:tracePt t="42627" x="5003800" y="4919663"/>
          <p14:tracePt t="42636" x="5029200" y="4919663"/>
          <p14:tracePt t="42644" x="5046663" y="4935538"/>
          <p14:tracePt t="42660" x="5072063" y="4953000"/>
          <p14:tracePt t="42668" x="5087938" y="4953000"/>
          <p14:tracePt t="42679" x="5105400" y="4953000"/>
          <p14:tracePt t="42684" x="5122863" y="4970463"/>
          <p14:tracePt t="42701" x="5138738" y="4978400"/>
          <p14:tracePt t="42709" x="5148263" y="4978400"/>
          <p14:tracePt t="42717" x="5164138" y="4995863"/>
          <p14:tracePt t="42726" x="5181600" y="4995863"/>
          <p14:tracePt t="42742" x="5199063" y="5011738"/>
          <p14:tracePt t="42758" x="5207000" y="5011738"/>
          <p14:tracePt t="42767" x="5207000" y="5029200"/>
          <p14:tracePt t="42775" x="5224463" y="5029200"/>
          <p14:tracePt t="42783" x="5240338" y="5029200"/>
          <p14:tracePt t="42799" x="5257800" y="5046663"/>
          <p14:tracePt t="42807" x="5265738" y="5046663"/>
          <p14:tracePt t="42824" x="5283200" y="5046663"/>
          <p14:tracePt t="42832" x="5300663" y="5046663"/>
          <p14:tracePt t="42848" x="5316538" y="5046663"/>
          <p14:tracePt t="42873" x="5334000" y="5046663"/>
          <p14:tracePt t="42898" x="5341938" y="5054600"/>
          <p14:tracePt t="42914" x="5359400" y="5054600"/>
          <p14:tracePt t="43791" x="5359400" y="5046663"/>
          <p14:tracePt t="43799" x="5334000" y="4970463"/>
          <p14:tracePt t="43807" x="5300663" y="4859338"/>
          <p14:tracePt t="43815" x="5257800" y="4757738"/>
          <p14:tracePt t="43824" x="5207000" y="4622800"/>
          <p14:tracePt t="43832" x="5181600" y="4564063"/>
          <p14:tracePt t="43841" x="5148263" y="4470400"/>
          <p14:tracePt t="43848" x="5138738" y="4386263"/>
          <p14:tracePt t="43857" x="5105400" y="4335463"/>
          <p14:tracePt t="43864" x="5087938" y="4292600"/>
          <p14:tracePt t="43874" x="5087938" y="4259263"/>
          <p14:tracePt t="43881" x="5072063" y="4259263"/>
          <p14:tracePt t="43890" x="5072063" y="4249738"/>
          <p14:tracePt t="45765" x="5062538" y="4292600"/>
          <p14:tracePt t="45774" x="4876800" y="4741863"/>
          <p14:tracePt t="45781" x="4656138" y="5249863"/>
          <p14:tracePt t="45791" x="4487863" y="5791200"/>
          <p14:tracePt t="45798" x="4325938" y="6180138"/>
          <p14:tracePt t="45808" x="4216400" y="6494463"/>
          <p14:tracePt t="45814" x="4114800" y="6723063"/>
          <p14:tracePt t="46414" x="2878138" y="6604000"/>
          <p14:tracePt t="46421" x="2928938" y="6316663"/>
          <p14:tracePt t="46429" x="2971800" y="6045200"/>
          <p14:tracePt t="46438" x="3030538" y="5808663"/>
          <p14:tracePt t="46445" x="3048000" y="5707063"/>
          <p14:tracePt t="46453" x="3090863" y="5537200"/>
          <p14:tracePt t="46461" x="3124200" y="5376863"/>
          <p14:tracePt t="46470" x="3141663" y="5283200"/>
          <p14:tracePt t="46478" x="3149600" y="5224463"/>
          <p14:tracePt t="46486" x="3167063" y="5164138"/>
          <p14:tracePt t="46494" x="3167063" y="5130800"/>
          <p14:tracePt t="46502" x="3182938" y="5113338"/>
          <p14:tracePt t="46510" x="3182938" y="5105400"/>
          <p14:tracePt t="46617" x="3167063" y="5105400"/>
          <p14:tracePt t="46625" x="3149600" y="5113338"/>
          <p14:tracePt t="46642" x="3141663" y="5113338"/>
          <p14:tracePt t="46650" x="3124200" y="5113338"/>
          <p14:tracePt t="46674" x="3106738" y="5113338"/>
          <p14:tracePt t="46691" x="3090863" y="5113338"/>
          <p14:tracePt t="46707" x="3081338" y="5113338"/>
          <p14:tracePt t="46715" x="3065463" y="5113338"/>
          <p14:tracePt t="46724" x="3048000" y="5113338"/>
          <p14:tracePt t="46732" x="3048000" y="5105400"/>
          <p14:tracePt t="46741" x="3014663" y="5105400"/>
          <p14:tracePt t="46748" x="3005138" y="5087938"/>
          <p14:tracePt t="46757" x="2989263" y="5087938"/>
          <p14:tracePt t="46765" x="2954338" y="5072063"/>
          <p14:tracePt t="46774" x="2928938" y="5054600"/>
          <p14:tracePt t="46781" x="2895600" y="5046663"/>
          <p14:tracePt t="46791" x="2870200" y="5046663"/>
          <p14:tracePt t="46797" x="2852738" y="5011738"/>
          <p14:tracePt t="46807" x="2819400" y="4995863"/>
          <p14:tracePt t="46814" x="2794000" y="4995863"/>
          <p14:tracePt t="46824" x="2776538" y="4978400"/>
          <p14:tracePt t="46830" x="2751138" y="4970463"/>
          <p14:tracePt t="46840" x="2735263" y="4953000"/>
          <p14:tracePt t="46847" x="2717800" y="4935538"/>
          <p14:tracePt t="46855" x="2700338" y="4919663"/>
          <p14:tracePt t="46863" x="2684463" y="4919663"/>
          <p14:tracePt t="46871" x="2684463" y="4910138"/>
          <p14:tracePt t="46879" x="2674938" y="4910138"/>
          <p14:tracePt t="46896" x="2659063" y="4894263"/>
          <p14:tracePt t="46904" x="2641600" y="4876800"/>
          <p14:tracePt t="46920" x="2624138" y="4859338"/>
          <p14:tracePt t="46929" x="2616200" y="4843463"/>
          <p14:tracePt t="46945" x="2598738" y="4833938"/>
          <p14:tracePt t="46953" x="2582863" y="4818063"/>
          <p14:tracePt t="46961" x="2565400" y="4818063"/>
          <p14:tracePt t="46970" x="2547938" y="4800600"/>
          <p14:tracePt t="46978" x="2540000" y="4800600"/>
          <p14:tracePt t="46986" x="2522538" y="4783138"/>
          <p14:tracePt t="46994" x="2506663" y="4783138"/>
          <p14:tracePt t="47002" x="2489200" y="4783138"/>
          <p14:tracePt t="47011" x="2463800" y="4783138"/>
          <p14:tracePt t="47027" x="2430463" y="4783138"/>
          <p14:tracePt t="47035" x="2420938" y="4775200"/>
          <p14:tracePt t="47043" x="2405063" y="4775200"/>
          <p14:tracePt t="47052" x="2387600" y="4775200"/>
          <p14:tracePt t="47068" x="2370138" y="4757738"/>
          <p14:tracePt t="47076" x="2354263" y="4757738"/>
          <p14:tracePt t="47092" x="2344738" y="4757738"/>
          <p14:tracePt t="47101" x="2328863" y="4757738"/>
          <p14:tracePt t="47117" x="2311400" y="4757738"/>
          <p14:tracePt t="47125" x="2293938" y="4741863"/>
          <p14:tracePt t="47133" x="2286000" y="4741863"/>
          <p14:tracePt t="47142" x="2268538" y="4741863"/>
          <p14:tracePt t="47158" x="2252663" y="4724400"/>
          <p14:tracePt t="47175" x="2235200" y="4724400"/>
          <p14:tracePt t="47183" x="2217738" y="4724400"/>
          <p14:tracePt t="47199" x="2209800" y="4724400"/>
          <p14:tracePt t="47216" x="2192338" y="4724400"/>
          <p14:tracePt t="47224" x="2176463" y="4724400"/>
          <p14:tracePt t="47241" x="2159000" y="4724400"/>
          <p14:tracePt t="47248" x="2151063" y="4741863"/>
          <p14:tracePt t="47264" x="2133600" y="4757738"/>
          <p14:tracePt t="47274" x="2116138" y="4757738"/>
          <p14:tracePt t="47281" x="2116138" y="4775200"/>
          <p14:tracePt t="47291" x="2090738" y="4783138"/>
          <p14:tracePt t="47297" x="2090738" y="4800600"/>
          <p14:tracePt t="47307" x="2074863" y="4818063"/>
          <p14:tracePt t="47314" x="2057400" y="4833938"/>
          <p14:tracePt t="47324" x="2039938" y="4833938"/>
          <p14:tracePt t="47330" x="2039938" y="4843463"/>
          <p14:tracePt t="47340" x="2039938" y="4859338"/>
          <p14:tracePt t="47346" x="2039938" y="4876800"/>
          <p14:tracePt t="47356" x="2024063" y="4894263"/>
          <p14:tracePt t="47371" x="2024063" y="4910138"/>
          <p14:tracePt t="47379" x="2024063" y="4919663"/>
          <p14:tracePt t="47396" x="2024063" y="4935538"/>
          <p14:tracePt t="47404" x="2024063" y="4953000"/>
          <p14:tracePt t="47420" x="2024063" y="4970463"/>
          <p14:tracePt t="47428" x="2039938" y="4978400"/>
          <p14:tracePt t="47437" x="2039938" y="4995863"/>
          <p14:tracePt t="47445" x="2057400" y="5029200"/>
          <p14:tracePt t="47453" x="2074863" y="5046663"/>
          <p14:tracePt t="47461" x="2090738" y="5072063"/>
          <p14:tracePt t="47469" x="2116138" y="5105400"/>
          <p14:tracePt t="47477" x="2151063" y="5148263"/>
          <p14:tracePt t="47486" x="2176463" y="5173663"/>
          <p14:tracePt t="47494" x="2217738" y="5224463"/>
          <p14:tracePt t="47502" x="2268538" y="5265738"/>
          <p14:tracePt t="47510" x="2311400" y="5300663"/>
          <p14:tracePt t="47518" x="2405063" y="5376863"/>
          <p14:tracePt t="47527" x="2430463" y="5402263"/>
          <p14:tracePt t="47535" x="2489200" y="5435600"/>
          <p14:tracePt t="47543" x="2582863" y="5494338"/>
          <p14:tracePt t="47551" x="2641600" y="5519738"/>
          <p14:tracePt t="47559" x="2684463" y="5554663"/>
          <p14:tracePt t="47568" x="2776538" y="5580063"/>
          <p14:tracePt t="47576" x="2819400" y="5613400"/>
          <p14:tracePt t="47584" x="2913063" y="5638800"/>
          <p14:tracePt t="47592" x="2954338" y="5656263"/>
          <p14:tracePt t="47600" x="3014663" y="5672138"/>
          <p14:tracePt t="47609" x="3149600" y="5689600"/>
          <p14:tracePt t="47617" x="3225800" y="5707063"/>
          <p14:tracePt t="47625" x="3360738" y="5707063"/>
          <p14:tracePt t="47633" x="3479800" y="5707063"/>
          <p14:tracePt t="47641" x="3690938" y="5707063"/>
          <p14:tracePt t="47650" x="3860800" y="5707063"/>
          <p14:tracePt t="47658" x="4081463" y="5656263"/>
          <p14:tracePt t="47666" x="4325938" y="5630863"/>
          <p14:tracePt t="47674" x="4564063" y="5613400"/>
          <p14:tracePt t="47682" x="4833938" y="5580063"/>
          <p14:tracePt t="47691" x="5105400" y="5570538"/>
          <p14:tracePt t="47699" x="5392738" y="5537200"/>
          <p14:tracePt t="47708" x="5630863" y="5519738"/>
          <p14:tracePt t="47715" x="5900738" y="5494338"/>
          <p14:tracePt t="47724" x="6138863" y="5478463"/>
          <p14:tracePt t="47731" x="6383338" y="5443538"/>
          <p14:tracePt t="47741" x="6545263" y="5418138"/>
          <p14:tracePt t="47748" x="6621463" y="5402263"/>
          <p14:tracePt t="47758" x="6756400" y="5384800"/>
          <p14:tracePt t="47764" x="6850063" y="5359400"/>
          <p14:tracePt t="47774" x="6951663" y="5326063"/>
          <p14:tracePt t="47780" x="7043738" y="5300663"/>
          <p14:tracePt t="47791" x="7086600" y="5300663"/>
          <p14:tracePt t="47797" x="7129463" y="5249863"/>
          <p14:tracePt t="47807" x="7162800" y="5249863"/>
          <p14:tracePt t="47814" x="7188200" y="5240338"/>
          <p14:tracePt t="47824" x="7205663" y="5224463"/>
          <p14:tracePt t="47830" x="7205663" y="5207000"/>
          <p14:tracePt t="47841" x="7221538" y="5207000"/>
          <p14:tracePt t="47846" x="7221538" y="5189538"/>
          <p14:tracePt t="47862" x="7239000" y="5189538"/>
          <p14:tracePt t="47874" x="7239000" y="5173663"/>
          <p14:tracePt t="47895" x="7239000" y="5164138"/>
          <p14:tracePt t="47920" x="7239000" y="5148263"/>
          <p14:tracePt t="47953" x="7239000" y="5130800"/>
          <p14:tracePt t="47961" x="7239000" y="5113338"/>
          <p14:tracePt t="47969" x="7221538" y="5113338"/>
          <p14:tracePt t="47977" x="7221538" y="5105400"/>
          <p14:tracePt t="47993" x="7205663" y="5087938"/>
          <p14:tracePt t="48002" x="7188200" y="5087938"/>
          <p14:tracePt t="48010" x="7145338" y="5046663"/>
          <p14:tracePt t="48018" x="7086600" y="5029200"/>
          <p14:tracePt t="48026" x="7027863" y="4995863"/>
          <p14:tracePt t="48035" x="6951663" y="4970463"/>
          <p14:tracePt t="48043" x="6891338" y="4953000"/>
          <p14:tracePt t="48051" x="6815138" y="4910138"/>
          <p14:tracePt t="48059" x="6738938" y="4894263"/>
          <p14:tracePt t="48068" x="6637338" y="4859338"/>
          <p14:tracePt t="48075" x="6561138" y="4833938"/>
          <p14:tracePt t="48084" x="6392863" y="4818063"/>
          <p14:tracePt t="48092" x="6291263" y="4800600"/>
          <p14:tracePt t="48100" x="6172200" y="4800600"/>
          <p14:tracePt t="48108" x="6037263" y="4800600"/>
          <p14:tracePt t="48116" x="5900738" y="4800600"/>
          <p14:tracePt t="48125" x="5765800" y="4800600"/>
          <p14:tracePt t="48133" x="5613400" y="4800600"/>
          <p14:tracePt t="48141" x="5478463" y="4800600"/>
          <p14:tracePt t="48149" x="5316538" y="4800600"/>
          <p14:tracePt t="48158" x="5181600" y="4800600"/>
          <p14:tracePt t="48166" x="5046663" y="4800600"/>
          <p14:tracePt t="48174" x="4927600" y="4800600"/>
          <p14:tracePt t="48182" x="4792663" y="4800600"/>
          <p14:tracePt t="48191" x="4656138" y="4818063"/>
          <p14:tracePt t="48198" x="4538663" y="4833938"/>
          <p14:tracePt t="48207" x="4402138" y="4859338"/>
          <p14:tracePt t="48215" x="4351338" y="4876800"/>
          <p14:tracePt t="48224" x="4233863" y="4910138"/>
          <p14:tracePt t="48231" x="4132263" y="4935538"/>
          <p14:tracePt t="48241" x="4038600" y="4953000"/>
          <p14:tracePt t="48248" x="3944938" y="4970463"/>
          <p14:tracePt t="48257" x="3860800" y="4978400"/>
          <p14:tracePt t="48264" x="3784600" y="4978400"/>
          <p14:tracePt t="48274" x="3708400" y="4995863"/>
          <p14:tracePt t="48281" x="3632200" y="4995863"/>
          <p14:tracePt t="48290" x="3573463" y="4995863"/>
          <p14:tracePt t="48297" x="3513138" y="4995863"/>
          <p14:tracePt t="48307" x="3454400" y="4995863"/>
          <p14:tracePt t="48313" x="3411538" y="4995863"/>
          <p14:tracePt t="48322" x="3344863" y="4995863"/>
          <p14:tracePt t="48330" x="3302000" y="4995863"/>
          <p14:tracePt t="48338" x="3259138" y="4995863"/>
          <p14:tracePt t="48346" x="3217863" y="4995863"/>
          <p14:tracePt t="48354" x="3167063" y="4995863"/>
          <p14:tracePt t="48362" x="3149600" y="4995863"/>
          <p14:tracePt t="48371" x="3124200" y="4995863"/>
          <p14:tracePt t="48379" x="3106738" y="4995863"/>
          <p14:tracePt t="48387" x="3090863" y="4978400"/>
          <p14:tracePt t="48395" x="3081338" y="4978400"/>
          <p14:tracePt t="48403" x="3065463" y="4978400"/>
          <p14:tracePt t="48412" x="3030538" y="4978400"/>
          <p14:tracePt t="48428" x="3014663" y="4978400"/>
          <p14:tracePt t="48436" x="3005138" y="4978400"/>
          <p14:tracePt t="48444" x="2971800" y="4978400"/>
          <p14:tracePt t="48453" x="2954338" y="4978400"/>
          <p14:tracePt t="48469" x="2946400" y="4978400"/>
          <p14:tracePt t="48477" x="2928938" y="4978400"/>
          <p14:tracePt t="48485" x="2895600" y="4978400"/>
          <p14:tracePt t="48494" x="2878138" y="4978400"/>
          <p14:tracePt t="48502" x="2870200" y="4978400"/>
          <p14:tracePt t="48510" x="2836863" y="4978400"/>
          <p14:tracePt t="48518" x="2819400" y="4995863"/>
          <p14:tracePt t="48526" x="2811463" y="4995863"/>
          <p14:tracePt t="48535" x="2776538" y="4995863"/>
          <p14:tracePt t="48543" x="2760663" y="5011738"/>
          <p14:tracePt t="48551" x="2735263" y="5011738"/>
          <p14:tracePt t="48559" x="2700338" y="5029200"/>
          <p14:tracePt t="48567" x="2684463" y="5029200"/>
          <p14:tracePt t="48575" x="2674938" y="5029200"/>
          <p14:tracePt t="48584" x="2641600" y="5046663"/>
          <p14:tracePt t="48600" x="2624138" y="5046663"/>
          <p14:tracePt t="48608" x="2616200" y="5054600"/>
          <p14:tracePt t="48625" x="2598738" y="5054600"/>
          <p14:tracePt t="48641" x="2582863" y="5054600"/>
          <p14:tracePt t="48658" x="2582863" y="5072063"/>
          <p14:tracePt t="48682" x="2582863" y="5105400"/>
          <p14:tracePt t="48691" x="2582863" y="5164138"/>
          <p14:tracePt t="52717" x="2582863" y="5173663"/>
          <p14:tracePt t="52726" x="2582863" y="5224463"/>
          <p14:tracePt t="52733" x="2582863" y="5265738"/>
          <p14:tracePt t="52741" x="2582863" y="5326063"/>
          <p14:tracePt t="52749" x="2582863" y="5435600"/>
          <p14:tracePt t="52758" x="2565400" y="5554663"/>
          <p14:tracePt t="52765" x="2565400" y="5656263"/>
          <p14:tracePt t="52774" x="2547938" y="5791200"/>
          <p14:tracePt t="52782" x="2547938" y="5834063"/>
          <p14:tracePt t="52791" x="2540000" y="5969000"/>
          <p14:tracePt t="52799" x="2522538" y="6138863"/>
          <p14:tracePt t="52807" x="2522538" y="6273800"/>
          <p14:tracePt t="52815" x="2506663" y="6375400"/>
          <p14:tracePt t="52824" x="2506663" y="6494463"/>
          <p14:tracePt t="52831" x="2489200" y="6604000"/>
          <p14:tracePt t="52841" x="2489200" y="6738938"/>
          <p14:tracePt t="52847" x="2489200" y="6799263"/>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07A6F-3A63-A48C-8605-58A7FE20919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Text Placeholder 2">
                <a:extLst>
                  <a:ext uri="{FF2B5EF4-FFF2-40B4-BE49-F238E27FC236}">
                    <a16:creationId xmlns:a16="http://schemas.microsoft.com/office/drawing/2014/main" id="{8346D821-0D3B-BFA2-8BC0-3198BF406DC0}"/>
                  </a:ext>
                </a:extLst>
              </p:cNvPr>
              <p:cNvSpPr txBox="1">
                <a:spLocks/>
              </p:cNvSpPr>
              <p:nvPr/>
            </p:nvSpPr>
            <p:spPr>
              <a:xfrm>
                <a:off x="609600" y="1697083"/>
                <a:ext cx="11295017" cy="1411669"/>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𝑇</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r>
                                <a:rPr lang="en-US" i="1" smtClean="0">
                                  <a:latin typeface="Cambria Math" panose="02040503050406030204" pitchFamily="18" charset="0"/>
                                </a:rPr>
                                <m:t>𝑝</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𝑇</m:t>
                                      </m:r>
                                    </m:sub>
                                  </m:sSub>
                                </m:e>
                              </m:d>
                            </m:e>
                          </m:d>
                          <m:r>
                            <a:rPr lang="en-US" i="1" smtClean="0">
                              <a:latin typeface="Cambria Math" panose="02040503050406030204" pitchFamily="18" charset="0"/>
                              <a:ea typeface="Cambria Math" panose="02040503050406030204" pitchFamily="18" charset="0"/>
                            </a:rPr>
                            <m:t>+ </m:t>
                          </m:r>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𝑇</m:t>
                              </m:r>
                            </m:sup>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−1</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𝜃</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r>
                                            <a:rPr lang="en-US" i="1" smtClean="0">
                                              <a:latin typeface="Cambria Math" panose="02040503050406030204" pitchFamily="18" charset="0"/>
                                            </a:rPr>
                                            <m:t>−1</m:t>
                                          </m:r>
                                        </m:sub>
                                      </m:sSub>
                                    </m:e>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sub>
                                      </m:sSub>
                                    </m:e>
                                  </m:d>
                                </m:e>
                              </m:d>
                            </m:e>
                          </m:nary>
                          <m:r>
                            <a:rPr lang="en-US" i="1" smtClean="0">
                              <a:latin typeface="Cambria Math" panose="02040503050406030204" pitchFamily="18" charset="0"/>
                              <a:ea typeface="Cambria Math" panose="02040503050406030204" pitchFamily="18" charset="0"/>
                            </a:rPr>
                            <m:t>−</m:t>
                          </m:r>
                          <m:func>
                            <m:funcPr>
                              <m:ctrlPr>
                                <a:rPr lang="en-US" i="1" smtClean="0">
                                  <a:latin typeface="Cambria Math" panose="02040503050406030204" pitchFamily="18" charset="0"/>
                                  <a:ea typeface="Cambria Math" panose="02040503050406030204" pitchFamily="18" charset="0"/>
                                </a:rPr>
                              </m:ctrlPr>
                            </m:funcPr>
                            <m:fName>
                              <m:r>
                                <m:rPr>
                                  <m:sty m:val="p"/>
                                </m:rPr>
                                <a:rPr lang="en-US" smtClean="0">
                                  <a:latin typeface="Cambria Math" panose="02040503050406030204" pitchFamily="18" charset="0"/>
                                  <a:ea typeface="Cambria Math" panose="02040503050406030204" pitchFamily="18" charset="0"/>
                                </a:rPr>
                                <m:t>log</m:t>
                              </m:r>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𝑝</m:t>
                                  </m:r>
                                </m:e>
                                <m:sub>
                                  <m:r>
                                    <a:rPr lang="en-US" i="1" smtClean="0">
                                      <a:latin typeface="Cambria Math" panose="02040503050406030204" pitchFamily="18" charset="0"/>
                                      <a:ea typeface="Cambria Math" panose="02040503050406030204" pitchFamily="18" charset="0"/>
                                    </a:rPr>
                                    <m:t>𝜃</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e>
                          </m:func>
                        </m:e>
                      </m:d>
                    </m:oMath>
                  </m:oMathPara>
                </a14:m>
                <a:endParaRPr lang="en-KR" dirty="0"/>
              </a:p>
            </p:txBody>
          </p:sp>
        </mc:Choice>
        <mc:Fallback xmlns="">
          <p:sp>
            <p:nvSpPr>
              <p:cNvPr id="20" name="Text Placeholder 2">
                <a:extLst>
                  <a:ext uri="{FF2B5EF4-FFF2-40B4-BE49-F238E27FC236}">
                    <a16:creationId xmlns:a16="http://schemas.microsoft.com/office/drawing/2014/main" id="{8346D821-0D3B-BFA2-8BC0-3198BF406DC0}"/>
                  </a:ext>
                </a:extLst>
              </p:cNvPr>
              <p:cNvSpPr txBox="1">
                <a:spLocks noRot="1" noChangeAspect="1" noMove="1" noResize="1" noEditPoints="1" noAdjustHandles="1" noChangeArrowheads="1" noChangeShapeType="1" noTextEdit="1"/>
              </p:cNvSpPr>
              <p:nvPr/>
            </p:nvSpPr>
            <p:spPr>
              <a:xfrm>
                <a:off x="609600" y="1697083"/>
                <a:ext cx="11295017" cy="1411669"/>
              </a:xfrm>
              <a:prstGeom prst="rect">
                <a:avLst/>
              </a:prstGeom>
              <a:blipFill>
                <a:blip r:embed="rId6"/>
                <a:stretch>
                  <a:fillRect l="-337" t="-86607" b="-101786"/>
                </a:stretch>
              </a:blipFill>
            </p:spPr>
            <p:txBody>
              <a:bodyPr/>
              <a:lstStyle/>
              <a:p>
                <a:r>
                  <a:rPr lang="en-KR">
                    <a:noFill/>
                  </a:rPr>
                  <a:t> </a:t>
                </a:r>
              </a:p>
            </p:txBody>
          </p:sp>
        </mc:Fallback>
      </mc:AlternateContent>
      <p:sp>
        <p:nvSpPr>
          <p:cNvPr id="2" name="Title 1">
            <a:extLst>
              <a:ext uri="{FF2B5EF4-FFF2-40B4-BE49-F238E27FC236}">
                <a16:creationId xmlns:a16="http://schemas.microsoft.com/office/drawing/2014/main" id="{4FEB6DFF-2195-2B0B-D3E0-B532DE31062A}"/>
              </a:ext>
            </a:extLst>
          </p:cNvPr>
          <p:cNvSpPr>
            <a:spLocks noGrp="1"/>
          </p:cNvSpPr>
          <p:nvPr>
            <p:ph type="title"/>
          </p:nvPr>
        </p:nvSpPr>
        <p:spPr/>
        <p:txBody>
          <a:bodyPr/>
          <a:lstStyle/>
          <a:p>
            <a:r>
              <a:rPr lang="en-KR" dirty="0"/>
              <a:t>Loss function from variational inference</a:t>
            </a:r>
          </a:p>
        </p:txBody>
      </p:sp>
      <p:sp>
        <p:nvSpPr>
          <p:cNvPr id="4" name="Slide Number Placeholder 3">
            <a:extLst>
              <a:ext uri="{FF2B5EF4-FFF2-40B4-BE49-F238E27FC236}">
                <a16:creationId xmlns:a16="http://schemas.microsoft.com/office/drawing/2014/main" id="{0CA94CA1-0ADB-7C8D-F37B-089D49931365}"/>
              </a:ext>
            </a:extLst>
          </p:cNvPr>
          <p:cNvSpPr>
            <a:spLocks noGrp="1"/>
          </p:cNvSpPr>
          <p:nvPr>
            <p:ph type="sldNum" sz="quarter" idx="13"/>
          </p:nvPr>
        </p:nvSpPr>
        <p:spPr/>
        <p:txBody>
          <a:bodyPr/>
          <a:lstStyle/>
          <a:p>
            <a:fld id="{EB4B8DE2-A4E8-46E4-8BBF-D75455EFF32C}" type="slidenum">
              <a:rPr lang="en-US" smtClean="0"/>
              <a:pPr/>
              <a:t>19</a:t>
            </a:fld>
            <a:endParaRPr lang="en-US" dirty="0"/>
          </a:p>
        </p:txBody>
      </p:sp>
      <p:sp>
        <p:nvSpPr>
          <p:cNvPr id="5" name="Content Placeholder 4">
            <a:extLst>
              <a:ext uri="{FF2B5EF4-FFF2-40B4-BE49-F238E27FC236}">
                <a16:creationId xmlns:a16="http://schemas.microsoft.com/office/drawing/2014/main" id="{0A98CBBB-5D68-7EE2-BE56-381328C2ADB1}"/>
              </a:ext>
            </a:extLst>
          </p:cNvPr>
          <p:cNvSpPr>
            <a:spLocks noGrp="1"/>
          </p:cNvSpPr>
          <p:nvPr>
            <p:ph sz="quarter" idx="14"/>
          </p:nvPr>
        </p:nvSpPr>
        <p:spPr/>
        <p:txBody>
          <a:bodyPr/>
          <a:lstStyle/>
          <a:p>
            <a:endParaRPr lang="en-KR" dirty="0"/>
          </a:p>
        </p:txBody>
      </p:sp>
      <p:sp>
        <p:nvSpPr>
          <p:cNvPr id="7" name="Left Brace 6">
            <a:extLst>
              <a:ext uri="{FF2B5EF4-FFF2-40B4-BE49-F238E27FC236}">
                <a16:creationId xmlns:a16="http://schemas.microsoft.com/office/drawing/2014/main" id="{D11DF388-67BC-5158-B42C-0DD2021202BD}"/>
              </a:ext>
            </a:extLst>
          </p:cNvPr>
          <p:cNvSpPr/>
          <p:nvPr/>
        </p:nvSpPr>
        <p:spPr>
          <a:xfrm rot="16200000">
            <a:off x="7099662" y="894805"/>
            <a:ext cx="461554" cy="4306389"/>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10" name="TextBox 9">
            <a:extLst>
              <a:ext uri="{FF2B5EF4-FFF2-40B4-BE49-F238E27FC236}">
                <a16:creationId xmlns:a16="http://schemas.microsoft.com/office/drawing/2014/main" id="{8103AC58-C6A0-AA8F-D0C2-DFA9636D7CFF}"/>
              </a:ext>
            </a:extLst>
          </p:cNvPr>
          <p:cNvSpPr txBox="1"/>
          <p:nvPr/>
        </p:nvSpPr>
        <p:spPr>
          <a:xfrm>
            <a:off x="5468552" y="3429000"/>
            <a:ext cx="3723776"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KL divergence between</a:t>
            </a:r>
          </a:p>
          <a:p>
            <a:pPr algn="ctr"/>
            <a:r>
              <a:rPr lang="en-US" dirty="0">
                <a:latin typeface="Pretendard" panose="02000503000000020004" pitchFamily="2" charset="-127"/>
                <a:ea typeface="Pretendard" panose="02000503000000020004" pitchFamily="2" charset="-127"/>
                <a:cs typeface="Pretendard" panose="02000503000000020004" pitchFamily="2" charset="-127"/>
              </a:rPr>
              <a:t>t</a:t>
            </a:r>
            <a:r>
              <a:rPr lang="en-KR" dirty="0">
                <a:latin typeface="Pretendard" panose="02000503000000020004" pitchFamily="2" charset="-127"/>
                <a:ea typeface="Pretendard" panose="02000503000000020004" pitchFamily="2" charset="-127"/>
                <a:cs typeface="Pretendard" panose="02000503000000020004" pitchFamily="2" charset="-127"/>
              </a:rPr>
              <a:t>he forward posterior and the model</a:t>
            </a:r>
          </a:p>
        </p:txBody>
      </p:sp>
      <p:sp>
        <p:nvSpPr>
          <p:cNvPr id="6" name="Left Brace 5">
            <a:extLst>
              <a:ext uri="{FF2B5EF4-FFF2-40B4-BE49-F238E27FC236}">
                <a16:creationId xmlns:a16="http://schemas.microsoft.com/office/drawing/2014/main" id="{A46A5E5B-A98C-EA5B-A6C4-6C6EC852AA56}"/>
              </a:ext>
            </a:extLst>
          </p:cNvPr>
          <p:cNvSpPr/>
          <p:nvPr/>
        </p:nvSpPr>
        <p:spPr>
          <a:xfrm rot="16200000">
            <a:off x="2595157" y="1502226"/>
            <a:ext cx="461554" cy="3091547"/>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4C43AAD-2095-F5FE-6B61-6A62B8ABD22E}"/>
                  </a:ext>
                </a:extLst>
              </p:cNvPr>
              <p:cNvSpPr txBox="1"/>
              <p:nvPr/>
            </p:nvSpPr>
            <p:spPr>
              <a:xfrm>
                <a:off x="1777253" y="3429000"/>
                <a:ext cx="2097369" cy="646331"/>
              </a:xfrm>
              <a:prstGeom prst="rect">
                <a:avLst/>
              </a:prstGeom>
              <a:noFill/>
            </p:spPr>
            <p:txBody>
              <a:bodyPr wrap="none" lIns="0" rIns="0" rtlCol="0">
                <a:spAutoFit/>
              </a:bodyPr>
              <a:lstStyle/>
              <a:p>
                <a:pPr algn="ctr"/>
                <a:r>
                  <a:rPr lang="en-US" dirty="0">
                    <a:latin typeface="Pretendard" panose="02000503000000020004" pitchFamily="2" charset="-127"/>
                    <a:ea typeface="Pretendard" panose="02000503000000020004" pitchFamily="2" charset="-127"/>
                    <a:cs typeface="Pretendard" panose="02000503000000020004" pitchFamily="2" charset="-127"/>
                  </a:rPr>
                  <a:t>Constant as we fix</a:t>
                </a:r>
              </a:p>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𝑝</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𝑇</m:t>
                              </m:r>
                            </m:sub>
                          </m:sSub>
                        </m:e>
                      </m:d>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𝒩</m:t>
                      </m:r>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𝑇</m:t>
                          </m:r>
                        </m:sub>
                      </m:sSub>
                      <m:r>
                        <a:rPr lang="en-US"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𝟎</m:t>
                      </m:r>
                      <m:r>
                        <a:rPr lang="en-US" i="1">
                          <a:solidFill>
                            <a:schemeClr val="tx1"/>
                          </a:solidFill>
                          <a:latin typeface="Cambria Math" panose="02040503050406030204" pitchFamily="18" charset="0"/>
                          <a:ea typeface="Cambria Math" panose="02040503050406030204" pitchFamily="18" charset="0"/>
                        </a:rPr>
                        <m:t>,</m:t>
                      </m:r>
                      <m:r>
                        <a:rPr lang="en-US" b="1" i="1">
                          <a:solidFill>
                            <a:schemeClr val="tx1"/>
                          </a:solidFill>
                          <a:latin typeface="Cambria Math" panose="02040503050406030204" pitchFamily="18" charset="0"/>
                          <a:ea typeface="Cambria Math" panose="02040503050406030204" pitchFamily="18" charset="0"/>
                        </a:rPr>
                        <m:t>𝑰</m:t>
                      </m:r>
                      <m:r>
                        <a:rPr lang="en-US" i="1">
                          <a:solidFill>
                            <a:schemeClr val="tx1"/>
                          </a:solidFill>
                          <a:latin typeface="Cambria Math" panose="02040503050406030204" pitchFamily="18" charset="0"/>
                          <a:ea typeface="Cambria Math" panose="02040503050406030204" pitchFamily="18" charset="0"/>
                        </a:rPr>
                        <m:t>)</m:t>
                      </m:r>
                    </m:oMath>
                  </m:oMathPara>
                </a14:m>
                <a:endParaRPr lang="en-US" dirty="0">
                  <a:solidFill>
                    <a:schemeClr val="tx1"/>
                  </a:solidFill>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74C43AAD-2095-F5FE-6B61-6A62B8ABD22E}"/>
                  </a:ext>
                </a:extLst>
              </p:cNvPr>
              <p:cNvSpPr txBox="1">
                <a:spLocks noRot="1" noChangeAspect="1" noMove="1" noResize="1" noEditPoints="1" noAdjustHandles="1" noChangeArrowheads="1" noChangeShapeType="1" noTextEdit="1"/>
              </p:cNvSpPr>
              <p:nvPr/>
            </p:nvSpPr>
            <p:spPr>
              <a:xfrm>
                <a:off x="1777253" y="3429000"/>
                <a:ext cx="2097369" cy="646331"/>
              </a:xfrm>
              <a:prstGeom prst="rect">
                <a:avLst/>
              </a:prstGeom>
              <a:blipFill>
                <a:blip r:embed="rId7"/>
                <a:stretch>
                  <a:fillRect l="-2410" t="-5769" r="-3012" b="-5769"/>
                </a:stretch>
              </a:blipFill>
            </p:spPr>
            <p:txBody>
              <a:bodyPr/>
              <a:lstStyle/>
              <a:p>
                <a:r>
                  <a:rPr lang="en-KR">
                    <a:noFill/>
                  </a:rPr>
                  <a:t> </a:t>
                </a:r>
              </a:p>
            </p:txBody>
          </p:sp>
        </mc:Fallback>
      </mc:AlternateContent>
      <p:sp>
        <p:nvSpPr>
          <p:cNvPr id="9" name="Left Brace 8">
            <a:extLst>
              <a:ext uri="{FF2B5EF4-FFF2-40B4-BE49-F238E27FC236}">
                <a16:creationId xmlns:a16="http://schemas.microsoft.com/office/drawing/2014/main" id="{40A7616A-4F8E-9535-FECE-2D398D825384}"/>
              </a:ext>
            </a:extLst>
          </p:cNvPr>
          <p:cNvSpPr/>
          <p:nvPr/>
        </p:nvSpPr>
        <p:spPr>
          <a:xfrm rot="16200000">
            <a:off x="10350507" y="2039190"/>
            <a:ext cx="461554" cy="2002232"/>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cxnSp>
        <p:nvCxnSpPr>
          <p:cNvPr id="12" name="Straight Connector 11">
            <a:extLst>
              <a:ext uri="{FF2B5EF4-FFF2-40B4-BE49-F238E27FC236}">
                <a16:creationId xmlns:a16="http://schemas.microsoft.com/office/drawing/2014/main" id="{370478C2-6903-9108-168F-7D44ECB5F75F}"/>
              </a:ext>
            </a:extLst>
          </p:cNvPr>
          <p:cNvCxnSpPr>
            <a:cxnSpLocks/>
          </p:cNvCxnSpPr>
          <p:nvPr/>
        </p:nvCxnSpPr>
        <p:spPr>
          <a:xfrm flipV="1">
            <a:off x="1363222" y="1803042"/>
            <a:ext cx="2925423" cy="767029"/>
          </a:xfrm>
          <a:prstGeom prst="line">
            <a:avLst/>
          </a:prstGeom>
          <a:ln w="28575"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535643-854F-AA51-0801-4DA39A2A34F0}"/>
              </a:ext>
            </a:extLst>
          </p:cNvPr>
          <p:cNvSpPr txBox="1"/>
          <p:nvPr/>
        </p:nvSpPr>
        <p:spPr>
          <a:xfrm>
            <a:off x="9401474" y="3426083"/>
            <a:ext cx="2359620" cy="646331"/>
          </a:xfrm>
          <a:prstGeom prst="rect">
            <a:avLst/>
          </a:prstGeom>
          <a:noFill/>
        </p:spPr>
        <p:txBody>
          <a:bodyPr wrap="none" lIns="0" rIns="0" rtlCol="0">
            <a:spAutoFit/>
          </a:bodyPr>
          <a:lstStyle/>
          <a:p>
            <a:pPr algn="ctr"/>
            <a:r>
              <a:rPr lang="en-US" dirty="0">
                <a:latin typeface="Pretendard" panose="02000503000000020004" pitchFamily="2" charset="-127"/>
                <a:ea typeface="Pretendard" panose="02000503000000020004" pitchFamily="2" charset="-127"/>
                <a:cs typeface="Pretendard" panose="02000503000000020004" pitchFamily="2" charset="-127"/>
              </a:rPr>
              <a:t>Later incorporated into</a:t>
            </a:r>
          </a:p>
          <a:p>
            <a:pPr algn="ctr"/>
            <a:r>
              <a:rPr lang="en-US" dirty="0">
                <a:latin typeface="Pretendard" panose="02000503000000020004" pitchFamily="2" charset="-127"/>
                <a:ea typeface="Pretendard" panose="02000503000000020004" pitchFamily="2" charset="-127"/>
                <a:cs typeface="Pretendard" panose="02000503000000020004" pitchFamily="2" charset="-127"/>
              </a:rPr>
              <a:t>the left term</a:t>
            </a:r>
            <a:endParaRPr lang="en-KR" dirty="0">
              <a:latin typeface="Pretendard" panose="02000503000000020004" pitchFamily="2" charset="-127"/>
              <a:ea typeface="Pretendard" panose="02000503000000020004" pitchFamily="2" charset="-127"/>
              <a:cs typeface="Pretendard" panose="02000503000000020004" pitchFamily="2" charset="-127"/>
            </a:endParaRPr>
          </a:p>
        </p:txBody>
      </p:sp>
      <p:cxnSp>
        <p:nvCxnSpPr>
          <p:cNvPr id="25" name="Elbow Connector 24">
            <a:extLst>
              <a:ext uri="{FF2B5EF4-FFF2-40B4-BE49-F238E27FC236}">
                <a16:creationId xmlns:a16="http://schemas.microsoft.com/office/drawing/2014/main" id="{1B884ACF-3D9F-FDF1-4D5F-AE019099E539}"/>
              </a:ext>
            </a:extLst>
          </p:cNvPr>
          <p:cNvCxnSpPr>
            <a:stCxn id="14" idx="2"/>
            <a:endCxn id="10" idx="2"/>
          </p:cNvCxnSpPr>
          <p:nvPr/>
        </p:nvCxnSpPr>
        <p:spPr>
          <a:xfrm rot="5400000">
            <a:off x="8954404" y="2448450"/>
            <a:ext cx="2917" cy="3250844"/>
          </a:xfrm>
          <a:prstGeom prst="bentConnector3">
            <a:avLst>
              <a:gd name="adj1" fmla="val 7936819"/>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pic>
        <p:nvPicPr>
          <p:cNvPr id="17" name="Audio 16">
            <a:extLst>
              <a:ext uri="{FF2B5EF4-FFF2-40B4-BE49-F238E27FC236}">
                <a16:creationId xmlns:a16="http://schemas.microsoft.com/office/drawing/2014/main" id="{888254E1-4562-BCD7-89A9-61D86157933F}"/>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466289764"/>
      </p:ext>
    </p:extLst>
  </p:cSld>
  <p:clrMapOvr>
    <a:masterClrMapping/>
  </p:clrMapOvr>
  <mc:AlternateContent xmlns:mc="http://schemas.openxmlformats.org/markup-compatibility/2006">
    <mc:Choice xmlns:p14="http://schemas.microsoft.com/office/powerpoint/2010/main" Requires="p14">
      <p:transition spd="slow" p14:dur="2000" advTm="67669"/>
    </mc:Choice>
    <mc:Fallback>
      <p:transition spd="slow" advTm="676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9" fill="hold" display="0">
                  <p:stCondLst>
                    <p:cond delay="indefinite"/>
                  </p:stCondLst>
                  <p:endCondLst>
                    <p:cond evt="onStopAudio" delay="0">
                      <p:tgtEl>
                        <p:sldTgt/>
                      </p:tgtEl>
                    </p:cond>
                  </p:endCondLst>
                </p:cTn>
                <p:tgtEl>
                  <p:spTgt spid="17"/>
                </p:tgtEl>
              </p:cMediaNode>
            </p:audio>
          </p:childTnLst>
        </p:cTn>
      </p:par>
    </p:tnLst>
    <p:bldLst>
      <p:bldP spid="7" grpId="0" animBg="1"/>
      <p:bldP spid="10" grpId="0"/>
      <p:bldP spid="6" grpId="0" animBg="1"/>
      <p:bldP spid="8" grpId="0"/>
      <p:bldP spid="9" grpId="0" animBg="1"/>
      <p:bldP spid="14" grpId="0"/>
    </p:bldLst>
  </p:timing>
  <p:extLst>
    <p:ext uri="{3A86A75C-4F4B-4683-9AE1-C65F6400EC91}">
      <p14:laserTraceLst xmlns:p14="http://schemas.microsoft.com/office/powerpoint/2010/main">
        <p14:tracePtLst>
          <p14:tracePt t="858" x="3690938" y="6426200"/>
          <p14:tracePt t="865" x="3995738" y="6037263"/>
          <p14:tracePt t="873" x="4343400" y="5494338"/>
          <p14:tracePt t="881" x="4656138" y="4894263"/>
          <p14:tracePt t="890" x="4970463" y="4292600"/>
          <p14:tracePt t="898" x="5240338" y="3725863"/>
          <p14:tracePt t="906" x="5316538" y="3530600"/>
          <p14:tracePt t="914" x="5511800" y="3014663"/>
          <p14:tracePt t="922" x="5672138" y="2624138"/>
          <p14:tracePt t="931" x="5808663" y="2328863"/>
          <p14:tracePt t="939" x="5859463" y="2217738"/>
          <p14:tracePt t="947" x="5926138" y="2024063"/>
          <p14:tracePt t="955" x="5976938" y="1862138"/>
          <p14:tracePt t="963" x="6037263" y="1693863"/>
          <p14:tracePt t="971" x="6078538" y="1592263"/>
          <p14:tracePt t="980" x="6113463" y="1498600"/>
          <p14:tracePt t="988" x="6129338" y="1439863"/>
          <p14:tracePt t="996" x="6138863" y="1363663"/>
          <p14:tracePt t="1004" x="6154738" y="1320800"/>
          <p14:tracePt t="1012" x="6172200" y="1262063"/>
          <p14:tracePt t="1021" x="6172200" y="1227138"/>
          <p14:tracePt t="1029" x="6172200" y="1185863"/>
          <p14:tracePt t="1149" x="6172200" y="973138"/>
          <p14:tracePt t="1643" x="6172200" y="990600"/>
          <p14:tracePt t="1653" x="6172200" y="1092200"/>
          <p14:tracePt t="1659" x="6172200" y="1201738"/>
          <p14:tracePt t="1670" x="6172200" y="1303338"/>
          <p14:tracePt t="1676" x="6172200" y="1422400"/>
          <p14:tracePt t="1686" x="6172200" y="1557338"/>
          <p14:tracePt t="1692" x="6172200" y="1803400"/>
          <p14:tracePt t="1700" x="6172200" y="2082800"/>
          <p14:tracePt t="1709" x="6154738" y="2311400"/>
          <p14:tracePt t="1717" x="6138863" y="2547938"/>
          <p14:tracePt t="1725" x="6096000" y="2743200"/>
          <p14:tracePt t="1733" x="6053138" y="2938463"/>
          <p14:tracePt t="1742" x="6019800" y="3106738"/>
          <p14:tracePt t="1750" x="5994400" y="3182938"/>
          <p14:tracePt t="1758" x="5961063" y="3284538"/>
          <p14:tracePt t="1766" x="5918200" y="3421063"/>
          <p14:tracePt t="1774" x="5884863" y="3497263"/>
          <p14:tracePt t="1782" x="5867400" y="3556000"/>
          <p14:tracePt t="1791" x="5842000" y="3614738"/>
          <p14:tracePt t="1799" x="5824538" y="3632200"/>
          <p14:tracePt t="1807" x="5808663" y="3675063"/>
          <p14:tracePt t="1815" x="5808663" y="3690938"/>
          <p14:tracePt t="1824" x="5783263" y="3725863"/>
          <p14:tracePt t="1832" x="5765800" y="3725863"/>
          <p14:tracePt t="1840" x="5748338" y="3733800"/>
          <p14:tracePt t="1848" x="5722938" y="3751263"/>
          <p14:tracePt t="4347" x="5613400" y="3751263"/>
          <p14:tracePt t="4355" x="5453063" y="3751263"/>
          <p14:tracePt t="4363" x="5283200" y="3751263"/>
          <p14:tracePt t="4372" x="5138738" y="3751263"/>
          <p14:tracePt t="4380" x="4970463" y="3751263"/>
          <p14:tracePt t="4388" x="4833938" y="3751263"/>
          <p14:tracePt t="4396" x="4673600" y="3751263"/>
          <p14:tracePt t="4404" x="4343400" y="3751263"/>
          <p14:tracePt t="4412" x="4021138" y="3751263"/>
          <p14:tracePt t="4421" x="3741738" y="3751263"/>
          <p14:tracePt t="4429" x="3497263" y="3751263"/>
          <p14:tracePt t="4437" x="3421063" y="3751263"/>
          <p14:tracePt t="4445" x="3259138" y="3751263"/>
          <p14:tracePt t="4453" x="3141663" y="3767138"/>
          <p14:tracePt t="4461" x="3030538" y="3767138"/>
          <p14:tracePt t="4470" x="2954338" y="3784600"/>
          <p14:tracePt t="4478" x="2895600" y="3792538"/>
          <p14:tracePt t="4487" x="2836863" y="3792538"/>
          <p14:tracePt t="4494" x="2794000" y="3810000"/>
          <p14:tracePt t="4503" x="2751138" y="3810000"/>
          <p14:tracePt t="4511" x="2700338" y="3810000"/>
          <p14:tracePt t="4520" x="2674938" y="3810000"/>
          <p14:tracePt t="4527" x="2624138" y="3810000"/>
          <p14:tracePt t="4537" x="2582863" y="3810000"/>
          <p14:tracePt t="4544" x="2540000" y="3810000"/>
          <p14:tracePt t="4554" x="2489200" y="3810000"/>
          <p14:tracePt t="4560" x="2430463" y="3810000"/>
          <p14:tracePt t="4570" x="2405063" y="3792538"/>
          <p14:tracePt t="4576" x="2344738" y="3784600"/>
          <p14:tracePt t="4586" x="2286000" y="3751263"/>
          <p14:tracePt t="4593" x="2217738" y="3733800"/>
          <p14:tracePt t="4603" x="2176463" y="3708400"/>
          <p14:tracePt t="4609" x="2074863" y="3657600"/>
          <p14:tracePt t="4620" x="1998663" y="3632200"/>
          <p14:tracePt t="4625" x="1905000" y="3614738"/>
          <p14:tracePt t="4636" x="1828800" y="3573463"/>
          <p14:tracePt t="4642" x="1727200" y="3538538"/>
          <p14:tracePt t="4654" x="1625600" y="3497263"/>
          <p14:tracePt t="4658" x="1549400" y="3436938"/>
          <p14:tracePt t="4670" x="1498600" y="3421063"/>
          <p14:tracePt t="4675" x="1422400" y="3378200"/>
          <p14:tracePt t="4687" x="1363663" y="3360738"/>
          <p14:tracePt t="4691" x="1320800" y="3327400"/>
          <p14:tracePt t="4703" x="1295400" y="3319463"/>
          <p14:tracePt t="4707" x="1262063" y="3319463"/>
          <p14:tracePt t="4720" x="1244600" y="3302000"/>
          <p14:tracePt t="4748" x="1227138" y="3302000"/>
          <p14:tracePt t="4806" x="1227138" y="3284538"/>
          <p14:tracePt t="4838" x="1219200" y="3268663"/>
          <p14:tracePt t="4847" x="1201738" y="3268663"/>
          <p14:tracePt t="4855" x="1185863" y="3259138"/>
          <p14:tracePt t="4863" x="1160463" y="3225800"/>
          <p14:tracePt t="4871" x="1109663" y="3182938"/>
          <p14:tracePt t="4879" x="1084263" y="3149600"/>
          <p14:tracePt t="4887" x="990600" y="3073400"/>
          <p14:tracePt t="4896" x="957263" y="3065463"/>
          <p14:tracePt t="4904" x="896938" y="2997200"/>
          <p14:tracePt t="4912" x="830263" y="2954338"/>
          <p14:tracePt t="4920" x="762000" y="2895600"/>
          <p14:tracePt t="4929" x="660400" y="2801938"/>
          <p14:tracePt t="4937" x="627063" y="2760663"/>
          <p14:tracePt t="4945" x="584200" y="2684463"/>
          <p14:tracePt t="4953" x="541338" y="2624138"/>
          <p14:tracePt t="4961" x="508000" y="2582863"/>
          <p14:tracePt t="4970" x="482600" y="2489200"/>
          <p14:tracePt t="4978" x="465138" y="2446338"/>
          <p14:tracePt t="4986" x="449263" y="2354263"/>
          <p14:tracePt t="4994" x="431800" y="2311400"/>
          <p14:tracePt t="5003" x="431800" y="2252663"/>
          <p14:tracePt t="5010" x="431800" y="2209800"/>
          <p14:tracePt t="5020" x="431800" y="2176463"/>
          <p14:tracePt t="5027" x="431800" y="2133600"/>
          <p14:tracePt t="5036" x="465138" y="2074863"/>
          <p14:tracePt t="5044" x="508000" y="2024063"/>
          <p14:tracePt t="5053" x="617538" y="1981200"/>
          <p14:tracePt t="5060" x="719138" y="1922463"/>
          <p14:tracePt t="5069" x="914400" y="1846263"/>
          <p14:tracePt t="5076" x="1109663" y="1803400"/>
          <p14:tracePt t="5086" x="1397000" y="1752600"/>
          <p14:tracePt t="5092" x="1938338" y="1693863"/>
          <p14:tracePt t="5102" x="2354263" y="1693863"/>
          <p14:tracePt t="5109" x="2794000" y="1693863"/>
          <p14:tracePt t="5117" x="3319463" y="1693863"/>
          <p14:tracePt t="5125" x="3937000" y="1693863"/>
          <p14:tracePt t="5133" x="4538663" y="1693863"/>
          <p14:tracePt t="5142" x="5207000" y="1727200"/>
          <p14:tracePt t="5150" x="5453063" y="1752600"/>
          <p14:tracePt t="5158" x="6053138" y="1811338"/>
          <p14:tracePt t="5166" x="6527800" y="1879600"/>
          <p14:tracePt t="5174" x="6908800" y="1938338"/>
          <p14:tracePt t="5182" x="7281863" y="1981200"/>
          <p14:tracePt t="5191" x="7551738" y="2024063"/>
          <p14:tracePt t="5199" x="7645400" y="2039938"/>
          <p14:tracePt t="5207" x="7789863" y="2057400"/>
          <p14:tracePt t="5215" x="7924800" y="2074863"/>
          <p14:tracePt t="5223" x="8059738" y="2100263"/>
          <p14:tracePt t="5232" x="8135938" y="2100263"/>
          <p14:tracePt t="5240" x="8196263" y="2100263"/>
          <p14:tracePt t="5248" x="8255000" y="2100263"/>
          <p14:tracePt t="5256" x="8305800" y="2100263"/>
          <p14:tracePt t="5265" x="8348663" y="2100263"/>
          <p14:tracePt t="5273" x="8382000" y="2100263"/>
          <p14:tracePt t="5281" x="8407400" y="2100263"/>
          <p14:tracePt t="5289" x="8450263" y="2100263"/>
          <p14:tracePt t="5297" x="8466138" y="2100263"/>
          <p14:tracePt t="5305" x="8516938" y="2100263"/>
          <p14:tracePt t="5314" x="8542338" y="2100263"/>
          <p14:tracePt t="5322" x="8585200" y="2100263"/>
          <p14:tracePt t="5330" x="8643938" y="2100263"/>
          <p14:tracePt t="5338" x="8678863" y="2100263"/>
          <p14:tracePt t="5346" x="8770938" y="2100263"/>
          <p14:tracePt t="5354" x="8813800" y="2133600"/>
          <p14:tracePt t="5363" x="8907463" y="2159000"/>
          <p14:tracePt t="5371" x="8948738" y="2192338"/>
          <p14:tracePt t="5379" x="9024938" y="2217738"/>
          <p14:tracePt t="5387" x="9110663" y="2252663"/>
          <p14:tracePt t="5395" x="9161463" y="2278063"/>
          <p14:tracePt t="5404" x="9220200" y="2328863"/>
          <p14:tracePt t="5412" x="9278938" y="2354263"/>
          <p14:tracePt t="5420" x="9355138" y="2405063"/>
          <p14:tracePt t="5428" x="9431338" y="2446338"/>
          <p14:tracePt t="5437" x="9474200" y="2471738"/>
          <p14:tracePt t="5445" x="9517063" y="2522538"/>
          <p14:tracePt t="5453" x="9567863" y="2565400"/>
          <p14:tracePt t="5461" x="9593263" y="2598738"/>
          <p14:tracePt t="5470" x="9609138" y="2608263"/>
          <p14:tracePt t="5477" x="9609138" y="2624138"/>
          <p14:tracePt t="5487" x="9609138" y="2641600"/>
          <p14:tracePt t="5494" x="9626600" y="2641600"/>
          <p14:tracePt t="5510" x="9626600" y="2659063"/>
          <p14:tracePt t="5536" x="9626600" y="2667000"/>
          <p14:tracePt t="5543" x="9575800" y="2667000"/>
          <p14:tracePt t="5553" x="9517063" y="2700338"/>
          <p14:tracePt t="5559" x="9440863" y="2735263"/>
          <p14:tracePt t="5569" x="9313863" y="2794000"/>
          <p14:tracePt t="5576" x="9161463" y="2870200"/>
          <p14:tracePt t="5586" x="8948738" y="2913063"/>
          <p14:tracePt t="5592" x="8526463" y="3065463"/>
          <p14:tracePt t="5601" x="8212138" y="3167063"/>
          <p14:tracePt t="5609" x="7840663" y="3268663"/>
          <p14:tracePt t="5617" x="7358063" y="3360738"/>
          <p14:tracePt t="5625" x="6875463" y="3454400"/>
          <p14:tracePt t="5633" x="6332538" y="3513138"/>
          <p14:tracePt t="5641" x="5783263" y="3573463"/>
          <p14:tracePt t="5649" x="5511800" y="3598863"/>
          <p14:tracePt t="5658" x="5029200" y="3632200"/>
          <p14:tracePt t="5666" x="4546600" y="3657600"/>
          <p14:tracePt t="5674" x="4071938" y="3657600"/>
          <p14:tracePt t="5682" x="3632200" y="3657600"/>
          <p14:tracePt t="5691" x="3259138" y="3657600"/>
          <p14:tracePt t="5699" x="3167063" y="3657600"/>
          <p14:tracePt t="5707" x="2928938" y="3657600"/>
          <p14:tracePt t="5715" x="2735263" y="3657600"/>
          <p14:tracePt t="5723" x="2598738" y="3657600"/>
          <p14:tracePt t="5732" x="2522538" y="3657600"/>
          <p14:tracePt t="5740" x="2463800" y="3657600"/>
          <p14:tracePt t="5748" x="2430463" y="3657600"/>
          <p14:tracePt t="5756" x="2420938" y="3657600"/>
          <p14:tracePt t="5772" x="2405063" y="3657600"/>
          <p14:tracePt t="9105" x="2420938" y="3657600"/>
          <p14:tracePt t="9113" x="2463800" y="3614738"/>
          <p14:tracePt t="9121" x="2522538" y="3573463"/>
          <p14:tracePt t="9129" x="2582863" y="3513138"/>
          <p14:tracePt t="9138" x="2624138" y="3462338"/>
          <p14:tracePt t="9145" x="2700338" y="3421063"/>
          <p14:tracePt t="9154" x="2794000" y="3319463"/>
          <p14:tracePt t="9162" x="2878138" y="3259138"/>
          <p14:tracePt t="9170" x="2928938" y="3208338"/>
          <p14:tracePt t="9178" x="3005138" y="3132138"/>
          <p14:tracePt t="9187" x="3065463" y="3073400"/>
          <p14:tracePt t="9194" x="3106738" y="3030538"/>
          <p14:tracePt t="9203" x="3149600" y="2989263"/>
          <p14:tracePt t="9211" x="3182938" y="2954338"/>
          <p14:tracePt t="9220" x="3182938" y="2938463"/>
          <p14:tracePt t="9227" x="3200400" y="2938463"/>
          <p14:tracePt t="9236" x="3217863" y="2928938"/>
          <p14:tracePt t="9244" x="3217863" y="2913063"/>
          <p14:tracePt t="9268" x="3217863" y="2895600"/>
          <p14:tracePt t="9276" x="3217863" y="2870200"/>
          <p14:tracePt t="9286" x="3217863" y="2852738"/>
          <p14:tracePt t="9293" x="3217863" y="2819400"/>
          <p14:tracePt t="9302" x="3217863" y="2743200"/>
          <p14:tracePt t="9645" x="3124200" y="2776538"/>
          <p14:tracePt t="9654" x="3048000" y="2852738"/>
          <p14:tracePt t="9662" x="2954338" y="2913063"/>
          <p14:tracePt t="9670" x="2878138" y="2989263"/>
          <p14:tracePt t="9678" x="2794000" y="3065463"/>
          <p14:tracePt t="9686" x="2700338" y="3124200"/>
          <p14:tracePt t="9694" x="2547938" y="3208338"/>
          <p14:tracePt t="9703" x="2387600" y="3319463"/>
          <p14:tracePt t="9711" x="2235200" y="3403600"/>
          <p14:tracePt t="9720" x="2100263" y="3462338"/>
          <p14:tracePt t="9727" x="2039938" y="3479800"/>
          <p14:tracePt t="9737" x="1938338" y="3530600"/>
          <p14:tracePt t="9744" x="1820863" y="3556000"/>
          <p14:tracePt t="9753" x="1709738" y="3573463"/>
          <p14:tracePt t="9760" x="1608138" y="3589338"/>
          <p14:tracePt t="9770" x="1439863" y="3598863"/>
          <p14:tracePt t="9776" x="1338263" y="3598863"/>
          <p14:tracePt t="9787" x="1303338" y="3598863"/>
          <p14:tracePt t="9793" x="1201738" y="3598863"/>
          <p14:tracePt t="9802" x="1125538" y="3598863"/>
          <p14:tracePt t="9809" x="1033463" y="3573463"/>
          <p14:tracePt t="9817" x="957263" y="3538538"/>
          <p14:tracePt t="9826" x="896938" y="3513138"/>
          <p14:tracePt t="9834" x="855663" y="3479800"/>
          <p14:tracePt t="9842" x="779463" y="3436938"/>
          <p14:tracePt t="9850" x="736600" y="3395663"/>
          <p14:tracePt t="9858" x="693738" y="3344863"/>
          <p14:tracePt t="9867" x="642938" y="3284538"/>
          <p14:tracePt t="9874" x="584200" y="3200400"/>
          <p14:tracePt t="9883" x="566738" y="3149600"/>
          <p14:tracePt t="9891" x="525463" y="3106738"/>
          <p14:tracePt t="9899" x="508000" y="3048000"/>
          <p14:tracePt t="9907" x="465138" y="2989263"/>
          <p14:tracePt t="9916" x="449263" y="2928938"/>
          <p14:tracePt t="9924" x="431800" y="2895600"/>
          <p14:tracePt t="9932" x="423863" y="2836863"/>
          <p14:tracePt t="9940" x="406400" y="2776538"/>
          <p14:tracePt t="9949" x="388938" y="2735263"/>
          <p14:tracePt t="9957" x="388938" y="2667000"/>
          <p14:tracePt t="9965" x="373063" y="2624138"/>
          <p14:tracePt t="9973" x="373063" y="2598738"/>
          <p14:tracePt t="9981" x="373063" y="2547938"/>
          <p14:tracePt t="9990" x="373063" y="2506663"/>
          <p14:tracePt t="9998" x="373063" y="2489200"/>
          <p14:tracePt t="10006" x="373063" y="2463800"/>
          <p14:tracePt t="10014" x="373063" y="2430463"/>
          <p14:tracePt t="10022" x="388938" y="2387600"/>
          <p14:tracePt t="10030" x="431800" y="2328863"/>
          <p14:tracePt t="10039" x="482600" y="2278063"/>
          <p14:tracePt t="10047" x="525463" y="2252663"/>
          <p14:tracePt t="10055" x="617538" y="2176463"/>
          <p14:tracePt t="10063" x="693738" y="2133600"/>
          <p14:tracePt t="10072" x="795338" y="2082800"/>
          <p14:tracePt t="10079" x="931863" y="2039938"/>
          <p14:tracePt t="10087" x="1066800" y="2014538"/>
          <p14:tracePt t="10096" x="1227138" y="1998663"/>
          <p14:tracePt t="10104" x="1422400" y="1981200"/>
          <p14:tracePt t="10113" x="1625600" y="1981200"/>
          <p14:tracePt t="10120" x="1820863" y="1981200"/>
          <p14:tracePt t="10129" x="2057400" y="1981200"/>
          <p14:tracePt t="10137" x="2328863" y="1981200"/>
          <p14:tracePt t="10145" x="2565400" y="1981200"/>
          <p14:tracePt t="10154" x="2811463" y="1981200"/>
          <p14:tracePt t="10162" x="3048000" y="1981200"/>
          <p14:tracePt t="10170" x="3276600" y="1981200"/>
          <p14:tracePt t="10178" x="3513138" y="1981200"/>
          <p14:tracePt t="10187" x="3751263" y="1981200"/>
          <p14:tracePt t="10194" x="4021138" y="1981200"/>
          <p14:tracePt t="10204" x="4267200" y="1981200"/>
          <p14:tracePt t="10210" x="4503738" y="1981200"/>
          <p14:tracePt t="10220" x="4775200" y="1981200"/>
          <p14:tracePt t="10227" x="5011738" y="1981200"/>
          <p14:tracePt t="10237" x="5257800" y="1981200"/>
          <p14:tracePt t="10243" x="5494338" y="1981200"/>
          <p14:tracePt t="10254" x="5722938" y="1981200"/>
          <p14:tracePt t="10260" x="5918200" y="1981200"/>
          <p14:tracePt t="10270" x="6113463" y="1981200"/>
          <p14:tracePt t="10276" x="6324600" y="1981200"/>
          <p14:tracePt t="10287" x="6469063" y="1981200"/>
          <p14:tracePt t="10293" x="6680200" y="1981200"/>
          <p14:tracePt t="10304" x="6850063" y="1981200"/>
          <p14:tracePt t="10309" x="6992938" y="1981200"/>
          <p14:tracePt t="10320" x="7129463" y="1981200"/>
          <p14:tracePt t="10325" x="7297738" y="1963738"/>
          <p14:tracePt t="10337" x="7358063" y="1963738"/>
          <p14:tracePt t="10342" x="7493000" y="1922463"/>
          <p14:tracePt t="10353" x="7586663" y="1905000"/>
          <p14:tracePt t="10358" x="7670800" y="1887538"/>
          <p14:tracePt t="10370" x="7747000" y="1879600"/>
          <p14:tracePt t="10374" x="7823200" y="1862138"/>
          <p14:tracePt t="10387" x="7881938" y="1846263"/>
          <p14:tracePt t="10391" x="7958138" y="1811338"/>
          <p14:tracePt t="10404" x="8018463" y="1811338"/>
          <p14:tracePt t="10407" x="8059738" y="1811338"/>
          <p14:tracePt t="10420" x="8120063" y="1803400"/>
          <p14:tracePt t="10424" x="8170863" y="1803400"/>
          <p14:tracePt t="10437" x="8229600" y="1803400"/>
          <p14:tracePt t="10440" x="8247063" y="1785938"/>
          <p14:tracePt t="10453" x="8288338" y="1785938"/>
          <p14:tracePt t="10457" x="8305800" y="1785938"/>
          <p14:tracePt t="10470" x="8313738" y="1785938"/>
          <p14:tracePt t="10473" x="8331200" y="1785938"/>
          <p14:tracePt t="10489" x="8348663" y="1785938"/>
          <p14:tracePt t="10751" x="8424863" y="1785938"/>
          <p14:tracePt t="10760" x="8526463" y="1785938"/>
          <p14:tracePt t="10770" x="8636000" y="1785938"/>
          <p14:tracePt t="10776" x="8737600" y="1785938"/>
          <p14:tracePt t="10784" x="8813800" y="1785938"/>
          <p14:tracePt t="10792" x="9009063" y="1785938"/>
          <p14:tracePt t="10801" x="9177338" y="1770063"/>
          <p14:tracePt t="10809" x="9339263" y="1752600"/>
          <p14:tracePt t="10817" x="9507538" y="1727200"/>
          <p14:tracePt t="10825" x="9652000" y="1693863"/>
          <p14:tracePt t="10833" x="9821863" y="1668463"/>
          <p14:tracePt t="10841" x="9956800" y="1651000"/>
          <p14:tracePt t="10850" x="10091738" y="1633538"/>
          <p14:tracePt t="10858" x="10228263" y="1608138"/>
          <p14:tracePt t="10866" x="10253663" y="1608138"/>
          <p14:tracePt t="10874" x="10388600" y="1574800"/>
          <p14:tracePt t="10882" x="10498138" y="1557338"/>
          <p14:tracePt t="10891" x="10599738" y="1557338"/>
          <p14:tracePt t="10899" x="10675938" y="1557338"/>
          <p14:tracePt t="10907" x="10736263" y="1549400"/>
          <p14:tracePt t="10915" x="10777538" y="1549400"/>
          <p14:tracePt t="10923" x="10837863" y="1531938"/>
          <p14:tracePt t="10932" x="10896600" y="1531938"/>
          <p14:tracePt t="10940" x="10929938" y="1516063"/>
          <p14:tracePt t="10948" x="10990263" y="1516063"/>
          <p14:tracePt t="10956" x="11031538" y="1516063"/>
          <p14:tracePt t="10964" x="11066463" y="1498600"/>
          <p14:tracePt t="10972" x="11107738" y="1498600"/>
          <p14:tracePt t="10981" x="11158538" y="1481138"/>
          <p14:tracePt t="10989" x="11168063" y="1481138"/>
          <p14:tracePt t="10997" x="11201400" y="1481138"/>
          <p14:tracePt t="11005" x="11218863" y="1481138"/>
          <p14:tracePt t="11014" x="11234738" y="1473200"/>
          <p14:tracePt t="11022" x="11244263" y="1473200"/>
          <p14:tracePt t="11030" x="11260138" y="1473200"/>
          <p14:tracePt t="11038" x="11277600" y="1473200"/>
          <p14:tracePt t="11046" x="11295063" y="1473200"/>
          <p14:tracePt t="11055" x="11303000" y="1473200"/>
          <p14:tracePt t="11063" x="11336338" y="1473200"/>
          <p14:tracePt t="11071" x="11353800" y="1473200"/>
          <p14:tracePt t="11079" x="11361738" y="1455738"/>
          <p14:tracePt t="11087" x="11379200" y="1455738"/>
          <p14:tracePt t="11096" x="11412538" y="1455738"/>
          <p14:tracePt t="11112" x="11430000" y="1455738"/>
          <p14:tracePt t="11120" x="11437938" y="1455738"/>
          <p14:tracePt t="11128" x="11455400" y="1455738"/>
          <p14:tracePt t="11144" x="11472863" y="1455738"/>
          <p14:tracePt t="11161" x="11488738" y="1455738"/>
          <p14:tracePt t="11177" x="11498263" y="1455738"/>
          <p14:tracePt t="11202" x="11514138" y="1473200"/>
          <p14:tracePt t="11210" x="11531600" y="1473200"/>
          <p14:tracePt t="11227" x="11531600" y="1481138"/>
          <p14:tracePt t="11237" x="11549063" y="1481138"/>
          <p14:tracePt t="11243" x="11549063" y="1498600"/>
          <p14:tracePt t="11253" x="11564938" y="1516063"/>
          <p14:tracePt t="11259" x="11574463" y="1531938"/>
          <p14:tracePt t="11269" x="11607800" y="1557338"/>
          <p14:tracePt t="11276" x="11625263" y="1574800"/>
          <p14:tracePt t="11284" x="11650663" y="1617663"/>
          <p14:tracePt t="11292" x="11691938" y="1684338"/>
          <p14:tracePt t="11300" x="11726863" y="1727200"/>
          <p14:tracePt t="11308" x="11760200" y="1785938"/>
          <p14:tracePt t="11317" x="11785600" y="1846263"/>
          <p14:tracePt t="11325" x="11828463" y="1887538"/>
          <p14:tracePt t="11333" x="11844338" y="1947863"/>
          <p14:tracePt t="11341" x="11879263" y="2014538"/>
          <p14:tracePt t="11349" x="11904663" y="2074863"/>
          <p14:tracePt t="11358" x="11920538" y="2100263"/>
          <p14:tracePt t="11366" x="11938000" y="2141538"/>
          <p14:tracePt t="11374" x="11955463" y="2209800"/>
          <p14:tracePt t="11382" x="11963400" y="2235200"/>
          <p14:tracePt t="11390" x="11980863" y="2268538"/>
          <p14:tracePt t="11399" x="11996738" y="2328863"/>
          <p14:tracePt t="11406" x="12014200" y="2336800"/>
          <p14:tracePt t="11415" x="12022138" y="2387600"/>
          <p14:tracePt t="11423" x="12022138" y="2413000"/>
          <p14:tracePt t="11432" x="12022138" y="2446338"/>
          <p14:tracePt t="11439" x="12022138" y="2463800"/>
          <p14:tracePt t="11448" x="12022138" y="2489200"/>
          <p14:tracePt t="11456" x="12022138" y="2522538"/>
          <p14:tracePt t="11472" x="12022138" y="2540000"/>
          <p14:tracePt t="11480" x="12022138" y="2565400"/>
          <p14:tracePt t="11489" x="12014200" y="2582863"/>
          <p14:tracePt t="11497" x="11963400" y="2641600"/>
          <p14:tracePt t="11505" x="11904663" y="2684463"/>
          <p14:tracePt t="11513" x="11785600" y="2743200"/>
          <p14:tracePt t="11522" x="11607800" y="2852738"/>
          <p14:tracePt t="11530" x="11412538" y="2928938"/>
          <p14:tracePt t="11538" x="11168063" y="3014663"/>
          <p14:tracePt t="11546" x="10929938" y="3106738"/>
          <p14:tracePt t="11554" x="10388600" y="3259138"/>
          <p14:tracePt t="11563" x="9974263" y="3319463"/>
          <p14:tracePt t="11571" x="9491663" y="3378200"/>
          <p14:tracePt t="11579" x="8966200" y="3403600"/>
          <p14:tracePt t="11587" x="8348663" y="3436938"/>
          <p14:tracePt t="11595" x="7612063" y="3436938"/>
          <p14:tracePt t="11603" x="6934200" y="3436938"/>
          <p14:tracePt t="11612" x="6265863" y="3436938"/>
          <p14:tracePt t="11620" x="5943600" y="3436938"/>
          <p14:tracePt t="11628" x="5402263" y="3344863"/>
          <p14:tracePt t="11636" x="4868863" y="3284538"/>
          <p14:tracePt t="11645" x="4445000" y="3200400"/>
          <p14:tracePt t="11653" x="4114800" y="3149600"/>
          <p14:tracePt t="11661" x="3827463" y="3106738"/>
          <p14:tracePt t="11670" x="3751263" y="3106738"/>
          <p14:tracePt t="11677" x="3556000" y="3073400"/>
          <p14:tracePt t="11687" x="3421063" y="3065463"/>
          <p14:tracePt t="11694" x="3319463" y="3048000"/>
          <p14:tracePt t="11703" x="3243263" y="3048000"/>
          <p14:tracePt t="11710" x="3167063" y="3048000"/>
          <p14:tracePt t="11720" x="3106738" y="3048000"/>
          <p14:tracePt t="11726" x="3081338" y="3048000"/>
          <p14:tracePt t="11736" x="3030538" y="3048000"/>
          <p14:tracePt t="11742" x="3005138" y="3048000"/>
          <p14:tracePt t="11752" x="2971800" y="3048000"/>
          <p14:tracePt t="11759" x="2928938" y="3030538"/>
          <p14:tracePt t="11767" x="2895600" y="3030538"/>
          <p14:tracePt t="11776" x="2870200" y="3030538"/>
          <p14:tracePt t="11784" x="2811463" y="3030538"/>
          <p14:tracePt t="11792" x="2776538" y="3030538"/>
          <p14:tracePt t="11800" x="2700338" y="3030538"/>
          <p14:tracePt t="11808" x="2641600" y="3030538"/>
          <p14:tracePt t="11816" x="2582863" y="3030538"/>
          <p14:tracePt t="11825" x="2446338" y="3030538"/>
          <p14:tracePt t="11833" x="2370138" y="3030538"/>
          <p14:tracePt t="11841" x="2235200" y="3030538"/>
          <p14:tracePt t="11849" x="2116138" y="3030538"/>
          <p14:tracePt t="11858" x="1955800" y="3030538"/>
          <p14:tracePt t="11865" x="1785938" y="3030538"/>
          <p14:tracePt t="11874" x="1625600" y="3014663"/>
          <p14:tracePt t="11882" x="1549400" y="3014663"/>
          <p14:tracePt t="11890" x="1379538" y="2997200"/>
          <p14:tracePt t="11899" x="1244600" y="2989263"/>
          <p14:tracePt t="11906" x="1049338" y="2954338"/>
          <p14:tracePt t="11915" x="990600" y="2938463"/>
          <p14:tracePt t="11923" x="889000" y="2928938"/>
          <p14:tracePt t="11931" x="795338" y="2895600"/>
          <p14:tracePt t="11939" x="693738" y="2870200"/>
          <p14:tracePt t="11948" x="617538" y="2836863"/>
          <p14:tracePt t="11955" x="558800" y="2801938"/>
          <p14:tracePt t="11964" x="482600" y="2794000"/>
          <p14:tracePt t="11972" x="423863" y="2760663"/>
          <p14:tracePt t="11980" x="363538" y="2743200"/>
          <p14:tracePt t="11989" x="312738" y="2717800"/>
          <p14:tracePt t="11997" x="271463" y="2684463"/>
          <p14:tracePt t="12005" x="254000" y="2667000"/>
          <p14:tracePt t="12013" x="228600" y="2659063"/>
          <p14:tracePt t="12021" x="211138" y="2624138"/>
          <p14:tracePt t="12030" x="195263" y="2608263"/>
          <p14:tracePt t="12038" x="177800" y="2598738"/>
          <p14:tracePt t="12046" x="177800" y="2582863"/>
          <p14:tracePt t="12054" x="169863" y="2565400"/>
          <p14:tracePt t="12062" x="169863" y="2547938"/>
          <p14:tracePt t="12071" x="152400" y="2540000"/>
          <p14:tracePt t="12079" x="152400" y="2506663"/>
          <p14:tracePt t="12087" x="152400" y="2489200"/>
          <p14:tracePt t="12095" x="152400" y="2463800"/>
          <p14:tracePt t="12103" x="152400" y="2413000"/>
          <p14:tracePt t="12112" x="152400" y="2387600"/>
          <p14:tracePt t="12120" x="152400" y="2336800"/>
          <p14:tracePt t="12128" x="152400" y="2278063"/>
          <p14:tracePt t="12137" x="152400" y="2209800"/>
          <p14:tracePt t="12144" x="169863" y="2141538"/>
          <p14:tracePt t="12153" x="211138" y="2074863"/>
          <p14:tracePt t="12161" x="236538" y="2014538"/>
          <p14:tracePt t="12171" x="296863" y="1938338"/>
          <p14:tracePt t="12177" x="347663" y="1887538"/>
          <p14:tracePt t="12187" x="449263" y="1752600"/>
          <p14:tracePt t="12193" x="500063" y="1744663"/>
          <p14:tracePt t="12203" x="617538" y="1633538"/>
          <p14:tracePt t="12210" x="719138" y="1592263"/>
          <p14:tracePt t="12220" x="830263" y="1557338"/>
          <p14:tracePt t="12226" x="947738" y="1531938"/>
          <p14:tracePt t="12237" x="1084263" y="1516063"/>
          <p14:tracePt t="12242" x="1277938" y="1481138"/>
          <p14:tracePt t="12253" x="1439863" y="1481138"/>
          <p14:tracePt t="12259" x="1684338" y="1481138"/>
          <p14:tracePt t="12271" x="1922463" y="1481138"/>
          <p14:tracePt t="12275" x="2192338" y="1481138"/>
          <p14:tracePt t="12287" x="2463800" y="1516063"/>
          <p14:tracePt t="12291" x="2794000" y="1557338"/>
          <p14:tracePt t="12304" x="3335338" y="1617663"/>
          <p14:tracePt t="12308" x="3530600" y="1651000"/>
          <p14:tracePt t="12320" x="3843338" y="1651000"/>
          <p14:tracePt t="12324" x="4216400" y="1651000"/>
          <p14:tracePt t="12337" x="4487863" y="1651000"/>
          <p14:tracePt t="12341" x="4818063" y="1651000"/>
          <p14:tracePt t="12353" x="5105400" y="1651000"/>
          <p14:tracePt t="12357" x="5376863" y="1651000"/>
          <p14:tracePt t="12370" x="5646738" y="1651000"/>
          <p14:tracePt t="12373" x="5884863" y="1651000"/>
          <p14:tracePt t="12387" x="6129338" y="1651000"/>
          <p14:tracePt t="12390" x="6367463" y="1668463"/>
          <p14:tracePt t="12403" x="6561138" y="1668463"/>
          <p14:tracePt t="12406" x="6799263" y="1693863"/>
          <p14:tracePt t="12420" x="6992938" y="1693863"/>
          <p14:tracePt t="12423" x="7188200" y="1693863"/>
          <p14:tracePt t="12437" x="7358063" y="1693863"/>
          <p14:tracePt t="12439" x="7434263" y="1693863"/>
          <p14:tracePt t="12453" x="7551738" y="1693863"/>
          <p14:tracePt t="12456" x="7688263" y="1693863"/>
          <p14:tracePt t="12471" x="7789863" y="1693863"/>
          <p14:tracePt t="12473" x="7899400" y="1693863"/>
          <p14:tracePt t="12487" x="7983538" y="1693863"/>
          <p14:tracePt t="12488" x="8077200" y="1693863"/>
          <p14:tracePt t="12496" x="8153400" y="1693863"/>
          <p14:tracePt t="12505" x="8255000" y="1709738"/>
          <p14:tracePt t="12513" x="8331200" y="1727200"/>
          <p14:tracePt t="12521" x="8407400" y="1744663"/>
          <p14:tracePt t="12529" x="8483600" y="1770063"/>
          <p14:tracePt t="12538" x="8577263" y="1785938"/>
          <p14:tracePt t="12546" x="8643938" y="1803400"/>
          <p14:tracePt t="12554" x="8712200" y="1803400"/>
          <p14:tracePt t="12562" x="8755063" y="1811338"/>
          <p14:tracePt t="12571" x="8813800" y="1828800"/>
          <p14:tracePt t="12578" x="8856663" y="1846263"/>
          <p14:tracePt t="12587" x="8890000" y="1846263"/>
          <p14:tracePt t="12595" x="8932863" y="1846263"/>
          <p14:tracePt t="12604" x="8966200" y="1846263"/>
          <p14:tracePt t="12611" x="9009063" y="1846263"/>
          <p14:tracePt t="12620" x="9042400" y="1846263"/>
          <p14:tracePt t="12628" x="9101138" y="1846263"/>
          <p14:tracePt t="12637" x="9144000" y="1846263"/>
          <p14:tracePt t="12644" x="9202738" y="1862138"/>
          <p14:tracePt t="12654" x="9245600" y="1862138"/>
          <p14:tracePt t="12660" x="9313863" y="1862138"/>
          <p14:tracePt t="12671" x="9380538" y="1862138"/>
          <p14:tracePt t="12677" x="9440863" y="1862138"/>
          <p14:tracePt t="12687" x="9507538" y="1862138"/>
          <p14:tracePt t="12693" x="9567863" y="1862138"/>
          <p14:tracePt t="12704" x="9609138" y="1862138"/>
          <p14:tracePt t="12709" x="9669463" y="1862138"/>
          <p14:tracePt t="12720" x="9728200" y="1862138"/>
          <p14:tracePt t="12726" x="9786938" y="1862138"/>
          <p14:tracePt t="12737" x="9847263" y="1862138"/>
          <p14:tracePt t="12742" x="9923463" y="1862138"/>
          <p14:tracePt t="12753" x="9974263" y="1862138"/>
          <p14:tracePt t="12758" x="10033000" y="1862138"/>
          <p14:tracePt t="12770" x="10101263" y="1862138"/>
          <p14:tracePt t="12775" x="10167938" y="1846263"/>
          <p14:tracePt t="12787" x="10228263" y="1846263"/>
          <p14:tracePt t="12791" x="10287000" y="1828800"/>
          <p14:tracePt t="12804" x="10312400" y="1828800"/>
          <p14:tracePt t="12808" x="10363200" y="1828800"/>
          <p14:tracePt t="12820" x="10388600" y="1828800"/>
          <p14:tracePt t="12824" x="10439400" y="1828800"/>
          <p14:tracePt t="12837" x="10447338" y="1811338"/>
          <p14:tracePt t="12841" x="10482263" y="1811338"/>
          <p14:tracePt t="12854" x="10507663" y="1811338"/>
          <p14:tracePt t="12865" x="10523538" y="1811338"/>
          <p14:tracePt t="12873" x="10541000" y="1811338"/>
          <p14:tracePt t="12881" x="10558463" y="1811338"/>
          <p14:tracePt t="12890" x="10566400" y="1811338"/>
          <p14:tracePt t="12898" x="10583863" y="1811338"/>
          <p14:tracePt t="12914" x="10599738" y="1811338"/>
          <p14:tracePt t="12923" x="10617200" y="1811338"/>
          <p14:tracePt t="12939" x="10634663" y="1811338"/>
          <p14:tracePt t="12963" x="10642600" y="1811338"/>
          <p14:tracePt t="13045" x="10642600" y="1828800"/>
          <p14:tracePt t="13121" x="10642600" y="1862138"/>
          <p14:tracePt t="13127" x="10660063" y="1905000"/>
          <p14:tracePt t="13135" x="10660063" y="1981200"/>
          <p14:tracePt t="13154" x="10675938" y="2074863"/>
          <p14:tracePt t="13160" x="10693400" y="2141538"/>
          <p14:tracePt t="13171" x="10701338" y="2209800"/>
          <p14:tracePt t="13176" x="10701338" y="2268538"/>
          <p14:tracePt t="13187" x="10718800" y="2278063"/>
          <p14:tracePt t="13193" x="10736263" y="2311400"/>
          <p14:tracePt t="13204" x="10736263" y="2336800"/>
          <p14:tracePt t="13234" x="10736263" y="2354263"/>
          <p14:tracePt t="13250" x="10752138" y="2354263"/>
          <p14:tracePt t="13258" x="10752138" y="2370138"/>
          <p14:tracePt t="13291" x="10752138" y="2387600"/>
          <p14:tracePt t="13316" x="10769600" y="2387600"/>
          <p14:tracePt t="13594" x="10769600" y="2405063"/>
          <p14:tracePt t="13636" x="10769600" y="2413000"/>
          <p14:tracePt t="13709" x="10752138" y="2413000"/>
          <p14:tracePt t="13766" x="10736263" y="2413000"/>
          <p14:tracePt t="13807" x="10718800" y="2413000"/>
          <p14:tracePt t="13832" x="10718800" y="2430463"/>
          <p14:tracePt t="13848" x="10701338" y="2430463"/>
          <p14:tracePt t="13963" x="10693400" y="2430463"/>
          <p14:tracePt t="16299" x="10675938" y="2430463"/>
          <p14:tracePt t="16307" x="10599738" y="2430463"/>
          <p14:tracePt t="16315" x="10541000" y="2446338"/>
          <p14:tracePt t="16323" x="10498138" y="2471738"/>
          <p14:tracePt t="16331" x="10439400" y="2506663"/>
          <p14:tracePt t="16340" x="10371138" y="2540000"/>
          <p14:tracePt t="16348" x="10329863" y="2547938"/>
          <p14:tracePt t="16356" x="10210800" y="2582863"/>
          <p14:tracePt t="16364" x="10101263" y="2624138"/>
          <p14:tracePt t="16372" x="9974263" y="2659063"/>
          <p14:tracePt t="16381" x="9863138" y="2684463"/>
          <p14:tracePt t="16389" x="9837738" y="2700338"/>
          <p14:tracePt t="16397" x="9728200" y="2717800"/>
          <p14:tracePt t="16405" x="9652000" y="2743200"/>
          <p14:tracePt t="16413" x="9567863" y="2743200"/>
          <p14:tracePt t="16421" x="9517063" y="2760663"/>
          <p14:tracePt t="16429" x="9474200" y="2776538"/>
          <p14:tracePt t="16438" x="9431338" y="2776538"/>
          <p14:tracePt t="16454" x="9398000" y="2776538"/>
          <p14:tracePt t="16471" x="9380538" y="2776538"/>
          <p14:tracePt t="16503" x="9372600" y="2794000"/>
          <p14:tracePt t="16528" x="9355138" y="2794000"/>
          <p14:tracePt t="16537" x="9355138" y="2801938"/>
          <p14:tracePt t="16544" x="9313863" y="2836863"/>
          <p14:tracePt t="17708" x="9296400" y="2836863"/>
          <p14:tracePt t="17716" x="9245600" y="2836863"/>
          <p14:tracePt t="17724" x="9186863" y="2836863"/>
          <p14:tracePt t="17732" x="9110663" y="2870200"/>
          <p14:tracePt t="17740" x="9009063" y="2895600"/>
          <p14:tracePt t="17749" x="8847138" y="2938463"/>
          <p14:tracePt t="17757" x="8643938" y="2989263"/>
          <p14:tracePt t="17765" x="8407400" y="3048000"/>
          <p14:tracePt t="17773" x="7924800" y="3132138"/>
          <p14:tracePt t="17781" x="7594600" y="3208338"/>
          <p14:tracePt t="17790" x="7221538" y="3268663"/>
          <p14:tracePt t="17798" x="7027863" y="3284538"/>
          <p14:tracePt t="17806" x="6350000" y="3436938"/>
          <p14:tracePt t="17814" x="5926138" y="3479800"/>
          <p14:tracePt t="17822" x="5689600" y="3513138"/>
          <p14:tracePt t="17831" x="5316538" y="3556000"/>
          <p14:tracePt t="17839" x="4935538" y="3589338"/>
          <p14:tracePt t="17847" x="4673600" y="3614738"/>
          <p14:tracePt t="17855" x="4386263" y="3632200"/>
          <p14:tracePt t="17863" x="4140200" y="3657600"/>
          <p14:tracePt t="17871" x="3979863" y="3657600"/>
          <p14:tracePt t="17880" x="3802063" y="3657600"/>
          <p14:tracePt t="17888" x="3632200" y="3657600"/>
          <p14:tracePt t="17896" x="3573463" y="3657600"/>
          <p14:tracePt t="17904" x="3436938" y="3657600"/>
          <p14:tracePt t="17912" x="3335338" y="3675063"/>
          <p14:tracePt t="17921" x="3259138" y="3675063"/>
          <p14:tracePt t="17929" x="3182938" y="3675063"/>
          <p14:tracePt t="17937" x="3124200" y="3675063"/>
          <p14:tracePt t="17945" x="3065463" y="3675063"/>
          <p14:tracePt t="17954" x="3030538" y="3675063"/>
          <p14:tracePt t="17962" x="2989263" y="3675063"/>
          <p14:tracePt t="17971" x="2954338" y="3675063"/>
          <p14:tracePt t="17978" x="2895600" y="3675063"/>
          <p14:tracePt t="17987" x="2819400" y="3675063"/>
          <p14:tracePt t="17994" x="2735263" y="3675063"/>
          <p14:tracePt t="18004" x="2641600" y="3675063"/>
          <p14:tracePt t="18011" x="2506663" y="3675063"/>
          <p14:tracePt t="18021" x="2344738" y="3675063"/>
          <p14:tracePt t="18027" x="2209800" y="3675063"/>
          <p14:tracePt t="18038" x="2057400" y="3632200"/>
          <p14:tracePt t="18044" x="1887538" y="3598863"/>
          <p14:tracePt t="18054" x="1727200" y="3556000"/>
          <p14:tracePt t="18060" x="1557338" y="3513138"/>
          <p14:tracePt t="18071" x="1422400" y="3462338"/>
          <p14:tracePt t="18076" x="1295400" y="3378200"/>
          <p14:tracePt t="18087" x="1244600" y="3327400"/>
          <p14:tracePt t="18093" x="1125538" y="3268663"/>
          <p14:tracePt t="18104" x="1033463" y="3208338"/>
          <p14:tracePt t="18109" x="957263" y="3132138"/>
          <p14:tracePt t="18121" x="914400" y="3090863"/>
          <p14:tracePt t="18126" x="871538" y="3048000"/>
          <p14:tracePt t="18137" x="838200" y="2989263"/>
          <p14:tracePt t="18142" x="812800" y="2938463"/>
          <p14:tracePt t="18154" x="779463" y="2913063"/>
          <p14:tracePt t="18158" x="762000" y="2870200"/>
          <p14:tracePt t="18170" x="754063" y="2852738"/>
          <p14:tracePt t="18175" x="736600" y="2801938"/>
          <p14:tracePt t="18187" x="719138" y="2776538"/>
          <p14:tracePt t="18191" x="719138" y="2760663"/>
          <p14:tracePt t="18204" x="719138" y="2717800"/>
          <p14:tracePt t="18207" x="719138" y="2700338"/>
          <p14:tracePt t="18221" x="703263" y="2667000"/>
          <p14:tracePt t="18224" x="703263" y="2659063"/>
          <p14:tracePt t="18237" x="703263" y="2641600"/>
          <p14:tracePt t="18240" x="703263" y="2624138"/>
          <p14:tracePt t="18254" x="703263" y="2598738"/>
          <p14:tracePt t="18257" x="703263" y="2540000"/>
          <p14:tracePt t="18271" x="719138" y="2506663"/>
          <p14:tracePt t="18274" x="754063" y="2446338"/>
          <p14:tracePt t="18288" x="779463" y="2413000"/>
          <p14:tracePt t="18290" x="830263" y="2354263"/>
          <p14:tracePt t="18304" x="947738" y="2268538"/>
          <p14:tracePt t="18307" x="1023938" y="2235200"/>
          <p14:tracePt t="18321" x="1092200" y="2192338"/>
          <p14:tracePt t="18323" x="1227138" y="2159000"/>
          <p14:tracePt t="18337" x="1397000" y="2133600"/>
          <p14:tracePt t="18340" x="1557338" y="2082800"/>
          <p14:tracePt t="18354" x="1752600" y="2057400"/>
          <p14:tracePt t="18356" x="1998663" y="2014538"/>
          <p14:tracePt t="18370" x="2286000" y="1963738"/>
          <p14:tracePt t="18371" x="2506663" y="1938338"/>
          <p14:tracePt t="18379" x="2794000" y="1887538"/>
          <p14:tracePt t="18388" x="3065463" y="1846263"/>
          <p14:tracePt t="18396" x="3344863" y="1811338"/>
          <p14:tracePt t="18404" x="3665538" y="1770063"/>
          <p14:tracePt t="18412" x="4216400" y="1709738"/>
          <p14:tracePt t="18421" x="4579938" y="1633538"/>
          <p14:tracePt t="18429" x="4741863" y="1608138"/>
          <p14:tracePt t="18437" x="5122863" y="1557338"/>
          <p14:tracePt t="18445" x="5435600" y="1531938"/>
          <p14:tracePt t="18454" x="5808663" y="1481138"/>
          <p14:tracePt t="18462" x="6189663" y="1455738"/>
          <p14:tracePt t="18470" x="6561138" y="1397000"/>
          <p14:tracePt t="18478" x="6875463" y="1379538"/>
          <p14:tracePt t="18487" x="7205663" y="1320800"/>
          <p14:tracePt t="18494" x="7535863" y="1303338"/>
          <p14:tracePt t="18504" x="7848600" y="1244600"/>
          <p14:tracePt t="18511" x="8186738" y="1227138"/>
          <p14:tracePt t="18521" x="8424863" y="1201738"/>
          <p14:tracePt t="18527" x="8643938" y="1185863"/>
          <p14:tracePt t="18537" x="8847138" y="1150938"/>
          <p14:tracePt t="18543" x="9042400" y="1150938"/>
          <p14:tracePt t="18554" x="9101138" y="1150938"/>
          <p14:tracePt t="18560" x="9380538" y="1150938"/>
          <p14:tracePt t="18570" x="9550400" y="1150938"/>
          <p14:tracePt t="18576" x="9669463" y="1150938"/>
          <p14:tracePt t="18587" x="9837738" y="1150938"/>
          <p14:tracePt t="18592" x="9999663" y="1150938"/>
          <p14:tracePt t="18604" x="10167938" y="1150938"/>
          <p14:tracePt t="18609" x="10304463" y="1150938"/>
          <p14:tracePt t="18621" x="10421938" y="1150938"/>
          <p14:tracePt t="18625" x="10558463" y="1150938"/>
          <p14:tracePt t="18637" x="10718800" y="1201738"/>
          <p14:tracePt t="18642" x="10888663" y="1277938"/>
          <p14:tracePt t="18654" x="11006138" y="1320800"/>
          <p14:tracePt t="18658" x="11201400" y="1397000"/>
          <p14:tracePt t="18671" x="11361738" y="1455738"/>
          <p14:tracePt t="18674" x="11564938" y="1531938"/>
          <p14:tracePt t="18687" x="11726863" y="1592263"/>
          <p14:tracePt t="18691" x="11895138" y="1633538"/>
          <p14:tracePt t="18704" x="11963400" y="1668463"/>
          <p14:tracePt t="18707" x="12098338" y="1709738"/>
          <p14:tracePt t="18938" x="12057063" y="2405063"/>
          <p14:tracePt t="18946" x="11980863" y="2413000"/>
          <p14:tracePt t="18955" x="11879263" y="2430463"/>
          <p14:tracePt t="18962" x="11768138" y="2446338"/>
          <p14:tracePt t="18971" x="11607800" y="2463800"/>
          <p14:tracePt t="18978" x="11472863" y="2471738"/>
          <p14:tracePt t="18987" x="11396663" y="2489200"/>
          <p14:tracePt t="18994" x="11295063" y="2506663"/>
          <p14:tracePt t="19003" x="11168063" y="2506663"/>
          <p14:tracePt t="19010" x="11066463" y="2506663"/>
          <p14:tracePt t="19020" x="10972800" y="2506663"/>
          <p14:tracePt t="19027" x="10896600" y="2506663"/>
          <p14:tracePt t="19037" x="10837863" y="2506663"/>
          <p14:tracePt t="19043" x="10812463" y="2506663"/>
          <p14:tracePt t="19053" x="10777538" y="2506663"/>
          <p14:tracePt t="19060" x="10769600" y="2506663"/>
          <p14:tracePt t="19069" x="10752138" y="2506663"/>
          <p14:tracePt t="19092" x="10736263" y="2506663"/>
          <p14:tracePt t="19141" x="10736263" y="2522538"/>
          <p14:tracePt t="19485" x="10736263" y="2540000"/>
          <p14:tracePt t="19494" x="10736263" y="2582863"/>
          <p14:tracePt t="19504" x="10736263" y="2624138"/>
          <p14:tracePt t="19510" x="10736263" y="2641600"/>
          <p14:tracePt t="19520" x="10718800" y="2684463"/>
          <p14:tracePt t="19526" x="10718800" y="2700338"/>
          <p14:tracePt t="19537" x="10701338" y="2735263"/>
          <p14:tracePt t="19543" x="10701338" y="2743200"/>
          <p14:tracePt t="19553" x="10693400" y="2776538"/>
          <p14:tracePt t="19559" x="10693400" y="2794000"/>
          <p14:tracePt t="19569" x="10693400" y="2801938"/>
          <p14:tracePt t="19576" x="10675938" y="2819400"/>
          <p14:tracePt t="19609" x="10675938" y="2836863"/>
          <p14:tracePt t="23954" x="10507663" y="2971800"/>
          <p14:tracePt t="23962" x="10388600" y="3065463"/>
          <p14:tracePt t="23972" x="10287000" y="3132138"/>
          <p14:tracePt t="23978" x="10193338" y="3182938"/>
          <p14:tracePt t="23987" x="10101263" y="3225800"/>
          <p14:tracePt t="23995" x="10015538" y="3259138"/>
          <p14:tracePt t="24003" x="9906000" y="3268663"/>
          <p14:tracePt t="24011" x="9786938" y="3302000"/>
          <p14:tracePt t="24020" x="9652000" y="3319463"/>
          <p14:tracePt t="24027" x="9372600" y="3327400"/>
          <p14:tracePt t="24037" x="9101138" y="3360738"/>
          <p14:tracePt t="24044" x="8770938" y="3395663"/>
          <p14:tracePt t="24054" x="8450263" y="3403600"/>
          <p14:tracePt t="24060" x="8170863" y="3403600"/>
          <p14:tracePt t="24070" x="7840663" y="3403600"/>
          <p14:tracePt t="24077" x="7612063" y="3403600"/>
          <p14:tracePt t="24086" x="7373938" y="3403600"/>
          <p14:tracePt t="24093" x="7180263" y="3403600"/>
          <p14:tracePt t="24103" x="7086600" y="3403600"/>
          <p14:tracePt t="24109" x="6815138" y="3403600"/>
          <p14:tracePt t="24119" x="6680200" y="3403600"/>
          <p14:tracePt t="24126" x="6545263" y="3403600"/>
          <p14:tracePt t="24134" x="6426200" y="3403600"/>
          <p14:tracePt t="24142" x="6291263" y="3403600"/>
          <p14:tracePt t="24150" x="6189663" y="3421063"/>
          <p14:tracePt t="24159" x="6078538" y="3454400"/>
          <p14:tracePt t="24167" x="5976938" y="3479800"/>
          <p14:tracePt t="24175" x="5859463" y="3556000"/>
          <p14:tracePt t="24183" x="5748338" y="3598863"/>
          <p14:tracePt t="24191" x="5630863" y="3657600"/>
          <p14:tracePt t="24200" x="5511800" y="3733800"/>
          <p14:tracePt t="24208" x="5418138" y="3843338"/>
          <p14:tracePt t="24216" x="5283200" y="3962400"/>
          <p14:tracePt t="24224" x="5181600" y="4097338"/>
          <p14:tracePt t="24232" x="5046663" y="4249738"/>
          <p14:tracePt t="24241" x="4927600" y="4411663"/>
          <p14:tracePt t="24249" x="4800600" y="4564063"/>
          <p14:tracePt t="24257" x="4716463" y="4741863"/>
          <p14:tracePt t="24265" x="4597400" y="4910138"/>
          <p14:tracePt t="24273" x="4487863" y="5087938"/>
          <p14:tracePt t="24281" x="4462463" y="5130800"/>
          <p14:tracePt t="24290" x="4402138" y="5249863"/>
          <p14:tracePt t="24298" x="4325938" y="5376863"/>
          <p14:tracePt t="24306" x="4208463" y="5580063"/>
          <p14:tracePt t="24314" x="4173538" y="5595938"/>
          <p14:tracePt t="24323" x="4140200" y="5689600"/>
          <p14:tracePt t="24331" x="4114800" y="5732463"/>
          <p14:tracePt t="24339" x="4081463" y="5791200"/>
          <p14:tracePt t="24347" x="4056063" y="5834063"/>
          <p14:tracePt t="24355" x="4038600" y="5884863"/>
          <p14:tracePt t="24363" x="3979863" y="5943600"/>
          <p14:tracePt t="24372" x="3962400" y="6002338"/>
          <p14:tracePt t="24380" x="3919538" y="6062663"/>
          <p14:tracePt t="24388" x="3860800" y="6154738"/>
          <p14:tracePt t="24396" x="3802063" y="6256338"/>
          <p14:tracePt t="24405" x="3741738" y="6375400"/>
          <p14:tracePt t="24413" x="3665538" y="6484938"/>
          <p14:tracePt t="24421" x="3606800" y="6621463"/>
          <p14:tracePt t="24429" x="3513138" y="6738938"/>
          <p14:tracePt t="24437" x="3479800" y="6781800"/>
          <p14:tracePt t="27192" x="2641600" y="6426200"/>
          <p14:tracePt t="27205" x="2811463" y="6096000"/>
          <p14:tracePt t="27210" x="2954338" y="5791200"/>
          <p14:tracePt t="27215" x="3106738" y="5494338"/>
          <p14:tracePt t="27223" x="3243263" y="5240338"/>
          <p14:tracePt t="27231" x="3284538" y="5148263"/>
          <p14:tracePt t="27240" x="3378200" y="4978400"/>
          <p14:tracePt t="27248" x="3454400" y="4843463"/>
          <p14:tracePt t="27256" x="3497263" y="4757738"/>
          <p14:tracePt t="27264" x="3548063" y="4716463"/>
          <p14:tracePt t="27272" x="3556000" y="4665663"/>
          <p14:tracePt t="27281" x="3573463" y="4648200"/>
          <p14:tracePt t="27305" x="3589338" y="4640263"/>
          <p14:tracePt t="27518" x="3606800" y="4622800"/>
          <p14:tracePt t="27526" x="3606800" y="4605338"/>
          <p14:tracePt t="27534" x="3614738" y="4579938"/>
          <p14:tracePt t="27543" x="3614738" y="4564063"/>
          <p14:tracePt t="27551" x="3632200" y="4529138"/>
          <p14:tracePt t="27559" x="3632200" y="4503738"/>
          <p14:tracePt t="27567" x="3649663" y="4470400"/>
          <p14:tracePt t="27575" x="3649663" y="4445000"/>
          <p14:tracePt t="27584" x="3665538" y="4427538"/>
          <p14:tracePt t="27592" x="3675063" y="4411663"/>
          <p14:tracePt t="27600" x="3675063" y="4386263"/>
          <p14:tracePt t="27608" x="3690938" y="4368800"/>
          <p14:tracePt t="27633" x="3708400" y="4351338"/>
          <p14:tracePt t="27649" x="3741738" y="4335463"/>
          <p14:tracePt t="27657" x="3751263" y="4335463"/>
          <p14:tracePt t="27666" x="3767138" y="4318000"/>
          <p14:tracePt t="27952" x="3751263" y="4318000"/>
          <p14:tracePt t="27961" x="3725863" y="4318000"/>
          <p14:tracePt t="27970" x="3675063" y="4318000"/>
          <p14:tracePt t="27977" x="3632200" y="4318000"/>
          <p14:tracePt t="27987" x="3573463" y="4318000"/>
          <p14:tracePt t="27993" x="3513138" y="4318000"/>
          <p14:tracePt t="28003" x="3454400" y="4318000"/>
          <p14:tracePt t="28010" x="3395663" y="4310063"/>
          <p14:tracePt t="28019" x="3344863" y="4310063"/>
          <p14:tracePt t="28026" x="3284538" y="4275138"/>
          <p14:tracePt t="28034" x="3225800" y="4249738"/>
          <p14:tracePt t="28042" x="3167063" y="4216400"/>
          <p14:tracePt t="28051" x="3106738" y="4157663"/>
          <p14:tracePt t="28059" x="3014663" y="4081463"/>
          <p14:tracePt t="28067" x="2971800" y="4021138"/>
          <p14:tracePt t="28075" x="2928938" y="3979863"/>
          <p14:tracePt t="28083" x="2852738" y="3860800"/>
          <p14:tracePt t="28092" x="2794000" y="3767138"/>
          <p14:tracePt t="28100" x="2760663" y="3725863"/>
          <p14:tracePt t="28108" x="2717800" y="3632200"/>
          <p14:tracePt t="28116" x="2674938" y="3538538"/>
          <p14:tracePt t="28124" x="2624138" y="3462338"/>
          <p14:tracePt t="28132" x="2598738" y="3395663"/>
          <p14:tracePt t="28141" x="2565400" y="3327400"/>
          <p14:tracePt t="28149" x="2540000" y="3259138"/>
          <p14:tracePt t="28157" x="2540000" y="3208338"/>
          <p14:tracePt t="28165" x="2522538" y="3182938"/>
          <p14:tracePt t="28173" x="2522538" y="3132138"/>
          <p14:tracePt t="28181" x="2506663" y="3124200"/>
          <p14:tracePt t="28190" x="2506663" y="3090863"/>
          <p14:tracePt t="28198" x="2506663" y="3073400"/>
          <p14:tracePt t="28206" x="2489200" y="3065463"/>
          <p14:tracePt t="28214" x="2489200" y="3048000"/>
          <p14:tracePt t="28223" x="2489200" y="3030538"/>
          <p14:tracePt t="28231" x="2489200" y="3014663"/>
          <p14:tracePt t="28247" x="2489200" y="2997200"/>
          <p14:tracePt t="28264" x="2489200" y="2989263"/>
          <p14:tracePt t="28280" x="2489200" y="2971800"/>
          <p14:tracePt t="28288" x="2489200" y="2954338"/>
          <p14:tracePt t="28296" x="2489200" y="2938463"/>
          <p14:tracePt t="28304" x="2489200" y="2928938"/>
          <p14:tracePt t="28313" x="2489200" y="2895600"/>
          <p14:tracePt t="28321" x="2489200" y="2870200"/>
          <p14:tracePt t="28329" x="2506663" y="2819400"/>
          <p14:tracePt t="28337" x="2522538" y="2794000"/>
          <p14:tracePt t="28345" x="2522538" y="2743200"/>
          <p14:tracePt t="28354" x="2540000" y="2717800"/>
          <p14:tracePt t="28362" x="2540000" y="2700338"/>
          <p14:tracePt t="28370" x="2547938" y="2684463"/>
          <p14:tracePt t="28378" x="2547938" y="2667000"/>
          <p14:tracePt t="28387" x="2565400" y="2659063"/>
          <p14:tracePt t="28419" x="2565400" y="2641600"/>
          <p14:tracePt t="28444" x="2582863" y="2641600"/>
          <p14:tracePt t="28599" x="2565400" y="2641600"/>
          <p14:tracePt t="28624" x="2565400" y="2659063"/>
          <p14:tracePt t="28632" x="2547938" y="2659063"/>
          <p14:tracePt t="28664" x="2540000" y="2659063"/>
          <p14:tracePt t="28690" x="2522538" y="2659063"/>
          <p14:tracePt t="28698" x="2506663" y="2659063"/>
          <p14:tracePt t="28714" x="2489200" y="2659063"/>
          <p14:tracePt t="28730" x="2481263" y="2659063"/>
          <p14:tracePt t="28739" x="2463800" y="2659063"/>
          <p14:tracePt t="28747" x="2446338" y="2659063"/>
          <p14:tracePt t="28763" x="2430463" y="2659063"/>
          <p14:tracePt t="28772" x="2420938" y="2641600"/>
          <p14:tracePt t="28779" x="2405063" y="2641600"/>
          <p14:tracePt t="28788" x="2387600" y="2641600"/>
          <p14:tracePt t="28805" x="2370138" y="2624138"/>
          <p14:tracePt t="28813" x="2354263" y="2624138"/>
          <p14:tracePt t="28829" x="2344738" y="2624138"/>
          <p14:tracePt t="28837" x="2344738" y="2608263"/>
          <p14:tracePt t="28845" x="2328863" y="2608263"/>
          <p14:tracePt t="28870" x="2311400" y="2608263"/>
          <p14:tracePt t="28887" x="2293938" y="2608263"/>
          <p14:tracePt t="28911" x="2286000" y="2608263"/>
          <p14:tracePt t="28920" x="2286000" y="2598738"/>
          <p14:tracePt t="28937" x="2268538" y="2598738"/>
          <p14:tracePt t="28976" x="2252663" y="2582863"/>
          <p14:tracePt t="29017" x="2235200" y="2582863"/>
          <p14:tracePt t="29042" x="2235200" y="2565400"/>
          <p14:tracePt t="29099" x="2217738" y="2565400"/>
          <p14:tracePt t="29148" x="2209800" y="2565400"/>
          <p14:tracePt t="29157" x="2209800" y="2547938"/>
          <p14:tracePt t="29181" x="2192338" y="2547938"/>
          <p14:tracePt t="29197" x="2192338" y="2540000"/>
          <p14:tracePt t="29214" x="2176463" y="2540000"/>
          <p14:tracePt t="29238" x="2176463" y="2522538"/>
          <p14:tracePt t="29288" x="2176463" y="2506663"/>
          <p14:tracePt t="29632" x="2192338" y="2506663"/>
          <p14:tracePt t="29771" x="2209800" y="2506663"/>
          <p14:tracePt t="29804" x="2209800" y="2489200"/>
          <p14:tracePt t="29828" x="2217738" y="2489200"/>
          <p14:tracePt t="29861" x="2235200" y="2489200"/>
          <p14:tracePt t="29870" x="2235200" y="2471738"/>
          <p14:tracePt t="29894" x="2252663" y="2471738"/>
          <p14:tracePt t="29918" x="2268538" y="2471738"/>
          <p14:tracePt t="29943" x="2268538" y="2463800"/>
          <p14:tracePt t="29953" x="2286000" y="2463800"/>
          <p14:tracePt t="30132" x="2293938" y="2463800"/>
          <p14:tracePt t="30672" x="2311400" y="2463800"/>
          <p14:tracePt t="30697" x="2328863" y="2463800"/>
          <p14:tracePt t="30705" x="2344738" y="2463800"/>
          <p14:tracePt t="30713" x="2354263" y="2463800"/>
          <p14:tracePt t="30721" x="2387600" y="2463800"/>
          <p14:tracePt t="30738" x="2420938" y="2463800"/>
          <p14:tracePt t="30746" x="2430463" y="2463800"/>
          <p14:tracePt t="30754" x="2446338" y="2463800"/>
          <p14:tracePt t="30762" x="2481263" y="2463800"/>
          <p14:tracePt t="30771" x="2506663" y="2463800"/>
          <p14:tracePt t="30779" x="2522538" y="2463800"/>
          <p14:tracePt t="30787" x="2540000" y="2446338"/>
          <p14:tracePt t="30795" x="2582863" y="2446338"/>
          <p14:tracePt t="30812" x="2616200" y="2446338"/>
          <p14:tracePt t="30820" x="2624138" y="2430463"/>
          <p14:tracePt t="30828" x="2641600" y="2430463"/>
          <p14:tracePt t="30837" x="2659063" y="2430463"/>
          <p14:tracePt t="30844" x="2674938" y="2430463"/>
          <p14:tracePt t="30853" x="2684463" y="2413000"/>
          <p14:tracePt t="30861" x="2700338" y="2413000"/>
          <p14:tracePt t="30870" x="2717800" y="2413000"/>
          <p14:tracePt t="30894" x="2735263" y="2413000"/>
          <p14:tracePt t="30903" x="2735263" y="2405063"/>
          <p14:tracePt t="30910" x="2751138" y="2405063"/>
          <p14:tracePt t="30934" x="2760663" y="2405063"/>
          <p14:tracePt t="30959" x="2776538" y="2405063"/>
          <p14:tracePt t="30983" x="2794000" y="2405063"/>
          <p14:tracePt t="31115" x="2811463" y="2405063"/>
          <p14:tracePt t="31541" x="2819400" y="2405063"/>
          <p14:tracePt t="31549" x="2870200" y="2405063"/>
          <p14:tracePt t="31557" x="2946400" y="2405063"/>
          <p14:tracePt t="31565" x="3005138" y="2405063"/>
          <p14:tracePt t="31573" x="3106738" y="2405063"/>
          <p14:tracePt t="31582" x="3217863" y="2413000"/>
          <p14:tracePt t="31590" x="3259138" y="2413000"/>
          <p14:tracePt t="31598" x="3360738" y="2413000"/>
          <p14:tracePt t="31606" x="3471863" y="2413000"/>
          <p14:tracePt t="31615" x="3548063" y="2413000"/>
          <p14:tracePt t="31623" x="3649663" y="2413000"/>
          <p14:tracePt t="31631" x="3725863" y="2413000"/>
          <p14:tracePt t="31640" x="3810000" y="2413000"/>
          <p14:tracePt t="31647" x="3886200" y="2413000"/>
          <p14:tracePt t="31656" x="3919538" y="2413000"/>
          <p14:tracePt t="31663" x="3962400" y="2405063"/>
          <p14:tracePt t="31672" x="3995738" y="2405063"/>
          <p14:tracePt t="31680" x="4005263" y="2387600"/>
          <p14:tracePt t="31688" x="4021138" y="2387600"/>
          <p14:tracePt t="31704" x="4038600" y="2370138"/>
          <p14:tracePt t="31729" x="4056063" y="2370138"/>
          <p14:tracePt t="32557" x="4056063" y="2387600"/>
          <p14:tracePt t="35981" x="4056063" y="2405063"/>
          <p14:tracePt t="35989" x="4056063" y="2430463"/>
          <p14:tracePt t="35998" x="4056063" y="2446338"/>
          <p14:tracePt t="36006" x="4038600" y="2463800"/>
          <p14:tracePt t="36014" x="4038600" y="2489200"/>
          <p14:tracePt t="36022" x="4038600" y="2506663"/>
          <p14:tracePt t="36030" x="4021138" y="2522538"/>
          <p14:tracePt t="36038" x="4021138" y="2540000"/>
          <p14:tracePt t="36055" x="4005263" y="2547938"/>
          <p14:tracePt t="36063" x="4005263" y="2565400"/>
          <p14:tracePt t="36079" x="4005263" y="2582863"/>
          <p14:tracePt t="36104" x="4005263" y="2598738"/>
          <p14:tracePt t="36121" x="3995738" y="2598738"/>
          <p14:tracePt t="36153" x="3995738" y="2608263"/>
          <p14:tracePt t="36161" x="3979863" y="2608263"/>
          <p14:tracePt t="36227" x="3962400" y="2608263"/>
          <p14:tracePt t="36238" x="3962400" y="2624138"/>
          <p14:tracePt t="36260" x="3944938" y="2624138"/>
          <p14:tracePt t="36317" x="3937000" y="2624138"/>
          <p14:tracePt t="36686" x="3937000" y="2641600"/>
          <p14:tracePt t="36694" x="3962400" y="2667000"/>
          <p14:tracePt t="36704" x="4038600" y="2743200"/>
          <p14:tracePt t="36710" x="4208463" y="2913063"/>
          <p14:tracePt t="36721" x="4402138" y="3124200"/>
          <p14:tracePt t="36727" x="4681538" y="3395663"/>
          <p14:tracePt t="36736" x="5029200" y="3675063"/>
          <p14:tracePt t="36743" x="5529263" y="4038600"/>
          <p14:tracePt t="36753" x="6096000" y="4427538"/>
          <p14:tracePt t="36760" x="6789738" y="4843463"/>
          <p14:tracePt t="36769" x="7459663" y="5224463"/>
          <p14:tracePt t="36776" x="8120063" y="5554663"/>
          <p14:tracePt t="36784" x="8831263" y="5824538"/>
          <p14:tracePt t="36792" x="9474200" y="6062663"/>
          <p14:tracePt t="36801" x="9702800" y="6121400"/>
          <p14:tracePt t="36809" x="10236200" y="6256338"/>
          <p14:tracePt t="36817" x="10718800" y="6375400"/>
          <p14:tracePt t="36825" x="11158538" y="6469063"/>
          <p14:tracePt t="36833" x="11574463" y="6510338"/>
          <p14:tracePt t="36842" x="11955463" y="6545263"/>
          <p14:tracePt t="38383" x="10421938" y="6484938"/>
          <p14:tracePt t="38393" x="9710738" y="6230938"/>
          <p14:tracePt t="38400" x="9024938" y="5943600"/>
          <p14:tracePt t="38407" x="8780463" y="5849938"/>
          <p14:tracePt t="38415" x="8212138" y="5613400"/>
          <p14:tracePt t="38440" x="6815138" y="5072063"/>
          <p14:tracePt t="38447" x="6469063" y="4910138"/>
          <p14:tracePt t="38456" x="6189663" y="4783138"/>
          <p14:tracePt t="38463" x="5943600" y="4699000"/>
          <p14:tracePt t="38472" x="5867400" y="4665663"/>
          <p14:tracePt t="38480" x="5707063" y="4605338"/>
          <p14:tracePt t="38488" x="5570538" y="4546600"/>
          <p14:tracePt t="38497" x="5494338" y="4521200"/>
          <p14:tracePt t="38505" x="5418138" y="4487863"/>
          <p14:tracePt t="38513" x="5334000" y="4452938"/>
          <p14:tracePt t="38521" x="5300663" y="4445000"/>
          <p14:tracePt t="38529" x="5257800" y="4427538"/>
          <p14:tracePt t="38538" x="5224463" y="4427538"/>
          <p14:tracePt t="38545" x="5199063" y="4411663"/>
          <p14:tracePt t="38554" x="5181600" y="4411663"/>
          <p14:tracePt t="38562" x="5148263" y="4411663"/>
          <p14:tracePt t="38571" x="5138738" y="4411663"/>
          <p14:tracePt t="38578" x="5122863" y="4394200"/>
          <p14:tracePt t="38587" x="5105400" y="4394200"/>
          <p14:tracePt t="38595" x="5087938" y="4394200"/>
          <p14:tracePt t="38604" x="5072063" y="4394200"/>
          <p14:tracePt t="38611" x="5062538" y="4394200"/>
          <p14:tracePt t="38621" x="5046663" y="4386263"/>
          <p14:tracePt t="38627" x="5029200" y="4386263"/>
          <p14:tracePt t="38637" x="5003800" y="4386263"/>
          <p14:tracePt t="38644" x="4970463" y="4368800"/>
          <p14:tracePt t="38661" x="4935538" y="4351338"/>
          <p14:tracePt t="38670" x="4927600" y="4351338"/>
          <p14:tracePt t="38686" x="4910138" y="4335463"/>
          <p14:tracePt t="42354" x="5029200" y="4411663"/>
          <p14:tracePt t="42361" x="5138738" y="4487863"/>
          <p14:tracePt t="42371" x="5265738" y="4564063"/>
          <p14:tracePt t="42376" x="5402263" y="4622800"/>
          <p14:tracePt t="42386" x="5537200" y="4699000"/>
          <p14:tracePt t="42393" x="5664200" y="4741863"/>
          <p14:tracePt t="42401" x="5824538" y="4783138"/>
          <p14:tracePt t="42409" x="6129338" y="4919663"/>
          <p14:tracePt t="42417" x="6408738" y="5011738"/>
          <p14:tracePt t="42426" x="6637338" y="5054600"/>
          <p14:tracePt t="42434" x="6875463" y="5105400"/>
          <p14:tracePt t="42442" x="7069138" y="5130800"/>
          <p14:tracePt t="42451" x="7129463" y="5130800"/>
          <p14:tracePt t="42458" x="7297738" y="5130800"/>
          <p14:tracePt t="42467" x="7391400" y="5130800"/>
          <p14:tracePt t="42475" x="7475538" y="5130800"/>
          <p14:tracePt t="42483" x="7551738" y="5130800"/>
          <p14:tracePt t="42491" x="7586663" y="5130800"/>
          <p14:tracePt t="42499" x="7612063" y="5130800"/>
          <p14:tracePt t="42508" x="7645400" y="5113338"/>
          <p14:tracePt t="42524" x="7653338" y="5105400"/>
          <p14:tracePt t="42581" x="7653338" y="5087938"/>
          <p14:tracePt t="42598" x="7653338" y="5072063"/>
          <p14:tracePt t="42606" x="7653338" y="5054600"/>
          <p14:tracePt t="42622" x="7653338" y="5046663"/>
          <p14:tracePt t="42631" x="7653338" y="5029200"/>
          <p14:tracePt t="42639" x="7653338" y="5011738"/>
          <p14:tracePt t="42647" x="7645400" y="4995863"/>
          <p14:tracePt t="42655" x="7645400" y="4978400"/>
          <p14:tracePt t="42663" x="7645400" y="4970463"/>
          <p14:tracePt t="42671" x="7645400" y="4953000"/>
          <p14:tracePt t="42680" x="7627938" y="4910138"/>
          <p14:tracePt t="42688" x="7627938" y="4843463"/>
          <p14:tracePt t="43179" x="7612063" y="4800600"/>
          <p14:tracePt t="43188" x="7586663" y="4757738"/>
          <p14:tracePt t="43196" x="7569200" y="4741863"/>
          <p14:tracePt t="43204" x="7551738" y="4741863"/>
          <p14:tracePt t="43221" x="7551738" y="4724400"/>
          <p14:tracePt t="43228" x="7551738" y="4716463"/>
          <p14:tracePt t="43237" x="7535863" y="4699000"/>
          <p14:tracePt t="43245" x="7535863" y="4681538"/>
          <p14:tracePt t="43254" x="7535863" y="4648200"/>
          <p14:tracePt t="43261" x="7518400" y="4622800"/>
          <p14:tracePt t="43271" x="7510463" y="4579938"/>
          <p14:tracePt t="43277" x="7475538" y="4521200"/>
          <p14:tracePt t="43288" x="7459663" y="4487863"/>
          <p14:tracePt t="43294" x="7434263" y="4427538"/>
          <p14:tracePt t="43304" x="7416800" y="4386263"/>
          <p14:tracePt t="43310" x="7391400" y="4335463"/>
          <p14:tracePt t="43320" x="7373938" y="4318000"/>
          <p14:tracePt t="43327" x="7323138" y="4275138"/>
          <p14:tracePt t="43337" x="7297738" y="4233863"/>
          <p14:tracePt t="43343" x="7264400" y="4191000"/>
          <p14:tracePt t="43354" x="7221538" y="4140200"/>
          <p14:tracePt t="43360" x="7180263" y="4097338"/>
          <p14:tracePt t="43370" x="7129463" y="4056063"/>
          <p14:tracePt t="43376" x="7086600" y="4005263"/>
          <p14:tracePt t="43387" x="7043738" y="3979863"/>
          <p14:tracePt t="43392" x="6992938" y="3929063"/>
          <p14:tracePt t="43404" x="6951663" y="3903663"/>
          <p14:tracePt t="43409" x="6858000" y="3827463"/>
          <p14:tracePt t="43420" x="6789738" y="3784600"/>
          <p14:tracePt t="43425" x="6662738" y="3725863"/>
          <p14:tracePt t="43437" x="6561138" y="3675063"/>
          <p14:tracePt t="43441" x="6443663" y="3614738"/>
          <p14:tracePt t="43454" x="6291263" y="3530600"/>
          <p14:tracePt t="43458" x="6113463" y="3421063"/>
          <p14:tracePt t="43470" x="5976938" y="3327400"/>
          <p14:tracePt t="43474" x="5824538" y="3243263"/>
          <p14:tracePt t="43487" x="5783263" y="3208338"/>
          <p14:tracePt t="43491" x="5664200" y="3124200"/>
          <p14:tracePt t="43504" x="5570538" y="3048000"/>
          <p14:tracePt t="43507" x="5511800" y="2997200"/>
          <p14:tracePt t="43520" x="5453063" y="2938463"/>
          <p14:tracePt t="43524" x="5402263" y="2913063"/>
          <p14:tracePt t="43537" x="5359400" y="2878138"/>
          <p14:tracePt t="43540" x="5316538" y="2852738"/>
          <p14:tracePt t="43554" x="5283200" y="2819400"/>
          <p14:tracePt t="43557" x="5257800" y="2801938"/>
          <p14:tracePt t="43570" x="5224463" y="2776538"/>
          <p14:tracePt t="43587" x="5207000" y="2760663"/>
          <p14:tracePt t="43590" x="5199063" y="2760663"/>
          <p14:tracePt t="43604" x="5181600" y="2743200"/>
          <p14:tracePt t="43621" x="5164138" y="2743200"/>
          <p14:tracePt t="43630" x="5148263" y="2743200"/>
          <p14:tracePt t="43638" x="5148263" y="2735263"/>
          <p14:tracePt t="43655" x="5138738" y="2735263"/>
          <p14:tracePt t="43671" x="5122863" y="2735263"/>
          <p14:tracePt t="43695" x="5105400" y="2735263"/>
          <p14:tracePt t="43720" x="5087938" y="2735263"/>
          <p14:tracePt t="43744" x="5072063" y="2735263"/>
          <p14:tracePt t="43794" x="5062538" y="2735263"/>
          <p14:tracePt t="43835" x="5046663" y="2735263"/>
          <p14:tracePt t="43851" x="5029200" y="2735263"/>
          <p14:tracePt t="43859" x="5011738" y="2735263"/>
          <p14:tracePt t="43876" x="5003800" y="2735263"/>
          <p14:tracePt t="43884" x="4986338" y="2735263"/>
          <p14:tracePt t="43909" x="4970463" y="2735263"/>
          <p14:tracePt t="43925" x="4953000" y="2735263"/>
          <p14:tracePt t="43949" x="4935538" y="2735263"/>
          <p14:tracePt t="43958" x="4935538" y="2743200"/>
          <p14:tracePt t="43990" x="4935538" y="2760663"/>
          <p14:tracePt t="44376" x="4935538" y="2776538"/>
          <p14:tracePt t="44449" x="4935538" y="2794000"/>
          <p14:tracePt t="44523" x="4935538" y="2801938"/>
          <p14:tracePt t="44588" x="4953000" y="2819400"/>
          <p14:tracePt t="44712" x="4970463" y="2819400"/>
          <p14:tracePt t="44851" x="4970463" y="2836863"/>
          <p14:tracePt t="44859" x="4986338" y="2836863"/>
          <p14:tracePt t="44875" x="4986338" y="2852738"/>
          <p14:tracePt t="44884" x="5011738" y="2895600"/>
          <p14:tracePt t="44892" x="5046663" y="2938463"/>
          <p14:tracePt t="44900" x="5072063" y="2997200"/>
          <p14:tracePt t="44908" x="5087938" y="3030538"/>
          <p14:tracePt t="44916" x="5148263" y="3090863"/>
          <p14:tracePt t="44925" x="5181600" y="3132138"/>
          <p14:tracePt t="44933" x="5207000" y="3200400"/>
          <p14:tracePt t="44941" x="5257800" y="3243263"/>
          <p14:tracePt t="44949" x="5283200" y="3268663"/>
          <p14:tracePt t="44957" x="5316538" y="3302000"/>
          <p14:tracePt t="44966" x="5316538" y="3319463"/>
          <p14:tracePt t="44974" x="5334000" y="3327400"/>
          <p14:tracePt t="44982" x="5341938" y="3327400"/>
          <p14:tracePt t="44990" x="5359400" y="3344863"/>
          <p14:tracePt t="45007" x="5392738" y="3344863"/>
          <p14:tracePt t="45015" x="5402263" y="3344863"/>
          <p14:tracePt t="45031" x="5435600" y="3344863"/>
          <p14:tracePt t="45039" x="5468938" y="3344863"/>
          <p14:tracePt t="45047" x="5537200" y="3344863"/>
          <p14:tracePt t="45056" x="5613400" y="3327400"/>
          <p14:tracePt t="45064" x="5722938" y="3302000"/>
          <p14:tracePt t="45072" x="5961063" y="3243263"/>
          <p14:tracePt t="45080" x="6197600" y="3167063"/>
          <p14:tracePt t="45088" x="6519863" y="3090863"/>
          <p14:tracePt t="45097" x="6891338" y="2989263"/>
          <p14:tracePt t="45105" x="7315200" y="2913063"/>
          <p14:tracePt t="45113" x="7747000" y="2794000"/>
          <p14:tracePt t="45121" x="8288338" y="2667000"/>
          <p14:tracePt t="45129" x="8483600" y="2624138"/>
          <p14:tracePt t="45137" x="8915400" y="2540000"/>
          <p14:tracePt t="45146" x="9339263" y="2430463"/>
          <p14:tracePt t="45154" x="9710738" y="2336800"/>
          <p14:tracePt t="45162" x="9999663" y="2278063"/>
          <p14:tracePt t="45171" x="10228263" y="2209800"/>
          <p14:tracePt t="45178" x="10304463" y="2209800"/>
          <p14:tracePt t="45187" x="10464800" y="2159000"/>
          <p14:tracePt t="45195" x="10541000" y="2133600"/>
          <p14:tracePt t="45204" x="10634663" y="2116138"/>
          <p14:tracePt t="45211" x="10660063" y="2116138"/>
          <p14:tracePt t="45220" x="10693400" y="2100263"/>
          <p14:tracePt t="45227" x="10701338" y="2100263"/>
          <p14:tracePt t="45277" x="10701338" y="2082800"/>
          <p14:tracePt t="45350" x="10701338" y="2074863"/>
          <p14:tracePt t="45375" x="10701338" y="2057400"/>
          <p14:tracePt t="45391" x="10693400" y="2057400"/>
          <p14:tracePt t="45399" x="10693400" y="2039938"/>
          <p14:tracePt t="45440" x="10675938" y="2039938"/>
          <p14:tracePt t="45514" x="10660063" y="2039938"/>
          <p14:tracePt t="45563" x="10642600" y="2057400"/>
          <p14:tracePt t="45580" x="10634663" y="2074863"/>
          <p14:tracePt t="45596" x="10617200" y="2082800"/>
          <p14:tracePt t="45604" x="10599738" y="2100263"/>
          <p14:tracePt t="45613" x="10566400" y="2116138"/>
          <p14:tracePt t="45621" x="10541000" y="2133600"/>
          <p14:tracePt t="45629" x="10507663" y="2159000"/>
          <p14:tracePt t="45637" x="10464800" y="2192338"/>
          <p14:tracePt t="45646" x="10421938" y="2235200"/>
          <p14:tracePt t="45654" x="10329863" y="2293938"/>
          <p14:tracePt t="45662" x="10269538" y="2336800"/>
          <p14:tracePt t="45670" x="10177463" y="2405063"/>
          <p14:tracePt t="45678" x="10091738" y="2463800"/>
          <p14:tracePt t="45687" x="9974263" y="2522538"/>
          <p14:tracePt t="45695" x="9837738" y="2598738"/>
          <p14:tracePt t="45704" x="9728200" y="2659063"/>
          <p14:tracePt t="45711" x="9575800" y="2743200"/>
          <p14:tracePt t="45721" x="9440863" y="2801938"/>
          <p14:tracePt t="45727" x="9321800" y="2878138"/>
          <p14:tracePt t="45737" x="9263063" y="2895600"/>
          <p14:tracePt t="45744" x="9161463" y="2938463"/>
          <p14:tracePt t="45754" x="9024938" y="2989263"/>
          <p14:tracePt t="45760" x="8915400" y="3014663"/>
          <p14:tracePt t="45770" x="8847138" y="3048000"/>
          <p14:tracePt t="45776" x="8770938" y="3065463"/>
          <p14:tracePt t="45786" x="8694738" y="3073400"/>
          <p14:tracePt t="45793" x="8636000" y="3073400"/>
          <p14:tracePt t="45803" x="8559800" y="3073400"/>
          <p14:tracePt t="45809" x="8516938" y="3073400"/>
          <p14:tracePt t="45818" x="8450263" y="3073400"/>
          <p14:tracePt t="45826" x="8424863" y="3073400"/>
          <p14:tracePt t="45834" x="8389938" y="3065463"/>
          <p14:tracePt t="45842" x="8382000" y="3048000"/>
          <p14:tracePt t="45850" x="8364538" y="3030538"/>
          <p14:tracePt t="45859" x="8348663" y="3014663"/>
          <p14:tracePt t="45867" x="8331200" y="3014663"/>
          <p14:tracePt t="45875" x="8331200" y="2997200"/>
          <p14:tracePt t="45891" x="8313738" y="2997200"/>
          <p14:tracePt t="45900" x="8313738" y="2989263"/>
          <p14:tracePt t="46113" x="8313738" y="2997200"/>
          <p14:tracePt t="46137" x="8313738" y="3014663"/>
          <p14:tracePt t="46154" x="8313738" y="3030538"/>
          <p14:tracePt t="46171" x="8313738" y="3048000"/>
          <p14:tracePt t="46195" x="8313738" y="3065463"/>
          <p14:tracePt t="46204" x="8313738" y="3073400"/>
          <p14:tracePt t="46227" x="8305800" y="3090863"/>
          <p14:tracePt t="46243" x="8305800" y="3106738"/>
          <p14:tracePt t="46254" x="8305800" y="3124200"/>
          <p14:tracePt t="46260" x="8288338" y="3132138"/>
          <p14:tracePt t="46270" x="8288338" y="3149600"/>
          <p14:tracePt t="46276" x="8272463" y="3182938"/>
          <p14:tracePt t="46284" x="8272463" y="3225800"/>
          <p14:tracePt t="46293" x="8255000" y="3259138"/>
          <p14:tracePt t="46301" x="8247063" y="3302000"/>
          <p14:tracePt t="46309" x="8229600" y="3327400"/>
          <p14:tracePt t="46317" x="8212138" y="3378200"/>
          <p14:tracePt t="46326" x="8196263" y="3421063"/>
          <p14:tracePt t="46334" x="8196263" y="3454400"/>
          <p14:tracePt t="46342" x="8170863" y="3497263"/>
          <p14:tracePt t="46350" x="8170863" y="3513138"/>
          <p14:tracePt t="46359" x="8153400" y="3538538"/>
          <p14:tracePt t="46367" x="8153400" y="3556000"/>
          <p14:tracePt t="46375" x="8135938" y="3573463"/>
          <p14:tracePt t="46383" x="8135938" y="3589338"/>
          <p14:tracePt t="46391" x="8135938" y="3598863"/>
          <p14:tracePt t="46399" x="8120063" y="3598863"/>
          <p14:tracePt t="46408" x="8120063" y="3614738"/>
          <p14:tracePt t="46424" x="8120063" y="3632200"/>
          <p14:tracePt t="46489" x="8120063" y="3649663"/>
          <p14:tracePt t="46497" x="8110538" y="3649663"/>
          <p14:tracePt t="46547" x="8094663" y="3649663"/>
          <p14:tracePt t="46555" x="8094663" y="3657600"/>
          <p14:tracePt t="46571" x="8077200" y="3657600"/>
          <p14:tracePt t="46580" x="8077200" y="3675063"/>
          <p14:tracePt t="46588" x="8059738" y="3690938"/>
          <p14:tracePt t="46596" x="8051800" y="3690938"/>
          <p14:tracePt t="46604" x="8051800" y="3708400"/>
          <p14:tracePt t="46612" x="8018463" y="3725863"/>
          <p14:tracePt t="46620" x="8001000" y="3733800"/>
          <p14:tracePt t="46629" x="7975600" y="3767138"/>
          <p14:tracePt t="46637" x="7958138" y="3784600"/>
          <p14:tracePt t="46645" x="7942263" y="3792538"/>
          <p14:tracePt t="46654" x="7916863" y="3810000"/>
          <p14:tracePt t="46662" x="7881938" y="3843338"/>
          <p14:tracePt t="46670" x="7866063" y="3860800"/>
          <p14:tracePt t="46678" x="7840663" y="3868738"/>
          <p14:tracePt t="46687" x="7823200" y="3886200"/>
          <p14:tracePt t="46694" x="7805738" y="3903663"/>
          <p14:tracePt t="46704" x="7805738" y="3919538"/>
          <p14:tracePt t="46711" x="7789863" y="3919538"/>
          <p14:tracePt t="46720" x="7780338" y="3929063"/>
          <p14:tracePt t="46727" x="7780338" y="3944938"/>
          <p14:tracePt t="46737" x="7764463" y="3944938"/>
          <p14:tracePt t="46743" x="7764463" y="3962400"/>
          <p14:tracePt t="46753" x="7747000" y="3962400"/>
          <p14:tracePt t="46760" x="7747000" y="3979863"/>
          <p14:tracePt t="46770" x="7729538" y="3979863"/>
          <p14:tracePt t="46776" x="7729538" y="3987800"/>
          <p14:tracePt t="46785" x="7721600" y="3987800"/>
          <p14:tracePt t="46793" x="7721600" y="4005263"/>
          <p14:tracePt t="46801" x="7721600" y="4021138"/>
          <p14:tracePt t="46809" x="7704138" y="4021138"/>
          <p14:tracePt t="46833" x="7704138" y="4038600"/>
          <p14:tracePt t="46842" x="7688263" y="4038600"/>
          <p14:tracePt t="46858" x="7688263" y="4056063"/>
          <p14:tracePt t="46882" x="7688263" y="4064000"/>
          <p14:tracePt t="46899" x="7670800" y="4064000"/>
          <p14:tracePt t="47685" x="7670800" y="4081463"/>
          <p14:tracePt t="47735" x="7670800" y="4097338"/>
          <p14:tracePt t="47759" x="7653338" y="4114800"/>
          <p14:tracePt t="47784" x="7653338" y="4122738"/>
          <p14:tracePt t="47792" x="7645400" y="4122738"/>
          <p14:tracePt t="47800" x="7645400" y="4140200"/>
          <p14:tracePt t="47825" x="7627938" y="4157663"/>
          <p14:tracePt t="47849" x="7627938" y="4173538"/>
          <p14:tracePt t="48620" x="7594600" y="4173538"/>
          <p14:tracePt t="48628" x="7391400" y="4275138"/>
          <p14:tracePt t="48637" x="7205663" y="4394200"/>
          <p14:tracePt t="48644" x="7027863" y="4487863"/>
          <p14:tracePt t="48654" x="6815138" y="4589463"/>
          <p14:tracePt t="48661" x="6561138" y="4741863"/>
          <p14:tracePt t="48670" x="6350000" y="4843463"/>
          <p14:tracePt t="48677" x="6129338" y="4953000"/>
          <p14:tracePt t="48686" x="5943600" y="5046663"/>
          <p14:tracePt t="48694" x="5783263" y="5148263"/>
          <p14:tracePt t="48703" x="5435600" y="5326063"/>
          <p14:tracePt t="48710" x="5138738" y="5503863"/>
          <p14:tracePt t="48720" x="4833938" y="5656263"/>
          <p14:tracePt t="48726" x="4775200" y="5672138"/>
          <p14:tracePt t="48734" x="4597400" y="5773738"/>
          <p14:tracePt t="48742" x="4487863" y="5824538"/>
          <p14:tracePt t="48751" x="4411663" y="5867400"/>
          <p14:tracePt t="48759" x="4351338" y="5900738"/>
          <p14:tracePt t="48767" x="4310063" y="5910263"/>
          <p14:tracePt t="48775" x="4267200" y="5961063"/>
          <p14:tracePt t="48783" x="4216400" y="5969000"/>
          <p14:tracePt t="48792" x="4191000" y="5986463"/>
          <p14:tracePt t="48800" x="4140200" y="6019800"/>
          <p14:tracePt t="48808" x="4132263" y="6037263"/>
          <p14:tracePt t="48816" x="4114800" y="6045200"/>
          <p14:tracePt t="48825" x="4097338" y="6062663"/>
          <p14:tracePt t="48833" x="4081463" y="6078538"/>
          <p14:tracePt t="48841" x="4071938" y="6096000"/>
          <p14:tracePt t="48849" x="4071938" y="6103938"/>
          <p14:tracePt t="48857" x="4056063" y="6154738"/>
          <p14:tracePt t="48865" x="4021138" y="6180138"/>
          <p14:tracePt t="48874" x="4005263" y="6240463"/>
          <p14:tracePt t="48882" x="3979863" y="6316663"/>
          <p14:tracePt t="48890" x="3944938" y="6408738"/>
          <p14:tracePt t="48898" x="3937000" y="6434138"/>
          <p14:tracePt t="48906" x="3886200" y="6510338"/>
          <p14:tracePt t="48914" x="3860800" y="6570663"/>
          <p14:tracePt t="48923" x="3827463" y="6629400"/>
          <p14:tracePt t="48931" x="3802063" y="6697663"/>
          <p14:tracePt t="48939" x="3751263" y="6738938"/>
          <p14:tracePt t="48947" x="3708400" y="6781800"/>
          <p14:tracePt t="51251" x="10828338" y="5926138"/>
          <p14:tracePt t="51263" x="10599738" y="5765800"/>
          <p14:tracePt t="51272" x="10117138" y="5478463"/>
          <p14:tracePt t="51277" x="9999663" y="5402263"/>
          <p14:tracePt t="51289" x="9771063" y="5240338"/>
          <p14:tracePt t="51292" x="9575800" y="5087938"/>
          <p14:tracePt t="51307" x="9456738" y="4995863"/>
          <p14:tracePt t="51308" x="9398000" y="4953000"/>
          <p14:tracePt t="51315" x="9372600" y="4919663"/>
          <p14:tracePt t="51323" x="9339263" y="4910138"/>
          <p14:tracePt t="51331" x="9339263" y="4894263"/>
          <p14:tracePt t="51340" x="9321800" y="4894263"/>
          <p14:tracePt t="51397" x="9313863" y="4894263"/>
          <p14:tracePt t="51413" x="9278938" y="4894263"/>
          <p14:tracePt t="51422" x="9245600" y="4894263"/>
          <p14:tracePt t="51430" x="9186863" y="4894263"/>
          <p14:tracePt t="51438" x="9110663" y="4894263"/>
          <p14:tracePt t="51446" x="9009063" y="4894263"/>
          <p14:tracePt t="51454" x="8872538" y="4894263"/>
          <p14:tracePt t="51463" x="8755063" y="4894263"/>
          <p14:tracePt t="51471" x="8585200" y="4894263"/>
          <p14:tracePt t="51479" x="8424863" y="4894263"/>
          <p14:tracePt t="51487" x="8255000" y="4894263"/>
          <p14:tracePt t="51495" x="8094663" y="4876800"/>
          <p14:tracePt t="51504" x="8034338" y="4843463"/>
          <p14:tracePt t="51512" x="7924800" y="4833938"/>
          <p14:tracePt t="51521" x="7848600" y="4800600"/>
          <p14:tracePt t="51528" x="7789863" y="4783138"/>
          <p14:tracePt t="51537" x="7764463" y="4775200"/>
          <p14:tracePt t="51545" x="7721600" y="4741863"/>
          <p14:tracePt t="51554" x="7704138" y="4741863"/>
          <p14:tracePt t="51561" x="7688263" y="4724400"/>
          <p14:tracePt t="51577" x="7670800" y="4716463"/>
          <p14:tracePt t="51587" x="7653338" y="4716463"/>
          <p14:tracePt t="51603" x="7653338" y="4699000"/>
          <p14:tracePt t="51620" x="7645400" y="4699000"/>
          <p14:tracePt t="51636" x="7645400" y="4681538"/>
          <p14:tracePt t="51684" x="7645400" y="4665663"/>
          <p14:tracePt t="51725" x="7645400" y="4648200"/>
          <p14:tracePt t="51799" x="7645400" y="4665663"/>
          <p14:tracePt t="51807" x="7645400" y="4681538"/>
          <p14:tracePt t="51815" x="7645400" y="4716463"/>
          <p14:tracePt t="51823" x="7645400" y="4757738"/>
          <p14:tracePt t="51831" x="7645400" y="4833938"/>
          <p14:tracePt t="51839" x="7645400" y="4910138"/>
          <p14:tracePt t="51848" x="7612063" y="4978400"/>
          <p14:tracePt t="51856" x="7535863" y="5054600"/>
          <p14:tracePt t="51864" x="7459663" y="5148263"/>
          <p14:tracePt t="51872" x="7391400" y="5224463"/>
          <p14:tracePt t="51880" x="7264400" y="5300663"/>
          <p14:tracePt t="51889" x="7188200" y="5359400"/>
          <p14:tracePt t="51897" x="7086600" y="5402263"/>
          <p14:tracePt t="51905" x="6951663" y="5435600"/>
          <p14:tracePt t="51913" x="6850063" y="5461000"/>
          <p14:tracePt t="51921" x="6789738" y="5478463"/>
          <p14:tracePt t="51930" x="6680200" y="5494338"/>
          <p14:tracePt t="51938" x="6596063" y="5503863"/>
          <p14:tracePt t="51946" x="6484938" y="5503863"/>
          <p14:tracePt t="51955" x="6383338" y="5503863"/>
          <p14:tracePt t="51963" x="6273800" y="5519738"/>
          <p14:tracePt t="51971" x="6197600" y="5519738"/>
          <p14:tracePt t="51979" x="6113463" y="5519738"/>
          <p14:tracePt t="51988" x="6037263" y="5519738"/>
          <p14:tracePt t="51995" x="5976938" y="5519738"/>
          <p14:tracePt t="52004" x="5943600" y="5519738"/>
          <p14:tracePt t="52012" x="5900738" y="5519738"/>
          <p14:tracePt t="52020" x="5884863" y="5519738"/>
          <p14:tracePt t="52037" x="5867400" y="5519738"/>
          <p14:tracePt t="52069" x="5884863" y="5503863"/>
          <p14:tracePt t="52249" x="5867400" y="5503863"/>
          <p14:tracePt t="52257" x="5765800" y="5554663"/>
          <p14:tracePt t="52266" x="5646738" y="5630863"/>
          <p14:tracePt t="52274" x="5529263" y="5689600"/>
          <p14:tracePt t="52282" x="5392738" y="5748338"/>
          <p14:tracePt t="52290" x="5265738" y="5824538"/>
          <p14:tracePt t="52298" x="5181600" y="5867400"/>
          <p14:tracePt t="52307" x="4953000" y="5969000"/>
          <p14:tracePt t="52315" x="4741863" y="6078538"/>
          <p14:tracePt t="52323" x="4605338" y="6138863"/>
          <p14:tracePt t="52331" x="4546600" y="6180138"/>
          <p14:tracePt t="52339" x="4445000" y="6256338"/>
          <p14:tracePt t="52348" x="4325938" y="6316663"/>
          <p14:tracePt t="52356" x="4140200" y="6426200"/>
          <p14:tracePt t="52364" x="4056063" y="6494463"/>
          <p14:tracePt t="52372" x="3962400" y="6561138"/>
          <p14:tracePt t="52380" x="3919538" y="6586538"/>
          <p14:tracePt t="52389" x="3843338" y="6629400"/>
          <p14:tracePt t="52397" x="3784600" y="6680200"/>
          <p14:tracePt t="52405" x="3708400" y="6723063"/>
          <p14:tracePt t="52413" x="3665538" y="6738938"/>
          <p14:tracePt t="52422" x="3606800" y="6764338"/>
          <p14:tracePt t="52429" x="3589338" y="6781800"/>
          <p14:tracePt t="52438" x="3556000" y="6781800"/>
          <p14:tracePt t="52446" x="3530600" y="6799263"/>
          <p14:tracePt t="52462" x="3513138" y="6815138"/>
          <p14:tracePt t="52471" x="3497263" y="6815138"/>
          <p14:tracePt t="52479" x="3479800" y="6815138"/>
          <p14:tracePt t="52487" x="3479800" y="6824663"/>
          <p14:tracePt t="52495" x="3471863" y="6824663"/>
          <p14:tracePt t="52504" x="3454400" y="6840538"/>
          <p14:tracePt t="52511" x="3436938" y="6840538"/>
          <p14:tracePt t="52521" x="3421063" y="6840538"/>
          <p14:tracePt t="53242" x="3767138" y="6240463"/>
          <p14:tracePt t="53250" x="4114800" y="5791200"/>
          <p14:tracePt t="53258" x="4538663" y="5265738"/>
          <p14:tracePt t="53266" x="5435600" y="4233863"/>
          <p14:tracePt t="53274" x="5689600" y="3929063"/>
          <p14:tracePt t="53282" x="6273800" y="3319463"/>
          <p14:tracePt t="53290" x="6484938" y="3124200"/>
          <p14:tracePt t="53298" x="6875463" y="2717800"/>
          <p14:tracePt t="53306" x="7205663" y="2430463"/>
          <p14:tracePt t="53314" x="7323138" y="2354263"/>
          <p14:tracePt t="53323" x="7518400" y="2209800"/>
          <p14:tracePt t="53331" x="7670800" y="2100263"/>
          <p14:tracePt t="53339" x="7780338" y="2039938"/>
          <p14:tracePt t="53347" x="7840663" y="2024063"/>
          <p14:tracePt t="53355" x="7881938" y="2014538"/>
          <p14:tracePt t="53372" x="7899400" y="2014538"/>
          <p14:tracePt t="53380" x="7916863" y="2014538"/>
          <p14:tracePt t="53396" x="7924800" y="2014538"/>
          <p14:tracePt t="53462" x="7924800" y="2024063"/>
          <p14:tracePt t="53478" x="7924800" y="2039938"/>
          <p14:tracePt t="53495" x="7916863" y="2057400"/>
          <p14:tracePt t="53504" x="7916863" y="2082800"/>
          <p14:tracePt t="53511" x="7899400" y="2100263"/>
          <p14:tracePt t="53521" x="7866063" y="2133600"/>
          <p14:tracePt t="53527" x="7823200" y="2176463"/>
          <p14:tracePt t="53537" x="7789863" y="2235200"/>
          <p14:tracePt t="53544" x="7747000" y="2278063"/>
          <p14:tracePt t="53553" x="7721600" y="2336800"/>
          <p14:tracePt t="53560" x="7688263" y="2387600"/>
          <p14:tracePt t="53570" x="7645400" y="2430463"/>
          <p14:tracePt t="53577" x="7612063" y="2463800"/>
          <p14:tracePt t="53586" x="7594600" y="2471738"/>
          <p14:tracePt t="53593" x="7594600" y="2489200"/>
          <p14:tracePt t="53603" x="7586663" y="2489200"/>
          <p14:tracePt t="53609" x="7569200" y="2506663"/>
          <p14:tracePt t="53626" x="7551738" y="2506663"/>
          <p14:tracePt t="54838" x="7551738" y="2522538"/>
          <p14:tracePt t="55444" x="7535863" y="2522538"/>
          <p14:tracePt t="55470" x="7518400" y="2522538"/>
          <p14:tracePt t="55478" x="7510463" y="2522538"/>
          <p14:tracePt t="55487" x="7493000" y="2522538"/>
          <p14:tracePt t="55494" x="7475538" y="2540000"/>
          <p14:tracePt t="55505" x="7450138" y="2547938"/>
          <p14:tracePt t="55510" x="7391400" y="2547938"/>
          <p14:tracePt t="55520" x="7315200" y="2565400"/>
          <p14:tracePt t="55527" x="7281863" y="2582863"/>
          <p14:tracePt t="55537" x="7221538" y="2598738"/>
          <p14:tracePt t="55543" x="7145338" y="2598738"/>
          <p14:tracePt t="55551" x="7053263" y="2608263"/>
          <p14:tracePt t="55559" x="6985000" y="2624138"/>
          <p14:tracePt t="55567" x="6926263" y="2641600"/>
          <p14:tracePt t="55576" x="6850063" y="2659063"/>
          <p14:tracePt t="55584" x="6773863" y="2667000"/>
          <p14:tracePt t="55592" x="6713538" y="2667000"/>
          <p14:tracePt t="55600" x="6654800" y="2684463"/>
          <p14:tracePt t="55609" x="6604000" y="2700338"/>
          <p14:tracePt t="55617" x="6561138" y="2700338"/>
          <p14:tracePt t="55625" x="6519863" y="2700338"/>
          <p14:tracePt t="55633" x="6484938" y="2717800"/>
          <p14:tracePt t="55641" x="6443663" y="2717800"/>
          <p14:tracePt t="55649" x="6408738" y="2717800"/>
          <p14:tracePt t="55658" x="6383338" y="2717800"/>
          <p14:tracePt t="55666" x="6350000" y="2717800"/>
          <p14:tracePt t="55674" x="6324600" y="2717800"/>
          <p14:tracePt t="55682" x="6291263" y="2717800"/>
          <p14:tracePt t="55699" x="6265863" y="2717800"/>
          <p14:tracePt t="55707" x="6248400" y="2717800"/>
          <p14:tracePt t="55715" x="6230938" y="2717800"/>
          <p14:tracePt t="55723" x="6215063" y="2717800"/>
          <p14:tracePt t="55740" x="6197600" y="2717800"/>
          <p14:tracePt t="55764" x="6189663" y="2717800"/>
          <p14:tracePt t="55797" x="6172200" y="2717800"/>
          <p14:tracePt t="55977" x="6189663" y="2717800"/>
          <p14:tracePt t="56043" x="6197600" y="2717800"/>
          <p14:tracePt t="56083" x="6215063" y="2717800"/>
          <p14:tracePt t="56141" x="6230938" y="2717800"/>
          <p14:tracePt t="56223" x="6230938" y="2700338"/>
          <p14:tracePt t="56657" x="6248400" y="2700338"/>
          <p14:tracePt t="56674" x="6265863" y="2700338"/>
          <p14:tracePt t="56682" x="6273800" y="2700338"/>
          <p14:tracePt t="56690" x="6307138" y="2700338"/>
          <p14:tracePt t="56698" x="6324600" y="2700338"/>
          <p14:tracePt t="56706" x="6350000" y="2700338"/>
          <p14:tracePt t="56715" x="6383338" y="2700338"/>
          <p14:tracePt t="56723" x="6426200" y="2700338"/>
          <p14:tracePt t="56731" x="6484938" y="2700338"/>
          <p14:tracePt t="56739" x="6527800" y="2700338"/>
          <p14:tracePt t="56747" x="6637338" y="2700338"/>
          <p14:tracePt t="56756" x="6723063" y="2684463"/>
          <p14:tracePt t="56764" x="6815138" y="2667000"/>
          <p14:tracePt t="56772" x="6951663" y="2641600"/>
          <p14:tracePt t="56780" x="7119938" y="2641600"/>
          <p14:tracePt t="56788" x="7281863" y="2624138"/>
          <p14:tracePt t="56796" x="7450138" y="2624138"/>
          <p14:tracePt t="56805" x="7645400" y="2624138"/>
          <p14:tracePt t="56813" x="7805738" y="2624138"/>
          <p14:tracePt t="56821" x="7975600" y="2624138"/>
          <p14:tracePt t="56829" x="8051800" y="2624138"/>
          <p14:tracePt t="56838" x="8186738" y="2624138"/>
          <p14:tracePt t="56845" x="8272463" y="2624138"/>
          <p14:tracePt t="56854" x="8364538" y="2624138"/>
          <p14:tracePt t="56862" x="8407400" y="2624138"/>
          <p14:tracePt t="56871" x="8466138" y="2624138"/>
          <p14:tracePt t="56878" x="8501063" y="2624138"/>
          <p14:tracePt t="56887" x="8516938" y="2624138"/>
          <p14:tracePt t="56895" x="8526463" y="2624138"/>
          <p14:tracePt t="56904" x="8542338" y="2624138"/>
          <p14:tracePt t="56921" x="8559800" y="2624138"/>
          <p14:tracePt t="56927" x="8559800" y="2641600"/>
          <p14:tracePt t="59656" x="8559800" y="2659063"/>
          <p14:tracePt t="59664" x="8526463" y="2760663"/>
          <p14:tracePt t="59672" x="8483600" y="2870200"/>
          <p14:tracePt t="59680" x="8424863" y="2989263"/>
          <p14:tracePt t="59688" x="8348663" y="3106738"/>
          <p14:tracePt t="59696" x="8255000" y="3259138"/>
          <p14:tracePt t="59705" x="8186738" y="3344863"/>
          <p14:tracePt t="59712" x="8018463" y="3614738"/>
          <p14:tracePt t="59721" x="7823200" y="3886200"/>
          <p14:tracePt t="59729" x="7627938" y="4122738"/>
          <p14:tracePt t="59737" x="7391400" y="4411663"/>
          <p14:tracePt t="59745" x="7162800" y="4665663"/>
          <p14:tracePt t="59754" x="6908800" y="4919663"/>
          <p14:tracePt t="59762" x="6604000" y="5189538"/>
          <p14:tracePt t="59771" x="6350000" y="5443538"/>
          <p14:tracePt t="59778" x="6062663" y="5656263"/>
          <p14:tracePt t="59788" x="5824538" y="5884863"/>
          <p14:tracePt t="59795" x="5588000" y="6045200"/>
          <p14:tracePt t="59804" x="5402263" y="6180138"/>
          <p14:tracePt t="59811" x="5224463" y="6299200"/>
          <p14:tracePt t="59821" x="5148263" y="6367463"/>
          <p14:tracePt t="59827" x="4851400" y="6527800"/>
          <p14:tracePt t="59837" x="4741863" y="6604000"/>
          <p14:tracePt t="59844" x="4699000" y="6621463"/>
          <p14:tracePt t="59854" x="4579938" y="6680200"/>
          <p14:tracePt t="59860" x="4503738" y="6723063"/>
          <p14:tracePt t="59871" x="4427538" y="6756400"/>
          <p14:tracePt t="59877" x="4351338" y="6781800"/>
          <p14:tracePt t="59888" x="4292600" y="6824663"/>
          <p14:tracePt t="59893" x="4233863" y="6840538"/>
          <p14:tracePt t="62328" x="3995738" y="6570663"/>
          <p14:tracePt t="62337" x="4411663" y="6332538"/>
          <p14:tracePt t="62343" x="4833938" y="6045200"/>
          <p14:tracePt t="62354" x="5435600" y="5707063"/>
          <p14:tracePt t="62359" x="5976938" y="5359400"/>
          <p14:tracePt t="62367" x="6713538" y="4935538"/>
          <p14:tracePt t="62375" x="7450138" y="4546600"/>
          <p14:tracePt t="62384" x="8186738" y="4157663"/>
          <p14:tracePt t="62392" x="8966200" y="3843338"/>
          <p14:tracePt t="62400" x="9202738" y="3767138"/>
          <p14:tracePt t="62408" x="9771063" y="3530600"/>
          <p14:tracePt t="62417" x="10253663" y="3378200"/>
          <p14:tracePt t="62424" x="10634663" y="3268663"/>
          <p14:tracePt t="62433" x="10947400" y="3200400"/>
          <p14:tracePt t="62441" x="11049000" y="3182938"/>
          <p14:tracePt t="62449" x="11244263" y="3132138"/>
          <p14:tracePt t="62457" x="11379200" y="3124200"/>
          <p14:tracePt t="62466" x="11488738" y="3124200"/>
          <p14:tracePt t="62474" x="11564938" y="3124200"/>
          <p14:tracePt t="62482" x="11607800" y="3124200"/>
          <p14:tracePt t="62490" x="11625263" y="3124200"/>
          <p14:tracePt t="62498" x="11650663" y="3124200"/>
          <p14:tracePt t="62515" x="11666538" y="3124200"/>
          <p14:tracePt t="62539" x="11684000" y="3124200"/>
          <p14:tracePt t="62720" x="11684000" y="3106738"/>
          <p14:tracePt t="62744" x="11666538" y="3106738"/>
          <p14:tracePt t="62760" x="11650663" y="3106738"/>
          <p14:tracePt t="62785" x="11633200" y="3090863"/>
          <p14:tracePt t="62793" x="11625263" y="3090863"/>
          <p14:tracePt t="62810" x="11607800" y="3090863"/>
          <p14:tracePt t="62826" x="11590338" y="3073400"/>
          <p14:tracePt t="62834" x="11574463" y="3073400"/>
          <p14:tracePt t="62843" x="11574463" y="3065463"/>
          <p14:tracePt t="62851" x="11564938" y="3065463"/>
          <p14:tracePt t="62859" x="11549063" y="3065463"/>
          <p14:tracePt t="62875" x="11531600" y="3065463"/>
          <p14:tracePt t="62884" x="11514138" y="3048000"/>
          <p14:tracePt t="62900" x="11498263" y="3048000"/>
          <p14:tracePt t="62908" x="11488738" y="3048000"/>
          <p14:tracePt t="62916" x="11488738" y="3030538"/>
          <p14:tracePt t="62924" x="11472863" y="3030538"/>
          <p14:tracePt t="62949" x="11455400" y="3030538"/>
          <p14:tracePt t="62965" x="11455400" y="3014663"/>
          <p14:tracePt t="66363" x="11430000" y="3014663"/>
          <p14:tracePt t="66371" x="11260138" y="3030538"/>
          <p14:tracePt t="66379" x="11125200" y="3048000"/>
          <p14:tracePt t="66388" x="10964863" y="3090863"/>
          <p14:tracePt t="66396" x="10837863" y="3106738"/>
          <p14:tracePt t="66405" x="10701338" y="3124200"/>
          <p14:tracePt t="66412" x="10634663" y="3132138"/>
          <p14:tracePt t="66421" x="10541000" y="3132138"/>
          <p14:tracePt t="66428" x="10507663" y="3132138"/>
          <p14:tracePt t="66437" x="10464800" y="3132138"/>
          <p14:tracePt t="66445" x="10439400" y="3132138"/>
          <p14:tracePt t="66454" x="10363200" y="3132138"/>
          <p14:tracePt t="66461" x="10304463" y="3132138"/>
          <p14:tracePt t="66471" x="10253663" y="3132138"/>
          <p14:tracePt t="66477" x="10236200" y="3132138"/>
          <p14:tracePt t="66487" x="10210800" y="3132138"/>
          <p14:tracePt t="66494" x="10193338" y="3149600"/>
          <p14:tracePt t="66510" x="10177463" y="3182938"/>
          <p14:tracePt t="66518" x="10167938" y="3200400"/>
          <p14:tracePt t="66527" x="10134600" y="3284538"/>
          <p14:tracePt t="66535" x="10101263" y="3327400"/>
          <p14:tracePt t="66543" x="10075863" y="3403600"/>
          <p14:tracePt t="66551" x="9999663" y="3530600"/>
          <p14:tracePt t="66559" x="9923463" y="3649663"/>
          <p14:tracePt t="66567" x="9804400" y="3767138"/>
          <p14:tracePt t="66576" x="9669463" y="3929063"/>
          <p14:tracePt t="66584" x="9550400" y="4038600"/>
          <p14:tracePt t="66592" x="9415463" y="4157663"/>
          <p14:tracePt t="66600" x="9296400" y="4275138"/>
          <p14:tracePt t="66609" x="9126538" y="4386263"/>
          <p14:tracePt t="66617" x="8796338" y="4648200"/>
          <p14:tracePt t="66625" x="8526463" y="4843463"/>
          <p14:tracePt t="66633" x="8170863" y="5029200"/>
          <p14:tracePt t="66641" x="7805738" y="5283200"/>
          <p14:tracePt t="66649" x="7323138" y="5537200"/>
          <p14:tracePt t="66658" x="7129463" y="5613400"/>
          <p14:tracePt t="66666" x="6723063" y="5824538"/>
          <p14:tracePt t="66674" x="6307138" y="5926138"/>
          <p14:tracePt t="66682" x="5976938" y="6037263"/>
          <p14:tracePt t="66690" x="5664200" y="6078538"/>
          <p14:tracePt t="66699" x="5554663" y="6078538"/>
          <p14:tracePt t="66707" x="5359400" y="6078538"/>
          <p14:tracePt t="66715" x="5224463" y="6078538"/>
          <p14:tracePt t="66723" x="5148263" y="6078538"/>
          <p14:tracePt t="66732" x="5087938" y="6045200"/>
          <p14:tracePt t="66740" x="5046663" y="6019800"/>
          <p14:tracePt t="66748" x="5011738" y="5969000"/>
          <p14:tracePt t="66756" x="5003800" y="5943600"/>
          <p14:tracePt t="66764" x="5003800" y="5910263"/>
          <p14:tracePt t="66772" x="4986338" y="5884863"/>
          <p14:tracePt t="66781" x="4986338" y="5849938"/>
          <p14:tracePt t="66789" x="4986338" y="5834063"/>
          <p14:tracePt t="66797" x="4986338" y="5824538"/>
          <p14:tracePt t="66805" x="4986338" y="5808663"/>
          <p14:tracePt t="66814" x="4986338" y="5791200"/>
          <p14:tracePt t="66838" x="4970463" y="5791200"/>
          <p14:tracePt t="66863" x="4953000" y="5791200"/>
          <p14:tracePt t="66871" x="4927600" y="5808663"/>
          <p14:tracePt t="66879" x="4894263" y="5849938"/>
          <p14:tracePt t="66887" x="4868863" y="5900738"/>
          <p14:tracePt t="66896" x="4792663" y="5986463"/>
          <p14:tracePt t="66904" x="4681538" y="6096000"/>
          <p14:tracePt t="66912" x="4579938" y="6215063"/>
          <p14:tracePt t="66921" x="4462463" y="6350000"/>
          <p14:tracePt t="66928" x="4275138" y="6510338"/>
          <p14:tracePt t="66937" x="4132263" y="6705600"/>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067D8-04FB-2564-2ED5-60F9D4E4E3AB}"/>
              </a:ext>
            </a:extLst>
          </p:cNvPr>
          <p:cNvSpPr>
            <a:spLocks noGrp="1"/>
          </p:cNvSpPr>
          <p:nvPr>
            <p:ph type="title"/>
          </p:nvPr>
        </p:nvSpPr>
        <p:spPr/>
        <p:txBody>
          <a:bodyPr/>
          <a:lstStyle/>
          <a:p>
            <a:r>
              <a:rPr lang="en-KR" dirty="0"/>
              <a:t>Loss function from variational inference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BE0EFA5-5550-AF55-080E-DBCFF85563C3}"/>
                  </a:ext>
                </a:extLst>
              </p:cNvPr>
              <p:cNvSpPr>
                <a:spLocks noGrp="1"/>
              </p:cNvSpPr>
              <p:nvPr>
                <p:ph type="body" sz="quarter" idx="10"/>
              </p:nvPr>
            </p:nvSpPr>
            <p:spPr>
              <a:xfrm>
                <a:off x="609600" y="1697083"/>
                <a:ext cx="11295017" cy="1411669"/>
              </a:xfrm>
            </p:spPr>
            <p: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m:t>
                              </m:r>
                            </m:e>
                            <m:sub>
                              <m:r>
                                <a:rPr lang="en-US" b="0" i="1" smtClean="0">
                                  <a:latin typeface="Cambria Math" panose="02040503050406030204" pitchFamily="18" charset="0"/>
                                  <a:ea typeface="Cambria Math" panose="02040503050406030204" pitchFamily="18" charset="0"/>
                                </a:rPr>
                                <m:t>𝐾𝐿</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𝑇</m:t>
                                      </m:r>
                                    </m:sub>
                                  </m:sSub>
                                </m:e>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𝑇</m:t>
                                      </m:r>
                                    </m:sub>
                                  </m:sSub>
                                </m:e>
                              </m:d>
                            </m:e>
                          </m:d>
                          <m:r>
                            <a:rPr lang="en-US" b="0" i="1"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𝑇</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m:t>
                                  </m:r>
                                </m:e>
                                <m:sub>
                                  <m:r>
                                    <a:rPr lang="en-US" b="0" i="1" smtClean="0">
                                      <a:latin typeface="Cambria Math" panose="02040503050406030204" pitchFamily="18" charset="0"/>
                                      <a:ea typeface="Cambria Math" panose="02040503050406030204" pitchFamily="18" charset="0"/>
                                    </a:rPr>
                                    <m:t>𝐾𝐿</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e>
                                  </m:d>
                                </m:e>
                              </m:d>
                            </m:e>
                          </m:nary>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e>
                          </m:func>
                        </m:e>
                      </m:d>
                    </m:oMath>
                  </m:oMathPara>
                </a14:m>
                <a:endParaRPr lang="en-KR" dirty="0"/>
              </a:p>
            </p:txBody>
          </p:sp>
        </mc:Choice>
        <mc:Fallback xmlns="">
          <p:sp>
            <p:nvSpPr>
              <p:cNvPr id="3" name="Text Placeholder 2">
                <a:extLst>
                  <a:ext uri="{FF2B5EF4-FFF2-40B4-BE49-F238E27FC236}">
                    <a16:creationId xmlns:a16="http://schemas.microsoft.com/office/drawing/2014/main" id="{EBE0EFA5-5550-AF55-080E-DBCFF85563C3}"/>
                  </a:ext>
                </a:extLst>
              </p:cNvPr>
              <p:cNvSpPr>
                <a:spLocks noGrp="1" noRot="1" noChangeAspect="1" noMove="1" noResize="1" noEditPoints="1" noAdjustHandles="1" noChangeArrowheads="1" noChangeShapeType="1" noTextEdit="1"/>
              </p:cNvSpPr>
              <p:nvPr>
                <p:ph type="body" sz="quarter" idx="10"/>
              </p:nvPr>
            </p:nvSpPr>
            <p:spPr>
              <a:xfrm>
                <a:off x="609600" y="1697083"/>
                <a:ext cx="11295017" cy="1411669"/>
              </a:xfrm>
              <a:blipFill>
                <a:blip r:embed="rId5"/>
                <a:stretch>
                  <a:fillRect l="-337" t="-86607" b="-101786"/>
                </a:stretch>
              </a:blipFill>
            </p:spPr>
            <p:txBody>
              <a:bodyPr/>
              <a:lstStyle/>
              <a:p>
                <a:r>
                  <a:rPr lang="en-KR">
                    <a:noFill/>
                  </a:rPr>
                  <a:t> </a:t>
                </a:r>
              </a:p>
            </p:txBody>
          </p:sp>
        </mc:Fallback>
      </mc:AlternateContent>
      <p:sp>
        <p:nvSpPr>
          <p:cNvPr id="4" name="Slide Number Placeholder 3">
            <a:extLst>
              <a:ext uri="{FF2B5EF4-FFF2-40B4-BE49-F238E27FC236}">
                <a16:creationId xmlns:a16="http://schemas.microsoft.com/office/drawing/2014/main" id="{D779C81A-B571-783A-EEDA-D945CEC7977E}"/>
              </a:ext>
            </a:extLst>
          </p:cNvPr>
          <p:cNvSpPr>
            <a:spLocks noGrp="1"/>
          </p:cNvSpPr>
          <p:nvPr>
            <p:ph type="sldNum" sz="quarter" idx="13"/>
          </p:nvPr>
        </p:nvSpPr>
        <p:spPr/>
        <p:txBody>
          <a:bodyPr/>
          <a:lstStyle/>
          <a:p>
            <a:fld id="{EB4B8DE2-A4E8-46E4-8BBF-D75455EFF32C}" type="slidenum">
              <a:rPr lang="en-US" smtClean="0"/>
              <a:pPr/>
              <a:t>20</a:t>
            </a:fld>
            <a:endParaRPr lang="en-US" dirty="0"/>
          </a:p>
        </p:txBody>
      </p:sp>
      <p:sp>
        <p:nvSpPr>
          <p:cNvPr id="5" name="Content Placeholder 4">
            <a:extLst>
              <a:ext uri="{FF2B5EF4-FFF2-40B4-BE49-F238E27FC236}">
                <a16:creationId xmlns:a16="http://schemas.microsoft.com/office/drawing/2014/main" id="{BA00CC91-13EC-0740-01C4-60FBEFA9E649}"/>
              </a:ext>
            </a:extLst>
          </p:cNvPr>
          <p:cNvSpPr>
            <a:spLocks noGrp="1"/>
          </p:cNvSpPr>
          <p:nvPr>
            <p:ph sz="quarter" idx="14"/>
          </p:nvPr>
        </p:nvSpPr>
        <p:spPr/>
        <p:txBody>
          <a:bodyPr/>
          <a:lstStyle/>
          <a:p>
            <a:endParaRPr lang="en-KR"/>
          </a:p>
        </p:txBody>
      </p:sp>
      <p:sp>
        <p:nvSpPr>
          <p:cNvPr id="7" name="Left Brace 6">
            <a:extLst>
              <a:ext uri="{FF2B5EF4-FFF2-40B4-BE49-F238E27FC236}">
                <a16:creationId xmlns:a16="http://schemas.microsoft.com/office/drawing/2014/main" id="{6ADF847C-8DD8-6822-DA14-5EF38DD72E3A}"/>
              </a:ext>
            </a:extLst>
          </p:cNvPr>
          <p:cNvSpPr/>
          <p:nvPr/>
        </p:nvSpPr>
        <p:spPr>
          <a:xfrm rot="16200000">
            <a:off x="7099662" y="894805"/>
            <a:ext cx="461554" cy="4306389"/>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10" name="TextBox 9">
            <a:extLst>
              <a:ext uri="{FF2B5EF4-FFF2-40B4-BE49-F238E27FC236}">
                <a16:creationId xmlns:a16="http://schemas.microsoft.com/office/drawing/2014/main" id="{4DBD2EC3-D426-3CE6-6892-FA3B904CA0F8}"/>
              </a:ext>
            </a:extLst>
          </p:cNvPr>
          <p:cNvSpPr txBox="1"/>
          <p:nvPr/>
        </p:nvSpPr>
        <p:spPr>
          <a:xfrm>
            <a:off x="5411645" y="3429000"/>
            <a:ext cx="3837589"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KL divergence between</a:t>
            </a:r>
          </a:p>
          <a:p>
            <a:pPr algn="ctr"/>
            <a:r>
              <a:rPr lang="en-US" dirty="0">
                <a:latin typeface="Pretendard" panose="02000503000000020004" pitchFamily="2" charset="-127"/>
                <a:ea typeface="Pretendard" panose="02000503000000020004" pitchFamily="2" charset="-127"/>
                <a:cs typeface="Pretendard" panose="02000503000000020004" pitchFamily="2" charset="-127"/>
              </a:rPr>
              <a:t>t</a:t>
            </a:r>
            <a:r>
              <a:rPr lang="en-KR" dirty="0">
                <a:latin typeface="Pretendard" panose="02000503000000020004" pitchFamily="2" charset="-127"/>
                <a:ea typeface="Pretendard" panose="02000503000000020004" pitchFamily="2" charset="-127"/>
                <a:cs typeface="Pretendard" panose="02000503000000020004" pitchFamily="2" charset="-127"/>
              </a:rPr>
              <a:t>he </a:t>
            </a:r>
            <a:r>
              <a:rPr lang="en-KR" b="1" dirty="0">
                <a:latin typeface="Pretendard" panose="02000503000000020004" pitchFamily="2" charset="-127"/>
                <a:ea typeface="Pretendard" panose="02000503000000020004" pitchFamily="2" charset="-127"/>
                <a:cs typeface="Pretendard" panose="02000503000000020004" pitchFamily="2" charset="-127"/>
              </a:rPr>
              <a:t>forward posterior</a:t>
            </a:r>
            <a:r>
              <a:rPr lang="en-KR" dirty="0">
                <a:latin typeface="Pretendard" panose="02000503000000020004" pitchFamily="2" charset="-127"/>
                <a:ea typeface="Pretendard" panose="02000503000000020004" pitchFamily="2" charset="-127"/>
                <a:cs typeface="Pretendard" panose="02000503000000020004" pitchFamily="2" charset="-127"/>
              </a:rPr>
              <a:t> and the model</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11A41EE-B2F1-0717-0846-1EF89D0CABDA}"/>
                  </a:ext>
                </a:extLst>
              </p:cNvPr>
              <p:cNvSpPr txBox="1"/>
              <p:nvPr/>
            </p:nvSpPr>
            <p:spPr>
              <a:xfrm>
                <a:off x="7185175" y="4267045"/>
                <a:ext cx="4128118" cy="1852430"/>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𝑞</m:t>
                      </m:r>
                      <m:d>
                        <m:dPr>
                          <m:ctrlPr>
                            <a:rPr lang="en-US" b="0" i="1" smtClean="0">
                              <a:solidFill>
                                <a:srgbClr val="FF0000"/>
                              </a:solidFill>
                              <a:latin typeface="Cambria Math" panose="02040503050406030204" pitchFamily="18" charset="0"/>
                            </a:rPr>
                          </m:ctrlPr>
                        </m:d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𝑡</m:t>
                              </m:r>
                              <m:r>
                                <a:rPr lang="en-US" b="0" i="1" smtClean="0">
                                  <a:solidFill>
                                    <a:srgbClr val="FF0000"/>
                                  </a:solidFill>
                                  <a:latin typeface="Cambria Math" panose="02040503050406030204" pitchFamily="18" charset="0"/>
                                </a:rPr>
                                <m:t>−1</m:t>
                              </m:r>
                            </m:sub>
                          </m:sSub>
                        </m:e>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𝑡</m:t>
                              </m:r>
                            </m:sub>
                          </m:sSub>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𝑥</m:t>
                              </m:r>
                            </m:e>
                            <m:sub>
                              <m:r>
                                <a:rPr lang="en-US" b="0" i="1" smtClean="0">
                                  <a:solidFill>
                                    <a:srgbClr val="FF0000"/>
                                  </a:solidFill>
                                  <a:latin typeface="Cambria Math" panose="02040503050406030204" pitchFamily="18" charset="0"/>
                                </a:rPr>
                                <m:t>0</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num>
                        <m:den>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den>
                      </m:f>
                    </m:oMath>
                    <m:oMath xmlns:m="http://schemas.openxmlformats.org/officeDocument/2006/math">
                      <m:r>
                        <a:rPr lang="en-US" b="0" i="1" smtClean="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num>
                        <m:den>
                          <m:r>
                            <a:rPr lang="en-US" i="1">
                              <a:latin typeface="Cambria Math" panose="02040503050406030204" pitchFamily="18" charset="0"/>
                            </a:rPr>
                            <m:t>𝑞</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den>
                      </m:f>
                    </m:oMath>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
                            <a:rPr lang="en-US" i="1" smtClean="0">
                              <a:solidFill>
                                <a:srgbClr val="0070C0"/>
                              </a:solidFill>
                              <a:latin typeface="Cambria Math" panose="02040503050406030204" pitchFamily="18" charset="0"/>
                            </a:rPr>
                            <m:t>𝑞</m:t>
                          </m:r>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𝑡</m:t>
                                  </m:r>
                                </m:sub>
                              </m:sSub>
                            </m:e>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−1</m:t>
                                  </m:r>
                                </m:sub>
                              </m:sSub>
                            </m:e>
                          </m:d>
                          <m:r>
                            <a:rPr lang="en-US" i="1">
                              <a:solidFill>
                                <a:srgbClr val="0070C0"/>
                              </a:solidFill>
                              <a:latin typeface="Cambria Math" panose="02040503050406030204" pitchFamily="18" charset="0"/>
                            </a:rPr>
                            <m:t>𝑞</m:t>
                          </m:r>
                          <m:d>
                            <m:dPr>
                              <m:ctrlPr>
                                <a:rPr lang="en-US" i="1">
                                  <a:solidFill>
                                    <a:srgbClr val="0070C0"/>
                                  </a:solidFill>
                                  <a:latin typeface="Cambria Math" panose="02040503050406030204" pitchFamily="18" charset="0"/>
                                </a:rPr>
                              </m:ctrlPr>
                            </m:dPr>
                            <m:e>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𝑡</m:t>
                                  </m:r>
                                  <m:r>
                                    <a:rPr lang="en-US" i="1">
                                      <a:solidFill>
                                        <a:srgbClr val="0070C0"/>
                                      </a:solidFill>
                                      <a:latin typeface="Cambria Math" panose="02040503050406030204" pitchFamily="18" charset="0"/>
                                    </a:rPr>
                                    <m:t>−1</m:t>
                                  </m:r>
                                </m:sub>
                              </m:sSub>
                              <m:r>
                                <a:rPr lang="en-US" b="0" i="1" smtClean="0">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0</m:t>
                                  </m:r>
                                </m:sub>
                              </m:sSub>
                            </m:e>
                          </m:d>
                        </m:num>
                        <m:den>
                          <m:r>
                            <a:rPr lang="en-US" i="1" smtClean="0">
                              <a:solidFill>
                                <a:srgbClr val="0070C0"/>
                              </a:solidFill>
                              <a:latin typeface="Cambria Math" panose="02040503050406030204" pitchFamily="18" charset="0"/>
                            </a:rPr>
                            <m:t>𝑞</m:t>
                          </m:r>
                          <m:r>
                            <a:rPr lang="en-US" i="1" smtClean="0">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𝑡</m:t>
                              </m:r>
                            </m:sub>
                          </m:sSub>
                          <m:r>
                            <a:rPr lang="en-US" b="0" i="1" smtClean="0">
                              <a:solidFill>
                                <a:srgbClr val="0070C0"/>
                              </a:solidFill>
                              <a:latin typeface="Cambria Math" panose="02040503050406030204" pitchFamily="18" charset="0"/>
                            </a:rPr>
                            <m:t>|</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𝑥</m:t>
                              </m:r>
                            </m:e>
                            <m:sub>
                              <m:r>
                                <a:rPr lang="en-US" i="1">
                                  <a:solidFill>
                                    <a:srgbClr val="0070C0"/>
                                  </a:solidFill>
                                  <a:latin typeface="Cambria Math" panose="02040503050406030204" pitchFamily="18" charset="0"/>
                                </a:rPr>
                                <m:t>0</m:t>
                              </m:r>
                            </m:sub>
                          </m:sSub>
                          <m:r>
                            <a:rPr lang="en-US" i="1">
                              <a:solidFill>
                                <a:srgbClr val="0070C0"/>
                              </a:solidFill>
                              <a:latin typeface="Cambria Math" panose="02040503050406030204" pitchFamily="18" charset="0"/>
                            </a:rPr>
                            <m:t>)</m:t>
                          </m:r>
                        </m:den>
                      </m:f>
                    </m:oMath>
                  </m:oMathPara>
                </a14:m>
                <a:endParaRPr lang="en-KR" dirty="0" err="1"/>
              </a:p>
            </p:txBody>
          </p:sp>
        </mc:Choice>
        <mc:Fallback xmlns="">
          <p:sp>
            <p:nvSpPr>
              <p:cNvPr id="11" name="TextBox 10">
                <a:extLst>
                  <a:ext uri="{FF2B5EF4-FFF2-40B4-BE49-F238E27FC236}">
                    <a16:creationId xmlns:a16="http://schemas.microsoft.com/office/drawing/2014/main" id="{511A41EE-B2F1-0717-0846-1EF89D0CABDA}"/>
                  </a:ext>
                </a:extLst>
              </p:cNvPr>
              <p:cNvSpPr txBox="1">
                <a:spLocks noRot="1" noChangeAspect="1" noMove="1" noResize="1" noEditPoints="1" noAdjustHandles="1" noChangeArrowheads="1" noChangeShapeType="1" noTextEdit="1"/>
              </p:cNvSpPr>
              <p:nvPr/>
            </p:nvSpPr>
            <p:spPr>
              <a:xfrm>
                <a:off x="7185175" y="4267045"/>
                <a:ext cx="4128118" cy="1852430"/>
              </a:xfrm>
              <a:prstGeom prst="rect">
                <a:avLst/>
              </a:prstGeom>
              <a:blipFill>
                <a:blip r:embed="rId6"/>
                <a:stretch>
                  <a:fillRect l="-613" b="-274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3BC1228-C016-426E-3DBE-E83D5E91DF8B}"/>
                  </a:ext>
                </a:extLst>
              </p:cNvPr>
              <p:cNvSpPr txBox="1"/>
              <p:nvPr/>
            </p:nvSpPr>
            <p:spPr>
              <a:xfrm>
                <a:off x="350393" y="4411417"/>
                <a:ext cx="7226064" cy="646331"/>
              </a:xfrm>
              <a:prstGeom prst="rect">
                <a:avLst/>
              </a:prstGeom>
              <a:noFill/>
            </p:spPr>
            <p:txBody>
              <a:bodyPr wrap="square" lIns="0" rIns="0" rtlCol="0">
                <a:spAutoFit/>
              </a:bodyPr>
              <a:lstStyle/>
              <a:p>
                <a:pPr algn="l"/>
                <a:r>
                  <a:rPr lang="en-KR" b="1" dirty="0">
                    <a:latin typeface="Pretendard" panose="02000503000000020004" pitchFamily="2" charset="-127"/>
                    <a:ea typeface="Pretendard" panose="02000503000000020004" pitchFamily="2" charset="-127"/>
                    <a:cs typeface="Pretendard" panose="02000503000000020004" pitchFamily="2" charset="-127"/>
                  </a:rPr>
                  <a:t>Bayes’ rule</a:t>
                </a:r>
                <a:r>
                  <a:rPr lang="en-KR" dirty="0">
                    <a:latin typeface="Pretendard" panose="02000503000000020004" pitchFamily="2" charset="-127"/>
                    <a:ea typeface="Pretendard" panose="02000503000000020004" pitchFamily="2" charset="-127"/>
                    <a:cs typeface="Pretendard" panose="02000503000000020004" pitchFamily="2" charset="-127"/>
                  </a:rPr>
                  <a:t> tells us the </a:t>
                </a:r>
                <a:r>
                  <a:rPr lang="en-KR" u="sng" dirty="0">
                    <a:solidFill>
                      <a:srgbClr val="FF0000"/>
                    </a:solidFill>
                    <a:latin typeface="Pretendard" panose="02000503000000020004" pitchFamily="2" charset="-127"/>
                    <a:ea typeface="Pretendard" panose="02000503000000020004" pitchFamily="2" charset="-127"/>
                    <a:cs typeface="Pretendard" panose="02000503000000020004" pitchFamily="2" charset="-127"/>
                  </a:rPr>
                  <a:t>reverse</a:t>
                </a:r>
                <a:r>
                  <a:rPr lang="en-KR" dirty="0">
                    <a:latin typeface="Pretendard" panose="02000503000000020004" pitchFamily="2" charset="-127"/>
                    <a:ea typeface="Pretendard" panose="02000503000000020004" pitchFamily="2" charset="-127"/>
                    <a:cs typeface="Pretendard" panose="02000503000000020004" pitchFamily="2" charset="-127"/>
                  </a:rPr>
                  <a:t> probability(“forward posterior”),</a:t>
                </a:r>
              </a:p>
              <a:p>
                <a:pPr algn="l"/>
                <a:r>
                  <a:rPr lang="en-KR" dirty="0">
                    <a:latin typeface="Pretendard" panose="02000503000000020004" pitchFamily="2" charset="-127"/>
                    <a:ea typeface="Pretendard" panose="02000503000000020004" pitchFamily="2" charset="-127"/>
                    <a:cs typeface="Pretendard" panose="02000503000000020004" pitchFamily="2" charset="-127"/>
                  </a:rPr>
                  <a:t>even though </a:t>
                </a:r>
                <a14:m>
                  <m:oMath xmlns:m="http://schemas.openxmlformats.org/officeDocument/2006/math">
                    <m:r>
                      <a:rPr lang="en-US" b="0" i="1" smtClean="0">
                        <a:latin typeface="Cambria Math" panose="02040503050406030204" pitchFamily="18" charset="0"/>
                        <a:ea typeface="Pretendard" panose="02000503000000020004" pitchFamily="2" charset="-127"/>
                        <a:cs typeface="Pretendard" panose="02000503000000020004" pitchFamily="2" charset="-127"/>
                      </a:rPr>
                      <m:t>𝑞</m:t>
                    </m:r>
                  </m:oMath>
                </a14:m>
                <a:r>
                  <a:rPr lang="en-US" dirty="0">
                    <a:latin typeface="Pretendard" panose="02000503000000020004" pitchFamily="2" charset="-127"/>
                    <a:ea typeface="Pretendard" panose="02000503000000020004" pitchFamily="2" charset="-127"/>
                    <a:cs typeface="Pretendard" panose="02000503000000020004" pitchFamily="2" charset="-127"/>
                  </a:rPr>
                  <a:t> </a:t>
                </a:r>
                <a:r>
                  <a:rPr lang="en-KR" dirty="0">
                    <a:latin typeface="Pretendard" panose="02000503000000020004" pitchFamily="2" charset="-127"/>
                    <a:ea typeface="Pretendard" panose="02000503000000020004" pitchFamily="2" charset="-127"/>
                    <a:cs typeface="Pretendard" panose="02000503000000020004" pitchFamily="2" charset="-127"/>
                  </a:rPr>
                  <a:t>is defined as a </a:t>
                </a:r>
                <a:r>
                  <a:rPr lang="en-KR" u="sng" dirty="0">
                    <a:solidFill>
                      <a:srgbClr val="0070C0"/>
                    </a:solidFill>
                    <a:latin typeface="Pretendard" panose="02000503000000020004" pitchFamily="2" charset="-127"/>
                    <a:ea typeface="Pretendard" panose="02000503000000020004" pitchFamily="2" charset="-127"/>
                    <a:cs typeface="Pretendard" panose="02000503000000020004" pitchFamily="2" charset="-127"/>
                  </a:rPr>
                  <a:t>forward</a:t>
                </a:r>
                <a:r>
                  <a:rPr lang="en-KR" dirty="0">
                    <a:latin typeface="Pretendard" panose="02000503000000020004" pitchFamily="2" charset="-127"/>
                    <a:ea typeface="Pretendard" panose="02000503000000020004" pitchFamily="2" charset="-127"/>
                    <a:cs typeface="Pretendard" panose="02000503000000020004" pitchFamily="2" charset="-127"/>
                  </a:rPr>
                  <a:t> process</a:t>
                </a:r>
              </a:p>
            </p:txBody>
          </p:sp>
        </mc:Choice>
        <mc:Fallback xmlns="">
          <p:sp>
            <p:nvSpPr>
              <p:cNvPr id="12" name="TextBox 11">
                <a:extLst>
                  <a:ext uri="{FF2B5EF4-FFF2-40B4-BE49-F238E27FC236}">
                    <a16:creationId xmlns:a16="http://schemas.microsoft.com/office/drawing/2014/main" id="{63BC1228-C016-426E-3DBE-E83D5E91DF8B}"/>
                  </a:ext>
                </a:extLst>
              </p:cNvPr>
              <p:cNvSpPr txBox="1">
                <a:spLocks noRot="1" noChangeAspect="1" noMove="1" noResize="1" noEditPoints="1" noAdjustHandles="1" noChangeArrowheads="1" noChangeShapeType="1" noTextEdit="1"/>
              </p:cNvSpPr>
              <p:nvPr/>
            </p:nvSpPr>
            <p:spPr>
              <a:xfrm>
                <a:off x="350393" y="4411417"/>
                <a:ext cx="7226064" cy="646331"/>
              </a:xfrm>
              <a:prstGeom prst="rect">
                <a:avLst/>
              </a:prstGeom>
              <a:blipFill>
                <a:blip r:embed="rId7"/>
                <a:stretch>
                  <a:fillRect l="-1930" t="-3846" b="-13462"/>
                </a:stretch>
              </a:blipFill>
            </p:spPr>
            <p:txBody>
              <a:bodyPr/>
              <a:lstStyle/>
              <a:p>
                <a:r>
                  <a:rPr lang="en-KR">
                    <a:noFill/>
                  </a:rPr>
                  <a:t> </a:t>
                </a:r>
              </a:p>
            </p:txBody>
          </p:sp>
        </mc:Fallback>
      </mc:AlternateContent>
      <p:pic>
        <p:nvPicPr>
          <p:cNvPr id="16" name="Audio 15">
            <a:extLst>
              <a:ext uri="{FF2B5EF4-FFF2-40B4-BE49-F238E27FC236}">
                <a16:creationId xmlns:a16="http://schemas.microsoft.com/office/drawing/2014/main" id="{99EC8D69-4F88-8700-8647-7E9681FD148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285506902"/>
      </p:ext>
    </p:extLst>
  </p:cSld>
  <p:clrMapOvr>
    <a:masterClrMapping/>
  </p:clrMapOvr>
  <mc:AlternateContent xmlns:mc="http://schemas.openxmlformats.org/markup-compatibility/2006">
    <mc:Choice xmlns:p14="http://schemas.microsoft.com/office/powerpoint/2010/main" Requires="p14">
      <p:transition spd="slow" p14:dur="2000" advTm="48138"/>
    </mc:Choice>
    <mc:Fallback>
      <p:transition spd="slow" advTm="481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extLst>
    <p:ext uri="{3A86A75C-4F4B-4683-9AE1-C65F6400EC91}">
      <p14:laserTraceLst xmlns:p14="http://schemas.microsoft.com/office/powerpoint/2010/main">
        <p14:tracePtLst>
          <p14:tracePt t="779" x="7256463" y="3962400"/>
          <p14:tracePt t="780" x="7264400" y="3944938"/>
          <p14:tracePt t="788" x="7297738" y="3929063"/>
          <p14:tracePt t="800" x="7315200" y="3919538"/>
          <p14:tracePt t="804" x="7323138" y="3903663"/>
          <p14:tracePt t="820" x="7340600" y="3868738"/>
          <p14:tracePt t="828" x="7358063" y="3843338"/>
          <p14:tracePt t="836" x="7373938" y="3827463"/>
          <p14:tracePt t="845" x="7391400" y="3792538"/>
          <p14:tracePt t="853" x="7399338" y="3767138"/>
          <p14:tracePt t="861" x="7416800" y="3725863"/>
          <p14:tracePt t="869" x="7434263" y="3675063"/>
          <p14:tracePt t="878" x="7450138" y="3649663"/>
          <p14:tracePt t="886" x="7459663" y="3589338"/>
          <p14:tracePt t="894" x="7475538" y="3538538"/>
          <p14:tracePt t="902" x="7493000" y="3497263"/>
          <p14:tracePt t="910" x="7518400" y="3395663"/>
          <p14:tracePt t="919" x="7535863" y="3284538"/>
          <p14:tracePt t="927" x="7551738" y="3149600"/>
          <p14:tracePt t="935" x="7569200" y="3014663"/>
          <p14:tracePt t="943" x="7569200" y="2895600"/>
          <p14:tracePt t="951" x="7569200" y="2836863"/>
          <p14:tracePt t="960" x="7569200" y="2735263"/>
          <p14:tracePt t="968" x="7569200" y="2667000"/>
          <p14:tracePt t="976" x="7569200" y="2641600"/>
          <p14:tracePt t="984" x="7569200" y="2608263"/>
          <p14:tracePt t="993" x="7569200" y="2582863"/>
          <p14:tracePt t="1000" x="7551738" y="2582863"/>
          <p14:tracePt t="1010" x="7535863" y="2565400"/>
          <p14:tracePt t="1017" x="7493000" y="2565400"/>
          <p14:tracePt t="1026" x="7459663" y="2565400"/>
          <p14:tracePt t="1033" x="7416800" y="2547938"/>
          <p14:tracePt t="1043" x="7373938" y="2547938"/>
          <p14:tracePt t="1049" x="7323138" y="2547938"/>
          <p14:tracePt t="1060" x="7297738" y="2540000"/>
          <p14:tracePt t="1066" x="7256463" y="2540000"/>
          <p14:tracePt t="1078" x="7239000" y="2540000"/>
          <p14:tracePt t="1083" x="7205663" y="2540000"/>
          <p14:tracePt t="1092" x="7188200" y="2540000"/>
          <p14:tracePt t="1099" x="7180263" y="2540000"/>
          <p14:tracePt t="1238" x="7188200" y="2540000"/>
          <p14:tracePt t="4361" x="7180263" y="2540000"/>
          <p14:tracePt t="4366" x="7162800" y="2540000"/>
          <p14:tracePt t="4376" x="7145338" y="2506663"/>
          <p14:tracePt t="4382" x="7129463" y="2489200"/>
          <p14:tracePt t="4393" x="7119938" y="2471738"/>
          <p14:tracePt t="4399" x="7104063" y="2446338"/>
          <p14:tracePt t="4409" x="7086600" y="2430463"/>
          <p14:tracePt t="4415" x="7069138" y="2413000"/>
          <p14:tracePt t="4432" x="7069138" y="2405063"/>
          <p14:tracePt t="4448" x="7053263" y="2405063"/>
          <p14:tracePt t="4473" x="7043738" y="2387600"/>
          <p14:tracePt t="4481" x="7027863" y="2387600"/>
          <p14:tracePt t="4489" x="7010400" y="2370138"/>
          <p14:tracePt t="4505" x="6992938" y="2370138"/>
          <p14:tracePt t="4514" x="6985000" y="2354263"/>
          <p14:tracePt t="4522" x="6967538" y="2336800"/>
          <p14:tracePt t="4538" x="6951663" y="2328863"/>
          <p14:tracePt t="4563" x="6934200" y="2328863"/>
          <p14:tracePt t="4571" x="6934200" y="2311400"/>
          <p14:tracePt t="4718" x="6951663" y="2311400"/>
          <p14:tracePt t="4743" x="6967538" y="2311400"/>
          <p14:tracePt t="4776" x="6985000" y="2311400"/>
          <p14:tracePt t="7266" x="6985000" y="2354263"/>
          <p14:tracePt t="7276" x="6985000" y="2387600"/>
          <p14:tracePt t="7283" x="6985000" y="2413000"/>
          <p14:tracePt t="7293" x="6985000" y="2446338"/>
          <p14:tracePt t="7299" x="6985000" y="2463800"/>
          <p14:tracePt t="7310" x="6985000" y="2489200"/>
          <p14:tracePt t="7316" x="6985000" y="2506663"/>
          <p14:tracePt t="7325" x="6992938" y="2522538"/>
          <p14:tracePt t="7332" x="6992938" y="2540000"/>
          <p14:tracePt t="7342" x="6992938" y="2547938"/>
          <p14:tracePt t="7357" x="7010400" y="2565400"/>
          <p14:tracePt t="7365" x="7010400" y="2582863"/>
          <p14:tracePt t="7373" x="7027863" y="2582863"/>
          <p14:tracePt t="7381" x="7027863" y="2598738"/>
          <p14:tracePt t="7406" x="7027863" y="2608263"/>
          <p14:tracePt t="7414" x="7043738" y="2608263"/>
          <p14:tracePt t="7488" x="7053263" y="2608263"/>
          <p14:tracePt t="7635" x="7053263" y="2624138"/>
          <p14:tracePt t="7775" x="7053263" y="2608263"/>
          <p14:tracePt t="7816" x="7053263" y="2598738"/>
          <p14:tracePt t="7857" x="7053263" y="2582863"/>
          <p14:tracePt t="7914" x="7053263" y="2565400"/>
          <p14:tracePt t="7947" x="7069138" y="2547938"/>
          <p14:tracePt t="7955" x="7069138" y="2506663"/>
          <p14:tracePt t="7963" x="7069138" y="2430463"/>
          <p14:tracePt t="7971" x="7069138" y="2293938"/>
          <p14:tracePt t="9102" x="7086600" y="2293938"/>
          <p14:tracePt t="9110" x="7104063" y="2293938"/>
          <p14:tracePt t="9118" x="7129463" y="2311400"/>
          <p14:tracePt t="9128" x="7145338" y="2311400"/>
          <p14:tracePt t="9135" x="7180263" y="2336800"/>
          <p14:tracePt t="9143" x="7188200" y="2336800"/>
          <p14:tracePt t="9151" x="7221538" y="2354263"/>
          <p14:tracePt t="9159" x="7256463" y="2370138"/>
          <p14:tracePt t="9167" x="7281863" y="2370138"/>
          <p14:tracePt t="9176" x="7315200" y="2387600"/>
          <p14:tracePt t="9184" x="7340600" y="2405063"/>
          <p14:tracePt t="9193" x="7373938" y="2413000"/>
          <p14:tracePt t="9200" x="7399338" y="2413000"/>
          <p14:tracePt t="9209" x="7434263" y="2430463"/>
          <p14:tracePt t="9217" x="7459663" y="2430463"/>
          <p14:tracePt t="9226" x="7493000" y="2446338"/>
          <p14:tracePt t="9233" x="7510463" y="2446338"/>
          <p14:tracePt t="9243" x="7535863" y="2463800"/>
          <p14:tracePt t="9249" x="7551738" y="2463800"/>
          <p14:tracePt t="9259" x="7586663" y="2463800"/>
          <p14:tracePt t="9266" x="7627938" y="2471738"/>
          <p14:tracePt t="9275" x="7645400" y="2489200"/>
          <p14:tracePt t="9282" x="7670800" y="2489200"/>
          <p14:tracePt t="9292" x="7688263" y="2506663"/>
          <p14:tracePt t="9298" x="7721600" y="2506663"/>
          <p14:tracePt t="9307" x="7747000" y="2506663"/>
          <p14:tracePt t="9315" x="7764463" y="2522538"/>
          <p14:tracePt t="9323" x="7780338" y="2522538"/>
          <p14:tracePt t="9340" x="7789863" y="2522538"/>
          <p14:tracePt t="9356" x="7805738" y="2522538"/>
          <p14:tracePt t="9364" x="7823200" y="2522538"/>
          <p14:tracePt t="9388" x="7840663" y="2522538"/>
          <p14:tracePt t="9422" x="7848600" y="2522538"/>
          <p14:tracePt t="9430" x="7866063" y="2522538"/>
          <p14:tracePt t="9446" x="7899400" y="2522538"/>
          <p14:tracePt t="9454" x="7916863" y="2522538"/>
          <p14:tracePt t="9463" x="7924800" y="2522538"/>
          <p14:tracePt t="9471" x="7942263" y="2522538"/>
          <p14:tracePt t="9479" x="7958138" y="2522538"/>
          <p14:tracePt t="9487" x="7983538" y="2522538"/>
          <p14:tracePt t="9495" x="8001000" y="2522538"/>
          <p14:tracePt t="9512" x="8018463" y="2522538"/>
          <p14:tracePt t="9520" x="8051800" y="2522538"/>
          <p14:tracePt t="9528" x="8059738" y="2522538"/>
          <p14:tracePt t="9536" x="8077200" y="2522538"/>
          <p14:tracePt t="9552" x="8094663" y="2522538"/>
          <p14:tracePt t="9561" x="8110538" y="2522538"/>
          <p14:tracePt t="9577" x="8120063" y="2522538"/>
          <p14:tracePt t="9593" x="8135938" y="2522538"/>
          <p14:tracePt t="9618" x="8135938" y="2506663"/>
          <p14:tracePt t="12003" x="8094663" y="2506663"/>
          <p14:tracePt t="12011" x="8051800" y="2506663"/>
          <p14:tracePt t="12019" x="8001000" y="2506663"/>
          <p14:tracePt t="12028" x="7942263" y="2506663"/>
          <p14:tracePt t="12036" x="7916863" y="2540000"/>
          <p14:tracePt t="12044" x="7805738" y="2565400"/>
          <p14:tracePt t="12052" x="7729538" y="2582863"/>
          <p14:tracePt t="12060" x="7594600" y="2641600"/>
          <p14:tracePt t="12069" x="7493000" y="2659063"/>
          <p14:tracePt t="12079" x="7358063" y="2684463"/>
          <p14:tracePt t="12085" x="7297738" y="2684463"/>
          <p14:tracePt t="12093" x="7221538" y="2700338"/>
          <p14:tracePt t="12101" x="7145338" y="2717800"/>
          <p14:tracePt t="12110" x="7069138" y="2735263"/>
          <p14:tracePt t="12118" x="7010400" y="2735263"/>
          <p14:tracePt t="12126" x="6967538" y="2735263"/>
          <p14:tracePt t="12134" x="6934200" y="2735263"/>
          <p14:tracePt t="12143" x="6908800" y="2735263"/>
          <p14:tracePt t="12151" x="6891338" y="2735263"/>
          <p14:tracePt t="12159" x="6875463" y="2735263"/>
          <p14:tracePt t="12166" x="6850063" y="2735263"/>
          <p14:tracePt t="12176" x="6832600" y="2735263"/>
          <p14:tracePt t="12183" x="6815138" y="2735263"/>
          <p14:tracePt t="12193" x="6799263" y="2717800"/>
          <p14:tracePt t="12200" x="6789738" y="2700338"/>
          <p14:tracePt t="12209" x="6773863" y="2700338"/>
          <p14:tracePt t="12226" x="6773863" y="2684463"/>
          <p14:tracePt t="12232" x="6756400" y="2684463"/>
          <p14:tracePt t="12265" x="6756400" y="2667000"/>
          <p14:tracePt t="12290" x="6756400" y="2659063"/>
          <p14:tracePt t="12306" x="6756400" y="2641600"/>
          <p14:tracePt t="12322" x="6738938" y="2624138"/>
          <p14:tracePt t="12339" x="6738938" y="2608263"/>
          <p14:tracePt t="12420" x="6738938" y="2598738"/>
          <p14:tracePt t="12429" x="6723063" y="2598738"/>
          <p14:tracePt t="15929" x="6713538" y="2598738"/>
          <p14:tracePt t="15935" x="6697663" y="2582863"/>
          <p14:tracePt t="15944" x="6662738" y="2582863"/>
          <p14:tracePt t="15950" x="6654800" y="2565400"/>
          <p14:tracePt t="15960" x="6621463" y="2547938"/>
          <p14:tracePt t="15966" x="6578600" y="2547938"/>
          <p14:tracePt t="15976" x="6561138" y="2540000"/>
          <p14:tracePt t="15982" x="6545263" y="2540000"/>
          <p14:tracePt t="15993" x="6527800" y="2522538"/>
          <p14:tracePt t="15999" x="6502400" y="2522538"/>
          <p14:tracePt t="16009" x="6469063" y="2506663"/>
          <p14:tracePt t="16015" x="6459538" y="2506663"/>
          <p14:tracePt t="16026" x="6459538" y="2489200"/>
          <p14:tracePt t="16032" x="6443663" y="2489200"/>
          <p14:tracePt t="16043" x="6426200" y="2471738"/>
          <p14:tracePt t="16048" x="6408738" y="2471738"/>
          <p14:tracePt t="16073" x="6392863" y="2471738"/>
          <p14:tracePt t="16089" x="6383338" y="2463800"/>
          <p14:tracePt t="16105" x="6367463" y="2463800"/>
          <p14:tracePt t="16114" x="6367463" y="2446338"/>
          <p14:tracePt t="16122" x="6350000" y="2446338"/>
          <p14:tracePt t="16130" x="6332538" y="2430463"/>
          <p14:tracePt t="16146" x="6324600" y="2430463"/>
          <p14:tracePt t="16155" x="6324600" y="2413000"/>
          <p14:tracePt t="16187" x="6307138" y="2413000"/>
          <p14:tracePt t="16253" x="6291263" y="2413000"/>
          <p14:tracePt t="16261" x="6291263" y="2405063"/>
          <p14:tracePt t="18810" x="6291263" y="2430463"/>
          <p14:tracePt t="18818" x="6291263" y="2446338"/>
          <p14:tracePt t="18826" x="6291263" y="2463800"/>
          <p14:tracePt t="18834" x="6291263" y="2471738"/>
          <p14:tracePt t="18843" x="6291263" y="2506663"/>
          <p14:tracePt t="18850" x="6291263" y="2540000"/>
          <p14:tracePt t="18860" x="6291263" y="2565400"/>
          <p14:tracePt t="18867" x="6291263" y="2582863"/>
          <p14:tracePt t="18876" x="6291263" y="2598738"/>
          <p14:tracePt t="18883" x="6291263" y="2624138"/>
          <p14:tracePt t="18893" x="6291263" y="2641600"/>
          <p14:tracePt t="18900" x="6291263" y="2659063"/>
          <p14:tracePt t="18910" x="6291263" y="2667000"/>
          <p14:tracePt t="18916" x="6273800" y="2684463"/>
          <p14:tracePt t="18942" x="6273800" y="2700338"/>
          <p14:tracePt t="18973" x="6273800" y="2717800"/>
          <p14:tracePt t="19481" x="6273800" y="2776538"/>
          <p14:tracePt t="19489" x="6273800" y="2819400"/>
          <p14:tracePt t="19498" x="6265863" y="2870200"/>
          <p14:tracePt t="19506" x="6265863" y="2913063"/>
          <p14:tracePt t="19514" x="6265863" y="2971800"/>
          <p14:tracePt t="19522" x="6265863" y="3014663"/>
          <p14:tracePt t="19530" x="6265863" y="3065463"/>
          <p14:tracePt t="19539" x="6265863" y="3090863"/>
          <p14:tracePt t="19547" x="6265863" y="3106738"/>
          <p14:tracePt t="19555" x="6265863" y="3124200"/>
          <p14:tracePt t="19563" x="6265863" y="3132138"/>
          <p14:tracePt t="19580" x="6265863" y="3149600"/>
          <p14:tracePt t="19702" x="6273800" y="3149600"/>
          <p14:tracePt t="19858" x="6291263" y="3149600"/>
          <p14:tracePt t="19866" x="6291263" y="3167063"/>
          <p14:tracePt t="19876" x="6324600" y="3182938"/>
          <p14:tracePt t="19883" x="6367463" y="3225800"/>
          <p14:tracePt t="19893" x="6426200" y="3268663"/>
          <p14:tracePt t="19899" x="6545263" y="3378200"/>
          <p14:tracePt t="19909" x="6713538" y="3530600"/>
          <p14:tracePt t="19915" x="6926263" y="3708400"/>
          <p14:tracePt t="19924" x="7129463" y="3919538"/>
          <p14:tracePt t="19932" x="7358063" y="4157663"/>
          <p14:tracePt t="19940" x="7612063" y="4427538"/>
          <p14:tracePt t="19948" x="7848600" y="4622800"/>
          <p14:tracePt t="19956" x="8059738" y="4800600"/>
          <p14:tracePt t="19965" x="8120063" y="4859338"/>
          <p14:tracePt t="19973" x="8255000" y="4970463"/>
          <p14:tracePt t="19981" x="8331200" y="5029200"/>
          <p14:tracePt t="19989" x="8407400" y="5072063"/>
          <p14:tracePt t="19997" x="8440738" y="5087938"/>
          <p14:tracePt t="20006" x="8466138" y="5105400"/>
          <p14:tracePt t="20014" x="8483600" y="5113338"/>
          <p14:tracePt t="20022" x="8501063" y="5113338"/>
          <p14:tracePt t="20030" x="8501063" y="5130800"/>
          <p14:tracePt t="20276" x="8483600" y="5130800"/>
          <p14:tracePt t="20284" x="8450263" y="5130800"/>
          <p14:tracePt t="20293" x="8389938" y="5130800"/>
          <p14:tracePt t="20301" x="8331200" y="5130800"/>
          <p14:tracePt t="20310" x="8247063" y="5130800"/>
          <p14:tracePt t="20317" x="8135938" y="5113338"/>
          <p14:tracePt t="20326" x="8001000" y="5105400"/>
          <p14:tracePt t="20333" x="7805738" y="5072063"/>
          <p14:tracePt t="20343" x="7373938" y="4995863"/>
          <p14:tracePt t="20350" x="7256463" y="4953000"/>
          <p14:tracePt t="20359" x="6926263" y="4876800"/>
          <p14:tracePt t="20366" x="6637338" y="4783138"/>
          <p14:tracePt t="20376" x="6367463" y="4699000"/>
          <p14:tracePt t="20382" x="6129338" y="4605338"/>
          <p14:tracePt t="20392" x="5884863" y="4521200"/>
          <p14:tracePt t="20399" x="5689600" y="4445000"/>
          <p14:tracePt t="20409" x="5630863" y="4427538"/>
          <p14:tracePt t="20415" x="5529263" y="4386263"/>
          <p14:tracePt t="20423" x="5435600" y="4335463"/>
          <p14:tracePt t="20432" x="5376863" y="4310063"/>
          <p14:tracePt t="20440" x="5334000" y="4292600"/>
          <p14:tracePt t="20448" x="5316538" y="4275138"/>
          <p14:tracePt t="20456" x="5283200" y="4275138"/>
          <p14:tracePt t="20473" x="5265738" y="4275138"/>
          <p14:tracePt t="20481" x="5265738" y="4259263"/>
          <p14:tracePt t="36063" x="5199063" y="4259263"/>
          <p14:tracePt t="36070" x="5148263" y="4292600"/>
          <p14:tracePt t="36080" x="5011738" y="4351338"/>
          <p14:tracePt t="36086" x="4876800" y="4411663"/>
          <p14:tracePt t="36094" x="4699000" y="4521200"/>
          <p14:tracePt t="36102" x="4521200" y="4640263"/>
          <p14:tracePt t="36110" x="4310063" y="4757738"/>
          <p14:tracePt t="36118" x="4097338" y="4894263"/>
          <p14:tracePt t="36127" x="3878263" y="5011738"/>
          <p14:tracePt t="36135" x="3606800" y="5189538"/>
          <p14:tracePt t="36144" x="3395663" y="5326063"/>
          <p14:tracePt t="36151" x="3167063" y="5443538"/>
          <p14:tracePt t="36160" x="3014663" y="5519738"/>
          <p14:tracePt t="36167" x="2954338" y="5554663"/>
          <p14:tracePt t="36176" x="2794000" y="5613400"/>
          <p14:tracePt t="36184" x="2684463" y="5656263"/>
          <p14:tracePt t="36193" x="2598738" y="5689600"/>
          <p14:tracePt t="36200" x="2506663" y="5707063"/>
          <p14:tracePt t="36210" x="2463800" y="5715000"/>
          <p14:tracePt t="36217" x="2405063" y="5732463"/>
          <p14:tracePt t="36227" x="2344738" y="5748338"/>
          <p14:tracePt t="36233" x="2293938" y="5748338"/>
          <p14:tracePt t="36243" x="2268538" y="5765800"/>
          <p14:tracePt t="36249" x="2217738" y="5773738"/>
          <p14:tracePt t="36260" x="2192338" y="5773738"/>
          <p14:tracePt t="36266" x="2159000" y="5791200"/>
          <p14:tracePt t="36277" x="2133600" y="5791200"/>
          <p14:tracePt t="36282" x="2116138" y="5791200"/>
          <p14:tracePt t="36294" x="2090738" y="5791200"/>
          <p14:tracePt t="36298" x="2074863" y="5791200"/>
          <p14:tracePt t="36315" x="2057400" y="5808663"/>
          <p14:tracePt t="36331" x="2039938" y="5808663"/>
          <p14:tracePt t="36364" x="2024063" y="5808663"/>
          <p14:tracePt t="36438" x="2024063" y="5791200"/>
          <p14:tracePt t="36487" x="2039938" y="5791200"/>
          <p14:tracePt t="36503" x="2057400" y="5773738"/>
          <p14:tracePt t="36511" x="2090738" y="5765800"/>
          <p14:tracePt t="36520" x="2133600" y="5748338"/>
          <p14:tracePt t="36528" x="2176463" y="5732463"/>
          <p14:tracePt t="36536" x="2286000" y="5707063"/>
          <p14:tracePt t="36544" x="2328863" y="5689600"/>
          <p14:tracePt t="36553" x="2463800" y="5638800"/>
          <p14:tracePt t="36560" x="2506663" y="5638800"/>
          <p14:tracePt t="36569" x="2582863" y="5630863"/>
          <p14:tracePt t="36577" x="2751138" y="5580063"/>
          <p14:tracePt t="36585" x="2852738" y="5580063"/>
          <p14:tracePt t="36594" x="2954338" y="5570538"/>
          <p14:tracePt t="36602" x="3065463" y="5554663"/>
          <p14:tracePt t="36610" x="3200400" y="5519738"/>
          <p14:tracePt t="36618" x="3302000" y="5503863"/>
          <p14:tracePt t="36626" x="3344863" y="5503863"/>
          <p14:tracePt t="36635" x="3479800" y="5461000"/>
          <p14:tracePt t="36643" x="3556000" y="5443538"/>
          <p14:tracePt t="36651" x="3632200" y="5443538"/>
          <p14:tracePt t="36660" x="3725863" y="5435600"/>
          <p14:tracePt t="36667" x="3767138" y="5418138"/>
          <p14:tracePt t="36677" x="3810000" y="5402263"/>
          <p14:tracePt t="36684" x="3843338" y="5402263"/>
          <p14:tracePt t="36693" x="3860800" y="5402263"/>
          <p14:tracePt t="36700" x="3878263" y="5402263"/>
          <p14:tracePt t="36716" x="3886200" y="5384800"/>
          <p14:tracePt t="36782" x="3903663" y="5384800"/>
          <p14:tracePt t="36823" x="3919538" y="5384800"/>
          <p14:tracePt t="36831" x="3937000" y="5376863"/>
          <p14:tracePt t="36839" x="3944938" y="5376863"/>
          <p14:tracePt t="36847" x="3979863" y="5359400"/>
          <p14:tracePt t="36856" x="4038600" y="5359400"/>
          <p14:tracePt t="36864" x="4081463" y="5341938"/>
          <p14:tracePt t="36872" x="4191000" y="5341938"/>
          <p14:tracePt t="36880" x="4427538" y="5341938"/>
          <p14:tracePt t="36888" x="4673600" y="5341938"/>
          <p14:tracePt t="36897" x="5334000" y="5341938"/>
          <p14:tracePt t="36905" x="5943600" y="5341938"/>
          <p14:tracePt t="36913" x="6832600" y="5503863"/>
          <p14:tracePt t="36921" x="7899400" y="5715000"/>
          <p14:tracePt t="36929" x="9042400" y="5961063"/>
          <p14:tracePt t="36938" x="10363200" y="6154738"/>
          <p14:tracePt t="36946" x="11691938" y="6350000"/>
          <p14:tracePt t="38013" x="11353800" y="6815138"/>
          <p14:tracePt t="38028" x="11218863" y="6723063"/>
          <p14:tracePt t="38030" x="11125200" y="6662738"/>
          <p14:tracePt t="38036" x="11049000" y="6586538"/>
          <p14:tracePt t="38044" x="11006138" y="6545263"/>
          <p14:tracePt t="38052" x="10964863" y="6494463"/>
          <p14:tracePt t="38060" x="10947400" y="6469063"/>
          <p14:tracePt t="38068" x="10929938" y="6434138"/>
          <p14:tracePt t="38079" x="10929938" y="6426200"/>
          <p14:tracePt t="38085" x="10914063" y="6426200"/>
          <p14:tracePt t="38093" x="10914063" y="6408738"/>
          <p14:tracePt t="38134" x="10914063" y="6392863"/>
          <p14:tracePt t="38143" x="10896600" y="6392863"/>
          <p14:tracePt t="38167" x="10871200" y="6392863"/>
          <p14:tracePt t="38176" x="10828338" y="6367463"/>
          <p14:tracePt t="38183" x="10752138" y="6350000"/>
          <p14:tracePt t="38193" x="10642600" y="6299200"/>
          <p14:tracePt t="38199" x="10523538" y="6240463"/>
          <p14:tracePt t="38209" x="10329863" y="6180138"/>
          <p14:tracePt t="38216" x="10117138" y="6103938"/>
          <p14:tracePt t="38224" x="9906000" y="6002338"/>
          <p14:tracePt t="38232" x="9669463" y="5910263"/>
          <p14:tracePt t="38241" x="9415463" y="5808663"/>
          <p14:tracePt t="38249" x="9161463" y="5689600"/>
          <p14:tracePt t="38257" x="8932863" y="5595938"/>
          <p14:tracePt t="38265" x="8856663" y="5570538"/>
          <p14:tracePt t="38274" x="8694738" y="5503863"/>
          <p14:tracePt t="38282" x="8559800" y="5443538"/>
          <p14:tracePt t="38290" x="8450263" y="5402263"/>
          <p14:tracePt t="38298" x="8382000" y="5376863"/>
          <p14:tracePt t="38306" x="8348663" y="5359400"/>
          <p14:tracePt t="38314" x="8305800" y="5341938"/>
          <p14:tracePt t="38322" x="8288338" y="5341938"/>
          <p14:tracePt t="38749" x="8272463" y="5341938"/>
          <p14:tracePt t="38756" x="8255000" y="5341938"/>
          <p14:tracePt t="38765" x="8247063" y="5341938"/>
          <p14:tracePt t="38773" x="8212138" y="5341938"/>
          <p14:tracePt t="38781" x="8186738" y="5341938"/>
          <p14:tracePt t="38789" x="8135938" y="5341938"/>
          <p14:tracePt t="38798" x="8110538" y="5341938"/>
          <p14:tracePt t="38806" x="8051800" y="5341938"/>
          <p14:tracePt t="38814" x="8001000" y="5341938"/>
          <p14:tracePt t="38822" x="7942263" y="5341938"/>
          <p14:tracePt t="38830" x="7916863" y="5359400"/>
          <p14:tracePt t="38839" x="7866063" y="5359400"/>
          <p14:tracePt t="38847" x="7840663" y="5359400"/>
          <p14:tracePt t="38855" x="7789863" y="5376863"/>
          <p14:tracePt t="38863" x="7780338" y="5376863"/>
          <p14:tracePt t="38871" x="7747000" y="5376863"/>
          <p14:tracePt t="38879" x="7729538" y="5376863"/>
          <p14:tracePt t="38888" x="7721600" y="5376863"/>
          <p14:tracePt t="39051" x="7729538" y="5376863"/>
          <p14:tracePt t="39078" x="7747000" y="5359400"/>
          <p14:tracePt t="39084" x="7764463" y="5341938"/>
          <p14:tracePt t="39093" x="7823200" y="5326063"/>
          <p14:tracePt t="39101" x="7881938" y="5300663"/>
          <p14:tracePt t="39110" x="7924800" y="5249863"/>
          <p14:tracePt t="39117" x="8018463" y="5240338"/>
          <p14:tracePt t="39127" x="8110538" y="5189538"/>
          <p14:tracePt t="39133" x="8212138" y="5148263"/>
          <p14:tracePt t="39143" x="8313738" y="5105400"/>
          <p14:tracePt t="39150" x="8450263" y="5072063"/>
          <p14:tracePt t="39159" x="8516938" y="5054600"/>
          <p14:tracePt t="39166" x="8618538" y="5029200"/>
          <p14:tracePt t="39176" x="8694738" y="4995863"/>
          <p14:tracePt t="39182" x="8796338" y="4978400"/>
          <p14:tracePt t="39192" x="8872538" y="4970463"/>
          <p14:tracePt t="39199" x="8948738" y="4970463"/>
          <p14:tracePt t="39207" x="9024938" y="4953000"/>
          <p14:tracePt t="39215" x="9110663" y="4953000"/>
          <p14:tracePt t="39224" x="9161463" y="4953000"/>
          <p14:tracePt t="39232" x="9220200" y="4953000"/>
          <p14:tracePt t="39240" x="9278938" y="4953000"/>
          <p14:tracePt t="39248" x="9313863" y="4953000"/>
          <p14:tracePt t="39256" x="9355138" y="4953000"/>
          <p14:tracePt t="39265" x="9380538" y="4970463"/>
          <p14:tracePt t="39273" x="9398000" y="4970463"/>
          <p14:tracePt t="39281" x="9415463" y="4978400"/>
          <p14:tracePt t="39289" x="9431338" y="4995863"/>
          <p14:tracePt t="39297" x="9440863" y="4995863"/>
          <p14:tracePt t="39305" x="9456738" y="5011738"/>
          <p14:tracePt t="39314" x="9456738" y="5029200"/>
          <p14:tracePt t="39330" x="9474200" y="5046663"/>
          <p14:tracePt t="39339" x="9474200" y="5054600"/>
          <p14:tracePt t="39346" x="9491663" y="5072063"/>
          <p14:tracePt t="39363" x="9491663" y="5087938"/>
          <p14:tracePt t="39371" x="9491663" y="5105400"/>
          <p14:tracePt t="39380" x="9507538" y="5130800"/>
          <p14:tracePt t="39387" x="9507538" y="5148263"/>
          <p14:tracePt t="39396" x="9507538" y="5164138"/>
          <p14:tracePt t="39404" x="9507538" y="5189538"/>
          <p14:tracePt t="39412" x="9507538" y="5207000"/>
          <p14:tracePt t="39420" x="9507538" y="5240338"/>
          <p14:tracePt t="39428" x="9507538" y="5265738"/>
          <p14:tracePt t="39436" x="9507538" y="5300663"/>
          <p14:tracePt t="39445" x="9507538" y="5326063"/>
          <p14:tracePt t="39453" x="9507538" y="5341938"/>
          <p14:tracePt t="39461" x="9507538" y="5384800"/>
          <p14:tracePt t="39469" x="9507538" y="5402263"/>
          <p14:tracePt t="39478" x="9507538" y="5435600"/>
          <p14:tracePt t="39486" x="9507538" y="5461000"/>
          <p14:tracePt t="39494" x="9507538" y="5478463"/>
          <p14:tracePt t="39502" x="9507538" y="5519738"/>
          <p14:tracePt t="39510" x="9507538" y="5537200"/>
          <p14:tracePt t="39519" x="9507538" y="5570538"/>
          <p14:tracePt t="39527" x="9507538" y="5595938"/>
          <p14:tracePt t="39535" x="9507538" y="5613400"/>
          <p14:tracePt t="39543" x="9507538" y="5638800"/>
          <p14:tracePt t="39551" x="9507538" y="5672138"/>
          <p14:tracePt t="39560" x="9507538" y="5707063"/>
          <p14:tracePt t="39568" x="9507538" y="5732463"/>
          <p14:tracePt t="39577" x="9491663" y="5748338"/>
          <p14:tracePt t="39584" x="9491663" y="5773738"/>
          <p14:tracePt t="39593" x="9491663" y="5791200"/>
          <p14:tracePt t="39601" x="9491663" y="5824538"/>
          <p14:tracePt t="39610" x="9474200" y="5849938"/>
          <p14:tracePt t="39617" x="9474200" y="5884863"/>
          <p14:tracePt t="39626" x="9456738" y="5910263"/>
          <p14:tracePt t="39633" x="9440863" y="5943600"/>
          <p14:tracePt t="39643" x="9440863" y="5986463"/>
          <p14:tracePt t="39649" x="9431338" y="6019800"/>
          <p14:tracePt t="39659" x="9431338" y="6045200"/>
          <p14:tracePt t="39666" x="9415463" y="6096000"/>
          <p14:tracePt t="39676" x="9398000" y="6103938"/>
          <p14:tracePt t="39682" x="9380538" y="6138863"/>
          <p14:tracePt t="39692" x="9380538" y="6154738"/>
          <p14:tracePt t="39699" x="9372600" y="6180138"/>
          <p14:tracePt t="39707" x="9355138" y="6197600"/>
          <p14:tracePt t="39715" x="9339263" y="6215063"/>
          <p14:tracePt t="39723" x="9313863" y="6230938"/>
          <p14:tracePt t="39732" x="9296400" y="6256338"/>
          <p14:tracePt t="39740" x="9263063" y="6273800"/>
          <p14:tracePt t="39748" x="9237663" y="6291263"/>
          <p14:tracePt t="39756" x="9202738" y="6291263"/>
          <p14:tracePt t="39764" x="9161463" y="6316663"/>
          <p14:tracePt t="39773" x="9110663" y="6332538"/>
          <p14:tracePt t="39781" x="9050338" y="6350000"/>
          <p14:tracePt t="39789" x="8974138" y="6375400"/>
          <p14:tracePt t="39797" x="8932863" y="6375400"/>
          <p14:tracePt t="39805" x="8856663" y="6392863"/>
          <p14:tracePt t="39813" x="8720138" y="6408738"/>
          <p14:tracePt t="39822" x="8678863" y="6408738"/>
          <p14:tracePt t="39830" x="8585200" y="6408738"/>
          <p14:tracePt t="39838" x="8501063" y="6408738"/>
          <p14:tracePt t="39846" x="8424863" y="6408738"/>
          <p14:tracePt t="39854" x="8382000" y="6408738"/>
          <p14:tracePt t="39863" x="8313738" y="6408738"/>
          <p14:tracePt t="39871" x="8255000" y="6408738"/>
          <p14:tracePt t="39879" x="8196263" y="6408738"/>
          <p14:tracePt t="39887" x="8170863" y="6408738"/>
          <p14:tracePt t="39895" x="8120063" y="6392863"/>
          <p14:tracePt t="39903" x="8094663" y="6375400"/>
          <p14:tracePt t="39912" x="8077200" y="6367463"/>
          <p14:tracePt t="39920" x="8051800" y="6350000"/>
          <p14:tracePt t="39928" x="8034338" y="6332538"/>
          <p14:tracePt t="39937" x="8018463" y="6299200"/>
          <p14:tracePt t="39945" x="7983538" y="6273800"/>
          <p14:tracePt t="39953" x="7975600" y="6240463"/>
          <p14:tracePt t="39961" x="7958138" y="6230938"/>
          <p14:tracePt t="39969" x="7924800" y="6180138"/>
          <p14:tracePt t="39978" x="7916863" y="6154738"/>
          <p14:tracePt t="39985" x="7899400" y="6103938"/>
          <p14:tracePt t="39994" x="7866063" y="6078538"/>
          <p14:tracePt t="40002" x="7848600" y="6037263"/>
          <p14:tracePt t="40010" x="7840663" y="5986463"/>
          <p14:tracePt t="40018" x="7823200" y="5969000"/>
          <p14:tracePt t="40027" x="7805738" y="5926138"/>
          <p14:tracePt t="40035" x="7780338" y="5900738"/>
          <p14:tracePt t="40043" x="7780338" y="5849938"/>
          <p14:tracePt t="40051" x="7747000" y="5791200"/>
          <p14:tracePt t="40060" x="7729538" y="5765800"/>
          <p14:tracePt t="40067" x="7729538" y="5715000"/>
          <p14:tracePt t="40079" x="7721600" y="5672138"/>
          <p14:tracePt t="40084" x="7721600" y="5630863"/>
          <p14:tracePt t="40093" x="7704138" y="5570538"/>
          <p14:tracePt t="40100" x="7704138" y="5537200"/>
          <p14:tracePt t="40110" x="7704138" y="5494338"/>
          <p14:tracePt t="40117" x="7704138" y="5435600"/>
          <p14:tracePt t="40127" x="7704138" y="5402263"/>
          <p14:tracePt t="40133" x="7704138" y="5359400"/>
          <p14:tracePt t="40143" x="7704138" y="5300663"/>
          <p14:tracePt t="40149" x="7704138" y="5265738"/>
          <p14:tracePt t="40160" x="7704138" y="5224463"/>
          <p14:tracePt t="40166" x="7704138" y="5189538"/>
          <p14:tracePt t="40177" x="7704138" y="5148263"/>
          <p14:tracePt t="40182" x="7704138" y="5105400"/>
          <p14:tracePt t="40193" x="7704138" y="5072063"/>
          <p14:tracePt t="40198" x="7704138" y="5029200"/>
          <p14:tracePt t="40210" x="7704138" y="5011738"/>
          <p14:tracePt t="40215" x="7704138" y="4970463"/>
          <p14:tracePt t="40227" x="7704138" y="4953000"/>
          <p14:tracePt t="40231" x="7704138" y="4919663"/>
          <p14:tracePt t="40243" x="7704138" y="4876800"/>
          <p14:tracePt t="40248" x="7704138" y="4859338"/>
          <p14:tracePt t="40260" x="7704138" y="4843463"/>
          <p14:tracePt t="40264" x="7704138" y="4818063"/>
          <p14:tracePt t="40277" x="7721600" y="4818063"/>
          <p14:tracePt t="40280" x="7721600" y="4783138"/>
          <p14:tracePt t="40293" x="7721600" y="4775200"/>
          <p14:tracePt t="40297" x="7721600" y="4757738"/>
          <p14:tracePt t="40310" x="7721600" y="4741863"/>
          <p14:tracePt t="40313" x="7721600" y="4724400"/>
          <p14:tracePt t="40327" x="7729538" y="4716463"/>
          <p14:tracePt t="40329" x="7729538" y="4699000"/>
          <p14:tracePt t="40344" x="7729538" y="4681538"/>
          <p14:tracePt t="40360" x="7747000" y="4665663"/>
          <p14:tracePt t="40363" x="7747000" y="4648200"/>
          <p14:tracePt t="40377" x="7764463" y="4640263"/>
          <p14:tracePt t="40387" x="7764463" y="4622800"/>
          <p14:tracePt t="40395" x="7780338" y="4605338"/>
          <p14:tracePt t="40412" x="7789863" y="4589463"/>
          <p14:tracePt t="40428" x="7805738" y="4579938"/>
          <p14:tracePt t="40436" x="7823200" y="4564063"/>
          <p14:tracePt t="40444" x="7840663" y="4546600"/>
          <p14:tracePt t="40453" x="7848600" y="4529138"/>
          <p14:tracePt t="40460" x="7866063" y="4529138"/>
          <p14:tracePt t="40469" x="7899400" y="4521200"/>
          <p14:tracePt t="40477" x="7916863" y="4487863"/>
          <p14:tracePt t="40485" x="7942263" y="4470400"/>
          <p14:tracePt t="40494" x="7958138" y="4452938"/>
          <p14:tracePt t="40502" x="7983538" y="4445000"/>
          <p14:tracePt t="40510" x="8018463" y="4427538"/>
          <p14:tracePt t="40518" x="8034338" y="4411663"/>
          <p14:tracePt t="40526" x="8059738" y="4394200"/>
          <p14:tracePt t="40534" x="8094663" y="4386263"/>
          <p14:tracePt t="40543" x="8120063" y="4368800"/>
          <p14:tracePt t="40551" x="8153400" y="4351338"/>
          <p14:tracePt t="40560" x="8170863" y="4351338"/>
          <p14:tracePt t="40567" x="8196263" y="4335463"/>
          <p14:tracePt t="40577" x="8212138" y="4335463"/>
          <p14:tracePt t="40584" x="8229600" y="4318000"/>
          <p14:tracePt t="40593" x="8255000" y="4318000"/>
          <p14:tracePt t="40600" x="8272463" y="4310063"/>
          <p14:tracePt t="40610" x="8288338" y="4310063"/>
          <p14:tracePt t="40626" x="8313738" y="4292600"/>
          <p14:tracePt t="40633" x="8348663" y="4292600"/>
          <p14:tracePt t="40649" x="8382000" y="4275138"/>
          <p14:tracePt t="40657" x="8424863" y="4275138"/>
          <p14:tracePt t="40666" x="8440738" y="4259263"/>
          <p14:tracePt t="40674" x="8483600" y="4249738"/>
          <p14:tracePt t="40682" x="8516938" y="4249738"/>
          <p14:tracePt t="40690" x="8577263" y="4233863"/>
          <p14:tracePt t="40698" x="8636000" y="4216400"/>
          <p14:tracePt t="40707" x="8737600" y="4198938"/>
          <p14:tracePt t="40715" x="8780463" y="4198938"/>
          <p14:tracePt t="40723" x="8915400" y="4157663"/>
          <p14:tracePt t="40731" x="8966200" y="4157663"/>
          <p14:tracePt t="40739" x="9042400" y="4140200"/>
          <p14:tracePt t="40748" x="9101138" y="4122738"/>
          <p14:tracePt t="40756" x="9161463" y="4114800"/>
          <p14:tracePt t="40764" x="9202738" y="4114800"/>
          <p14:tracePt t="40772" x="9237663" y="4097338"/>
          <p14:tracePt t="40780" x="9263063" y="4097338"/>
          <p14:tracePt t="40789" x="9278938" y="4097338"/>
          <p14:tracePt t="40797" x="9296400" y="4097338"/>
          <p14:tracePt t="40813" x="9313863" y="4097338"/>
          <p14:tracePt t="40821" x="9321800" y="4097338"/>
          <p14:tracePt t="41010" x="9339263" y="4097338"/>
          <p14:tracePt t="41018" x="9355138" y="4097338"/>
          <p14:tracePt t="41026" x="9372600" y="4097338"/>
          <p14:tracePt t="41034" x="9398000" y="4097338"/>
          <p14:tracePt t="41043" x="9431338" y="4097338"/>
          <p14:tracePt t="41051" x="9474200" y="4097338"/>
          <p14:tracePt t="41061" x="9517063" y="4097338"/>
          <p14:tracePt t="41067" x="9626600" y="4114800"/>
          <p14:tracePt t="41079" x="9710738" y="4122738"/>
          <p14:tracePt t="41083" x="9804400" y="4140200"/>
          <p14:tracePt t="41093" x="9847263" y="4157663"/>
          <p14:tracePt t="41100" x="9923463" y="4173538"/>
          <p14:tracePt t="41110" x="10033000" y="4191000"/>
          <p14:tracePt t="41116" x="10101263" y="4216400"/>
          <p14:tracePt t="41126" x="10177463" y="4216400"/>
          <p14:tracePt t="41133" x="10269538" y="4249738"/>
          <p14:tracePt t="41142" x="10345738" y="4259263"/>
          <p14:tracePt t="41149" x="10421938" y="4292600"/>
          <p14:tracePt t="41157" x="10482263" y="4292600"/>
          <p14:tracePt t="41165" x="10541000" y="4310063"/>
          <p14:tracePt t="41174" x="10566400" y="4335463"/>
          <p14:tracePt t="41182" x="10617200" y="4335463"/>
          <p14:tracePt t="41190" x="10642600" y="4351338"/>
          <p14:tracePt t="41198" x="10675938" y="4351338"/>
          <p14:tracePt t="41206" x="10701338" y="4368800"/>
          <p14:tracePt t="41215" x="10718800" y="4386263"/>
          <p14:tracePt t="41231" x="10736263" y="4394200"/>
          <p14:tracePt t="41239" x="10752138" y="4394200"/>
          <p14:tracePt t="41256" x="10752138" y="4411663"/>
          <p14:tracePt t="41288" x="10769600" y="4411663"/>
          <p14:tracePt t="41305" x="10769600" y="4427538"/>
          <p14:tracePt t="41329" x="10769600" y="4445000"/>
          <p14:tracePt t="41337" x="10769600" y="4452938"/>
          <p14:tracePt t="41346" x="10769600" y="4470400"/>
          <p14:tracePt t="41354" x="10769600" y="4487863"/>
          <p14:tracePt t="41362" x="10777538" y="4521200"/>
          <p14:tracePt t="41370" x="10777538" y="4546600"/>
          <p14:tracePt t="41378" x="10777538" y="4579938"/>
          <p14:tracePt t="41387" x="10795000" y="4640263"/>
          <p14:tracePt t="41395" x="10795000" y="4699000"/>
          <p14:tracePt t="41403" x="10795000" y="4775200"/>
          <p14:tracePt t="41411" x="10795000" y="4843463"/>
          <p14:tracePt t="41419" x="10795000" y="4910138"/>
          <p14:tracePt t="41428" x="10795000" y="4978400"/>
          <p14:tracePt t="41436" x="10795000" y="5054600"/>
          <p14:tracePt t="41444" x="10795000" y="5164138"/>
          <p14:tracePt t="41452" x="10795000" y="5249863"/>
          <p14:tracePt t="41460" x="10795000" y="5326063"/>
          <p14:tracePt t="41469" x="10777538" y="5402263"/>
          <p14:tracePt t="41477" x="10752138" y="5478463"/>
          <p14:tracePt t="41485" x="10718800" y="5554663"/>
          <p14:tracePt t="41493" x="10701338" y="5613400"/>
          <p14:tracePt t="41501" x="10660063" y="5672138"/>
          <p14:tracePt t="41510" x="10642600" y="5707063"/>
          <p14:tracePt t="41518" x="10617200" y="5765800"/>
          <p14:tracePt t="41526" x="10583863" y="5808663"/>
          <p14:tracePt t="41534" x="10541000" y="5849938"/>
          <p14:tracePt t="41543" x="10498138" y="5926138"/>
          <p14:tracePt t="41550" x="10464800" y="5969000"/>
          <p14:tracePt t="41560" x="10421938" y="6019800"/>
          <p14:tracePt t="41567" x="10363200" y="6078538"/>
          <p14:tracePt t="41576" x="10329863" y="6121400"/>
          <p14:tracePt t="41583" x="10287000" y="6154738"/>
          <p14:tracePt t="41593" x="10253663" y="6197600"/>
          <p14:tracePt t="41600" x="10210800" y="6240463"/>
          <p14:tracePt t="41609" x="10177463" y="6273800"/>
          <p14:tracePt t="41616" x="10152063" y="6316663"/>
          <p14:tracePt t="41626" x="10117138" y="6332538"/>
          <p14:tracePt t="41632" x="10101263" y="6367463"/>
          <p14:tracePt t="41641" x="10075863" y="6392863"/>
          <p14:tracePt t="41649" x="10040938" y="6426200"/>
          <p14:tracePt t="41657" x="10015538" y="6434138"/>
          <p14:tracePt t="41665" x="9974263" y="6469063"/>
          <p14:tracePt t="41673" x="9939338" y="6494463"/>
          <p14:tracePt t="41682" x="9898063" y="6545263"/>
          <p14:tracePt t="41690" x="9837738" y="6561138"/>
          <p14:tracePt t="41698" x="9786938" y="6586538"/>
          <p14:tracePt t="41706" x="9728200" y="6621463"/>
          <p14:tracePt t="41714" x="9685338" y="6646863"/>
          <p14:tracePt t="41722" x="9644063" y="6662738"/>
          <p14:tracePt t="41731" x="9575800" y="6697663"/>
          <p14:tracePt t="41739" x="9550400" y="6705600"/>
          <p14:tracePt t="41747" x="9507538" y="6723063"/>
          <p14:tracePt t="41755" x="9474200" y="6738938"/>
          <p14:tracePt t="41764" x="9431338" y="6738938"/>
          <p14:tracePt t="41772" x="9380538" y="6756400"/>
          <p14:tracePt t="41780" x="9355138" y="6756400"/>
          <p14:tracePt t="41788" x="9313863" y="6764338"/>
          <p14:tracePt t="41796" x="9278938" y="6781800"/>
          <p14:tracePt t="41805" x="9237663" y="6781800"/>
          <p14:tracePt t="41813" x="9177338" y="6799263"/>
          <p14:tracePt t="41821" x="9126538" y="6815138"/>
          <p14:tracePt t="41829" x="9067800" y="6815138"/>
          <p14:tracePt t="41837" x="9009063" y="6815138"/>
          <p14:tracePt t="41845" x="8932863" y="6815138"/>
          <p14:tracePt t="41854" x="8872538" y="6815138"/>
          <p14:tracePt t="41862" x="8796338" y="6815138"/>
          <p14:tracePt t="41870" x="8720138" y="6815138"/>
          <p14:tracePt t="41878" x="8661400" y="6815138"/>
          <p14:tracePt t="41886" x="8585200" y="6815138"/>
          <p14:tracePt t="41895" x="8526463" y="6815138"/>
          <p14:tracePt t="41903" x="8450263" y="6815138"/>
          <p14:tracePt t="41911" x="8389938" y="6815138"/>
          <p14:tracePt t="41919" x="8331200" y="6799263"/>
          <p14:tracePt t="41927" x="8272463" y="6781800"/>
          <p14:tracePt t="41936" x="8212138" y="6764338"/>
          <p14:tracePt t="41944" x="8186738" y="6756400"/>
          <p14:tracePt t="41952" x="8135938" y="6738938"/>
          <p14:tracePt t="41961" x="8120063" y="6723063"/>
          <p14:tracePt t="41968" x="8077200" y="6705600"/>
          <p14:tracePt t="41977" x="8051800" y="6697663"/>
          <p14:tracePt t="41985" x="8018463" y="6680200"/>
          <p14:tracePt t="41993" x="7983538" y="6662738"/>
          <p14:tracePt t="42001" x="7958138" y="6629400"/>
          <p14:tracePt t="42010" x="7942263" y="6621463"/>
          <p14:tracePt t="42017" x="7924800" y="6604000"/>
          <p14:tracePt t="42027" x="7899400" y="6570663"/>
          <p14:tracePt t="42034" x="7899400" y="6561138"/>
          <p14:tracePt t="42043" x="7881938" y="6545263"/>
          <p14:tracePt t="42050" x="7866063" y="6527800"/>
          <p14:tracePt t="42061" x="7866063" y="6510338"/>
          <p14:tracePt t="42066" x="7848600" y="6494463"/>
          <p14:tracePt t="42078" x="7848600" y="6484938"/>
          <p14:tracePt t="42083" x="7848600" y="6469063"/>
          <p14:tracePt t="42094" x="7848600" y="6451600"/>
          <p14:tracePt t="42099" x="7848600" y="6434138"/>
          <p14:tracePt t="42110" x="7848600" y="6392863"/>
          <p14:tracePt t="42116" x="7848600" y="6375400"/>
          <p14:tracePt t="42127" x="7848600" y="6332538"/>
          <p14:tracePt t="42132" x="7848600" y="6273800"/>
          <p14:tracePt t="42143" x="7848600" y="6230938"/>
          <p14:tracePt t="42148" x="7848600" y="6121400"/>
          <p14:tracePt t="42160" x="7848600" y="6078538"/>
          <p14:tracePt t="42165" x="7848600" y="6002338"/>
          <p14:tracePt t="42177" x="7848600" y="5926138"/>
          <p14:tracePt t="42181" x="7848600" y="5867400"/>
          <p14:tracePt t="42194" x="7848600" y="5791200"/>
          <p14:tracePt t="42198" x="7866063" y="5715000"/>
          <p14:tracePt t="42210" x="7881938" y="5656263"/>
          <p14:tracePt t="42214" x="7899400" y="5580063"/>
          <p14:tracePt t="42227" x="7924800" y="5519738"/>
          <p14:tracePt t="42231" x="7942263" y="5461000"/>
          <p14:tracePt t="42243" x="7975600" y="5418138"/>
          <p14:tracePt t="42247" x="7983538" y="5376863"/>
          <p14:tracePt t="42260" x="8018463" y="5308600"/>
          <p14:tracePt t="42263" x="8034338" y="5265738"/>
          <p14:tracePt t="42277" x="8059738" y="5224463"/>
          <p14:tracePt t="42280" x="8094663" y="5164138"/>
          <p14:tracePt t="42293" x="8110538" y="5105400"/>
          <p14:tracePt t="42297" x="8153400" y="5054600"/>
          <p14:tracePt t="42310" x="8170863" y="5029200"/>
          <p14:tracePt t="42313" x="8196263" y="4978400"/>
          <p14:tracePt t="42326" x="8212138" y="4935538"/>
          <p14:tracePt t="42330" x="8247063" y="4910138"/>
          <p14:tracePt t="42343" x="8272463" y="4876800"/>
          <p14:tracePt t="42347" x="8305800" y="4859338"/>
          <p14:tracePt t="42360" x="8331200" y="4833938"/>
          <p14:tracePt t="42363" x="8348663" y="4818063"/>
          <p14:tracePt t="42376" x="8382000" y="4800600"/>
          <p14:tracePt t="42379" x="8424863" y="4783138"/>
          <p14:tracePt t="42393" x="8450263" y="4775200"/>
          <p14:tracePt t="42396" x="8516938" y="4741863"/>
          <p14:tracePt t="42410" x="8577263" y="4724400"/>
          <p14:tracePt t="42411" x="8618538" y="4699000"/>
          <p14:tracePt t="42419" x="8678863" y="4681538"/>
          <p14:tracePt t="42427" x="8780463" y="4640263"/>
          <p14:tracePt t="42435" x="8831263" y="4622800"/>
          <p14:tracePt t="42444" x="8907463" y="4589463"/>
          <p14:tracePt t="42452" x="8974138" y="4579938"/>
          <p14:tracePt t="42460" x="9050338" y="4564063"/>
          <p14:tracePt t="42468" x="9126538" y="4529138"/>
          <p14:tracePt t="42476" x="9186863" y="4503738"/>
          <p14:tracePt t="42485" x="9245600" y="4487863"/>
          <p14:tracePt t="42493" x="9313863" y="4452938"/>
          <p14:tracePt t="42501" x="9355138" y="4445000"/>
          <p14:tracePt t="42510" x="9398000" y="4427538"/>
          <p14:tracePt t="42517" x="9440863" y="4411663"/>
          <p14:tracePt t="42527" x="9474200" y="4394200"/>
          <p14:tracePt t="42534" x="9507538" y="4386263"/>
          <p14:tracePt t="42543" x="9532938" y="4386263"/>
          <p14:tracePt t="42550" x="9567863" y="4368800"/>
          <p14:tracePt t="42560" x="9575800" y="4351338"/>
          <p14:tracePt t="42567" x="9593263" y="4351338"/>
          <p14:tracePt t="42576" x="9609138" y="4351338"/>
          <p14:tracePt t="42583" x="9626600" y="4335463"/>
          <p14:tracePt t="42593" x="9644063" y="4335463"/>
          <p14:tracePt t="42599" x="9652000" y="4318000"/>
          <p14:tracePt t="42624" x="9669463" y="4318000"/>
          <p14:tracePt t="42640" x="9685338" y="4318000"/>
          <p14:tracePt t="42649" x="9702800" y="4310063"/>
          <p14:tracePt t="42665" x="9710738" y="4310063"/>
          <p14:tracePt t="42673" x="9728200" y="4310063"/>
          <p14:tracePt t="42681" x="9745663" y="4292600"/>
          <p14:tracePt t="42690" x="9761538" y="4292600"/>
          <p14:tracePt t="42698" x="9771063" y="4292600"/>
          <p14:tracePt t="42706" x="9804400" y="4292600"/>
          <p14:tracePt t="42714" x="9837738" y="4292600"/>
          <p14:tracePt t="42722" x="9847263" y="4292600"/>
          <p14:tracePt t="42730" x="9898063" y="4292600"/>
          <p14:tracePt t="42739" x="9906000" y="4292600"/>
          <p14:tracePt t="42747" x="9956800" y="4292600"/>
          <p14:tracePt t="42755" x="9974263" y="4292600"/>
          <p14:tracePt t="42763" x="10015538" y="4292600"/>
          <p14:tracePt t="42771" x="10040938" y="4292600"/>
          <p14:tracePt t="42780" x="10075863" y="4310063"/>
          <p14:tracePt t="42788" x="10101263" y="4318000"/>
          <p14:tracePt t="42796" x="10134600" y="4351338"/>
          <p14:tracePt t="42804" x="10152063" y="4351338"/>
          <p14:tracePt t="42812" x="10152063" y="4368800"/>
          <p14:tracePt t="42821" x="10167938" y="4386263"/>
          <p14:tracePt t="42829" x="10177463" y="4394200"/>
          <p14:tracePt t="42845" x="10177463" y="4411663"/>
          <p14:tracePt t="42853" x="10193338" y="4427538"/>
          <p14:tracePt t="42869" x="10193338" y="4445000"/>
          <p14:tracePt t="42894" x="10193338" y="4452938"/>
          <p14:tracePt t="42918" x="10193338" y="4470400"/>
          <p14:tracePt t="42943" x="10193338" y="4487863"/>
          <p14:tracePt t="42960" x="10193338" y="4503738"/>
          <p14:tracePt t="42984" x="10193338" y="4521200"/>
          <p14:tracePt t="43033" x="10193338" y="4529138"/>
          <p14:tracePt t="43222" x="10193338" y="4546600"/>
          <p14:tracePt t="43369" x="10193338" y="4564063"/>
          <p14:tracePt t="43418" x="10177463" y="4564063"/>
          <p14:tracePt t="43443" x="10177463" y="4579938"/>
          <p14:tracePt t="43467" x="10177463" y="4589463"/>
          <p14:tracePt t="43484" x="10177463" y="4605338"/>
          <p14:tracePt t="43500" x="10177463" y="4622800"/>
          <p14:tracePt t="43510" x="10177463" y="4640263"/>
          <p14:tracePt t="43517" x="10167938" y="4665663"/>
          <p14:tracePt t="43527" x="10167938" y="4681538"/>
          <p14:tracePt t="43533" x="10152063" y="4716463"/>
          <p14:tracePt t="43543" x="10134600" y="4757738"/>
          <p14:tracePt t="43549" x="10134600" y="4775200"/>
          <p14:tracePt t="43560" x="10117138" y="4800600"/>
          <p14:tracePt t="43566" x="10117138" y="4818063"/>
          <p14:tracePt t="43576" x="10117138" y="4843463"/>
          <p14:tracePt t="43582" x="10101263" y="4859338"/>
          <p14:tracePt t="43591" x="10101263" y="4876800"/>
          <p14:tracePt t="43607" x="10101263" y="4894263"/>
          <p14:tracePt t="43632" x="10101263" y="4910138"/>
          <p14:tracePt t="43656" x="10101263" y="4919663"/>
          <p14:tracePt t="43705" x="10101263" y="4935538"/>
          <p14:tracePt t="43763" x="10101263" y="4953000"/>
          <p14:tracePt t="43787" x="10091738" y="4970463"/>
          <p14:tracePt t="43812" x="10091738" y="4978400"/>
          <p14:tracePt t="43828" x="10091738" y="4995863"/>
          <p14:tracePt t="43836" x="10091738" y="5011738"/>
          <p14:tracePt t="43845" x="10075863" y="5011738"/>
          <p14:tracePt t="43853" x="10075863" y="5029200"/>
          <p14:tracePt t="43861" x="10058400" y="5046663"/>
          <p14:tracePt t="43869" x="10058400" y="5054600"/>
          <p14:tracePt t="43877" x="10040938" y="5087938"/>
          <p14:tracePt t="43885" x="10040938" y="5105400"/>
          <p14:tracePt t="43894" x="10033000" y="5130800"/>
          <p14:tracePt t="43902" x="10015538" y="5164138"/>
          <p14:tracePt t="43910" x="9999663" y="5207000"/>
          <p14:tracePt t="43918" x="9974263" y="5249863"/>
          <p14:tracePt t="43927" x="9939338" y="5283200"/>
          <p14:tracePt t="43935" x="9906000" y="5341938"/>
          <p14:tracePt t="43943" x="9880600" y="5384800"/>
          <p14:tracePt t="43951" x="9847263" y="5443538"/>
          <p14:tracePt t="43960" x="9786938" y="5503863"/>
          <p14:tracePt t="43968" x="9761538" y="5554663"/>
          <p14:tracePt t="43977" x="9702800" y="5630863"/>
          <p14:tracePt t="43984" x="9652000" y="5672138"/>
          <p14:tracePt t="43993" x="9609138" y="5715000"/>
          <p14:tracePt t="44000" x="9567863" y="5765800"/>
          <p14:tracePt t="44010" x="9532938" y="5808663"/>
          <p14:tracePt t="44017" x="9491663" y="5834063"/>
          <p14:tracePt t="44026" x="9440863" y="5867400"/>
          <p14:tracePt t="44033" x="9415463" y="5900738"/>
          <p14:tracePt t="44043" x="9380538" y="5926138"/>
          <p14:tracePt t="44050" x="9355138" y="5943600"/>
          <p14:tracePt t="44059" x="9313863" y="5961063"/>
          <p14:tracePt t="44066" x="9296400" y="5961063"/>
          <p14:tracePt t="44076" x="9245600" y="5986463"/>
          <p14:tracePt t="44082" x="9220200" y="6002338"/>
          <p14:tracePt t="44091" x="9161463" y="6019800"/>
          <p14:tracePt t="44098" x="9101138" y="6019800"/>
          <p14:tracePt t="44107" x="9042400" y="6037263"/>
          <p14:tracePt t="44115" x="8991600" y="6045200"/>
          <p14:tracePt t="44123" x="8932863" y="6062663"/>
          <p14:tracePt t="44131" x="8856663" y="6078538"/>
          <p14:tracePt t="44139" x="8796338" y="6078538"/>
          <p14:tracePt t="44148" x="8737600" y="6078538"/>
          <p14:tracePt t="44156" x="8694738" y="6078538"/>
          <p14:tracePt t="44164" x="8661400" y="6078538"/>
          <p14:tracePt t="44172" x="8618538" y="6078538"/>
          <p14:tracePt t="44180" x="8602663" y="6078538"/>
          <p14:tracePt t="44189" x="8577263" y="6062663"/>
          <p14:tracePt t="44197" x="8559800" y="6045200"/>
          <p14:tracePt t="44205" x="8542338" y="6037263"/>
          <p14:tracePt t="44213" x="8542338" y="6019800"/>
          <p14:tracePt t="44221" x="8526463" y="6019800"/>
          <p14:tracePt t="44230" x="8526463" y="6002338"/>
          <p14:tracePt t="44238" x="8516938" y="5986463"/>
          <p14:tracePt t="44246" x="8516938" y="5969000"/>
          <p14:tracePt t="44254" x="8501063" y="5961063"/>
          <p14:tracePt t="44262" x="8501063" y="5943600"/>
          <p14:tracePt t="44270" x="8501063" y="5926138"/>
          <p14:tracePt t="44279" x="8501063" y="5900738"/>
          <p14:tracePt t="44287" x="8501063" y="5884863"/>
          <p14:tracePt t="44295" x="8501063" y="5849938"/>
          <p14:tracePt t="44303" x="8501063" y="5824538"/>
          <p14:tracePt t="44312" x="8501063" y="5791200"/>
          <p14:tracePt t="44320" x="8501063" y="5748338"/>
          <p14:tracePt t="44328" x="8501063" y="5689600"/>
          <p14:tracePt t="44336" x="8501063" y="5580063"/>
          <p14:tracePt t="44344" x="8501063" y="5503863"/>
          <p14:tracePt t="44353" x="8516938" y="5402263"/>
          <p14:tracePt t="44361" x="8559800" y="5326063"/>
          <p14:tracePt t="44369" x="8585200" y="5189538"/>
          <p14:tracePt t="44377" x="8643938" y="5087938"/>
          <p14:tracePt t="44385" x="8678863" y="5029200"/>
          <p14:tracePt t="44394" x="8737600" y="4935538"/>
          <p14:tracePt t="44402" x="8780463" y="4833938"/>
          <p14:tracePt t="44410" x="8831263" y="4741863"/>
          <p14:tracePt t="44418" x="8872538" y="4681538"/>
          <p14:tracePt t="44427" x="8915400" y="4622800"/>
          <p14:tracePt t="44435" x="8974138" y="4564063"/>
          <p14:tracePt t="44444" x="9009063" y="4521200"/>
          <p14:tracePt t="44451" x="9042400" y="4487863"/>
          <p14:tracePt t="44460" x="9067800" y="4445000"/>
          <p14:tracePt t="44467" x="9101138" y="4411663"/>
          <p14:tracePt t="44477" x="9126538" y="4394200"/>
          <p14:tracePt t="44484" x="9144000" y="4368800"/>
          <p14:tracePt t="44493" x="9161463" y="4351338"/>
          <p14:tracePt t="44500" x="9177338" y="4351338"/>
          <p14:tracePt t="44510" x="9186863" y="4335463"/>
          <p14:tracePt t="44526" x="9202738" y="4335463"/>
          <p14:tracePt t="44542" x="9220200" y="4335463"/>
          <p14:tracePt t="44549" x="9237663" y="4335463"/>
          <p14:tracePt t="44574" x="9245600" y="4335463"/>
          <p14:tracePt t="44590" x="9263063" y="4335463"/>
          <p14:tracePt t="44615" x="9278938" y="4335463"/>
          <p14:tracePt t="44631" x="9296400" y="4335463"/>
          <p14:tracePt t="44639" x="9296400" y="4351338"/>
          <p14:tracePt t="44656" x="9313863" y="4351338"/>
          <p14:tracePt t="44680" x="9321800" y="4368800"/>
          <p14:tracePt t="44705" x="9339263" y="4386263"/>
          <p14:tracePt t="44713" x="9339263" y="4394200"/>
          <p14:tracePt t="44729" x="9355138" y="4411663"/>
          <p14:tracePt t="44746" x="9372600" y="4427538"/>
          <p14:tracePt t="44754" x="9372600" y="4445000"/>
          <p14:tracePt t="44762" x="9380538" y="4452938"/>
          <p14:tracePt t="44770" x="9415463" y="4470400"/>
          <p14:tracePt t="44787" x="9431338" y="4487863"/>
          <p14:tracePt t="44795" x="9440863" y="4503738"/>
          <p14:tracePt t="44803" x="9474200" y="4521200"/>
          <p14:tracePt t="44812" x="9491663" y="4529138"/>
          <p14:tracePt t="44820" x="9507538" y="4546600"/>
          <p14:tracePt t="44828" x="9517063" y="4564063"/>
          <p14:tracePt t="44836" x="9517063" y="4579938"/>
          <p14:tracePt t="44844" x="9532938" y="4589463"/>
          <p14:tracePt t="44852" x="9550400" y="4605338"/>
          <p14:tracePt t="44861" x="9567863" y="4622800"/>
          <p14:tracePt t="44869" x="9567863" y="4640263"/>
          <p14:tracePt t="44877" x="9575800" y="4665663"/>
          <p14:tracePt t="44894" x="9593263" y="4699000"/>
          <p14:tracePt t="44901" x="9593263" y="4716463"/>
          <p14:tracePt t="44910" x="9593263" y="4724400"/>
          <p14:tracePt t="44918" x="9609138" y="4757738"/>
          <p14:tracePt t="44926" x="9609138" y="4783138"/>
          <p14:tracePt t="44944" x="9609138" y="4818063"/>
          <p14:tracePt t="44951" x="9609138" y="4833938"/>
          <p14:tracePt t="44960" x="9609138" y="4843463"/>
          <p14:tracePt t="44967" x="9609138" y="4859338"/>
          <p14:tracePt t="44977" x="9609138" y="4894263"/>
          <p14:tracePt t="44984" x="9609138" y="4910138"/>
          <p14:tracePt t="44993" x="9609138" y="4919663"/>
          <p14:tracePt t="45000" x="9609138" y="4935538"/>
          <p14:tracePt t="45010" x="9609138" y="4953000"/>
          <p14:tracePt t="45016" x="9609138" y="4970463"/>
          <p14:tracePt t="45026" x="9609138" y="4978400"/>
          <p14:tracePt t="45040" x="9609138" y="4995863"/>
          <p14:tracePt t="45049" x="9609138" y="5011738"/>
          <p14:tracePt t="45074" x="9609138" y="5029200"/>
          <p14:tracePt t="45098" x="9609138" y="5046663"/>
          <p14:tracePt t="45172" x="9609138" y="5054600"/>
          <p14:tracePt t="46073" x="9593263" y="5054600"/>
          <p14:tracePt t="46081" x="9567863" y="5087938"/>
          <p14:tracePt t="46089" x="9532938" y="5105400"/>
          <p14:tracePt t="46098" x="9474200" y="5105400"/>
          <p14:tracePt t="46106" x="9440863" y="5113338"/>
          <p14:tracePt t="46114" x="9380538" y="5130800"/>
          <p14:tracePt t="46122" x="9339263" y="5130800"/>
          <p14:tracePt t="46131" x="9263063" y="5130800"/>
          <p14:tracePt t="46139" x="9161463" y="5130800"/>
          <p14:tracePt t="46147" x="9085263" y="5130800"/>
          <p14:tracePt t="46155" x="9024938" y="5105400"/>
          <p14:tracePt t="46163" x="8915400" y="5054600"/>
          <p14:tracePt t="46171" x="8856663" y="5011738"/>
          <p14:tracePt t="46180" x="8770938" y="4953000"/>
          <p14:tracePt t="46188" x="8720138" y="4919663"/>
          <p14:tracePt t="46196" x="8636000" y="4843463"/>
          <p14:tracePt t="46204" x="8559800" y="4775200"/>
          <p14:tracePt t="46213" x="8501063" y="4716463"/>
          <p14:tracePt t="46221" x="8450263" y="4648200"/>
          <p14:tracePt t="46229" x="8382000" y="4579938"/>
          <p14:tracePt t="46237" x="8331200" y="4529138"/>
          <p14:tracePt t="46245" x="8288338" y="4470400"/>
          <p14:tracePt t="46254" x="8247063" y="4427538"/>
          <p14:tracePt t="46262" x="8212138" y="4394200"/>
          <p14:tracePt t="46270" x="8196263" y="4386263"/>
          <p14:tracePt t="46278" x="8170863" y="4351338"/>
          <p14:tracePt t="46286" x="8153400" y="4318000"/>
          <p14:tracePt t="46295" x="8135938" y="4310063"/>
          <p14:tracePt t="46303" x="8120063" y="4292600"/>
          <p14:tracePt t="46311" x="8094663" y="4275138"/>
          <p14:tracePt t="46319" x="8077200" y="4275138"/>
          <p14:tracePt t="46327" x="8077200" y="4259263"/>
          <p14:tracePt t="46336" x="8059738" y="4259263"/>
          <p14:tracePt t="46344" x="8051800" y="4249738"/>
          <p14:tracePt t="46360" x="8034338" y="4249738"/>
          <p14:tracePt t="46368" x="8018463" y="4249738"/>
          <p14:tracePt t="46384" x="8001000" y="4249738"/>
          <p14:tracePt t="46409" x="7983538" y="4249738"/>
          <p14:tracePt t="46418" x="7975600" y="4249738"/>
          <p14:tracePt t="46434" x="7958138" y="4275138"/>
          <p14:tracePt t="46443" x="7942263" y="4292600"/>
          <p14:tracePt t="46450" x="7916863" y="4351338"/>
          <p14:tracePt t="46460" x="7881938" y="4411663"/>
          <p14:tracePt t="46467" x="7840663" y="4470400"/>
          <p14:tracePt t="46477" x="7789863" y="4546600"/>
          <p14:tracePt t="46483" x="7721600" y="4640263"/>
          <p14:tracePt t="46492" x="7551738" y="4919663"/>
          <p14:tracePt t="46499" x="7373938" y="5189538"/>
          <p14:tracePt t="46509" x="7145338" y="5554663"/>
          <p14:tracePt t="46516" x="6850063" y="6096000"/>
          <p14:tracePt t="46524" x="6484938" y="6697663"/>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C5918C3-CE77-F69A-3E7D-CE2795DF4C87}"/>
              </a:ext>
            </a:extLst>
          </p:cNvPr>
          <p:cNvSpPr>
            <a:spLocks noGrp="1"/>
          </p:cNvSpPr>
          <p:nvPr>
            <p:ph type="sldNum" sz="quarter" idx="13"/>
          </p:nvPr>
        </p:nvSpPr>
        <p:spPr/>
        <p:txBody>
          <a:bodyPr/>
          <a:lstStyle/>
          <a:p>
            <a:fld id="{EB4B8DE2-A4E8-46E4-8BBF-D75455EFF32C}" type="slidenum">
              <a:rPr lang="en-US" smtClean="0"/>
              <a:pPr/>
              <a:t>21</a:t>
            </a:fld>
            <a:endParaRPr lang="en-US" dirty="0"/>
          </a:p>
        </p:txBody>
      </p:sp>
      <p:sp>
        <p:nvSpPr>
          <p:cNvPr id="5" name="Content Placeholder 4">
            <a:extLst>
              <a:ext uri="{FF2B5EF4-FFF2-40B4-BE49-F238E27FC236}">
                <a16:creationId xmlns:a16="http://schemas.microsoft.com/office/drawing/2014/main" id="{6AE0022C-2074-D001-CE04-1E9E476D5A0D}"/>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0B6AE7B-D1B3-7FAD-666E-59C2E5732A7B}"/>
                  </a:ext>
                </a:extLst>
              </p:cNvPr>
              <p:cNvSpPr txBox="1"/>
              <p:nvPr/>
            </p:nvSpPr>
            <p:spPr>
              <a:xfrm>
                <a:off x="609600" y="522343"/>
                <a:ext cx="13088984" cy="78470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1600" b="0" i="0" smtClean="0">
                          <a:latin typeface="Cambria Math" panose="02040503050406030204" pitchFamily="18" charset="0"/>
                          <a:ea typeface="Cambria Math" panose="02040503050406030204" pitchFamily="18" charset="0"/>
                        </a:rPr>
                        <m:t>Show</m:t>
                      </m:r>
                      <m:r>
                        <a:rPr lang="en-US" sz="1600" b="0" i="0" smtClean="0">
                          <a:latin typeface="Cambria Math" panose="02040503050406030204" pitchFamily="18" charset="0"/>
                          <a:ea typeface="Cambria Math" panose="02040503050406030204" pitchFamily="18" charset="0"/>
                        </a:rPr>
                        <m:t> </m:t>
                      </m:r>
                      <m:sSub>
                        <m:sSubPr>
                          <m:ctrlPr>
                            <a:rPr lang="en-US" sz="1600" i="1" smtClean="0">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i="1">
                              <a:latin typeface="Cambria Math" panose="02040503050406030204" pitchFamily="18" charset="0"/>
                              <a:ea typeface="Cambria Math" panose="02040503050406030204" pitchFamily="18" charset="0"/>
                            </a:rPr>
                            <m:t>𝑞</m:t>
                          </m:r>
                        </m:sub>
                      </m:sSub>
                      <m:r>
                        <a:rPr lang="en-US" sz="1600" b="0" i="1" smtClean="0">
                          <a:latin typeface="Cambria Math" panose="02040503050406030204" pitchFamily="18" charset="0"/>
                          <a:ea typeface="Cambria Math" panose="02040503050406030204" pitchFamily="18" charset="0"/>
                        </a:rPr>
                        <m:t>[−</m:t>
                      </m:r>
                      <m:func>
                        <m:funcPr>
                          <m:ctrlPr>
                            <a:rPr lang="en-US" sz="1600" b="0" i="1" smtClean="0">
                              <a:latin typeface="Cambria Math" panose="02040503050406030204" pitchFamily="18" charset="0"/>
                              <a:ea typeface="Cambria Math" panose="02040503050406030204" pitchFamily="18" charset="0"/>
                            </a:rPr>
                          </m:ctrlPr>
                        </m:funcPr>
                        <m:fName>
                          <m:r>
                            <m:rPr>
                              <m:sty m:val="p"/>
                            </m:rPr>
                            <a:rPr lang="en-US" sz="1600" b="0" i="0" smtClean="0">
                              <a:latin typeface="Cambria Math" panose="02040503050406030204" pitchFamily="18" charset="0"/>
                              <a:ea typeface="Cambria Math" panose="02040503050406030204" pitchFamily="18" charset="0"/>
                            </a:rPr>
                            <m:t>log</m:t>
                          </m:r>
                        </m:fName>
                        <m:e>
                          <m:r>
                            <a:rPr lang="en-US" sz="1600" b="0" i="1" smtClean="0">
                              <a:latin typeface="Cambria Math" panose="02040503050406030204" pitchFamily="18" charset="0"/>
                              <a:ea typeface="Cambria Math" panose="02040503050406030204" pitchFamily="18" charset="0"/>
                            </a:rPr>
                            <m:t>𝑝</m:t>
                          </m:r>
                          <m:d>
                            <m:dPr>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𝑥</m:t>
                                  </m:r>
                                </m:e>
                                <m:sub>
                                  <m:r>
                                    <a:rPr lang="en-US" sz="1600" b="0" i="1" smtClean="0">
                                      <a:latin typeface="Cambria Math" panose="02040503050406030204" pitchFamily="18" charset="0"/>
                                      <a:ea typeface="Cambria Math" panose="02040503050406030204" pitchFamily="18" charset="0"/>
                                    </a:rPr>
                                    <m:t>𝑇</m:t>
                                  </m:r>
                                </m:sub>
                              </m:sSub>
                            </m:e>
                          </m:d>
                          <m:r>
                            <a:rPr lang="en-US" sz="1600" b="0" i="1" smtClean="0">
                              <a:latin typeface="Cambria Math" panose="02040503050406030204" pitchFamily="18" charset="0"/>
                              <a:ea typeface="Cambria Math" panose="02040503050406030204" pitchFamily="18" charset="0"/>
                            </a:rPr>
                            <m:t>−</m:t>
                          </m:r>
                          <m:nary>
                            <m:naryPr>
                              <m:chr m:val="∑"/>
                              <m:ctrlPr>
                                <a:rPr lang="en-US"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up>
                              <m:r>
                                <a:rPr lang="en-US" sz="1600" b="0" i="1" smtClean="0">
                                  <a:latin typeface="Cambria Math" panose="02040503050406030204" pitchFamily="18" charset="0"/>
                                  <a:ea typeface="Cambria Math" panose="02040503050406030204" pitchFamily="18" charset="0"/>
                                </a:rPr>
                                <m:t>𝑇</m:t>
                              </m:r>
                            </m:sup>
                            <m:e>
                              <m:func>
                                <m:funcPr>
                                  <m:ctrlPr>
                                    <a:rPr lang="en-US" sz="1600" b="0" i="1" smtClean="0">
                                      <a:latin typeface="Cambria Math" panose="02040503050406030204" pitchFamily="18" charset="0"/>
                                      <a:ea typeface="Cambria Math" panose="02040503050406030204" pitchFamily="18" charset="0"/>
                                    </a:rPr>
                                  </m:ctrlPr>
                                </m:funcPr>
                                <m:fName>
                                  <m:r>
                                    <m:rPr>
                                      <m:sty m:val="p"/>
                                    </m:rPr>
                                    <a:rPr lang="en-US" sz="1600" b="0" i="0" smtClean="0">
                                      <a:latin typeface="Cambria Math" panose="02040503050406030204" pitchFamily="18" charset="0"/>
                                      <a:ea typeface="Cambria Math" panose="02040503050406030204" pitchFamily="18" charset="0"/>
                                    </a:rPr>
                                    <m:t>log</m:t>
                                  </m:r>
                                </m:fName>
                                <m:e>
                                  <m:f>
                                    <m:fPr>
                                      <m:ctrlPr>
                                        <a:rPr lang="en-US" sz="1600" b="0" i="1" smtClean="0">
                                          <a:latin typeface="Cambria Math" panose="02040503050406030204" pitchFamily="18" charset="0"/>
                                          <a:ea typeface="Cambria Math" panose="02040503050406030204" pitchFamily="18" charset="0"/>
                                        </a:rPr>
                                      </m:ctrlPr>
                                    </m:fPr>
                                    <m:num>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𝑝</m:t>
                                          </m:r>
                                        </m:e>
                                        <m:sub>
                                          <m:r>
                                            <a:rPr lang="en-US" sz="1600" b="0" i="1" smtClean="0">
                                              <a:latin typeface="Cambria Math" panose="02040503050406030204" pitchFamily="18" charset="0"/>
                                              <a:ea typeface="Cambria Math" panose="02040503050406030204" pitchFamily="18" charset="0"/>
                                            </a:rPr>
                                            <m:t>𝜃</m:t>
                                          </m:r>
                                        </m:sub>
                                      </m:sSub>
                                      <m:d>
                                        <m:dPr>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𝑥</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e>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𝑥</m:t>
                                              </m:r>
                                            </m:e>
                                            <m:sub>
                                              <m:r>
                                                <a:rPr lang="en-US" sz="1600" b="0" i="1" smtClean="0">
                                                  <a:latin typeface="Cambria Math" panose="02040503050406030204" pitchFamily="18" charset="0"/>
                                                  <a:ea typeface="Cambria Math" panose="02040503050406030204" pitchFamily="18" charset="0"/>
                                                </a:rPr>
                                                <m:t>𝑡</m:t>
                                              </m:r>
                                            </m:sub>
                                          </m:sSub>
                                        </m:e>
                                      </m:d>
                                    </m:num>
                                    <m:den>
                                      <m:r>
                                        <a:rPr lang="en-US" sz="1600" b="0" i="1" smtClean="0">
                                          <a:latin typeface="Cambria Math" panose="02040503050406030204" pitchFamily="18" charset="0"/>
                                          <a:ea typeface="Cambria Math" panose="02040503050406030204" pitchFamily="18" charset="0"/>
                                        </a:rPr>
                                        <m:t>𝑞</m:t>
                                      </m:r>
                                      <m:d>
                                        <m:dPr>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𝑥</m:t>
                                              </m:r>
                                            </m:e>
                                            <m:sub>
                                              <m:r>
                                                <a:rPr lang="en-US" sz="1600" b="0" i="1" smtClean="0">
                                                  <a:latin typeface="Cambria Math" panose="02040503050406030204" pitchFamily="18" charset="0"/>
                                                  <a:ea typeface="Cambria Math" panose="02040503050406030204" pitchFamily="18" charset="0"/>
                                                </a:rPr>
                                                <m:t>𝑡</m:t>
                                              </m:r>
                                            </m:sub>
                                          </m:sSub>
                                        </m:e>
                                        <m:e>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𝑥</m:t>
                                              </m:r>
                                            </m:e>
                                            <m:sub>
                                              <m:r>
                                                <a:rPr lang="en-US" sz="1600" b="0" i="1" smtClean="0">
                                                  <a:latin typeface="Cambria Math" panose="02040503050406030204" pitchFamily="18" charset="0"/>
                                                  <a:ea typeface="Cambria Math" panose="02040503050406030204" pitchFamily="18" charset="0"/>
                                                </a:rPr>
                                                <m:t>𝑡</m:t>
                                              </m:r>
                                              <m:r>
                                                <a:rPr lang="en-US" sz="1600" b="0" i="1" smtClean="0">
                                                  <a:latin typeface="Cambria Math" panose="02040503050406030204" pitchFamily="18" charset="0"/>
                                                  <a:ea typeface="Cambria Math" panose="02040503050406030204" pitchFamily="18" charset="0"/>
                                                </a:rPr>
                                                <m:t>−1</m:t>
                                              </m:r>
                                            </m:sub>
                                          </m:sSub>
                                        </m:e>
                                      </m:d>
                                    </m:den>
                                  </m:f>
                                </m:e>
                              </m:func>
                            </m:e>
                          </m:nary>
                          <m:r>
                            <a:rPr lang="en-US" sz="1600" b="0" i="1" smtClean="0">
                              <a:latin typeface="Cambria Math" panose="02040503050406030204" pitchFamily="18" charset="0"/>
                              <a:ea typeface="Cambria Math" panose="02040503050406030204" pitchFamily="18" charset="0"/>
                            </a:rPr>
                            <m:t>]</m:t>
                          </m:r>
                        </m:e>
                      </m:func>
                      <m:r>
                        <a:rPr lang="en-US" sz="1600" b="0" i="1" smtClean="0">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𝔼</m:t>
                          </m:r>
                        </m:e>
                        <m:sub>
                          <m:r>
                            <a:rPr lang="en-US" sz="1600" i="1">
                              <a:latin typeface="Cambria Math" panose="02040503050406030204" pitchFamily="18" charset="0"/>
                              <a:ea typeface="Cambria Math" panose="02040503050406030204" pitchFamily="18" charset="0"/>
                            </a:rPr>
                            <m:t>𝑞</m:t>
                          </m:r>
                        </m:sub>
                      </m:sSub>
                      <m:d>
                        <m:dPr>
                          <m:begChr m:val="["/>
                          <m:endChr m:val="]"/>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𝐷</m:t>
                              </m:r>
                            </m:e>
                            <m:sub>
                              <m:r>
                                <a:rPr lang="en-US" sz="1600" i="1">
                                  <a:latin typeface="Cambria Math" panose="02040503050406030204" pitchFamily="18" charset="0"/>
                                  <a:ea typeface="Cambria Math" panose="02040503050406030204" pitchFamily="18" charset="0"/>
                                </a:rPr>
                                <m:t>𝐾𝐿</m:t>
                              </m:r>
                            </m:sub>
                          </m:sSub>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𝑞</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𝑇</m:t>
                                      </m:r>
                                    </m:sub>
                                  </m:sSub>
                                </m:e>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0</m:t>
                                      </m:r>
                                    </m:sub>
                                  </m:sSub>
                                </m:e>
                              </m:d>
                              <m:r>
                                <a:rPr lang="en-US" sz="1600" i="1">
                                  <a:latin typeface="Cambria Math" panose="02040503050406030204" pitchFamily="18" charset="0"/>
                                  <a:ea typeface="Cambria Math" panose="02040503050406030204" pitchFamily="18" charset="0"/>
                                </a:rPr>
                                <m:t> </m:t>
                              </m:r>
                              <m:r>
                                <m:rPr>
                                  <m:lit/>
                                </m:rPr>
                                <a:rPr lang="en-US" sz="1600" i="1">
                                  <a:latin typeface="Cambria Math" panose="02040503050406030204" pitchFamily="18" charset="0"/>
                                </a:rPr>
                                <m:t>||</m:t>
                              </m:r>
                              <m:r>
                                <a:rPr lang="en-US" sz="1600" i="1">
                                  <a:latin typeface="Cambria Math" panose="02040503050406030204" pitchFamily="18" charset="0"/>
                                </a:rPr>
                                <m:t> </m:t>
                              </m:r>
                              <m:r>
                                <a:rPr lang="en-US" sz="1600" i="1">
                                  <a:latin typeface="Cambria Math" panose="02040503050406030204" pitchFamily="18" charset="0"/>
                                </a:rPr>
                                <m:t>𝑝</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𝑇</m:t>
                                      </m:r>
                                    </m:sub>
                                  </m:sSub>
                                </m:e>
                              </m:d>
                            </m:e>
                          </m:d>
                          <m:r>
                            <a:rPr lang="en-US" sz="1600" i="1">
                              <a:latin typeface="Cambria Math" panose="02040503050406030204" pitchFamily="18" charset="0"/>
                              <a:ea typeface="Cambria Math" panose="02040503050406030204" pitchFamily="18" charset="0"/>
                            </a:rPr>
                            <m:t>+ </m:t>
                          </m:r>
                          <m:nary>
                            <m:naryPr>
                              <m:chr m:val="∑"/>
                              <m:ctrlPr>
                                <a:rPr lang="en-US" sz="1600" i="1">
                                  <a:latin typeface="Cambria Math" panose="02040503050406030204" pitchFamily="18" charset="0"/>
                                  <a:ea typeface="Cambria Math" panose="02040503050406030204" pitchFamily="18" charset="0"/>
                                </a:rPr>
                              </m:ctrlPr>
                            </m:naryPr>
                            <m:sub>
                              <m:r>
                                <m:rPr>
                                  <m:brk m:alnAt="23"/>
                                </m:rP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=2</m:t>
                              </m:r>
                            </m:sub>
                            <m:sup>
                              <m:r>
                                <a:rPr lang="en-US" sz="1600" i="1">
                                  <a:latin typeface="Cambria Math" panose="02040503050406030204" pitchFamily="18" charset="0"/>
                                  <a:ea typeface="Cambria Math" panose="02040503050406030204" pitchFamily="18" charset="0"/>
                                </a:rPr>
                                <m:t>𝑇</m:t>
                              </m:r>
                            </m:sup>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𝐷</m:t>
                                  </m:r>
                                </m:e>
                                <m:sub>
                                  <m:r>
                                    <a:rPr lang="en-US" sz="1600" i="1">
                                      <a:latin typeface="Cambria Math" panose="02040503050406030204" pitchFamily="18" charset="0"/>
                                      <a:ea typeface="Cambria Math" panose="02040503050406030204" pitchFamily="18" charset="0"/>
                                    </a:rPr>
                                    <m:t>𝐾𝐿</m:t>
                                  </m:r>
                                </m:sub>
                              </m:sSub>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𝑞</m:t>
                                  </m:r>
                                  <m:d>
                                    <m:dPr>
                                      <m:ctrlPr>
                                        <a:rPr lang="en-US" sz="16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𝑡</m:t>
                                          </m:r>
                                          <m:r>
                                            <a:rPr lang="en-US" sz="1600" i="1">
                                              <a:latin typeface="Cambria Math" panose="02040503050406030204" pitchFamily="18" charset="0"/>
                                              <a:ea typeface="Cambria Math" panose="02040503050406030204" pitchFamily="18" charset="0"/>
                                            </a:rPr>
                                            <m:t>−1</m:t>
                                          </m:r>
                                        </m:sub>
                                      </m:sSub>
                                    </m:e>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𝑡</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0</m:t>
                                          </m:r>
                                        </m:sub>
                                      </m:sSub>
                                    </m:e>
                                  </m:d>
                                  <m:r>
                                    <a:rPr lang="en-US" sz="1600" i="1">
                                      <a:latin typeface="Cambria Math" panose="02040503050406030204" pitchFamily="18" charset="0"/>
                                      <a:ea typeface="Cambria Math" panose="02040503050406030204" pitchFamily="18" charset="0"/>
                                    </a:rPr>
                                    <m:t> </m:t>
                                  </m:r>
                                  <m:r>
                                    <m:rPr>
                                      <m:lit/>
                                    </m:rPr>
                                    <a:rPr lang="en-US" sz="1600" i="1">
                                      <a:latin typeface="Cambria Math" panose="02040503050406030204" pitchFamily="18" charset="0"/>
                                    </a:rPr>
                                    <m:t>||</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𝜃</m:t>
                                      </m:r>
                                    </m:sub>
                                  </m:sSub>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𝑡</m:t>
                                          </m:r>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𝑡</m:t>
                                          </m:r>
                                        </m:sub>
                                      </m:sSub>
                                    </m:e>
                                  </m:d>
                                </m:e>
                              </m:d>
                            </m:e>
                          </m:nary>
                          <m:r>
                            <a:rPr lang="en-US" sz="1600" i="1">
                              <a:latin typeface="Cambria Math" panose="02040503050406030204" pitchFamily="18" charset="0"/>
                              <a:ea typeface="Cambria Math" panose="02040503050406030204" pitchFamily="18" charset="0"/>
                            </a:rPr>
                            <m:t>−</m:t>
                          </m:r>
                          <m:func>
                            <m:funcPr>
                              <m:ctrlPr>
                                <a:rPr lang="en-US" sz="1600" i="1">
                                  <a:latin typeface="Cambria Math" panose="02040503050406030204" pitchFamily="18" charset="0"/>
                                  <a:ea typeface="Cambria Math" panose="02040503050406030204" pitchFamily="18" charset="0"/>
                                </a:rPr>
                              </m:ctrlPr>
                            </m:funcPr>
                            <m:fName>
                              <m:r>
                                <m:rPr>
                                  <m:sty m:val="p"/>
                                </m:rPr>
                                <a:rPr lang="en-US" sz="1600">
                                  <a:latin typeface="Cambria Math" panose="02040503050406030204" pitchFamily="18" charset="0"/>
                                  <a:ea typeface="Cambria Math" panose="02040503050406030204" pitchFamily="18" charset="0"/>
                                </a:rPr>
                                <m:t>log</m:t>
                              </m:r>
                            </m:fName>
                            <m:e>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𝑝</m:t>
                                  </m:r>
                                </m:e>
                                <m:sub>
                                  <m:r>
                                    <a:rPr lang="en-US" sz="1600" i="1">
                                      <a:latin typeface="Cambria Math" panose="02040503050406030204" pitchFamily="18" charset="0"/>
                                      <a:ea typeface="Cambria Math" panose="02040503050406030204" pitchFamily="18" charset="0"/>
                                    </a:rPr>
                                    <m:t>𝜃</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0</m:t>
                                  </m:r>
                                </m:sub>
                              </m:sSub>
                              <m:r>
                                <a:rPr lang="en-US" sz="1600" i="1">
                                  <a:latin typeface="Cambria Math" panose="02040503050406030204" pitchFamily="18" charset="0"/>
                                  <a:ea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𝑥</m:t>
                                  </m:r>
                                </m:e>
                                <m:sub>
                                  <m:r>
                                    <a:rPr lang="en-US" sz="1600" i="1">
                                      <a:latin typeface="Cambria Math" panose="02040503050406030204" pitchFamily="18" charset="0"/>
                                      <a:ea typeface="Cambria Math" panose="02040503050406030204" pitchFamily="18" charset="0"/>
                                    </a:rPr>
                                    <m:t>1</m:t>
                                  </m:r>
                                </m:sub>
                              </m:sSub>
                              <m:r>
                                <a:rPr lang="en-US" sz="1600" i="1">
                                  <a:latin typeface="Cambria Math" panose="02040503050406030204" pitchFamily="18" charset="0"/>
                                  <a:ea typeface="Cambria Math" panose="02040503050406030204" pitchFamily="18" charset="0"/>
                                </a:rPr>
                                <m:t>)</m:t>
                              </m:r>
                            </m:e>
                          </m:func>
                        </m:e>
                      </m:d>
                    </m:oMath>
                  </m:oMathPara>
                </a14:m>
                <a:endParaRPr lang="en-KR" sz="1600" dirty="0"/>
              </a:p>
            </p:txBody>
          </p:sp>
        </mc:Choice>
        <mc:Fallback xmlns="">
          <p:sp>
            <p:nvSpPr>
              <p:cNvPr id="7" name="TextBox 6">
                <a:extLst>
                  <a:ext uri="{FF2B5EF4-FFF2-40B4-BE49-F238E27FC236}">
                    <a16:creationId xmlns:a16="http://schemas.microsoft.com/office/drawing/2014/main" id="{60B6AE7B-D1B3-7FAD-666E-59C2E5732A7B}"/>
                  </a:ext>
                </a:extLst>
              </p:cNvPr>
              <p:cNvSpPr txBox="1">
                <a:spLocks noRot="1" noChangeAspect="1" noMove="1" noResize="1" noEditPoints="1" noAdjustHandles="1" noChangeArrowheads="1" noChangeShapeType="1" noTextEdit="1"/>
              </p:cNvSpPr>
              <p:nvPr/>
            </p:nvSpPr>
            <p:spPr>
              <a:xfrm>
                <a:off x="609600" y="522343"/>
                <a:ext cx="13088984" cy="784702"/>
              </a:xfrm>
              <a:prstGeom prst="rect">
                <a:avLst/>
              </a:prstGeom>
              <a:blipFill>
                <a:blip r:embed="rId6"/>
                <a:stretch>
                  <a:fillRect t="-98387" b="-15322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C76AB1F-C7F6-1EAC-68DF-230B3B9BCAA1}"/>
                  </a:ext>
                </a:extLst>
              </p:cNvPr>
              <p:cNvSpPr txBox="1"/>
              <p:nvPr/>
            </p:nvSpPr>
            <p:spPr>
              <a:xfrm>
                <a:off x="609600" y="1662297"/>
                <a:ext cx="5486400" cy="1329851"/>
              </a:xfrm>
              <a:prstGeom prst="rect">
                <a:avLst/>
              </a:prstGeom>
              <a:noFill/>
            </p:spPr>
            <p:txBody>
              <a:bodyPr wrap="square" lIns="0" rIns="0" rtlCol="0">
                <a:spAutoFit/>
              </a:bodyPr>
              <a:lstStyle/>
              <a:p>
                <a:pPr>
                  <a:lnSpc>
                    <a:spcPct val="120000"/>
                  </a:lnSpc>
                </a:pPr>
                <a14:m>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d>
                        <m:r>
                          <a:rPr lang="en-US" i="1">
                            <a:latin typeface="Cambria Math" panose="02040503050406030204" pitchFamily="18" charset="0"/>
                            <a:ea typeface="Cambria Math" panose="02040503050406030204" pitchFamily="18" charset="0"/>
                          </a:rPr>
                          <m:t>−</m:t>
                        </m:r>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𝑇</m:t>
                            </m:r>
                          </m:sup>
                          <m:e>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den>
                                </m:f>
                              </m:e>
                            </m:func>
                          </m:e>
                        </m:nary>
                        <m:r>
                          <a:rPr lang="en-US" i="1">
                            <a:latin typeface="Cambria Math" panose="02040503050406030204" pitchFamily="18" charset="0"/>
                            <a:ea typeface="Cambria Math" panose="02040503050406030204" pitchFamily="18" charset="0"/>
                          </a:rPr>
                          <m:t>]</m:t>
                        </m:r>
                      </m:e>
                    </m:func>
                  </m:oMath>
                </a14:m>
                <a:r>
                  <a:rPr lang="en-US" dirty="0">
                    <a:ea typeface="Cambria Math" panose="02040503050406030204" pitchFamily="18" charset="0"/>
                  </a:rPr>
                  <a:t> </a:t>
                </a:r>
                <a:br>
                  <a:rPr lang="en-US" dirty="0">
                    <a:ea typeface="Cambria Math" panose="02040503050406030204" pitchFamily="18" charset="0"/>
                  </a:rPr>
                </a:br>
                <a:br>
                  <a:rPr lang="en-US" dirty="0">
                    <a:ea typeface="Cambria Math" panose="02040503050406030204" pitchFamily="18" charset="0"/>
                  </a:rPr>
                </a:br>
                <a:endParaRPr lang="en-KR" dirty="0" err="1">
                  <a:solidFill>
                    <a:schemeClr val="tx1"/>
                  </a:solidFill>
                </a:endParaRPr>
              </a:p>
            </p:txBody>
          </p:sp>
        </mc:Choice>
        <mc:Fallback xmlns="">
          <p:sp>
            <p:nvSpPr>
              <p:cNvPr id="8" name="TextBox 7">
                <a:extLst>
                  <a:ext uri="{FF2B5EF4-FFF2-40B4-BE49-F238E27FC236}">
                    <a16:creationId xmlns:a16="http://schemas.microsoft.com/office/drawing/2014/main" id="{4C76AB1F-C7F6-1EAC-68DF-230B3B9BCAA1}"/>
                  </a:ext>
                </a:extLst>
              </p:cNvPr>
              <p:cNvSpPr txBox="1">
                <a:spLocks noRot="1" noChangeAspect="1" noMove="1" noResize="1" noEditPoints="1" noAdjustHandles="1" noChangeArrowheads="1" noChangeShapeType="1" noTextEdit="1"/>
              </p:cNvSpPr>
              <p:nvPr/>
            </p:nvSpPr>
            <p:spPr>
              <a:xfrm>
                <a:off x="609600" y="1662297"/>
                <a:ext cx="5486400" cy="1329851"/>
              </a:xfrm>
              <a:prstGeom prst="rect">
                <a:avLst/>
              </a:prstGeom>
              <a:blipFill>
                <a:blip r:embed="rId7"/>
                <a:stretch>
                  <a:fillRect l="-1617" t="-17143"/>
                </a:stretch>
              </a:blipFill>
            </p:spPr>
            <p:txBody>
              <a:bodyPr/>
              <a:lstStyle/>
              <a:p>
                <a:r>
                  <a:rPr lang="en-KR">
                    <a:noFill/>
                  </a:rPr>
                  <a:t> </a:t>
                </a:r>
              </a:p>
            </p:txBody>
          </p:sp>
        </mc:Fallback>
      </mc:AlternateContent>
      <p:grpSp>
        <p:nvGrpSpPr>
          <p:cNvPr id="11" name="Group 10">
            <a:extLst>
              <a:ext uri="{FF2B5EF4-FFF2-40B4-BE49-F238E27FC236}">
                <a16:creationId xmlns:a16="http://schemas.microsoft.com/office/drawing/2014/main" id="{EE26CFD5-4441-3DBF-A66C-FAFE46F00AA3}"/>
              </a:ext>
            </a:extLst>
          </p:cNvPr>
          <p:cNvGrpSpPr/>
          <p:nvPr/>
        </p:nvGrpSpPr>
        <p:grpSpPr>
          <a:xfrm>
            <a:off x="7881002" y="1454331"/>
            <a:ext cx="4128118" cy="2177141"/>
            <a:chOff x="7924545" y="1307045"/>
            <a:chExt cx="4128118" cy="2177141"/>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D5ED3C-8D60-24B0-0209-DC4506F97B33}"/>
                    </a:ext>
                  </a:extLst>
                </p:cNvPr>
                <p:cNvSpPr txBox="1"/>
                <p:nvPr/>
              </p:nvSpPr>
              <p:spPr>
                <a:xfrm>
                  <a:off x="7924545" y="1307045"/>
                  <a:ext cx="4128118" cy="1852430"/>
                </a:xfrm>
                <a:prstGeom prst="rect">
                  <a:avLst/>
                </a:prstGeom>
              </p:spPr>
              <p:style>
                <a:lnRef idx="2">
                  <a:schemeClr val="accent2"/>
                </a:lnRef>
                <a:fillRef idx="1">
                  <a:schemeClr val="lt1"/>
                </a:fillRef>
                <a:effectRef idx="0">
                  <a:schemeClr val="accent2"/>
                </a:effectRef>
                <a:fontRef idx="minor">
                  <a:schemeClr val="dk1"/>
                </a:fontRef>
              </p:style>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F0"/>
                            </a:solidFill>
                            <a:latin typeface="Cambria Math" panose="02040503050406030204" pitchFamily="18" charset="0"/>
                          </a:rPr>
                          <m:t>𝑞</m:t>
                        </m:r>
                        <m:d>
                          <m:dPr>
                            <m:ctrlPr>
                              <a:rPr lang="en-US" b="0" i="1" smtClean="0">
                                <a:solidFill>
                                  <a:srgbClr val="00B0F0"/>
                                </a:solidFill>
                                <a:latin typeface="Cambria Math" panose="02040503050406030204" pitchFamily="18" charset="0"/>
                              </a:rPr>
                            </m:ctrlPr>
                          </m:dPr>
                          <m:e>
                            <m:sSub>
                              <m:sSubPr>
                                <m:ctrlPr>
                                  <a:rPr lang="en-US" b="0" i="1" smtClean="0">
                                    <a:solidFill>
                                      <a:srgbClr val="00B0F0"/>
                                    </a:solidFill>
                                    <a:latin typeface="Cambria Math" panose="02040503050406030204" pitchFamily="18" charset="0"/>
                                  </a:rPr>
                                </m:ctrlPr>
                              </m:sSubPr>
                              <m:e>
                                <m:r>
                                  <a:rPr lang="en-US" b="0" i="1" smtClean="0">
                                    <a:solidFill>
                                      <a:srgbClr val="00B0F0"/>
                                    </a:solidFill>
                                    <a:latin typeface="Cambria Math" panose="02040503050406030204" pitchFamily="18" charset="0"/>
                                  </a:rPr>
                                  <m:t>𝑥</m:t>
                                </m:r>
                              </m:e>
                              <m:sub>
                                <m:r>
                                  <a:rPr lang="en-US" b="0" i="1" smtClean="0">
                                    <a:solidFill>
                                      <a:srgbClr val="00B0F0"/>
                                    </a:solidFill>
                                    <a:latin typeface="Cambria Math" panose="02040503050406030204" pitchFamily="18" charset="0"/>
                                  </a:rPr>
                                  <m:t>𝑡</m:t>
                                </m:r>
                                <m:r>
                                  <a:rPr lang="en-US" b="0" i="1" smtClean="0">
                                    <a:solidFill>
                                      <a:srgbClr val="00B0F0"/>
                                    </a:solidFill>
                                    <a:latin typeface="Cambria Math" panose="02040503050406030204" pitchFamily="18" charset="0"/>
                                  </a:rPr>
                                  <m:t>−1</m:t>
                                </m:r>
                              </m:sub>
                            </m:sSub>
                          </m:e>
                          <m:e>
                            <m:sSub>
                              <m:sSubPr>
                                <m:ctrlPr>
                                  <a:rPr lang="en-US" b="0" i="1" smtClean="0">
                                    <a:solidFill>
                                      <a:srgbClr val="00B0F0"/>
                                    </a:solidFill>
                                    <a:latin typeface="Cambria Math" panose="02040503050406030204" pitchFamily="18" charset="0"/>
                                  </a:rPr>
                                </m:ctrlPr>
                              </m:sSubPr>
                              <m:e>
                                <m:r>
                                  <a:rPr lang="en-US" b="0" i="1" smtClean="0">
                                    <a:solidFill>
                                      <a:srgbClr val="00B0F0"/>
                                    </a:solidFill>
                                    <a:latin typeface="Cambria Math" panose="02040503050406030204" pitchFamily="18" charset="0"/>
                                  </a:rPr>
                                  <m:t>𝑥</m:t>
                                </m:r>
                              </m:e>
                              <m:sub>
                                <m:r>
                                  <a:rPr lang="en-US" b="0" i="1" smtClean="0">
                                    <a:solidFill>
                                      <a:srgbClr val="00B0F0"/>
                                    </a:solidFill>
                                    <a:latin typeface="Cambria Math" panose="02040503050406030204" pitchFamily="18" charset="0"/>
                                  </a:rPr>
                                  <m:t>𝑡</m:t>
                                </m:r>
                              </m:sub>
                            </m:sSub>
                            <m:r>
                              <a:rPr lang="en-US" b="0" i="1" smtClean="0">
                                <a:solidFill>
                                  <a:srgbClr val="00B0F0"/>
                                </a:solidFill>
                                <a:latin typeface="Cambria Math" panose="02040503050406030204" pitchFamily="18" charset="0"/>
                              </a:rPr>
                              <m:t>,</m:t>
                            </m:r>
                            <m:sSub>
                              <m:sSubPr>
                                <m:ctrlPr>
                                  <a:rPr lang="en-US" b="0" i="1" smtClean="0">
                                    <a:solidFill>
                                      <a:srgbClr val="00B0F0"/>
                                    </a:solidFill>
                                    <a:latin typeface="Cambria Math" panose="02040503050406030204" pitchFamily="18" charset="0"/>
                                  </a:rPr>
                                </m:ctrlPr>
                              </m:sSubPr>
                              <m:e>
                                <m:r>
                                  <a:rPr lang="en-US" b="0" i="1" smtClean="0">
                                    <a:solidFill>
                                      <a:srgbClr val="00B0F0"/>
                                    </a:solidFill>
                                    <a:latin typeface="Cambria Math" panose="02040503050406030204" pitchFamily="18" charset="0"/>
                                  </a:rPr>
                                  <m:t>𝑥</m:t>
                                </m:r>
                              </m:e>
                              <m:sub>
                                <m:r>
                                  <a:rPr lang="en-US" b="0" i="1" smtClean="0">
                                    <a:solidFill>
                                      <a:srgbClr val="00B0F0"/>
                                    </a:solidFill>
                                    <a:latin typeface="Cambria Math" panose="02040503050406030204" pitchFamily="18" charset="0"/>
                                  </a:rPr>
                                  <m:t>0</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𝑞</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num>
                          <m:den>
                            <m:r>
                              <a:rPr lang="en-US" b="0" i="1" smtClean="0">
                                <a:latin typeface="Cambria Math" panose="02040503050406030204" pitchFamily="18" charset="0"/>
                              </a:rPr>
                              <m:t>𝑞</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den>
                        </m:f>
                      </m:oMath>
                      <m:oMath xmlns:m="http://schemas.openxmlformats.org/officeDocument/2006/math">
                        <m:r>
                          <a:rPr lang="en-US" b="0" i="1" smtClean="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num>
                          <m:den>
                            <m:r>
                              <a:rPr lang="en-US" i="1">
                                <a:latin typeface="Cambria Math" panose="02040503050406030204" pitchFamily="18" charset="0"/>
                              </a:rPr>
                              <m:t>𝑞</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den>
                        </m:f>
                      </m:oMath>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
                              <a:rPr lang="en-US" i="1" smtClean="0">
                                <a:solidFill>
                                  <a:srgbClr val="00B050"/>
                                </a:solidFill>
                                <a:latin typeface="Cambria Math" panose="02040503050406030204" pitchFamily="18" charset="0"/>
                              </a:rPr>
                              <m:t>𝑞</m:t>
                            </m:r>
                            <m:d>
                              <m:dPr>
                                <m:ctrlPr>
                                  <a:rPr lang="en-US" i="1">
                                    <a:solidFill>
                                      <a:srgbClr val="00B050"/>
                                    </a:solidFill>
                                    <a:latin typeface="Cambria Math" panose="02040503050406030204" pitchFamily="18" charset="0"/>
                                  </a:rPr>
                                </m:ctrlPr>
                              </m:dPr>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𝑥</m:t>
                                    </m:r>
                                  </m:e>
                                  <m:sub>
                                    <m:r>
                                      <a:rPr lang="en-US" i="1">
                                        <a:solidFill>
                                          <a:srgbClr val="00B050"/>
                                        </a:solidFill>
                                        <a:latin typeface="Cambria Math" panose="02040503050406030204" pitchFamily="18" charset="0"/>
                                      </a:rPr>
                                      <m:t>𝑡</m:t>
                                    </m:r>
                                  </m:sub>
                                </m:sSub>
                              </m:e>
                              <m:e>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𝑥</m:t>
                                    </m:r>
                                  </m:e>
                                  <m:sub>
                                    <m:r>
                                      <a:rPr lang="en-US" i="1">
                                        <a:solidFill>
                                          <a:srgbClr val="00B050"/>
                                        </a:solidFill>
                                        <a:latin typeface="Cambria Math" panose="02040503050406030204" pitchFamily="18" charset="0"/>
                                      </a:rPr>
                                      <m:t>𝑡</m:t>
                                    </m:r>
                                    <m:r>
                                      <a:rPr lang="en-US" i="1">
                                        <a:solidFill>
                                          <a:srgbClr val="00B050"/>
                                        </a:solidFill>
                                        <a:latin typeface="Cambria Math" panose="02040503050406030204" pitchFamily="18" charset="0"/>
                                      </a:rPr>
                                      <m:t>−1</m:t>
                                    </m:r>
                                  </m:sub>
                                </m:sSub>
                              </m:e>
                            </m:d>
                            <m:r>
                              <a:rPr lang="en-US" i="1" smtClean="0">
                                <a:solidFill>
                                  <a:srgbClr val="00B0F0"/>
                                </a:solidFill>
                                <a:latin typeface="Cambria Math" panose="02040503050406030204" pitchFamily="18" charset="0"/>
                              </a:rPr>
                              <m:t>𝑞</m:t>
                            </m:r>
                            <m:d>
                              <m:dPr>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𝑥</m:t>
                                    </m:r>
                                  </m:e>
                                  <m:sub>
                                    <m:r>
                                      <a:rPr lang="en-US" i="1">
                                        <a:solidFill>
                                          <a:srgbClr val="00B0F0"/>
                                        </a:solidFill>
                                        <a:latin typeface="Cambria Math" panose="02040503050406030204" pitchFamily="18" charset="0"/>
                                      </a:rPr>
                                      <m:t>𝑡</m:t>
                                    </m:r>
                                    <m:r>
                                      <a:rPr lang="en-US" i="1">
                                        <a:solidFill>
                                          <a:srgbClr val="00B0F0"/>
                                        </a:solidFill>
                                        <a:latin typeface="Cambria Math" panose="02040503050406030204" pitchFamily="18" charset="0"/>
                                      </a:rPr>
                                      <m:t>−1</m:t>
                                    </m:r>
                                  </m:sub>
                                </m:sSub>
                                <m:r>
                                  <a:rPr lang="en-US" b="0" i="1" smtClean="0">
                                    <a:solidFill>
                                      <a:srgbClr val="00B0F0"/>
                                    </a:solidFill>
                                    <a:latin typeface="Cambria Math" panose="02040503050406030204" pitchFamily="18" charset="0"/>
                                  </a:rPr>
                                  <m:t>|</m:t>
                                </m:r>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𝑥</m:t>
                                    </m:r>
                                  </m:e>
                                  <m:sub>
                                    <m:r>
                                      <a:rPr lang="en-US" i="1">
                                        <a:solidFill>
                                          <a:srgbClr val="00B0F0"/>
                                        </a:solidFill>
                                        <a:latin typeface="Cambria Math" panose="02040503050406030204" pitchFamily="18" charset="0"/>
                                      </a:rPr>
                                      <m:t>0</m:t>
                                    </m:r>
                                  </m:sub>
                                </m:sSub>
                              </m:e>
                            </m:d>
                          </m:num>
                          <m:den>
                            <m:r>
                              <a:rPr lang="en-US" i="1" smtClean="0">
                                <a:solidFill>
                                  <a:srgbClr val="00B0F0"/>
                                </a:solidFill>
                                <a:latin typeface="Cambria Math" panose="02040503050406030204" pitchFamily="18" charset="0"/>
                              </a:rPr>
                              <m:t>𝑞</m:t>
                            </m:r>
                            <m:r>
                              <a:rPr lang="en-US" i="1" smtClean="0">
                                <a:solidFill>
                                  <a:srgbClr val="00B0F0"/>
                                </a:solidFill>
                                <a:latin typeface="Cambria Math" panose="02040503050406030204" pitchFamily="18" charset="0"/>
                              </a:rPr>
                              <m:t>(</m:t>
                            </m:r>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𝑥</m:t>
                                </m:r>
                              </m:e>
                              <m:sub>
                                <m:r>
                                  <a:rPr lang="en-US" i="1">
                                    <a:solidFill>
                                      <a:srgbClr val="00B0F0"/>
                                    </a:solidFill>
                                    <a:latin typeface="Cambria Math" panose="02040503050406030204" pitchFamily="18" charset="0"/>
                                  </a:rPr>
                                  <m:t>𝑡</m:t>
                                </m:r>
                              </m:sub>
                            </m:sSub>
                            <m:r>
                              <a:rPr lang="en-US" b="0" i="1" smtClean="0">
                                <a:solidFill>
                                  <a:srgbClr val="00B0F0"/>
                                </a:solidFill>
                                <a:latin typeface="Cambria Math" panose="02040503050406030204" pitchFamily="18" charset="0"/>
                              </a:rPr>
                              <m:t>|</m:t>
                            </m:r>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𝑥</m:t>
                                </m:r>
                              </m:e>
                              <m:sub>
                                <m:r>
                                  <a:rPr lang="en-US" i="1">
                                    <a:solidFill>
                                      <a:srgbClr val="00B0F0"/>
                                    </a:solidFill>
                                    <a:latin typeface="Cambria Math" panose="02040503050406030204" pitchFamily="18" charset="0"/>
                                  </a:rPr>
                                  <m:t>0</m:t>
                                </m:r>
                              </m:sub>
                            </m:sSub>
                            <m:r>
                              <a:rPr lang="en-US" i="1">
                                <a:solidFill>
                                  <a:srgbClr val="00B0F0"/>
                                </a:solidFill>
                                <a:latin typeface="Cambria Math" panose="02040503050406030204" pitchFamily="18" charset="0"/>
                              </a:rPr>
                              <m:t>)</m:t>
                            </m:r>
                          </m:den>
                        </m:f>
                      </m:oMath>
                    </m:oMathPara>
                  </a14:m>
                  <a:endParaRPr lang="en-KR" dirty="0" err="1"/>
                </a:p>
              </p:txBody>
            </p:sp>
          </mc:Choice>
          <mc:Fallback xmlns="">
            <p:sp>
              <p:nvSpPr>
                <p:cNvPr id="9" name="TextBox 8">
                  <a:extLst>
                    <a:ext uri="{FF2B5EF4-FFF2-40B4-BE49-F238E27FC236}">
                      <a16:creationId xmlns:a16="http://schemas.microsoft.com/office/drawing/2014/main" id="{FED5ED3C-8D60-24B0-0209-DC4506F97B33}"/>
                    </a:ext>
                  </a:extLst>
                </p:cNvPr>
                <p:cNvSpPr txBox="1">
                  <a:spLocks noRot="1" noChangeAspect="1" noMove="1" noResize="1" noEditPoints="1" noAdjustHandles="1" noChangeArrowheads="1" noChangeShapeType="1" noTextEdit="1"/>
                </p:cNvSpPr>
                <p:nvPr/>
              </p:nvSpPr>
              <p:spPr>
                <a:xfrm>
                  <a:off x="7924545" y="1307045"/>
                  <a:ext cx="4128118" cy="1852430"/>
                </a:xfrm>
                <a:prstGeom prst="rect">
                  <a:avLst/>
                </a:prstGeom>
                <a:blipFill>
                  <a:blip r:embed="rId8"/>
                  <a:stretch>
                    <a:fillRect l="-917" b="-2041"/>
                  </a:stretch>
                </a:blipFill>
              </p:spPr>
              <p:txBody>
                <a:bodyPr/>
                <a:lstStyle/>
                <a:p>
                  <a:r>
                    <a:rPr lang="en-KR">
                      <a:noFill/>
                    </a:rPr>
                    <a:t> </a:t>
                  </a:r>
                </a:p>
              </p:txBody>
            </p:sp>
          </mc:Fallback>
        </mc:AlternateContent>
        <p:sp>
          <p:nvSpPr>
            <p:cNvPr id="10" name="TextBox 9">
              <a:extLst>
                <a:ext uri="{FF2B5EF4-FFF2-40B4-BE49-F238E27FC236}">
                  <a16:creationId xmlns:a16="http://schemas.microsoft.com/office/drawing/2014/main" id="{E1E83C97-147E-36B5-05D3-4C3B83F14221}"/>
                </a:ext>
              </a:extLst>
            </p:cNvPr>
            <p:cNvSpPr txBox="1"/>
            <p:nvPr/>
          </p:nvSpPr>
          <p:spPr>
            <a:xfrm flipH="1">
              <a:off x="10493988" y="3176409"/>
              <a:ext cx="1558675" cy="307777"/>
            </a:xfrm>
            <a:prstGeom prst="rect">
              <a:avLst/>
            </a:prstGeom>
            <a:noFill/>
          </p:spPr>
          <p:txBody>
            <a:bodyPr wrap="square" lIns="0" rIns="0" rtlCol="0">
              <a:spAutoFit/>
            </a:bodyPr>
            <a:lstStyle/>
            <a:p>
              <a:pPr algn="ctr"/>
              <a:r>
                <a:rPr lang="en-KR" sz="1400" dirty="0">
                  <a:latin typeface="Pretendard Light" panose="02000403000000020004" pitchFamily="2" charset="-127"/>
                  <a:ea typeface="Pretendard Light" panose="02000403000000020004" pitchFamily="2" charset="-127"/>
                  <a:cs typeface="Pretendard Light" panose="02000403000000020004" pitchFamily="2" charset="-127"/>
                </a:rPr>
                <a:t>Forward posterior</a:t>
              </a:r>
              <a:endParaRPr lang="en-KR" dirty="0">
                <a:latin typeface="Pretendard Light" panose="02000403000000020004" pitchFamily="2" charset="-127"/>
                <a:ea typeface="Pretendard Light" panose="02000403000000020004" pitchFamily="2" charset="-127"/>
                <a:cs typeface="Pretendard Light" panose="02000403000000020004" pitchFamily="2" charset="-127"/>
              </a:endParaRPr>
            </a:p>
          </p:txBody>
        </p:sp>
      </p:grpSp>
      <p:cxnSp>
        <p:nvCxnSpPr>
          <p:cNvPr id="12" name="Straight Connector 11">
            <a:extLst>
              <a:ext uri="{FF2B5EF4-FFF2-40B4-BE49-F238E27FC236}">
                <a16:creationId xmlns:a16="http://schemas.microsoft.com/office/drawing/2014/main" id="{78FEE8DA-2BF8-28EB-68B2-0A2566080E23}"/>
              </a:ext>
            </a:extLst>
          </p:cNvPr>
          <p:cNvCxnSpPr/>
          <p:nvPr/>
        </p:nvCxnSpPr>
        <p:spPr>
          <a:xfrm>
            <a:off x="728295" y="1390304"/>
            <a:ext cx="11280825"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D2EFFFC-6B34-F6E0-5C15-125671FFB0F8}"/>
                  </a:ext>
                </a:extLst>
              </p:cNvPr>
              <p:cNvSpPr txBox="1"/>
              <p:nvPr/>
            </p:nvSpPr>
            <p:spPr>
              <a:xfrm>
                <a:off x="503217" y="2380545"/>
                <a:ext cx="6849092" cy="588110"/>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d>
                        <m:r>
                          <a:rPr lang="en-US" i="1">
                            <a:latin typeface="Cambria Math" panose="02040503050406030204" pitchFamily="18" charset="0"/>
                            <a:ea typeface="Cambria Math" panose="02040503050406030204" pitchFamily="18" charset="0"/>
                          </a:rPr>
                          <m:t>−</m:t>
                        </m:r>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𝑇</m:t>
                            </m:r>
                          </m:sup>
                          <m:e>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num>
                                  <m:den>
                                    <m:r>
                                      <a:rPr lang="en-US" i="1" smtClean="0">
                                        <a:solidFill>
                                          <a:srgbClr val="00B050"/>
                                        </a:solidFill>
                                        <a:latin typeface="Cambria Math" panose="02040503050406030204" pitchFamily="18" charset="0"/>
                                        <a:ea typeface="Cambria Math" panose="02040503050406030204" pitchFamily="18" charset="0"/>
                                      </a:rPr>
                                      <m:t>𝑞</m:t>
                                    </m:r>
                                    <m:d>
                                      <m:dPr>
                                        <m:ctrlPr>
                                          <a:rPr lang="en-US" i="1">
                                            <a:solidFill>
                                              <a:srgbClr val="00B050"/>
                                            </a:solidFill>
                                            <a:latin typeface="Cambria Math" panose="02040503050406030204" pitchFamily="18" charset="0"/>
                                            <a:ea typeface="Cambria Math" panose="02040503050406030204" pitchFamily="18" charset="0"/>
                                          </a:rPr>
                                        </m:ctrlPr>
                                      </m:dPr>
                                      <m:e>
                                        <m:sSub>
                                          <m:sSubPr>
                                            <m:ctrlPr>
                                              <a:rPr lang="en-US" i="1">
                                                <a:solidFill>
                                                  <a:srgbClr val="00B050"/>
                                                </a:solidFill>
                                                <a:latin typeface="Cambria Math" panose="02040503050406030204" pitchFamily="18" charset="0"/>
                                                <a:ea typeface="Cambria Math" panose="02040503050406030204" pitchFamily="18" charset="0"/>
                                              </a:rPr>
                                            </m:ctrlPr>
                                          </m:sSubPr>
                                          <m:e>
                                            <m:r>
                                              <a:rPr lang="en-US" i="1">
                                                <a:solidFill>
                                                  <a:srgbClr val="00B050"/>
                                                </a:solidFill>
                                                <a:latin typeface="Cambria Math" panose="02040503050406030204" pitchFamily="18" charset="0"/>
                                                <a:ea typeface="Cambria Math" panose="02040503050406030204" pitchFamily="18" charset="0"/>
                                              </a:rPr>
                                              <m:t>𝑥</m:t>
                                            </m:r>
                                          </m:e>
                                          <m:sub>
                                            <m:r>
                                              <a:rPr lang="en-US" i="1">
                                                <a:solidFill>
                                                  <a:srgbClr val="00B050"/>
                                                </a:solidFill>
                                                <a:latin typeface="Cambria Math" panose="02040503050406030204" pitchFamily="18" charset="0"/>
                                                <a:ea typeface="Cambria Math" panose="02040503050406030204" pitchFamily="18" charset="0"/>
                                              </a:rPr>
                                              <m:t>𝑡</m:t>
                                            </m:r>
                                          </m:sub>
                                        </m:sSub>
                                      </m:e>
                                      <m:e>
                                        <m:sSub>
                                          <m:sSubPr>
                                            <m:ctrlPr>
                                              <a:rPr lang="en-US" i="1">
                                                <a:solidFill>
                                                  <a:srgbClr val="00B050"/>
                                                </a:solidFill>
                                                <a:latin typeface="Cambria Math" panose="02040503050406030204" pitchFamily="18" charset="0"/>
                                                <a:ea typeface="Cambria Math" panose="02040503050406030204" pitchFamily="18" charset="0"/>
                                              </a:rPr>
                                            </m:ctrlPr>
                                          </m:sSubPr>
                                          <m:e>
                                            <m:r>
                                              <a:rPr lang="en-US" i="1">
                                                <a:solidFill>
                                                  <a:srgbClr val="00B050"/>
                                                </a:solidFill>
                                                <a:latin typeface="Cambria Math" panose="02040503050406030204" pitchFamily="18" charset="0"/>
                                                <a:ea typeface="Cambria Math" panose="02040503050406030204" pitchFamily="18" charset="0"/>
                                              </a:rPr>
                                              <m:t>𝑥</m:t>
                                            </m:r>
                                          </m:e>
                                          <m:sub>
                                            <m:r>
                                              <a:rPr lang="en-US" i="1">
                                                <a:solidFill>
                                                  <a:srgbClr val="00B050"/>
                                                </a:solidFill>
                                                <a:latin typeface="Cambria Math" panose="02040503050406030204" pitchFamily="18" charset="0"/>
                                                <a:ea typeface="Cambria Math" panose="02040503050406030204" pitchFamily="18" charset="0"/>
                                              </a:rPr>
                                              <m:t>𝑡</m:t>
                                            </m:r>
                                            <m:r>
                                              <a:rPr lang="en-US" i="1">
                                                <a:solidFill>
                                                  <a:srgbClr val="00B050"/>
                                                </a:solidFill>
                                                <a:latin typeface="Cambria Math" panose="02040503050406030204" pitchFamily="18" charset="0"/>
                                                <a:ea typeface="Cambria Math" panose="02040503050406030204" pitchFamily="18" charset="0"/>
                                              </a:rPr>
                                              <m:t>−1</m:t>
                                            </m:r>
                                          </m:sub>
                                        </m:sSub>
                                      </m:e>
                                    </m:d>
                                  </m:den>
                                </m:f>
                              </m:e>
                            </m:func>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0</m:t>
                                            </m:r>
                                          </m:sub>
                                        </m:sSub>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e>
                                    </m:d>
                                  </m:num>
                                  <m:den>
                                    <m:r>
                                      <a:rPr lang="en-US" b="0" i="1" smtClean="0">
                                        <a:latin typeface="Cambria Math" panose="02040503050406030204" pitchFamily="18" charset="0"/>
                                        <a:ea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0</m:t>
                                            </m:r>
                                          </m:sub>
                                        </m:sSub>
                                      </m:e>
                                    </m:d>
                                  </m:den>
                                </m:f>
                              </m:e>
                            </m:func>
                          </m:e>
                        </m:nary>
                        <m:r>
                          <a:rPr lang="en-US" i="1">
                            <a:latin typeface="Cambria Math" panose="02040503050406030204" pitchFamily="18" charset="0"/>
                            <a:ea typeface="Cambria Math" panose="02040503050406030204" pitchFamily="18" charset="0"/>
                          </a:rPr>
                          <m:t>]</m:t>
                        </m:r>
                      </m:e>
                    </m:func>
                  </m:oMath>
                </a14:m>
                <a:r>
                  <a:rPr lang="en-US" dirty="0">
                    <a:ea typeface="Cambria Math" panose="02040503050406030204" pitchFamily="18" charset="0"/>
                  </a:rPr>
                  <a:t> </a:t>
                </a:r>
                <a:endParaRPr lang="en-KR" dirty="0"/>
              </a:p>
            </p:txBody>
          </p:sp>
        </mc:Choice>
        <mc:Fallback xmlns="">
          <p:sp>
            <p:nvSpPr>
              <p:cNvPr id="6" name="TextBox 5">
                <a:extLst>
                  <a:ext uri="{FF2B5EF4-FFF2-40B4-BE49-F238E27FC236}">
                    <a16:creationId xmlns:a16="http://schemas.microsoft.com/office/drawing/2014/main" id="{4D2EFFFC-6B34-F6E0-5C15-125671FFB0F8}"/>
                  </a:ext>
                </a:extLst>
              </p:cNvPr>
              <p:cNvSpPr txBox="1">
                <a:spLocks noRot="1" noChangeAspect="1" noMove="1" noResize="1" noEditPoints="1" noAdjustHandles="1" noChangeArrowheads="1" noChangeShapeType="1" noTextEdit="1"/>
              </p:cNvSpPr>
              <p:nvPr/>
            </p:nvSpPr>
            <p:spPr>
              <a:xfrm>
                <a:off x="503217" y="2380545"/>
                <a:ext cx="6849092" cy="588110"/>
              </a:xfrm>
              <a:prstGeom prst="rect">
                <a:avLst/>
              </a:prstGeom>
              <a:blipFill>
                <a:blip r:embed="rId9"/>
                <a:stretch>
                  <a:fillRect t="-53191" b="-87234"/>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9F849B8-20D5-ED5B-CF64-D0D70D99BD22}"/>
                  </a:ext>
                </a:extLst>
              </p:cNvPr>
              <p:cNvSpPr txBox="1"/>
              <p:nvPr/>
            </p:nvSpPr>
            <p:spPr>
              <a:xfrm>
                <a:off x="503217" y="2873169"/>
                <a:ext cx="7941527" cy="687239"/>
              </a:xfrm>
              <a:prstGeom prst="rect">
                <a:avLst/>
              </a:prstGeom>
              <a:noFill/>
            </p:spPr>
            <p:txBody>
              <a:bodyPr wrap="square">
                <a:spAutoFit/>
              </a:bodyPr>
              <a:lstStyle/>
              <a:p>
                <a:pPr>
                  <a:lnSpc>
                    <a:spcPct val="120000"/>
                  </a:lnSpc>
                </a:pPr>
                <a14:m>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d>
                        <m:r>
                          <a:rPr lang="en-US" i="1">
                            <a:latin typeface="Cambria Math" panose="02040503050406030204" pitchFamily="18" charset="0"/>
                            <a:ea typeface="Cambria Math" panose="02040503050406030204" pitchFamily="18" charset="0"/>
                          </a:rPr>
                          <m:t>−</m:t>
                        </m:r>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𝑇</m:t>
                            </m:r>
                          </m:sup>
                          <m:e>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num>
                                  <m:den>
                                    <m:r>
                                      <a:rPr lang="en-US" i="1" smtClean="0">
                                        <a:solidFill>
                                          <a:srgbClr val="00B0F0"/>
                                        </a:solidFill>
                                        <a:latin typeface="Cambria Math" panose="02040503050406030204" pitchFamily="18" charset="0"/>
                                        <a:ea typeface="Cambria Math" panose="02040503050406030204" pitchFamily="18" charset="0"/>
                                      </a:rPr>
                                      <m:t>𝑞</m:t>
                                    </m:r>
                                    <m:d>
                                      <m:dPr>
                                        <m:ctrlPr>
                                          <a:rPr lang="en-US" i="1">
                                            <a:solidFill>
                                              <a:srgbClr val="00B0F0"/>
                                            </a:solidFill>
                                            <a:latin typeface="Cambria Math" panose="02040503050406030204" pitchFamily="18" charset="0"/>
                                            <a:ea typeface="Cambria Math" panose="02040503050406030204" pitchFamily="18" charset="0"/>
                                          </a:rPr>
                                        </m:ctrlPr>
                                      </m:dPr>
                                      <m:e>
                                        <m:sSub>
                                          <m:sSubPr>
                                            <m:ctrlPr>
                                              <a:rPr lang="en-US" i="1">
                                                <a:solidFill>
                                                  <a:srgbClr val="00B0F0"/>
                                                </a:solidFill>
                                                <a:latin typeface="Cambria Math" panose="02040503050406030204" pitchFamily="18" charset="0"/>
                                                <a:ea typeface="Cambria Math" panose="02040503050406030204" pitchFamily="18" charset="0"/>
                                              </a:rPr>
                                            </m:ctrlPr>
                                          </m:sSubPr>
                                          <m:e>
                                            <m:r>
                                              <a:rPr lang="en-US" i="1">
                                                <a:solidFill>
                                                  <a:srgbClr val="00B0F0"/>
                                                </a:solidFill>
                                                <a:latin typeface="Cambria Math" panose="02040503050406030204" pitchFamily="18" charset="0"/>
                                                <a:ea typeface="Cambria Math" panose="02040503050406030204" pitchFamily="18" charset="0"/>
                                              </a:rPr>
                                              <m:t>𝑥</m:t>
                                            </m:r>
                                          </m:e>
                                          <m:sub>
                                            <m:r>
                                              <a:rPr lang="en-US" i="1">
                                                <a:solidFill>
                                                  <a:srgbClr val="00B0F0"/>
                                                </a:solidFill>
                                                <a:latin typeface="Cambria Math" panose="02040503050406030204" pitchFamily="18" charset="0"/>
                                                <a:ea typeface="Cambria Math" panose="02040503050406030204" pitchFamily="18" charset="0"/>
                                              </a:rPr>
                                              <m:t>𝑡</m:t>
                                            </m:r>
                                            <m:r>
                                              <a:rPr lang="en-US" b="0" i="1" smtClean="0">
                                                <a:solidFill>
                                                  <a:srgbClr val="00B0F0"/>
                                                </a:solidFill>
                                                <a:latin typeface="Cambria Math" panose="02040503050406030204" pitchFamily="18" charset="0"/>
                                                <a:ea typeface="Cambria Math" panose="02040503050406030204" pitchFamily="18" charset="0"/>
                                              </a:rPr>
                                              <m:t>−1</m:t>
                                            </m:r>
                                          </m:sub>
                                        </m:sSub>
                                      </m:e>
                                      <m:e>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𝑡</m:t>
                                            </m:r>
                                          </m:sub>
                                        </m:sSub>
                                        <m:r>
                                          <a:rPr lang="en-US" b="0" i="1" smtClean="0">
                                            <a:solidFill>
                                              <a:srgbClr val="00B0F0"/>
                                            </a:solidFill>
                                            <a:latin typeface="Cambria Math" panose="02040503050406030204" pitchFamily="18" charset="0"/>
                                            <a:ea typeface="Cambria Math" panose="02040503050406030204" pitchFamily="18" charset="0"/>
                                          </a:rPr>
                                          <m:t>,</m:t>
                                        </m:r>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0</m:t>
                                            </m:r>
                                          </m:sub>
                                        </m:sSub>
                                      </m:e>
                                    </m:d>
                                  </m:den>
                                </m:f>
                                <m:r>
                                  <a:rPr lang="en-US" b="0" i="1" smtClean="0">
                                    <a:solidFill>
                                      <a:srgbClr val="0070C0"/>
                                    </a:solidFill>
                                    <a:latin typeface="Cambria Math" panose="02040503050406030204" pitchFamily="18" charset="0"/>
                                    <a:ea typeface="Cambria Math" panose="02040503050406030204" pitchFamily="18" charset="0"/>
                                  </a:rPr>
                                  <m:t>⋅</m:t>
                                </m:r>
                                <m:f>
                                  <m:fPr>
                                    <m:ctrlPr>
                                      <a:rPr lang="en-US" b="0" i="1" smtClean="0">
                                        <a:solidFill>
                                          <a:srgbClr val="00B0F0"/>
                                        </a:solidFill>
                                        <a:latin typeface="Cambria Math" panose="02040503050406030204" pitchFamily="18" charset="0"/>
                                        <a:ea typeface="Cambria Math" panose="02040503050406030204" pitchFamily="18" charset="0"/>
                                      </a:rPr>
                                    </m:ctrlPr>
                                  </m:fPr>
                                  <m:num>
                                    <m:r>
                                      <a:rPr lang="en-US" b="0" i="1" smtClean="0">
                                        <a:solidFill>
                                          <a:srgbClr val="00B0F0"/>
                                        </a:solidFill>
                                        <a:latin typeface="Cambria Math" panose="02040503050406030204" pitchFamily="18" charset="0"/>
                                        <a:ea typeface="Cambria Math" panose="02040503050406030204" pitchFamily="18" charset="0"/>
                                      </a:rPr>
                                      <m:t>𝑞</m:t>
                                    </m:r>
                                    <m:d>
                                      <m:dPr>
                                        <m:ctrlPr>
                                          <a:rPr lang="en-US" b="0" i="1" smtClean="0">
                                            <a:solidFill>
                                              <a:srgbClr val="00B0F0"/>
                                            </a:solidFill>
                                            <a:latin typeface="Cambria Math" panose="02040503050406030204" pitchFamily="18" charset="0"/>
                                            <a:ea typeface="Cambria Math" panose="02040503050406030204" pitchFamily="18" charset="0"/>
                                          </a:rPr>
                                        </m:ctrlPr>
                                      </m:dPr>
                                      <m:e>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𝑡</m:t>
                                            </m:r>
                                            <m:r>
                                              <a:rPr lang="en-US" b="0" i="1" smtClean="0">
                                                <a:solidFill>
                                                  <a:srgbClr val="00B0F0"/>
                                                </a:solidFill>
                                                <a:latin typeface="Cambria Math" panose="02040503050406030204" pitchFamily="18" charset="0"/>
                                                <a:ea typeface="Cambria Math" panose="02040503050406030204" pitchFamily="18" charset="0"/>
                                              </a:rPr>
                                              <m:t>−1</m:t>
                                            </m:r>
                                          </m:sub>
                                        </m:sSub>
                                      </m:e>
                                      <m:e>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0</m:t>
                                            </m:r>
                                          </m:sub>
                                        </m:sSub>
                                      </m:e>
                                    </m:d>
                                  </m:num>
                                  <m:den>
                                    <m:r>
                                      <a:rPr lang="en-US" b="0" i="1" smtClean="0">
                                        <a:solidFill>
                                          <a:srgbClr val="00B0F0"/>
                                        </a:solidFill>
                                        <a:latin typeface="Cambria Math" panose="02040503050406030204" pitchFamily="18" charset="0"/>
                                        <a:ea typeface="Cambria Math" panose="02040503050406030204" pitchFamily="18" charset="0"/>
                                      </a:rPr>
                                      <m:t>𝑞</m:t>
                                    </m:r>
                                    <m:d>
                                      <m:dPr>
                                        <m:ctrlPr>
                                          <a:rPr lang="en-US" b="0" i="1" smtClean="0">
                                            <a:solidFill>
                                              <a:srgbClr val="00B0F0"/>
                                            </a:solidFill>
                                            <a:latin typeface="Cambria Math" panose="02040503050406030204" pitchFamily="18" charset="0"/>
                                            <a:ea typeface="Cambria Math" panose="02040503050406030204" pitchFamily="18" charset="0"/>
                                          </a:rPr>
                                        </m:ctrlPr>
                                      </m:dPr>
                                      <m:e>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𝑡</m:t>
                                            </m:r>
                                          </m:sub>
                                        </m:sSub>
                                      </m:e>
                                      <m:e>
                                        <m:sSub>
                                          <m:sSubPr>
                                            <m:ctrlPr>
                                              <a:rPr lang="en-US" b="0" i="1" smtClean="0">
                                                <a:solidFill>
                                                  <a:srgbClr val="00B0F0"/>
                                                </a:solidFill>
                                                <a:latin typeface="Cambria Math" panose="02040503050406030204" pitchFamily="18" charset="0"/>
                                                <a:ea typeface="Cambria Math" panose="02040503050406030204" pitchFamily="18" charset="0"/>
                                              </a:rPr>
                                            </m:ctrlPr>
                                          </m:sSubPr>
                                          <m:e>
                                            <m:r>
                                              <a:rPr lang="en-US" b="0" i="1" smtClean="0">
                                                <a:solidFill>
                                                  <a:srgbClr val="00B0F0"/>
                                                </a:solidFill>
                                                <a:latin typeface="Cambria Math" panose="02040503050406030204" pitchFamily="18" charset="0"/>
                                                <a:ea typeface="Cambria Math" panose="02040503050406030204" pitchFamily="18" charset="0"/>
                                              </a:rPr>
                                              <m:t>𝑥</m:t>
                                            </m:r>
                                          </m:e>
                                          <m:sub>
                                            <m:r>
                                              <a:rPr lang="en-US" b="0" i="1" smtClean="0">
                                                <a:solidFill>
                                                  <a:srgbClr val="00B0F0"/>
                                                </a:solidFill>
                                                <a:latin typeface="Cambria Math" panose="02040503050406030204" pitchFamily="18" charset="0"/>
                                                <a:ea typeface="Cambria Math" panose="02040503050406030204" pitchFamily="18" charset="0"/>
                                              </a:rPr>
                                              <m:t>0</m:t>
                                            </m:r>
                                          </m:sub>
                                        </m:sSub>
                                      </m:e>
                                    </m:d>
                                  </m:den>
                                </m:f>
                              </m:e>
                            </m:func>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den>
                                </m:f>
                              </m:e>
                            </m:func>
                          </m:e>
                        </m:nary>
                        <m:r>
                          <a:rPr lang="en-US" i="1">
                            <a:latin typeface="Cambria Math" panose="02040503050406030204" pitchFamily="18" charset="0"/>
                            <a:ea typeface="Cambria Math" panose="02040503050406030204" pitchFamily="18" charset="0"/>
                          </a:rPr>
                          <m:t>]</m:t>
                        </m:r>
                      </m:e>
                    </m:func>
                  </m:oMath>
                </a14:m>
                <a:r>
                  <a:rPr lang="en-US" dirty="0">
                    <a:ea typeface="Cambria Math" panose="02040503050406030204" pitchFamily="18" charset="0"/>
                  </a:rPr>
                  <a:t> </a:t>
                </a:r>
              </a:p>
            </p:txBody>
          </p:sp>
        </mc:Choice>
        <mc:Fallback xmlns="">
          <p:sp>
            <p:nvSpPr>
              <p:cNvPr id="14" name="TextBox 13">
                <a:extLst>
                  <a:ext uri="{FF2B5EF4-FFF2-40B4-BE49-F238E27FC236}">
                    <a16:creationId xmlns:a16="http://schemas.microsoft.com/office/drawing/2014/main" id="{49F849B8-20D5-ED5B-CF64-D0D70D99BD22}"/>
                  </a:ext>
                </a:extLst>
              </p:cNvPr>
              <p:cNvSpPr txBox="1">
                <a:spLocks noRot="1" noChangeAspect="1" noMove="1" noResize="1" noEditPoints="1" noAdjustHandles="1" noChangeArrowheads="1" noChangeShapeType="1" noTextEdit="1"/>
              </p:cNvSpPr>
              <p:nvPr/>
            </p:nvSpPr>
            <p:spPr>
              <a:xfrm>
                <a:off x="503217" y="2873169"/>
                <a:ext cx="7941527" cy="687239"/>
              </a:xfrm>
              <a:prstGeom prst="rect">
                <a:avLst/>
              </a:prstGeom>
              <a:blipFill>
                <a:blip r:embed="rId10"/>
                <a:stretch>
                  <a:fillRect t="-32727" b="-7454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87EFFF-57B8-354C-A741-E70703D1D327}"/>
                  </a:ext>
                </a:extLst>
              </p:cNvPr>
              <p:cNvSpPr txBox="1"/>
              <p:nvPr/>
            </p:nvSpPr>
            <p:spPr>
              <a:xfrm>
                <a:off x="503217" y="3603747"/>
                <a:ext cx="6849092" cy="6769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𝔼</m:t>
                          </m:r>
                        </m:e>
                        <m:sub>
                          <m:r>
                            <a:rPr lang="en-US" i="1">
                              <a:solidFill>
                                <a:schemeClr val="tx1"/>
                              </a:solidFill>
                              <a:latin typeface="Cambria Math" panose="02040503050406030204" pitchFamily="18" charset="0"/>
                              <a:ea typeface="Cambria Math" panose="02040503050406030204" pitchFamily="18" charset="0"/>
                            </a:rPr>
                            <m:t>𝑞</m:t>
                          </m:r>
                        </m:sub>
                      </m:sSub>
                      <m:r>
                        <a:rPr lang="en-US" i="1">
                          <a:solidFill>
                            <a:schemeClr val="tx1"/>
                          </a:solidFill>
                          <a:latin typeface="Cambria Math" panose="02040503050406030204" pitchFamily="18" charset="0"/>
                          <a:ea typeface="Cambria Math" panose="02040503050406030204" pitchFamily="18" charset="0"/>
                        </a:rPr>
                        <m:t>[−</m:t>
                      </m:r>
                      <m:func>
                        <m:funcPr>
                          <m:ctrlPr>
                            <a:rPr lang="en-US" i="1">
                              <a:solidFill>
                                <a:schemeClr val="tx1"/>
                              </a:solidFill>
                              <a:latin typeface="Cambria Math" panose="02040503050406030204" pitchFamily="18" charset="0"/>
                              <a:ea typeface="Cambria Math" panose="02040503050406030204" pitchFamily="18" charset="0"/>
                            </a:rPr>
                          </m:ctrlPr>
                        </m:funcPr>
                        <m:fName>
                          <m:r>
                            <m:rPr>
                              <m:sty m:val="p"/>
                            </m:rPr>
                            <a:rPr lang="en-US">
                              <a:solidFill>
                                <a:schemeClr val="tx1"/>
                              </a:solidFill>
                              <a:latin typeface="Cambria Math" panose="02040503050406030204" pitchFamily="18" charset="0"/>
                              <a:ea typeface="Cambria Math" panose="02040503050406030204" pitchFamily="18" charset="0"/>
                            </a:rPr>
                            <m:t>log</m:t>
                          </m:r>
                        </m:fName>
                        <m:e>
                          <m:r>
                            <a:rPr lang="en-US" i="1">
                              <a:solidFill>
                                <a:schemeClr val="tx1"/>
                              </a:solidFill>
                              <a:latin typeface="Cambria Math" panose="02040503050406030204" pitchFamily="18" charset="0"/>
                              <a:ea typeface="Cambria Math" panose="02040503050406030204" pitchFamily="18" charset="0"/>
                            </a:rPr>
                            <m:t>𝑝</m:t>
                          </m:r>
                          <m:d>
                            <m:dPr>
                              <m:ctrlPr>
                                <a:rPr lang="en-US" i="1">
                                  <a:solidFill>
                                    <a:schemeClr val="tx1"/>
                                  </a:solidFill>
                                  <a:latin typeface="Cambria Math" panose="02040503050406030204" pitchFamily="18" charset="0"/>
                                  <a:ea typeface="Cambria Math" panose="02040503050406030204" pitchFamily="18" charset="0"/>
                                </a:rPr>
                              </m:ctrlPr>
                            </m:d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𝑥</m:t>
                                  </m:r>
                                </m:e>
                                <m:sub>
                                  <m:r>
                                    <a:rPr lang="en-US" i="1">
                                      <a:solidFill>
                                        <a:schemeClr val="tx1"/>
                                      </a:solidFill>
                                      <a:latin typeface="Cambria Math" panose="02040503050406030204" pitchFamily="18" charset="0"/>
                                      <a:ea typeface="Cambria Math" panose="02040503050406030204" pitchFamily="18" charset="0"/>
                                    </a:rPr>
                                    <m:t>𝑇</m:t>
                                  </m:r>
                                </m:sub>
                              </m:sSub>
                            </m:e>
                          </m:d>
                          <m:r>
                            <a:rPr lang="en-US" i="1">
                              <a:solidFill>
                                <a:schemeClr val="tx1"/>
                              </a:solidFill>
                              <a:latin typeface="Cambria Math" panose="02040503050406030204" pitchFamily="18" charset="0"/>
                              <a:ea typeface="Cambria Math" panose="02040503050406030204" pitchFamily="18" charset="0"/>
                            </a:rPr>
                            <m:t>−</m:t>
                          </m:r>
                          <m:sSubSup>
                            <m:sSubSupPr>
                              <m:ctrlPr>
                                <a:rPr lang="en-US" b="0" i="1" smtClean="0">
                                  <a:solidFill>
                                    <a:schemeClr val="tx1"/>
                                  </a:solidFill>
                                  <a:latin typeface="Cambria Math" panose="02040503050406030204" pitchFamily="18" charset="0"/>
                                  <a:ea typeface="Cambria Math" panose="02040503050406030204" pitchFamily="18" charset="0"/>
                                </a:rPr>
                              </m:ctrlPr>
                            </m:sSubSupPr>
                            <m:e>
                              <m:r>
                                <m:rPr>
                                  <m:sty m:val="p"/>
                                </m:rPr>
                                <a:rPr lang="en-US" b="0" i="0" smtClean="0">
                                  <a:solidFill>
                                    <a:schemeClr val="tx1"/>
                                  </a:solidFill>
                                  <a:latin typeface="Cambria Math" panose="02040503050406030204" pitchFamily="18" charset="0"/>
                                  <a:ea typeface="Cambria Math" panose="02040503050406030204" pitchFamily="18" charset="0"/>
                                </a:rPr>
                                <m:t>Σ</m:t>
                              </m:r>
                            </m:e>
                            <m:sub>
                              <m:r>
                                <a:rPr lang="en-US" b="0" i="1" smtClean="0">
                                  <a:solidFill>
                                    <a:schemeClr val="tx1"/>
                                  </a:solidFill>
                                  <a:latin typeface="Cambria Math" panose="02040503050406030204" pitchFamily="18" charset="0"/>
                                  <a:ea typeface="Cambria Math" panose="02040503050406030204" pitchFamily="18" charset="0"/>
                                </a:rPr>
                                <m:t>𝑡</m:t>
                              </m:r>
                              <m:r>
                                <a:rPr lang="en-US" b="0" i="1" smtClean="0">
                                  <a:solidFill>
                                    <a:schemeClr val="tx1"/>
                                  </a:solidFill>
                                  <a:latin typeface="Cambria Math" panose="02040503050406030204" pitchFamily="18" charset="0"/>
                                  <a:ea typeface="Cambria Math" panose="02040503050406030204" pitchFamily="18" charset="0"/>
                                </a:rPr>
                                <m:t>=2</m:t>
                              </m:r>
                            </m:sub>
                            <m:sup>
                              <m:r>
                                <a:rPr lang="en-US" b="0" i="1" smtClean="0">
                                  <a:solidFill>
                                    <a:schemeClr val="tx1"/>
                                  </a:solidFill>
                                  <a:latin typeface="Cambria Math" panose="02040503050406030204" pitchFamily="18" charset="0"/>
                                  <a:ea typeface="Cambria Math" panose="02040503050406030204" pitchFamily="18" charset="0"/>
                                </a:rPr>
                                <m:t>𝑇</m:t>
                              </m:r>
                            </m:sup>
                          </m:sSub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den>
                              </m:f>
                            </m:e>
                          </m:func>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den>
                              </m:f>
                            </m:e>
                          </m:func>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den>
                              </m:f>
                            </m:e>
                          </m:func>
                          <m:r>
                            <a:rPr lang="en-US" i="1">
                              <a:solidFill>
                                <a:schemeClr val="tx1"/>
                              </a:solidFill>
                              <a:latin typeface="Cambria Math" panose="02040503050406030204" pitchFamily="18" charset="0"/>
                              <a:ea typeface="Cambria Math" panose="02040503050406030204" pitchFamily="18" charset="0"/>
                            </a:rPr>
                            <m:t>]</m:t>
                          </m:r>
                        </m:e>
                      </m:func>
                    </m:oMath>
                  </m:oMathPara>
                </a14:m>
                <a:br>
                  <a:rPr lang="en-US" i="1" dirty="0">
                    <a:solidFill>
                      <a:schemeClr val="tx1"/>
                    </a:solidFill>
                    <a:latin typeface="Cambria Math" panose="02040503050406030204" pitchFamily="18" charset="0"/>
                    <a:ea typeface="Cambria Math" panose="02040503050406030204" pitchFamily="18" charset="0"/>
                  </a:rPr>
                </a:br>
                <a:endParaRPr lang="en-KR" dirty="0"/>
              </a:p>
            </p:txBody>
          </p:sp>
        </mc:Choice>
        <mc:Fallback xmlns="">
          <p:sp>
            <p:nvSpPr>
              <p:cNvPr id="16" name="TextBox 15">
                <a:extLst>
                  <a:ext uri="{FF2B5EF4-FFF2-40B4-BE49-F238E27FC236}">
                    <a16:creationId xmlns:a16="http://schemas.microsoft.com/office/drawing/2014/main" id="{5687EFFF-57B8-354C-A741-E70703D1D327}"/>
                  </a:ext>
                </a:extLst>
              </p:cNvPr>
              <p:cNvSpPr txBox="1">
                <a:spLocks noRot="1" noChangeAspect="1" noMove="1" noResize="1" noEditPoints="1" noAdjustHandles="1" noChangeArrowheads="1" noChangeShapeType="1" noTextEdit="1"/>
              </p:cNvSpPr>
              <p:nvPr/>
            </p:nvSpPr>
            <p:spPr>
              <a:xfrm>
                <a:off x="503217" y="3603747"/>
                <a:ext cx="6849092" cy="676980"/>
              </a:xfrm>
              <a:prstGeom prst="rect">
                <a:avLst/>
              </a:prstGeom>
              <a:blipFill>
                <a:blip r:embed="rId11"/>
                <a:stretch>
                  <a:fillRect r="-8148" b="-740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6EE480A-C92B-42B5-0E1F-9C13EA34370A}"/>
                  </a:ext>
                </a:extLst>
              </p:cNvPr>
              <p:cNvSpPr txBox="1"/>
              <p:nvPr/>
            </p:nvSpPr>
            <p:spPr>
              <a:xfrm>
                <a:off x="182584" y="4324066"/>
                <a:ext cx="6849092" cy="6769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b="0"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𝑝</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d>
                            </m:num>
                            <m:den>
                              <m:r>
                                <a:rPr lang="en-US" b="0" i="1" smtClean="0">
                                  <a:latin typeface="Cambria Math" panose="02040503050406030204" pitchFamily="18" charset="0"/>
                                  <a:ea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𝑇</m:t>
                                      </m:r>
                                    </m:sub>
                                  </m:sSub>
                                </m:e>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0</m:t>
                                      </m:r>
                                    </m:sub>
                                  </m:sSub>
                                </m:e>
                              </m:d>
                            </m:den>
                          </m:f>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m:rPr>
                                  <m:sty m:val="p"/>
                                </m:rPr>
                                <a:rPr lang="en-US">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𝑇</m:t>
                              </m:r>
                            </m:sup>
                          </m:sSubSup>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e>
                                  </m:d>
                                </m:num>
                                <m:den>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den>
                              </m:f>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d>
                                </m:e>
                              </m:func>
                            </m:e>
                          </m:func>
                          <m:r>
                            <a:rPr lang="en-US" i="1">
                              <a:latin typeface="Cambria Math" panose="02040503050406030204" pitchFamily="18" charset="0"/>
                              <a:ea typeface="Cambria Math" panose="02040503050406030204" pitchFamily="18" charset="0"/>
                            </a:rPr>
                            <m:t>]</m:t>
                          </m:r>
                        </m:e>
                      </m:func>
                    </m:oMath>
                  </m:oMathPara>
                </a14:m>
                <a:br>
                  <a:rPr lang="en-US" i="1" dirty="0">
                    <a:latin typeface="Cambria Math" panose="02040503050406030204" pitchFamily="18" charset="0"/>
                    <a:ea typeface="Cambria Math" panose="02040503050406030204" pitchFamily="18" charset="0"/>
                  </a:rPr>
                </a:br>
                <a:endParaRPr lang="en-KR" dirty="0"/>
              </a:p>
            </p:txBody>
          </p:sp>
        </mc:Choice>
        <mc:Fallback xmlns="">
          <p:sp>
            <p:nvSpPr>
              <p:cNvPr id="18" name="TextBox 17">
                <a:extLst>
                  <a:ext uri="{FF2B5EF4-FFF2-40B4-BE49-F238E27FC236}">
                    <a16:creationId xmlns:a16="http://schemas.microsoft.com/office/drawing/2014/main" id="{E6EE480A-C92B-42B5-0E1F-9C13EA34370A}"/>
                  </a:ext>
                </a:extLst>
              </p:cNvPr>
              <p:cNvSpPr txBox="1">
                <a:spLocks noRot="1" noChangeAspect="1" noMove="1" noResize="1" noEditPoints="1" noAdjustHandles="1" noChangeArrowheads="1" noChangeShapeType="1" noTextEdit="1"/>
              </p:cNvSpPr>
              <p:nvPr/>
            </p:nvSpPr>
            <p:spPr>
              <a:xfrm>
                <a:off x="182584" y="4324066"/>
                <a:ext cx="6849092" cy="676980"/>
              </a:xfrm>
              <a:prstGeom prst="rect">
                <a:avLst/>
              </a:prstGeom>
              <a:blipFill>
                <a:blip r:embed="rId12"/>
                <a:stretch>
                  <a:fillRect b="-555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8650C17-A14E-5CD9-E81B-71934C690237}"/>
                  </a:ext>
                </a:extLst>
              </p:cNvPr>
              <p:cNvSpPr txBox="1"/>
              <p:nvPr/>
            </p:nvSpPr>
            <p:spPr>
              <a:xfrm>
                <a:off x="-716731" y="5152579"/>
                <a:ext cx="11102040" cy="474104"/>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𝐷</m:t>
                              </m:r>
                            </m:e>
                            <m:sub>
                              <m:r>
                                <a:rPr lang="en-US" i="1">
                                  <a:latin typeface="Cambria Math" panose="02040503050406030204" pitchFamily="18" charset="0"/>
                                  <a:ea typeface="Cambria Math" panose="02040503050406030204" pitchFamily="18" charset="0"/>
                                </a:rPr>
                                <m:t>𝐾𝐿</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𝑇</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𝑝</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𝑇</m:t>
                                      </m:r>
                                    </m:sub>
                                  </m:sSub>
                                </m:e>
                              </m:d>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sSubSup>
                                <m:sSubSupPr>
                                  <m:ctrlPr>
                                    <a:rPr lang="en-US" i="1">
                                      <a:latin typeface="Cambria Math" panose="02040503050406030204" pitchFamily="18" charset="0"/>
                                      <a:ea typeface="Cambria Math" panose="02040503050406030204" pitchFamily="18" charset="0"/>
                                    </a:rPr>
                                  </m:ctrlPr>
                                </m:sSubSupPr>
                                <m:e>
                                  <m:r>
                                    <m:rPr>
                                      <m:sty m:val="p"/>
                                    </m:rPr>
                                    <a:rPr lang="en-US">
                                      <a:latin typeface="Cambria Math" panose="02040503050406030204" pitchFamily="18" charset="0"/>
                                      <a:ea typeface="Cambria Math" panose="02040503050406030204" pitchFamily="18" charset="0"/>
                                    </a:rPr>
                                    <m:t>Σ</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=2</m:t>
                                  </m:r>
                                </m:sub>
                                <m:sup>
                                  <m:r>
                                    <a:rPr lang="en-US" i="1">
                                      <a:latin typeface="Cambria Math" panose="02040503050406030204" pitchFamily="18" charset="0"/>
                                      <a:ea typeface="Cambria Math" panose="02040503050406030204" pitchFamily="18" charset="0"/>
                                    </a:rPr>
                                    <m:t>𝑇</m:t>
                                  </m:r>
                                </m:sup>
                              </m:sSubSup>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𝐷</m:t>
                              </m:r>
                            </m:e>
                            <m:sub>
                              <m:r>
                                <a:rPr lang="en-US" i="1">
                                  <a:latin typeface="Cambria Math" panose="02040503050406030204" pitchFamily="18" charset="0"/>
                                  <a:ea typeface="Cambria Math" panose="02040503050406030204" pitchFamily="18" charset="0"/>
                                </a:rPr>
                                <m:t>𝐾𝐿</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e>
                          </m:d>
                          <m:r>
                            <a:rPr lang="en-US" i="1">
                              <a:latin typeface="Cambria Math" panose="02040503050406030204" pitchFamily="18" charset="0"/>
                              <a:ea typeface="Cambria Math" panose="02040503050406030204" pitchFamily="18" charset="0"/>
                            </a:rPr>
                            <m:t>−</m:t>
                          </m:r>
                          <m:func>
                            <m:funcPr>
                              <m:ctrlPr>
                                <a:rPr lang="en-US" i="1">
                                  <a:latin typeface="Cambria Math" panose="02040503050406030204" pitchFamily="18" charset="0"/>
                                  <a:ea typeface="Cambria Math" panose="02040503050406030204" pitchFamily="18" charset="0"/>
                                </a:rPr>
                              </m:ctrlPr>
                            </m:funcPr>
                            <m:fName>
                              <m:r>
                                <m:rPr>
                                  <m:sty m:val="p"/>
                                </m:rPr>
                                <a:rPr lang="en-US">
                                  <a:latin typeface="Cambria Math" panose="02040503050406030204" pitchFamily="18" charset="0"/>
                                  <a:ea typeface="Cambria Math" panose="02040503050406030204" pitchFamily="18" charset="0"/>
                                </a:rPr>
                                <m:t>log</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e>
                          </m:func>
                        </m:e>
                      </m:d>
                    </m:oMath>
                  </m:oMathPara>
                </a14:m>
                <a:endParaRPr lang="en-KR" dirty="0" err="1"/>
              </a:p>
            </p:txBody>
          </p:sp>
        </mc:Choice>
        <mc:Fallback xmlns="">
          <p:sp>
            <p:nvSpPr>
              <p:cNvPr id="22" name="TextBox 21">
                <a:extLst>
                  <a:ext uri="{FF2B5EF4-FFF2-40B4-BE49-F238E27FC236}">
                    <a16:creationId xmlns:a16="http://schemas.microsoft.com/office/drawing/2014/main" id="{68650C17-A14E-5CD9-E81B-71934C690237}"/>
                  </a:ext>
                </a:extLst>
              </p:cNvPr>
              <p:cNvSpPr txBox="1">
                <a:spLocks noRot="1" noChangeAspect="1" noMove="1" noResize="1" noEditPoints="1" noAdjustHandles="1" noChangeArrowheads="1" noChangeShapeType="1" noTextEdit="1"/>
              </p:cNvSpPr>
              <p:nvPr/>
            </p:nvSpPr>
            <p:spPr>
              <a:xfrm>
                <a:off x="-716731" y="5152579"/>
                <a:ext cx="11102040" cy="474104"/>
              </a:xfrm>
              <a:prstGeom prst="rect">
                <a:avLst/>
              </a:prstGeom>
              <a:blipFill>
                <a:blip r:embed="rId13"/>
                <a:stretch>
                  <a:fillRect b="-2564"/>
                </a:stretch>
              </a:blipFill>
            </p:spPr>
            <p:txBody>
              <a:bodyPr/>
              <a:lstStyle/>
              <a:p>
                <a:r>
                  <a:rPr lang="en-KR">
                    <a:noFill/>
                  </a:rPr>
                  <a:t> </a:t>
                </a:r>
              </a:p>
            </p:txBody>
          </p:sp>
        </mc:Fallback>
      </mc:AlternateContent>
      <p:pic>
        <p:nvPicPr>
          <p:cNvPr id="36" name="Audio 35">
            <a:extLst>
              <a:ext uri="{FF2B5EF4-FFF2-40B4-BE49-F238E27FC236}">
                <a16:creationId xmlns:a16="http://schemas.microsoft.com/office/drawing/2014/main" id="{3CE12009-4916-D858-5995-289AD35FC475}"/>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495603974"/>
      </p:ext>
    </p:extLst>
  </p:cSld>
  <p:clrMapOvr>
    <a:masterClrMapping/>
  </p:clrMapOvr>
  <mc:AlternateContent xmlns:mc="http://schemas.openxmlformats.org/markup-compatibility/2006">
    <mc:Choice xmlns:p14="http://schemas.microsoft.com/office/powerpoint/2010/main" Requires="p14">
      <p:transition spd="slow" p14:dur="2000" advTm="101205"/>
    </mc:Choice>
    <mc:Fallback>
      <p:transition spd="slow" advTm="1012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1" fill="hold" display="0">
                  <p:stCondLst>
                    <p:cond delay="indefinite"/>
                  </p:stCondLst>
                  <p:endCondLst>
                    <p:cond evt="onStopAudio" delay="0">
                      <p:tgtEl>
                        <p:sldTgt/>
                      </p:tgtEl>
                    </p:cond>
                  </p:endCondLst>
                </p:cTn>
                <p:tgtEl>
                  <p:spTgt spid="36"/>
                </p:tgtEl>
              </p:cMediaNode>
            </p:audio>
          </p:childTnLst>
        </p:cTn>
      </p:par>
    </p:tnLst>
    <p:bldLst>
      <p:bldP spid="8" grpId="0"/>
      <p:bldP spid="6" grpId="0"/>
      <p:bldP spid="14" grpId="0"/>
      <p:bldP spid="16" grpId="0"/>
      <p:bldP spid="18" grpId="0"/>
      <p:bldP spid="22" grpId="0"/>
    </p:bldLst>
  </p:timing>
  <p:extLst>
    <p:ext uri="{3A86A75C-4F4B-4683-9AE1-C65F6400EC91}">
      <p14:laserTraceLst xmlns:p14="http://schemas.microsoft.com/office/powerpoint/2010/main">
        <p14:tracePtLst>
          <p14:tracePt t="787" x="7264400" y="1008063"/>
          <p14:tracePt t="794" x="8051800" y="1811338"/>
          <p14:tracePt t="795" x="7942263" y="1905000"/>
          <p14:tracePt t="812" x="7848600" y="1947863"/>
          <p14:tracePt t="814" x="7764463" y="2014538"/>
          <p14:tracePt t="818" x="7721600" y="2039938"/>
          <p14:tracePt t="826" x="7688263" y="2057400"/>
          <p14:tracePt t="832" x="7645400" y="2074863"/>
          <p14:tracePt t="840" x="7627938" y="2074863"/>
          <p14:tracePt t="848" x="7586663" y="2082800"/>
          <p14:tracePt t="857" x="7569200" y="2082800"/>
          <p14:tracePt t="865" x="7518400" y="2082800"/>
          <p14:tracePt t="873" x="7475538" y="2082800"/>
          <p14:tracePt t="881" x="7450138" y="2082800"/>
          <p14:tracePt t="889" x="7416800" y="2082800"/>
          <p14:tracePt t="898" x="7391400" y="2082800"/>
          <p14:tracePt t="906" x="7358063" y="2082800"/>
          <p14:tracePt t="914" x="7315200" y="2082800"/>
          <p14:tracePt t="922" x="7281863" y="2074863"/>
          <p14:tracePt t="930" x="7239000" y="2057400"/>
          <p14:tracePt t="939" x="7129463" y="2024063"/>
          <p14:tracePt t="947" x="7086600" y="2014538"/>
          <p14:tracePt t="955" x="6992938" y="1981200"/>
          <p14:tracePt t="963" x="6926263" y="1947863"/>
          <p14:tracePt t="971" x="6891338" y="1938338"/>
          <p14:tracePt t="980" x="6789738" y="1887538"/>
          <p14:tracePt t="988" x="6723063" y="1862138"/>
          <p14:tracePt t="996" x="6654800" y="1828800"/>
          <p14:tracePt t="1004" x="6578600" y="1803400"/>
          <p14:tracePt t="1012" x="6519863" y="1770063"/>
          <p14:tracePt t="1021" x="6459538" y="1744663"/>
          <p14:tracePt t="1029" x="6392863" y="1727200"/>
          <p14:tracePt t="1037" x="6350000" y="1709738"/>
          <p14:tracePt t="1045" x="6307138" y="1693863"/>
          <p14:tracePt t="1053" x="6265863" y="1684338"/>
          <p14:tracePt t="1063" x="6230938" y="1668463"/>
          <p14:tracePt t="1069" x="6189663" y="1651000"/>
          <p14:tracePt t="1078" x="6154738" y="1651000"/>
          <p14:tracePt t="1086" x="6129338" y="1651000"/>
          <p14:tracePt t="1094" x="6096000" y="1633538"/>
          <p14:tracePt t="1111" x="6078538" y="1633538"/>
          <p14:tracePt t="1119" x="6062663" y="1633538"/>
          <p14:tracePt t="1135" x="6053138" y="1633538"/>
          <p14:tracePt t="1160" x="6037263" y="1633538"/>
          <p14:tracePt t="1168" x="6037263" y="1668463"/>
          <p14:tracePt t="3044" x="5994400" y="1668463"/>
          <p14:tracePt t="3053" x="5943600" y="1668463"/>
          <p14:tracePt t="3060" x="5918200" y="1651000"/>
          <p14:tracePt t="3068" x="5867400" y="1633538"/>
          <p14:tracePt t="3077" x="5824538" y="1617663"/>
          <p14:tracePt t="3085" x="5765800" y="1592263"/>
          <p14:tracePt t="3093" x="5722938" y="1557338"/>
          <p14:tracePt t="3102" x="5689600" y="1549400"/>
          <p14:tracePt t="3109" x="5646738" y="1516063"/>
          <p14:tracePt t="3118" x="5613400" y="1498600"/>
          <p14:tracePt t="3126" x="5588000" y="1481138"/>
          <p14:tracePt t="3134" x="5570538" y="1473200"/>
          <p14:tracePt t="3143" x="5554663" y="1473200"/>
          <p14:tracePt t="3151" x="5554663" y="1455738"/>
          <p14:tracePt t="3159" x="5537200" y="1455738"/>
          <p14:tracePt t="3167" x="5529263" y="1455738"/>
          <p14:tracePt t="3273" x="5537200" y="1455738"/>
          <p14:tracePt t="3281" x="5554663" y="1455738"/>
          <p14:tracePt t="3290" x="5570538" y="1455738"/>
          <p14:tracePt t="3298" x="5595938" y="1455738"/>
          <p14:tracePt t="3306" x="5630863" y="1455738"/>
          <p14:tracePt t="3314" x="5672138" y="1473200"/>
          <p14:tracePt t="3323" x="5732463" y="1473200"/>
          <p14:tracePt t="3331" x="5783263" y="1481138"/>
          <p14:tracePt t="3339" x="5842000" y="1498600"/>
          <p14:tracePt t="3347" x="5900738" y="1498600"/>
          <p14:tracePt t="3356" x="5961063" y="1516063"/>
          <p14:tracePt t="3363" x="5994400" y="1516063"/>
          <p14:tracePt t="3372" x="6037263" y="1516063"/>
          <p14:tracePt t="3380" x="6053138" y="1516063"/>
          <p14:tracePt t="3388" x="6062663" y="1516063"/>
          <p14:tracePt t="3396" x="6113463" y="1516063"/>
          <p14:tracePt t="3413" x="6129338" y="1516063"/>
          <p14:tracePt t="3429" x="6138863" y="1516063"/>
          <p14:tracePt t="3470" x="6154738" y="1531938"/>
          <p14:tracePt t="3495" x="6154738" y="1557338"/>
          <p14:tracePt t="3503" x="6154738" y="1574800"/>
          <p14:tracePt t="3511" x="6154738" y="1592263"/>
          <p14:tracePt t="3519" x="6154738" y="1608138"/>
          <p14:tracePt t="3527" x="6154738" y="1633538"/>
          <p14:tracePt t="3536" x="6154738" y="1651000"/>
          <p14:tracePt t="3552" x="6154738" y="1668463"/>
          <p14:tracePt t="3576" x="6154738" y="1684338"/>
          <p14:tracePt t="3724" x="6154738" y="1668463"/>
          <p14:tracePt t="3742" x="6138863" y="1651000"/>
          <p14:tracePt t="3749" x="6138863" y="1633538"/>
          <p14:tracePt t="3765" x="6138863" y="1617663"/>
          <p14:tracePt t="3773" x="6138863" y="1592263"/>
          <p14:tracePt t="3781" x="6138863" y="1574800"/>
          <p14:tracePt t="3790" x="6138863" y="1557338"/>
          <p14:tracePt t="3798" x="6138863" y="1531938"/>
          <p14:tracePt t="3806" x="6138863" y="1481138"/>
          <p14:tracePt t="3814" x="6138863" y="1473200"/>
          <p14:tracePt t="3822" x="6138863" y="1422400"/>
          <p14:tracePt t="3831" x="6138863" y="1397000"/>
          <p14:tracePt t="3839" x="6138863" y="1363663"/>
          <p14:tracePt t="3847" x="6138863" y="1338263"/>
          <p14:tracePt t="3855" x="6138863" y="1287463"/>
          <p14:tracePt t="3863" x="6138863" y="1244600"/>
          <p14:tracePt t="3871" x="6138863" y="1227138"/>
          <p14:tracePt t="3880" x="6138863" y="1201738"/>
          <p14:tracePt t="3888" x="6138863" y="1185863"/>
          <p14:tracePt t="3896" x="6138863" y="1168400"/>
          <p14:tracePt t="3905" x="6138863" y="1143000"/>
          <p14:tracePt t="3912" x="6138863" y="1125538"/>
          <p14:tracePt t="3921" x="6138863" y="1109663"/>
          <p14:tracePt t="3937" x="6129338" y="1092200"/>
          <p14:tracePt t="3945" x="6129338" y="1084263"/>
          <p14:tracePt t="3953" x="6129338" y="1066800"/>
          <p14:tracePt t="3962" x="6113463" y="1049338"/>
          <p14:tracePt t="3970" x="6096000" y="1049338"/>
          <p14:tracePt t="3978" x="6078538" y="1033463"/>
          <p14:tracePt t="3986" x="6062663" y="1033463"/>
          <p14:tracePt t="3994" x="6053138" y="1023938"/>
          <p14:tracePt t="5961" x="6113463" y="1023938"/>
          <p14:tracePt t="5969" x="6172200" y="1023938"/>
          <p14:tracePt t="5977" x="6215063" y="1023938"/>
          <p14:tracePt t="5985" x="6307138" y="1023938"/>
          <p14:tracePt t="5994" x="6350000" y="1023938"/>
          <p14:tracePt t="6002" x="6459538" y="1023938"/>
          <p14:tracePt t="6010" x="6527800" y="1023938"/>
          <p14:tracePt t="6018" x="6662738" y="1023938"/>
          <p14:tracePt t="6026" x="6723063" y="1023938"/>
          <p14:tracePt t="6035" x="6799263" y="1023938"/>
          <p14:tracePt t="6043" x="6858000" y="1008063"/>
          <p14:tracePt t="6051" x="6934200" y="990600"/>
          <p14:tracePt t="6060" x="6985000" y="973138"/>
          <p14:tracePt t="6067" x="7010400" y="973138"/>
          <p14:tracePt t="6076" x="7043738" y="957263"/>
          <p14:tracePt t="6084" x="7053263" y="957263"/>
          <p14:tracePt t="6093" x="7086600" y="947738"/>
          <p14:tracePt t="6100" x="7104063" y="947738"/>
          <p14:tracePt t="6109" x="7119938" y="947738"/>
          <p14:tracePt t="6126" x="7129463" y="947738"/>
          <p14:tracePt t="6149" x="7145338" y="947738"/>
          <p14:tracePt t="6173" x="7162800" y="947738"/>
          <p14:tracePt t="6199" x="7180263" y="947738"/>
          <p14:tracePt t="6592" x="7205663" y="990600"/>
          <p14:tracePt t="6600" x="7264400" y="1049338"/>
          <p14:tracePt t="6610" x="7340600" y="1143000"/>
          <p14:tracePt t="6616" x="7391400" y="1219200"/>
          <p14:tracePt t="6627" x="7510463" y="1363663"/>
          <p14:tracePt t="6633" x="7627938" y="1531938"/>
          <p14:tracePt t="6642" x="7780338" y="1727200"/>
          <p14:tracePt t="6649" x="7899400" y="1879600"/>
          <p14:tracePt t="6659" x="8018463" y="2057400"/>
          <p14:tracePt t="6665" x="8135938" y="2217738"/>
          <p14:tracePt t="6675" x="8247063" y="2336800"/>
          <p14:tracePt t="6682" x="8288338" y="2387600"/>
          <p14:tracePt t="6690" x="8382000" y="2489200"/>
          <p14:tracePt t="6698" x="8450263" y="2547938"/>
          <p14:tracePt t="6706" x="8542338" y="2624138"/>
          <p14:tracePt t="6715" x="8636000" y="2684463"/>
          <p14:tracePt t="6723" x="8694738" y="2735263"/>
          <p14:tracePt t="6731" x="8770938" y="2760663"/>
          <p14:tracePt t="6739" x="8847138" y="2801938"/>
          <p14:tracePt t="6747" x="8907463" y="2819400"/>
          <p14:tracePt t="6756" x="8974138" y="2852738"/>
          <p14:tracePt t="6764" x="9050338" y="2870200"/>
          <p14:tracePt t="6772" x="9110663" y="2878138"/>
          <p14:tracePt t="6780" x="9177338" y="2895600"/>
          <p14:tracePt t="6788" x="9237663" y="2913063"/>
          <p14:tracePt t="6796" x="9296400" y="2928938"/>
          <p14:tracePt t="6805" x="9321800" y="2928938"/>
          <p14:tracePt t="6813" x="9355138" y="2938463"/>
          <p14:tracePt t="6821" x="9372600" y="2938463"/>
          <p14:tracePt t="6829" x="9398000" y="2938463"/>
          <p14:tracePt t="6838" x="9415463" y="2938463"/>
          <p14:tracePt t="6846" x="9431338" y="2938463"/>
          <p14:tracePt t="6854" x="9431338" y="2954338"/>
          <p14:tracePt t="6878" x="9440863" y="2954338"/>
          <p14:tracePt t="6952" x="9456738" y="2954338"/>
          <p14:tracePt t="7018" x="9456738" y="2938463"/>
          <p14:tracePt t="7027" x="9456738" y="2928938"/>
          <p14:tracePt t="7034" x="9456738" y="2913063"/>
          <p14:tracePt t="7796" x="9456738" y="2938463"/>
          <p14:tracePt t="7804" x="9456738" y="3014663"/>
          <p14:tracePt t="7812" x="9440863" y="3090863"/>
          <p14:tracePt t="7820" x="9440863" y="3167063"/>
          <p14:tracePt t="7829" x="9431338" y="3225800"/>
          <p14:tracePt t="7837" x="9431338" y="3284538"/>
          <p14:tracePt t="7845" x="9431338" y="3319463"/>
          <p14:tracePt t="7854" x="9431338" y="3360738"/>
          <p14:tracePt t="7862" x="9415463" y="3421063"/>
          <p14:tracePt t="7870" x="9415463" y="3462338"/>
          <p14:tracePt t="7878" x="9415463" y="3513138"/>
          <p14:tracePt t="7886" x="9398000" y="3538538"/>
          <p14:tracePt t="7903" x="9398000" y="3556000"/>
          <p14:tracePt t="7911" x="9398000" y="3573463"/>
          <p14:tracePt t="8132" x="9398000" y="3538538"/>
          <p14:tracePt t="8140" x="9415463" y="3530600"/>
          <p14:tracePt t="8148" x="9415463" y="3513138"/>
          <p14:tracePt t="8157" x="9431338" y="3479800"/>
          <p14:tracePt t="8615" x="9474200" y="3479800"/>
          <p14:tracePt t="8625" x="9507538" y="3462338"/>
          <p14:tracePt t="8632" x="9550400" y="3454400"/>
          <p14:tracePt t="8640" x="9593263" y="3403600"/>
          <p14:tracePt t="8648" x="9626600" y="3395663"/>
          <p14:tracePt t="8657" x="9669463" y="3360738"/>
          <p14:tracePt t="8664" x="9710738" y="3344863"/>
          <p14:tracePt t="8673" x="9745663" y="3319463"/>
          <p14:tracePt t="8681" x="9771063" y="3302000"/>
          <p14:tracePt t="8689" x="9786938" y="3302000"/>
          <p14:tracePt t="8697" x="9821863" y="3284538"/>
          <p14:tracePt t="8714" x="9837738" y="3268663"/>
          <p14:tracePt t="8722" x="9847263" y="3268663"/>
          <p14:tracePt t="8738" x="9863138" y="3268663"/>
          <p14:tracePt t="8779" x="9880600" y="3268663"/>
          <p14:tracePt t="8804" x="9880600" y="3259138"/>
          <p14:tracePt t="9927" x="9880600" y="3268663"/>
          <p14:tracePt t="9934" x="9880600" y="3319463"/>
          <p14:tracePt t="9944" x="9863138" y="3360738"/>
          <p14:tracePt t="9951" x="9863138" y="3395663"/>
          <p14:tracePt t="9959" x="9821863" y="3436938"/>
          <p14:tracePt t="9967" x="9804400" y="3462338"/>
          <p14:tracePt t="9978" x="9761538" y="3513138"/>
          <p14:tracePt t="9984" x="9710738" y="3538538"/>
          <p14:tracePt t="9993" x="9669463" y="3573463"/>
          <p14:tracePt t="10000" x="9644063" y="3589338"/>
          <p14:tracePt t="10010" x="9575800" y="3598863"/>
          <p14:tracePt t="10016" x="9507538" y="3598863"/>
          <p14:tracePt t="10026" x="9456738" y="3598863"/>
          <p14:tracePt t="10336" x="9440863" y="3598863"/>
          <p14:tracePt t="10344" x="9380538" y="3649663"/>
          <p14:tracePt t="10352" x="9296400" y="3708400"/>
          <p14:tracePt t="10360" x="9202738" y="3767138"/>
          <p14:tracePt t="10369" x="9101138" y="3843338"/>
          <p14:tracePt t="10377" x="9024938" y="3886200"/>
          <p14:tracePt t="10385" x="8847138" y="4005263"/>
          <p14:tracePt t="10394" x="8661400" y="4122738"/>
          <p14:tracePt t="10402" x="8450263" y="4233863"/>
          <p14:tracePt t="10409" x="8288338" y="4310063"/>
          <p14:tracePt t="10418" x="8120063" y="4351338"/>
          <p14:tracePt t="10426" x="7958138" y="4394200"/>
          <p14:tracePt t="10435" x="7805738" y="4411663"/>
          <p14:tracePt t="10443" x="7721600" y="4427538"/>
          <p14:tracePt t="10450" x="7627938" y="4427538"/>
          <p14:tracePt t="10460" x="7518400" y="4427538"/>
          <p14:tracePt t="10467" x="7459663" y="4427538"/>
          <p14:tracePt t="10476" x="7399338" y="4427538"/>
          <p14:tracePt t="10484" x="7373938" y="4427538"/>
          <p14:tracePt t="10493" x="7340600" y="4427538"/>
          <p14:tracePt t="10500" x="7323138" y="4427538"/>
          <p14:tracePt t="10509" x="7315200" y="4427538"/>
          <p14:tracePt t="10526" x="7297738" y="4427538"/>
          <p14:tracePt t="10533" x="7256463" y="4521200"/>
          <p14:tracePt t="10542" x="7145338" y="4724400"/>
          <p14:tracePt t="10549" x="7010400" y="4935538"/>
          <p14:tracePt t="10559" x="6926263" y="5087938"/>
          <p14:tracePt t="10565" x="6621463" y="5630863"/>
          <p14:tracePt t="10574" x="6367463" y="5986463"/>
          <p14:tracePt t="10582" x="6096000" y="6408738"/>
          <p14:tracePt t="12016" x="2776538" y="6215063"/>
          <p14:tracePt t="12103" x="2506663" y="2024063"/>
          <p14:tracePt t="12112" x="2463800" y="1963738"/>
          <p14:tracePt t="12116" x="2446338" y="1938338"/>
          <p14:tracePt t="12130" x="2430463" y="1905000"/>
          <p14:tracePt t="12131" x="2420938" y="1905000"/>
          <p14:tracePt t="12138" x="2387600" y="1905000"/>
          <p14:tracePt t="12147" x="2370138" y="1905000"/>
          <p14:tracePt t="12155" x="2344738" y="1905000"/>
          <p14:tracePt t="12163" x="2311400" y="1905000"/>
          <p14:tracePt t="12171" x="2252663" y="1905000"/>
          <p14:tracePt t="12179" x="2192338" y="1938338"/>
          <p14:tracePt t="12187" x="2100263" y="1998663"/>
          <p14:tracePt t="12196" x="2014538" y="2057400"/>
          <p14:tracePt t="12204" x="1905000" y="2133600"/>
          <p14:tracePt t="12212" x="1785938" y="2217738"/>
          <p14:tracePt t="12220" x="1668463" y="2328863"/>
          <p14:tracePt t="12229" x="1498600" y="2446338"/>
          <p14:tracePt t="12237" x="1379538" y="2547938"/>
          <p14:tracePt t="12245" x="1320800" y="2582863"/>
          <p14:tracePt t="12253" x="1201738" y="2667000"/>
          <p14:tracePt t="12261" x="1109663" y="2735263"/>
          <p14:tracePt t="12270" x="1033463" y="2760663"/>
          <p14:tracePt t="12278" x="990600" y="2794000"/>
          <p14:tracePt t="12286" x="957263" y="2794000"/>
          <p14:tracePt t="12294" x="931863" y="2801938"/>
          <p14:tracePt t="12310" x="914400" y="2801938"/>
          <p14:tracePt t="12319" x="896938" y="2801938"/>
          <p14:tracePt t="12335" x="896938" y="2794000"/>
          <p14:tracePt t="12343" x="896938" y="2776538"/>
          <p14:tracePt t="12352" x="896938" y="2760663"/>
          <p14:tracePt t="12655" x="896938" y="2743200"/>
          <p14:tracePt t="12663" x="896938" y="2735263"/>
          <p14:tracePt t="12671" x="889000" y="2700338"/>
          <p14:tracePt t="12679" x="855663" y="2659063"/>
          <p14:tracePt t="12687" x="830263" y="2608263"/>
          <p14:tracePt t="12696" x="779463" y="2565400"/>
          <p14:tracePt t="12704" x="754063" y="2522538"/>
          <p14:tracePt t="12712" x="703263" y="2471738"/>
          <p14:tracePt t="12720" x="677863" y="2430463"/>
          <p14:tracePt t="12729" x="627063" y="2387600"/>
          <p14:tracePt t="12737" x="601663" y="2354263"/>
          <p14:tracePt t="12745" x="566738" y="2311400"/>
          <p14:tracePt t="12753" x="558800" y="2278063"/>
          <p14:tracePt t="12761" x="541338" y="2278063"/>
          <p14:tracePt t="12770" x="525463" y="2268538"/>
          <p14:tracePt t="12778" x="525463" y="2252663"/>
          <p14:tracePt t="12810" x="525463" y="2235200"/>
          <p14:tracePt t="12818" x="525463" y="2217738"/>
          <p14:tracePt t="12835" x="525463" y="2209800"/>
          <p14:tracePt t="12843" x="525463" y="2176463"/>
          <p14:tracePt t="12851" x="525463" y="2141538"/>
          <p14:tracePt t="12868" x="525463" y="2133600"/>
          <p14:tracePt t="12876" x="525463" y="2116138"/>
          <p14:tracePt t="12893" x="525463" y="2100263"/>
          <p14:tracePt t="12900" x="525463" y="2082800"/>
          <p14:tracePt t="12933" x="525463" y="2074863"/>
          <p14:tracePt t="12943" x="525463" y="2057400"/>
          <p14:tracePt t="12959" x="541338" y="2039938"/>
          <p14:tracePt t="12966" x="558800" y="2024063"/>
          <p14:tracePt t="12982" x="584200" y="2014538"/>
          <p14:tracePt t="12992" x="601663" y="2014538"/>
          <p14:tracePt t="12999" x="642938" y="1998663"/>
          <p14:tracePt t="13007" x="719138" y="1981200"/>
          <p14:tracePt t="13015" x="795338" y="1947863"/>
          <p14:tracePt t="13023" x="896938" y="1922463"/>
          <p14:tracePt t="13032" x="1066800" y="1905000"/>
          <p14:tracePt t="13040" x="1227138" y="1862138"/>
          <p14:tracePt t="13048" x="1455738" y="1828800"/>
          <p14:tracePt t="13056" x="1693863" y="1785938"/>
          <p14:tracePt t="13064" x="1981200" y="1752600"/>
          <p14:tracePt t="13073" x="2209800" y="1709738"/>
          <p14:tracePt t="13080" x="2489200" y="1693863"/>
          <p14:tracePt t="13089" x="2684463" y="1668463"/>
          <p14:tracePt t="13097" x="2928938" y="1651000"/>
          <p14:tracePt t="13105" x="3124200" y="1651000"/>
          <p14:tracePt t="13114" x="3200400" y="1651000"/>
          <p14:tracePt t="13122" x="3479800" y="1651000"/>
          <p14:tracePt t="13130" x="3548063" y="1651000"/>
          <p14:tracePt t="13138" x="3665538" y="1651000"/>
          <p14:tracePt t="13146" x="3767138" y="1651000"/>
          <p14:tracePt t="13155" x="3843338" y="1651000"/>
          <p14:tracePt t="13162" x="3944938" y="1651000"/>
          <p14:tracePt t="13171" x="4021138" y="1668463"/>
          <p14:tracePt t="13179" x="4191000" y="1693863"/>
          <p14:tracePt t="13187" x="4233863" y="1727200"/>
          <p14:tracePt t="13195" x="4368800" y="1785938"/>
          <p14:tracePt t="13203" x="4402138" y="1803400"/>
          <p14:tracePt t="13212" x="4470400" y="1846263"/>
          <p14:tracePt t="13220" x="4538663" y="1879600"/>
          <p14:tracePt t="13228" x="4579938" y="1905000"/>
          <p14:tracePt t="13236" x="4622800" y="1938338"/>
          <p14:tracePt t="13244" x="4640263" y="1947863"/>
          <p14:tracePt t="13253" x="4656138" y="1963738"/>
          <p14:tracePt t="13261" x="4673600" y="1963738"/>
          <p14:tracePt t="13269" x="4673600" y="1981200"/>
          <p14:tracePt t="13277" x="4681538" y="1981200"/>
          <p14:tracePt t="13294" x="4681538" y="1998663"/>
          <p14:tracePt t="13318" x="4681538" y="2014538"/>
          <p14:tracePt t="13351" x="4681538" y="2024063"/>
          <p14:tracePt t="13376" x="4673600" y="2024063"/>
          <p14:tracePt t="13384" x="4673600" y="2039938"/>
          <p14:tracePt t="13409" x="4673600" y="2057400"/>
          <p14:tracePt t="13426" x="4656138" y="2074863"/>
          <p14:tracePt t="13442" x="4656138" y="2082800"/>
          <p14:tracePt t="13449" x="4640263" y="2100263"/>
          <p14:tracePt t="13459" x="4622800" y="2116138"/>
          <p14:tracePt t="13466" x="4605338" y="2116138"/>
          <p14:tracePt t="13474" x="4597400" y="2133600"/>
          <p14:tracePt t="13482" x="4579938" y="2141538"/>
          <p14:tracePt t="13490" x="4538663" y="2192338"/>
          <p14:tracePt t="13498" x="4487863" y="2209800"/>
          <p14:tracePt t="13507" x="4402138" y="2268538"/>
          <p14:tracePt t="13515" x="4351338" y="2293938"/>
          <p14:tracePt t="13523" x="4249738" y="2336800"/>
          <p14:tracePt t="13531" x="4140200" y="2387600"/>
          <p14:tracePt t="13539" x="4038600" y="2430463"/>
          <p14:tracePt t="13548" x="3878263" y="2471738"/>
          <p14:tracePt t="13556" x="3708400" y="2540000"/>
          <p14:tracePt t="13564" x="3556000" y="2565400"/>
          <p14:tracePt t="13572" x="3395663" y="2624138"/>
          <p14:tracePt t="13580" x="3200400" y="2667000"/>
          <p14:tracePt t="13589" x="2989263" y="2700338"/>
          <p14:tracePt t="13597" x="2794000" y="2760663"/>
          <p14:tracePt t="13605" x="2547938" y="2801938"/>
          <p14:tracePt t="13613" x="2354263" y="2852738"/>
          <p14:tracePt t="13621" x="2192338" y="2870200"/>
          <p14:tracePt t="13630" x="1998663" y="2878138"/>
          <p14:tracePt t="13638" x="1938338" y="2895600"/>
          <p14:tracePt t="13646" x="1803400" y="2913063"/>
          <p14:tracePt t="13654" x="1709738" y="2913063"/>
          <p14:tracePt t="13663" x="1608138" y="2913063"/>
          <p14:tracePt t="13671" x="1498600" y="2913063"/>
          <p14:tracePt t="13679" x="1422400" y="2913063"/>
          <p14:tracePt t="13687" x="1363663" y="2913063"/>
          <p14:tracePt t="13695" x="1295400" y="2895600"/>
          <p14:tracePt t="13704" x="1227138" y="2878138"/>
          <p14:tracePt t="13711" x="1168400" y="2852738"/>
          <p14:tracePt t="13719" x="1143000" y="2836863"/>
          <p14:tracePt t="13728" x="1092200" y="2819400"/>
          <p14:tracePt t="13736" x="1049338" y="2801938"/>
          <p14:tracePt t="13745" x="1033463" y="2794000"/>
          <p14:tracePt t="13753" x="1008063" y="2776538"/>
          <p14:tracePt t="13761" x="990600" y="2776538"/>
          <p14:tracePt t="13769" x="973138" y="2760663"/>
          <p14:tracePt t="13777" x="957263" y="2743200"/>
          <p14:tracePt t="13793" x="947738" y="2735263"/>
          <p14:tracePt t="13802" x="931863" y="2735263"/>
          <p14:tracePt t="13810" x="931863" y="2717800"/>
          <p14:tracePt t="13818" x="931863" y="2700338"/>
          <p14:tracePt t="13827" x="914400" y="2700338"/>
          <p14:tracePt t="13835" x="914400" y="2684463"/>
          <p14:tracePt t="13843" x="896938" y="2667000"/>
          <p14:tracePt t="13851" x="896938" y="2659063"/>
          <p14:tracePt t="13860" x="896938" y="2641600"/>
          <p14:tracePt t="13867" x="889000" y="2624138"/>
          <p14:tracePt t="13876" x="889000" y="2608263"/>
          <p14:tracePt t="13884" x="889000" y="2598738"/>
          <p14:tracePt t="13893" x="889000" y="2565400"/>
          <p14:tracePt t="13900" x="871538" y="2547938"/>
          <p14:tracePt t="13910" x="871538" y="2540000"/>
          <p14:tracePt t="13916" x="871538" y="2506663"/>
          <p14:tracePt t="13926" x="855663" y="2489200"/>
          <p14:tracePt t="13933" x="855663" y="2463800"/>
          <p14:tracePt t="13942" x="855663" y="2430463"/>
          <p14:tracePt t="13949" x="855663" y="2413000"/>
          <p14:tracePt t="13959" x="838200" y="2387600"/>
          <p14:tracePt t="13965" x="838200" y="2370138"/>
          <p14:tracePt t="13975" x="838200" y="2328863"/>
          <p14:tracePt t="13982" x="838200" y="2293938"/>
          <p14:tracePt t="13990" x="838200" y="2268538"/>
          <p14:tracePt t="13998" x="838200" y="2235200"/>
          <p14:tracePt t="14007" x="838200" y="2209800"/>
          <p14:tracePt t="14015" x="838200" y="2176463"/>
          <p14:tracePt t="14023" x="838200" y="2159000"/>
          <p14:tracePt t="14031" x="838200" y="2133600"/>
          <p14:tracePt t="14040" x="838200" y="2116138"/>
          <p14:tracePt t="14056" x="838200" y="2100263"/>
          <p14:tracePt t="14064" x="855663" y="2100263"/>
          <p14:tracePt t="14072" x="855663" y="2082800"/>
          <p14:tracePt t="14097" x="855663" y="2074863"/>
          <p14:tracePt t="14105" x="871538" y="2074863"/>
          <p14:tracePt t="14113" x="871538" y="2057400"/>
          <p14:tracePt t="14121" x="871538" y="2039938"/>
          <p14:tracePt t="14129" x="889000" y="2039938"/>
          <p14:tracePt t="14146" x="896938" y="2024063"/>
          <p14:tracePt t="14154" x="914400" y="2014538"/>
          <p14:tracePt t="14170" x="947738" y="2014538"/>
          <p14:tracePt t="14179" x="1008063" y="1981200"/>
          <p14:tracePt t="14187" x="1084263" y="1963738"/>
          <p14:tracePt t="14195" x="1143000" y="1947863"/>
          <p14:tracePt t="14203" x="1244600" y="1922463"/>
          <p14:tracePt t="14211" x="1354138" y="1887538"/>
          <p14:tracePt t="14219" x="1473200" y="1862138"/>
          <p14:tracePt t="14228" x="1608138" y="1828800"/>
          <p14:tracePt t="14236" x="1744663" y="1803400"/>
          <p14:tracePt t="14244" x="1905000" y="1752600"/>
          <p14:tracePt t="14252" x="2024063" y="1744663"/>
          <p14:tracePt t="14260" x="2192338" y="1727200"/>
          <p14:tracePt t="14269" x="2354263" y="1727200"/>
          <p14:tracePt t="14277" x="2489200" y="1727200"/>
          <p14:tracePt t="14285" x="2624138" y="1727200"/>
          <p14:tracePt t="14293" x="2674938" y="1727200"/>
          <p14:tracePt t="14302" x="2776538" y="1727200"/>
          <p14:tracePt t="14310" x="2878138" y="1727200"/>
          <p14:tracePt t="14318" x="2954338" y="1727200"/>
          <p14:tracePt t="14326" x="3048000" y="1727200"/>
          <p14:tracePt t="14334" x="3090863" y="1744663"/>
          <p14:tracePt t="14343" x="3149600" y="1752600"/>
          <p14:tracePt t="14351" x="3217863" y="1752600"/>
          <p14:tracePt t="14360" x="3243263" y="1770063"/>
          <p14:tracePt t="14367" x="3276600" y="1785938"/>
          <p14:tracePt t="14376" x="3302000" y="1785938"/>
          <p14:tracePt t="14384" x="3319463" y="1803400"/>
          <p14:tracePt t="14393" x="3344863" y="1803400"/>
          <p14:tracePt t="14400" x="3360738" y="1811338"/>
          <p14:tracePt t="14409" x="3378200" y="1811338"/>
          <p14:tracePt t="14416" x="3395663" y="1828800"/>
          <p14:tracePt t="14425" x="3411538" y="1828800"/>
          <p14:tracePt t="14433" x="3436938" y="1828800"/>
          <p14:tracePt t="14449" x="3454400" y="1828800"/>
          <p14:tracePt t="14459" x="3479800" y="1846263"/>
          <p14:tracePt t="14465" x="3497263" y="1846263"/>
          <p14:tracePt t="14475" x="3513138" y="1846263"/>
          <p14:tracePt t="14482" x="3530600" y="1846263"/>
          <p14:tracePt t="14490" x="3556000" y="1846263"/>
          <p14:tracePt t="14498" x="3573463" y="1846263"/>
          <p14:tracePt t="14506" x="3606800" y="1846263"/>
          <p14:tracePt t="14515" x="3614738" y="1862138"/>
          <p14:tracePt t="14523" x="3632200" y="1862138"/>
          <p14:tracePt t="14531" x="3665538" y="1862138"/>
          <p14:tracePt t="14539" x="3675063" y="1879600"/>
          <p14:tracePt t="14547" x="3725863" y="1879600"/>
          <p14:tracePt t="14556" x="3751263" y="1879600"/>
          <p14:tracePt t="14564" x="3767138" y="1879600"/>
          <p14:tracePt t="14572" x="3802063" y="1879600"/>
          <p14:tracePt t="14580" x="3827463" y="1887538"/>
          <p14:tracePt t="14588" x="3860800" y="1887538"/>
          <p14:tracePt t="14596" x="3903663" y="1887538"/>
          <p14:tracePt t="14605" x="3919538" y="1887538"/>
          <p14:tracePt t="14613" x="3944938" y="1887538"/>
          <p14:tracePt t="14621" x="3962400" y="1887538"/>
          <p14:tracePt t="14629" x="4005263" y="1887538"/>
          <p14:tracePt t="14637" x="4021138" y="1905000"/>
          <p14:tracePt t="14646" x="4056063" y="1905000"/>
          <p14:tracePt t="14654" x="4097338" y="1905000"/>
          <p14:tracePt t="14662" x="4114800" y="1905000"/>
          <p14:tracePt t="14670" x="4140200" y="1905000"/>
          <p14:tracePt t="14678" x="4157663" y="1905000"/>
          <p14:tracePt t="14687" x="4173538" y="1905000"/>
          <p14:tracePt t="14695" x="4191000" y="1905000"/>
          <p14:tracePt t="14703" x="4208463" y="1905000"/>
          <p14:tracePt t="14711" x="4216400" y="1905000"/>
          <p14:tracePt t="14720" x="4233863" y="1922463"/>
          <p14:tracePt t="14736" x="4249738" y="1922463"/>
          <p14:tracePt t="14744" x="4267200" y="1938338"/>
          <p14:tracePt t="14761" x="4275138" y="1947863"/>
          <p14:tracePt t="14769" x="4292600" y="1947863"/>
          <p14:tracePt t="14785" x="4310063" y="1963738"/>
          <p14:tracePt t="14793" x="4325938" y="1981200"/>
          <p14:tracePt t="14801" x="4343400" y="1981200"/>
          <p14:tracePt t="14810" x="4351338" y="1998663"/>
          <p14:tracePt t="14818" x="4368800" y="2014538"/>
          <p14:tracePt t="14834" x="4368800" y="2024063"/>
          <p14:tracePt t="14843" x="4386263" y="2039938"/>
          <p14:tracePt t="14850" x="4402138" y="2057400"/>
          <p14:tracePt t="14875" x="4402138" y="2074863"/>
          <p14:tracePt t="14893" x="4402138" y="2082800"/>
          <p14:tracePt t="14909" x="4402138" y="2100263"/>
          <p14:tracePt t="14916" x="4402138" y="2116138"/>
          <p14:tracePt t="14932" x="4402138" y="2133600"/>
          <p14:tracePt t="14942" x="4402138" y="2159000"/>
          <p14:tracePt t="14949" x="4402138" y="2176463"/>
          <p14:tracePt t="14957" x="4402138" y="2192338"/>
          <p14:tracePt t="14973" x="4402138" y="2217738"/>
          <p14:tracePt t="14981" x="4402138" y="2235200"/>
          <p14:tracePt t="14990" x="4368800" y="2252663"/>
          <p14:tracePt t="14998" x="4351338" y="2278063"/>
          <p14:tracePt t="15006" x="4343400" y="2311400"/>
          <p14:tracePt t="15014" x="4325938" y="2336800"/>
          <p14:tracePt t="15023" x="4249738" y="2413000"/>
          <p14:tracePt t="15031" x="4233863" y="2430463"/>
          <p14:tracePt t="15039" x="4140200" y="2506663"/>
          <p14:tracePt t="15047" x="4071938" y="2540000"/>
          <p14:tracePt t="15055" x="3995738" y="2582863"/>
          <p14:tracePt t="15064" x="3886200" y="2608263"/>
          <p14:tracePt t="15072" x="3784600" y="2641600"/>
          <p14:tracePt t="15080" x="3665538" y="2667000"/>
          <p14:tracePt t="15088" x="3497263" y="2700338"/>
          <p14:tracePt t="15096" x="3335338" y="2743200"/>
          <p14:tracePt t="15105" x="3141663" y="2760663"/>
          <p14:tracePt t="15112" x="2717800" y="2852738"/>
          <p14:tracePt t="15121" x="2430463" y="2895600"/>
          <p14:tracePt t="15129" x="2235200" y="2913063"/>
          <p14:tracePt t="15137" x="1905000" y="2938463"/>
          <p14:tracePt t="15146" x="1592263" y="2989263"/>
          <p14:tracePt t="15154" x="1262063" y="3014663"/>
          <p14:tracePt t="15162" x="990600" y="3030538"/>
          <p14:tracePt t="15170" x="703263" y="3065463"/>
          <p14:tracePt t="15178" x="482600" y="3065463"/>
          <p14:tracePt t="15187" x="406400" y="3065463"/>
          <p14:tracePt t="15195" x="236538" y="3065463"/>
          <p14:tracePt t="15203" x="101600" y="3065463"/>
          <p14:tracePt t="15211" x="33338" y="3065463"/>
          <p14:tracePt t="15499" x="33338" y="2209800"/>
          <p14:tracePt t="15507" x="93663" y="2082800"/>
          <p14:tracePt t="15515" x="101600" y="2024063"/>
          <p14:tracePt t="15523" x="119063" y="1922463"/>
          <p14:tracePt t="15531" x="152400" y="1846263"/>
          <p14:tracePt t="15539" x="169863" y="1803400"/>
          <p14:tracePt t="15547" x="177800" y="1770063"/>
          <p14:tracePt t="15555" x="195263" y="1744663"/>
          <p14:tracePt t="15563" x="195263" y="1727200"/>
          <p14:tracePt t="15580" x="211138" y="1709738"/>
          <p14:tracePt t="15621" x="228600" y="1709738"/>
          <p14:tracePt t="15645" x="254000" y="1709738"/>
          <p14:tracePt t="15654" x="296863" y="1727200"/>
          <p14:tracePt t="15662" x="363538" y="1744663"/>
          <p14:tracePt t="15670" x="431800" y="1744663"/>
          <p14:tracePt t="15678" x="566738" y="1744663"/>
          <p14:tracePt t="15686" x="703263" y="1744663"/>
          <p14:tracePt t="15695" x="896938" y="1744663"/>
          <p14:tracePt t="15703" x="1143000" y="1744663"/>
          <p14:tracePt t="15711" x="1379538" y="1744663"/>
          <p14:tracePt t="15719" x="1625600" y="1744663"/>
          <p14:tracePt t="15727" x="1846263" y="1727200"/>
          <p14:tracePt t="15736" x="2090738" y="1727200"/>
          <p14:tracePt t="15744" x="2328863" y="1727200"/>
          <p14:tracePt t="15752" x="2598738" y="1727200"/>
          <p14:tracePt t="15760" x="2836863" y="1727200"/>
          <p14:tracePt t="15768" x="3081338" y="1727200"/>
          <p14:tracePt t="15776" x="3344863" y="1727200"/>
          <p14:tracePt t="15785" x="3548063" y="1727200"/>
          <p14:tracePt t="15793" x="3784600" y="1727200"/>
          <p14:tracePt t="15801" x="3979863" y="1727200"/>
          <p14:tracePt t="15810" x="4173538" y="1727200"/>
          <p14:tracePt t="15817" x="4343400" y="1744663"/>
          <p14:tracePt t="15826" x="4503738" y="1752600"/>
          <p14:tracePt t="15834" x="4640263" y="1785938"/>
          <p14:tracePt t="15843" x="4757738" y="1828800"/>
          <p14:tracePt t="15850" x="4800600" y="1862138"/>
          <p14:tracePt t="15859" x="4910138" y="1887538"/>
          <p14:tracePt t="15866" x="4986338" y="1905000"/>
          <p14:tracePt t="15876" x="5062538" y="1938338"/>
          <p14:tracePt t="15883" x="5122863" y="1963738"/>
          <p14:tracePt t="15892" x="5164138" y="1981200"/>
          <p14:tracePt t="15899" x="5199063" y="1998663"/>
          <p14:tracePt t="15909" x="5224463" y="1998663"/>
          <p14:tracePt t="15916" x="5240338" y="2014538"/>
          <p14:tracePt t="15925" x="5257800" y="2014538"/>
          <p14:tracePt t="15932" x="5265738" y="2014538"/>
          <p14:tracePt t="15940" x="5265738" y="2024063"/>
          <p14:tracePt t="15948" x="5283200" y="2024063"/>
          <p14:tracePt t="15981" x="5300663" y="2024063"/>
          <p14:tracePt t="15990" x="5300663" y="2039938"/>
          <p14:tracePt t="16030" x="5300663" y="2057400"/>
          <p14:tracePt t="16071" x="5300663" y="2074863"/>
          <p14:tracePt t="16096" x="5316538" y="2074863"/>
          <p14:tracePt t="16104" x="5316538" y="2082800"/>
          <p14:tracePt t="17833" x="5316538" y="2100263"/>
          <p14:tracePt t="17844" x="5300663" y="2133600"/>
          <p14:tracePt t="17849" x="5283200" y="2176463"/>
          <p14:tracePt t="17860" x="5265738" y="2217738"/>
          <p14:tracePt t="17866" x="5257800" y="2252663"/>
          <p14:tracePt t="17876" x="5199063" y="2413000"/>
          <p14:tracePt t="17882" x="5148263" y="2489200"/>
          <p14:tracePt t="17891" x="5105400" y="2598738"/>
          <p14:tracePt t="17899" x="5062538" y="2735263"/>
          <p14:tracePt t="17907" x="5011738" y="2870200"/>
          <p14:tracePt t="17915" x="4970463" y="2971800"/>
          <p14:tracePt t="17923" x="4910138" y="3090863"/>
          <p14:tracePt t="17932" x="4851400" y="3225800"/>
          <p14:tracePt t="17940" x="4833938" y="3284538"/>
          <p14:tracePt t="17947" x="4792663" y="3378200"/>
          <p14:tracePt t="17956" x="4741863" y="3479800"/>
          <p14:tracePt t="17964" x="4699000" y="3556000"/>
          <p14:tracePt t="17973" x="4673600" y="3649663"/>
          <p14:tracePt t="17981" x="4640263" y="3725863"/>
          <p14:tracePt t="17989" x="4605338" y="3784600"/>
          <p14:tracePt t="17997" x="4579938" y="3827463"/>
          <p14:tracePt t="18005" x="4538663" y="3919538"/>
          <p14:tracePt t="18013" x="4470400" y="4021138"/>
          <p14:tracePt t="18021" x="4427538" y="4064000"/>
          <p14:tracePt t="18030" x="4368800" y="4191000"/>
          <p14:tracePt t="18038" x="4343400" y="4233863"/>
          <p14:tracePt t="18046" x="4292600" y="4292600"/>
          <p14:tracePt t="18054" x="4249738" y="4335463"/>
          <p14:tracePt t="18063" x="4208463" y="4394200"/>
          <p14:tracePt t="18070" x="4173538" y="4452938"/>
          <p14:tracePt t="18079" x="4114800" y="4521200"/>
          <p14:tracePt t="18087" x="4081463" y="4564063"/>
          <p14:tracePt t="18095" x="4021138" y="4640263"/>
          <p14:tracePt t="18103" x="3995738" y="4681538"/>
          <p14:tracePt t="18112" x="3937000" y="4783138"/>
          <p14:tracePt t="18120" x="3886200" y="4859338"/>
          <p14:tracePt t="18128" x="3827463" y="4953000"/>
          <p14:tracePt t="18136" x="3802063" y="5046663"/>
          <p14:tracePt t="18145" x="3767138" y="5087938"/>
          <p14:tracePt t="18153" x="3725863" y="5173663"/>
          <p14:tracePt t="18161" x="3690938" y="5249863"/>
          <p14:tracePt t="18169" x="3649663" y="5326063"/>
          <p14:tracePt t="18177" x="3614738" y="5402263"/>
          <p14:tracePt t="18186" x="3573463" y="5478463"/>
          <p14:tracePt t="18194" x="3548063" y="5537200"/>
          <p14:tracePt t="18202" x="3497263" y="5580063"/>
          <p14:tracePt t="18210" x="3479800" y="5638800"/>
          <p14:tracePt t="18218" x="3454400" y="5689600"/>
          <p14:tracePt t="18226" x="3436938" y="5715000"/>
          <p14:tracePt t="18235" x="3421063" y="5732463"/>
          <p14:tracePt t="18243" x="3395663" y="5765800"/>
          <p14:tracePt t="18251" x="3378200" y="5773738"/>
          <p14:tracePt t="18260" x="3360738" y="5808663"/>
          <p14:tracePt t="18277" x="3344863" y="5808663"/>
          <p14:tracePt t="18284" x="3344863" y="5824538"/>
          <p14:tracePt t="18300" x="3335338" y="5824538"/>
          <p14:tracePt t="18374" x="3319463" y="5824538"/>
          <p14:tracePt t="18390" x="3319463" y="5808663"/>
          <p14:tracePt t="18406" x="3319463" y="5791200"/>
          <p14:tracePt t="18415" x="3319463" y="5773738"/>
          <p14:tracePt t="18423" x="3319463" y="5765800"/>
          <p14:tracePt t="18431" x="3302000" y="5748338"/>
          <p14:tracePt t="18440" x="3302000" y="5732463"/>
          <p14:tracePt t="18448" x="3302000" y="5689600"/>
          <p14:tracePt t="18456" x="3302000" y="5638800"/>
          <p14:tracePt t="18464" x="3302000" y="5554663"/>
          <p14:tracePt t="18472" x="3302000" y="5435600"/>
          <p14:tracePt t="18480" x="3302000" y="5300663"/>
          <p14:tracePt t="18488" x="3302000" y="5054600"/>
          <p14:tracePt t="18497" x="3360738" y="4818063"/>
          <p14:tracePt t="18505" x="3411538" y="4589463"/>
          <p14:tracePt t="18513" x="3471863" y="4351338"/>
          <p14:tracePt t="18521" x="3556000" y="4114800"/>
          <p14:tracePt t="18529" x="3589338" y="4038600"/>
          <p14:tracePt t="18538" x="3649663" y="3868738"/>
          <p14:tracePt t="18546" x="3675063" y="3708400"/>
          <p14:tracePt t="18554" x="3725863" y="3598863"/>
          <p14:tracePt t="18562" x="3751263" y="3497263"/>
          <p14:tracePt t="18571" x="3784600" y="3421063"/>
          <p14:tracePt t="18578" x="3810000" y="3344863"/>
          <p14:tracePt t="18587" x="3843338" y="3284538"/>
          <p14:tracePt t="18595" x="3860800" y="3259138"/>
          <p14:tracePt t="18603" x="3878263" y="3208338"/>
          <p14:tracePt t="18611" x="3878263" y="3200400"/>
          <p14:tracePt t="18620" x="3886200" y="3167063"/>
          <p14:tracePt t="18628" x="3903663" y="3149600"/>
          <p14:tracePt t="18636" x="3903663" y="3132138"/>
          <p14:tracePt t="18652" x="3919538" y="3124200"/>
          <p14:tracePt t="18685" x="3919538" y="3106738"/>
          <p14:tracePt t="18693" x="3937000" y="3090863"/>
          <p14:tracePt t="18710" x="3937000" y="3073400"/>
          <p14:tracePt t="18718" x="3944938" y="3073400"/>
          <p14:tracePt t="18726" x="3944938" y="3065463"/>
          <p14:tracePt t="18734" x="3962400" y="3048000"/>
          <p14:tracePt t="18743" x="3979863" y="3030538"/>
          <p14:tracePt t="18751" x="4005263" y="2997200"/>
          <p14:tracePt t="18760" x="4038600" y="2971800"/>
          <p14:tracePt t="18767" x="4071938" y="2938463"/>
          <p14:tracePt t="18777" x="4097338" y="2895600"/>
          <p14:tracePt t="18783" x="4157663" y="2870200"/>
          <p14:tracePt t="18793" x="4191000" y="2819400"/>
          <p14:tracePt t="18800" x="4233863" y="2776538"/>
          <p14:tracePt t="18810" x="4275138" y="2735263"/>
          <p14:tracePt t="18816" x="4325938" y="2700338"/>
          <p14:tracePt t="18826" x="4351338" y="2684463"/>
          <p14:tracePt t="18833" x="4386263" y="2659063"/>
          <p14:tracePt t="18842" x="4402138" y="2641600"/>
          <p14:tracePt t="18866" x="4411663" y="2624138"/>
          <p14:tracePt t="18906" x="4386263" y="2624138"/>
          <p14:tracePt t="18915" x="4343400" y="2624138"/>
          <p14:tracePt t="18923" x="4233863" y="2624138"/>
          <p14:tracePt t="18931" x="3944938" y="2667000"/>
          <p14:tracePt t="18939" x="3675063" y="2717800"/>
          <p14:tracePt t="18947" x="3302000" y="2743200"/>
          <p14:tracePt t="18956" x="2811463" y="2776538"/>
          <p14:tracePt t="18964" x="2328863" y="2801938"/>
          <p14:tracePt t="18972" x="2133600" y="2801938"/>
          <p14:tracePt t="18980" x="1651000" y="2801938"/>
          <p14:tracePt t="18988" x="1227138" y="2801938"/>
          <p14:tracePt t="18997" x="812800" y="2801938"/>
          <p14:tracePt t="19005" x="482600" y="2801938"/>
          <p14:tracePt t="19013" x="195263" y="2743200"/>
          <p14:tracePt t="19193" x="228600" y="2370138"/>
          <p14:tracePt t="19202" x="601663" y="2471738"/>
          <p14:tracePt t="19210" x="896938" y="2659063"/>
          <p14:tracePt t="19218" x="1168400" y="2852738"/>
          <p14:tracePt t="19227" x="1516063" y="3132138"/>
          <p14:tracePt t="19234" x="1633538" y="3259138"/>
          <p14:tracePt t="19243" x="1955800" y="3573463"/>
          <p14:tracePt t="19251" x="2217738" y="3860800"/>
          <p14:tracePt t="19260" x="2430463" y="4191000"/>
          <p14:tracePt t="19267" x="2582863" y="4487863"/>
          <p14:tracePt t="19276" x="2735263" y="4833938"/>
          <p14:tracePt t="19283" x="2836863" y="5105400"/>
          <p14:tracePt t="19294" x="2895600" y="5384800"/>
          <p14:tracePt t="19300" x="2946400" y="5656263"/>
          <p14:tracePt t="19309" x="2971800" y="5926138"/>
          <p14:tracePt t="19316" x="2989263" y="6215063"/>
          <p14:tracePt t="19326" x="2989263" y="6451600"/>
          <p14:tracePt t="19332" x="2989263" y="6680200"/>
          <p14:tracePt t="19341" x="2989263" y="6781800"/>
          <p14:tracePt t="20079" x="3411538" y="6256338"/>
          <p14:tracePt t="20683" x="4833938" y="3530600"/>
          <p14:tracePt t="21004" x="4800600" y="3530600"/>
          <p14:tracePt t="21012" x="4757738" y="3530600"/>
          <p14:tracePt t="21021" x="4716463" y="3513138"/>
          <p14:tracePt t="21029" x="4656138" y="3513138"/>
          <p14:tracePt t="21037" x="4605338" y="3513138"/>
          <p14:tracePt t="21045" x="4564063" y="3479800"/>
          <p14:tracePt t="21053" x="4521200" y="3462338"/>
          <p14:tracePt t="21063" x="4462463" y="3436938"/>
          <p14:tracePt t="21070" x="4411663" y="3403600"/>
          <p14:tracePt t="21078" x="4386263" y="3378200"/>
          <p14:tracePt t="21086" x="4343400" y="3344863"/>
          <p14:tracePt t="21094" x="4310063" y="3319463"/>
          <p14:tracePt t="21102" x="4275138" y="3284538"/>
          <p14:tracePt t="21111" x="4249738" y="3259138"/>
          <p14:tracePt t="21119" x="4233863" y="3225800"/>
          <p14:tracePt t="21127" x="4233863" y="3208338"/>
          <p14:tracePt t="21135" x="4216400" y="3208338"/>
          <p14:tracePt t="21143" x="4216400" y="3200400"/>
          <p14:tracePt t="21152" x="4208463" y="3182938"/>
          <p14:tracePt t="22438" x="4216400" y="3182938"/>
          <p14:tracePt t="22446" x="4249738" y="3149600"/>
          <p14:tracePt t="22454" x="4292600" y="3106738"/>
          <p14:tracePt t="22462" x="4343400" y="3073400"/>
          <p14:tracePt t="22471" x="4368800" y="3030538"/>
          <p14:tracePt t="22479" x="4411663" y="2989263"/>
          <p14:tracePt t="22487" x="4462463" y="2938463"/>
          <p14:tracePt t="22495" x="4487863" y="2895600"/>
          <p14:tracePt t="22503" x="4503738" y="2870200"/>
          <p14:tracePt t="22512" x="4538663" y="2801938"/>
          <p14:tracePt t="22520" x="4564063" y="2760663"/>
          <p14:tracePt t="22528" x="4579938" y="2700338"/>
          <p14:tracePt t="22536" x="4605338" y="2667000"/>
          <p14:tracePt t="22545" x="4605338" y="2624138"/>
          <p14:tracePt t="22552" x="4622800" y="2598738"/>
          <p14:tracePt t="22561" x="4622800" y="2547938"/>
          <p14:tracePt t="22569" x="4640263" y="2522538"/>
          <p14:tracePt t="22577" x="4640263" y="2471738"/>
          <p14:tracePt t="22585" x="4640263" y="2430463"/>
          <p14:tracePt t="22594" x="4640263" y="2413000"/>
          <p14:tracePt t="22602" x="4640263" y="2370138"/>
          <p14:tracePt t="22610" x="4640263" y="2336800"/>
          <p14:tracePt t="22618" x="4622800" y="2293938"/>
          <p14:tracePt t="22627" x="4597400" y="2252663"/>
          <p14:tracePt t="22635" x="4564063" y="2217738"/>
          <p14:tracePt t="22643" x="4521200" y="2176463"/>
          <p14:tracePt t="22651" x="4470400" y="2141538"/>
          <p14:tracePt t="22660" x="4427538" y="2116138"/>
          <p14:tracePt t="22667" x="4386263" y="2074863"/>
          <p14:tracePt t="22677" x="4325938" y="2039938"/>
          <p14:tracePt t="22684" x="4275138" y="2014538"/>
          <p14:tracePt t="22693" x="4216400" y="1998663"/>
          <p14:tracePt t="22700" x="4173538" y="1981200"/>
          <p14:tracePt t="22710" x="4140200" y="1981200"/>
          <p14:tracePt t="22717" x="4097338" y="1981200"/>
          <p14:tracePt t="22727" x="4071938" y="1981200"/>
          <p14:tracePt t="22733" x="4038600" y="1981200"/>
          <p14:tracePt t="22743" x="4005263" y="1981200"/>
          <p14:tracePt t="22749" x="3962400" y="1981200"/>
          <p14:tracePt t="22760" x="3937000" y="1998663"/>
          <p14:tracePt t="22766" x="3903663" y="2014538"/>
          <p14:tracePt t="22777" x="3860800" y="2039938"/>
          <p14:tracePt t="22782" x="3810000" y="2082800"/>
          <p14:tracePt t="22793" x="3767138" y="2133600"/>
          <p14:tracePt t="22799" x="3741738" y="2159000"/>
          <p14:tracePt t="22810" x="3690938" y="2192338"/>
          <p14:tracePt t="22815" x="3649663" y="2217738"/>
          <p14:tracePt t="22826" x="3556000" y="2293938"/>
          <p14:tracePt t="22831" x="3513138" y="2336800"/>
          <p14:tracePt t="22843" x="3421063" y="2405063"/>
          <p14:tracePt t="22848" x="3360738" y="2446338"/>
          <p14:tracePt t="22860" x="3276600" y="2522538"/>
          <p14:tracePt t="22864" x="3182938" y="2598738"/>
          <p14:tracePt t="22876" x="3090863" y="2667000"/>
          <p14:tracePt t="22880" x="3048000" y="2717800"/>
          <p14:tracePt t="22893" x="2989263" y="2760663"/>
          <p14:tracePt t="22897" x="2913063" y="2836863"/>
          <p14:tracePt t="22910" x="2852738" y="2895600"/>
          <p14:tracePt t="22914" x="2819400" y="2928938"/>
          <p14:tracePt t="22926" x="2794000" y="2954338"/>
          <p14:tracePt t="22930" x="2776538" y="2954338"/>
          <p14:tracePt t="22943" x="2760663" y="2971800"/>
          <p14:tracePt t="22960" x="2751138" y="2971800"/>
          <p14:tracePt t="22962" x="2751138" y="2989263"/>
          <p14:tracePt t="23159" x="2751138" y="2971800"/>
          <p14:tracePt t="23183" x="2760663" y="2971800"/>
          <p14:tracePt t="23194" x="2760663" y="2954338"/>
          <p14:tracePt t="23210" x="2776538" y="2954338"/>
          <p14:tracePt t="23216" x="2776538" y="2938463"/>
          <p14:tracePt t="23233" x="2794000" y="2938463"/>
          <p14:tracePt t="23242" x="2794000" y="2928938"/>
          <p14:tracePt t="23249" x="2811463" y="2928938"/>
          <p14:tracePt t="23259" x="2819400" y="2928938"/>
          <p14:tracePt t="23265" x="2819400" y="2913063"/>
          <p14:tracePt t="23274" x="2836863" y="2913063"/>
          <p14:tracePt t="23282" x="2870200" y="2895600"/>
          <p14:tracePt t="23290" x="2878138" y="2895600"/>
          <p14:tracePt t="23299" x="2895600" y="2878138"/>
          <p14:tracePt t="23307" x="2928938" y="2878138"/>
          <p14:tracePt t="23315" x="2946400" y="2870200"/>
          <p14:tracePt t="23323" x="2971800" y="2870200"/>
          <p14:tracePt t="23331" x="2989263" y="2852738"/>
          <p14:tracePt t="23339" x="3005138" y="2836863"/>
          <p14:tracePt t="23347" x="3030538" y="2819400"/>
          <p14:tracePt t="23356" x="3048000" y="2801938"/>
          <p14:tracePt t="23364" x="3065463" y="2801938"/>
          <p14:tracePt t="23372" x="3081338" y="2776538"/>
          <p14:tracePt t="23380" x="3081338" y="2760663"/>
          <p14:tracePt t="23388" x="3124200" y="2700338"/>
          <p14:tracePt t="23397" x="3124200" y="2659063"/>
          <p14:tracePt t="23405" x="3141663" y="2547938"/>
          <p14:tracePt t="23880" x="3106738" y="2522538"/>
          <p14:tracePt t="23888" x="3081338" y="2506663"/>
          <p14:tracePt t="23896" x="3048000" y="2471738"/>
          <p14:tracePt t="23905" x="3005138" y="2463800"/>
          <p14:tracePt t="23913" x="2989263" y="2446338"/>
          <p14:tracePt t="23921" x="2946400" y="2413000"/>
          <p14:tracePt t="23929" x="2913063" y="2405063"/>
          <p14:tracePt t="23937" x="2878138" y="2370138"/>
          <p14:tracePt t="23945" x="2852738" y="2354263"/>
          <p14:tracePt t="23954" x="2811463" y="2328863"/>
          <p14:tracePt t="23962" x="2776538" y="2311400"/>
          <p14:tracePt t="23970" x="2760663" y="2293938"/>
          <p14:tracePt t="23979" x="2735263" y="2278063"/>
          <p14:tracePt t="23986" x="2717800" y="2252663"/>
          <p14:tracePt t="23995" x="2700338" y="2235200"/>
          <p14:tracePt t="24011" x="2684463" y="2217738"/>
          <p14:tracePt t="24027" x="2674938" y="2217738"/>
          <p14:tracePt t="24036" x="2674938" y="2209800"/>
          <p14:tracePt t="24085" x="2674938" y="2192338"/>
          <p14:tracePt t="24150" x="2684463" y="2192338"/>
          <p14:tracePt t="24175" x="2700338" y="2192338"/>
          <p14:tracePt t="24200" x="2717800" y="2192338"/>
          <p14:tracePt t="24273" x="2735263" y="2192338"/>
          <p14:tracePt t="24298" x="2735263" y="2209800"/>
          <p14:tracePt t="24371" x="2735263" y="2217738"/>
          <p14:tracePt t="24642" x="2735263" y="2235200"/>
          <p14:tracePt t="24666" x="2735263" y="2252663"/>
          <p14:tracePt t="24699" x="2751138" y="2252663"/>
          <p14:tracePt t="24709" x="2751138" y="2268538"/>
          <p14:tracePt t="24748" x="2751138" y="2278063"/>
          <p14:tracePt t="24773" x="2760663" y="2293938"/>
          <p14:tracePt t="24806" x="2760663" y="2311400"/>
          <p14:tracePt t="24830" x="2760663" y="2328863"/>
          <p14:tracePt t="24855" x="2760663" y="2336800"/>
          <p14:tracePt t="24863" x="2776538" y="2336800"/>
          <p14:tracePt t="24880" x="2776538" y="2354263"/>
          <p14:tracePt t="24970" x="2776538" y="2370138"/>
          <p14:tracePt t="25051" x="2776538" y="2387600"/>
          <p14:tracePt t="25068" x="2794000" y="2387600"/>
          <p14:tracePt t="25150" x="2794000" y="2405063"/>
          <p14:tracePt t="25281" x="2794000" y="2387600"/>
          <p14:tracePt t="25306" x="2794000" y="2370138"/>
          <p14:tracePt t="25322" x="2794000" y="2354263"/>
          <p14:tracePt t="25338" x="2794000" y="2336800"/>
          <p14:tracePt t="25347" x="2776538" y="2336800"/>
          <p14:tracePt t="25363" x="2776538" y="2328863"/>
          <p14:tracePt t="25371" x="2760663" y="2328863"/>
          <p14:tracePt t="25396" x="2760663" y="2311400"/>
          <p14:tracePt t="25404" x="2751138" y="2311400"/>
          <p14:tracePt t="25429" x="2751138" y="2293938"/>
          <p14:tracePt t="26494" x="2735263" y="2293938"/>
          <p14:tracePt t="26797" x="2751138" y="2293938"/>
          <p14:tracePt t="26854" x="2760663" y="2293938"/>
          <p14:tracePt t="26870" x="2776538" y="2293938"/>
          <p14:tracePt t="26879" x="2819400" y="2311400"/>
          <p14:tracePt t="26887" x="2852738" y="2328863"/>
          <p14:tracePt t="26896" x="2913063" y="2336800"/>
          <p14:tracePt t="26904" x="2989263" y="2370138"/>
          <p14:tracePt t="26912" x="3090863" y="2405063"/>
          <p14:tracePt t="26920" x="3200400" y="2430463"/>
          <p14:tracePt t="26928" x="3319463" y="2446338"/>
          <p14:tracePt t="26937" x="3479800" y="2463800"/>
          <p14:tracePt t="26945" x="3649663" y="2471738"/>
          <p14:tracePt t="26953" x="3843338" y="2506663"/>
          <p14:tracePt t="26961" x="4005263" y="2522538"/>
          <p14:tracePt t="26969" x="4208463" y="2540000"/>
          <p14:tracePt t="26977" x="4368800" y="2547938"/>
          <p14:tracePt t="26985" x="4445000" y="2565400"/>
          <p14:tracePt t="26993" x="4579938" y="2582863"/>
          <p14:tracePt t="27002" x="4716463" y="2598738"/>
          <p14:tracePt t="27010" x="4792663" y="2608263"/>
          <p14:tracePt t="27018" x="4868863" y="2624138"/>
          <p14:tracePt t="27026" x="4910138" y="2641600"/>
          <p14:tracePt t="27034" x="4935538" y="2667000"/>
          <p14:tracePt t="27044" x="4970463" y="2667000"/>
          <p14:tracePt t="27051" x="4986338" y="2684463"/>
          <p14:tracePt t="27067" x="4986338" y="2700338"/>
          <p14:tracePt t="27077" x="5003800" y="2700338"/>
          <p14:tracePt t="27093" x="5003800" y="2717800"/>
          <p14:tracePt t="27117" x="5003800" y="2735263"/>
          <p14:tracePt t="27182" x="4986338" y="2735263"/>
          <p14:tracePt t="27256" x="4970463" y="2735263"/>
          <p14:tracePt t="27280" x="4970463" y="2743200"/>
          <p14:tracePt t="27289" x="4953000" y="2776538"/>
          <p14:tracePt t="27297" x="4927600" y="2878138"/>
          <p14:tracePt t="27305" x="4851400" y="3073400"/>
          <p14:tracePt t="27313" x="4757738" y="3319463"/>
          <p14:tracePt t="27321" x="4640263" y="3649663"/>
          <p14:tracePt t="27330" x="4402138" y="4198938"/>
          <p14:tracePt t="27338" x="4157663" y="4843463"/>
          <p14:tracePt t="27346" x="3903663" y="5554663"/>
          <p14:tracePt t="27354" x="3632200" y="6256338"/>
          <p14:tracePt t="27362" x="3548063" y="6527800"/>
          <p14:tracePt t="28395" x="3081338" y="6527800"/>
          <p14:tracePt t="28878" x="3690938" y="2819400"/>
          <p14:tracePt t="28880" x="3690938" y="2684463"/>
          <p14:tracePt t="28889" x="3690938" y="2608263"/>
          <p14:tracePt t="28895" x="3690938" y="2522538"/>
          <p14:tracePt t="28903" x="3690938" y="2446338"/>
          <p14:tracePt t="28912" x="3690938" y="2413000"/>
          <p14:tracePt t="28919" x="3708400" y="2370138"/>
          <p14:tracePt t="28928" x="3725863" y="2354263"/>
          <p14:tracePt t="28935" x="3725863" y="2336800"/>
          <p14:tracePt t="28944" x="3741738" y="2336800"/>
          <p14:tracePt t="28960" x="3751263" y="2336800"/>
          <p14:tracePt t="28985" x="3767138" y="2336800"/>
          <p14:tracePt t="29001" x="3784600" y="2370138"/>
          <p14:tracePt t="29010" x="3784600" y="2387600"/>
          <p14:tracePt t="29017" x="3802063" y="2405063"/>
          <p14:tracePt t="29026" x="3810000" y="2430463"/>
          <p14:tracePt t="29034" x="3810000" y="2463800"/>
          <p14:tracePt t="29043" x="3810000" y="2471738"/>
          <p14:tracePt t="29050" x="3827463" y="2506663"/>
          <p14:tracePt t="29060" x="3827463" y="2522538"/>
          <p14:tracePt t="29067" x="3827463" y="2547938"/>
          <p14:tracePt t="29077" x="3827463" y="2582863"/>
          <p14:tracePt t="29083" x="3827463" y="2624138"/>
          <p14:tracePt t="29093" x="3827463" y="2700338"/>
          <p14:tracePt t="29099" x="3827463" y="2743200"/>
          <p14:tracePt t="29109" x="3827463" y="2819400"/>
          <p14:tracePt t="29116" x="3827463" y="2895600"/>
          <p14:tracePt t="29124" x="3827463" y="2954338"/>
          <p14:tracePt t="29132" x="3827463" y="3030538"/>
          <p14:tracePt t="29140" x="3827463" y="3090863"/>
          <p14:tracePt t="29149" x="3827463" y="3132138"/>
          <p14:tracePt t="29157" x="3827463" y="3167063"/>
          <p14:tracePt t="29165" x="3827463" y="3200400"/>
          <p14:tracePt t="29173" x="3810000" y="3208338"/>
          <p14:tracePt t="29181" x="3810000" y="3225800"/>
          <p14:tracePt t="29190" x="3810000" y="3243263"/>
          <p14:tracePt t="29206" x="3802063" y="3259138"/>
          <p14:tracePt t="29214" x="3802063" y="3268663"/>
          <p14:tracePt t="29230" x="3802063" y="3284538"/>
          <p14:tracePt t="29255" x="3802063" y="3302000"/>
          <p14:tracePt t="29403" x="3802063" y="3284538"/>
          <p14:tracePt t="29583" x="3802063" y="3268663"/>
          <p14:tracePt t="29730" x="3810000" y="3268663"/>
          <p14:tracePt t="29812" x="3810000" y="3259138"/>
          <p14:tracePt t="29911" x="3827463" y="3259138"/>
          <p14:tracePt t="29944" x="3827463" y="3243263"/>
          <p14:tracePt t="30026" x="3843338" y="3243263"/>
          <p14:tracePt t="30050" x="3843338" y="3225800"/>
          <p14:tracePt t="30107" x="3860800" y="3225800"/>
          <p14:tracePt t="30156" x="3860800" y="3208338"/>
          <p14:tracePt t="30173" x="3878263" y="3208338"/>
          <p14:tracePt t="30205" x="3886200" y="3208338"/>
          <p14:tracePt t="30230" x="3886200" y="3200400"/>
          <p14:tracePt t="30263" x="3903663" y="3200400"/>
          <p14:tracePt t="30271" x="3903663" y="3182938"/>
          <p14:tracePt t="30304" x="3919538" y="3167063"/>
          <p14:tracePt t="30361" x="3937000" y="3149600"/>
          <p14:tracePt t="31000" x="3903663" y="3149600"/>
          <p14:tracePt t="31010" x="3878263" y="3149600"/>
          <p14:tracePt t="31017" x="3843338" y="3149600"/>
          <p14:tracePt t="31026" x="3802063" y="3149600"/>
          <p14:tracePt t="31033" x="3784600" y="3149600"/>
          <p14:tracePt t="31043" x="3751263" y="3149600"/>
          <p14:tracePt t="31049" x="3741738" y="3149600"/>
          <p14:tracePt t="31060" x="3708400" y="3149600"/>
          <p14:tracePt t="31066" x="3675063" y="3132138"/>
          <p14:tracePt t="31082" x="3665538" y="3132138"/>
          <p14:tracePt t="31090" x="3649663" y="3132138"/>
          <p14:tracePt t="31099" x="3632200" y="3124200"/>
          <p14:tracePt t="31107" x="3614738" y="3124200"/>
          <p14:tracePt t="31123" x="3606800" y="3124200"/>
          <p14:tracePt t="31140" x="3589338" y="3124200"/>
          <p14:tracePt t="31156" x="3573463" y="3106738"/>
          <p14:tracePt t="31181" x="3556000" y="3106738"/>
          <p14:tracePt t="31205" x="3548063" y="3106738"/>
          <p14:tracePt t="31246" x="3530600" y="3090863"/>
          <p14:tracePt t="31279" x="3513138" y="3090863"/>
          <p14:tracePt t="31295" x="3513138" y="3073400"/>
          <p14:tracePt t="31303" x="3497263" y="3073400"/>
          <p14:tracePt t="31328" x="3497263" y="3065463"/>
          <p14:tracePt t="31336" x="3479800" y="3065463"/>
          <p14:tracePt t="31361" x="3479800" y="3048000"/>
          <p14:tracePt t="31394" x="3471863" y="3030538"/>
          <p14:tracePt t="31410" x="3471863" y="3014663"/>
          <p14:tracePt t="31435" x="3471863" y="2997200"/>
          <p14:tracePt t="31443" x="3471863" y="2989263"/>
          <p14:tracePt t="31460" x="3471863" y="2971800"/>
          <p14:tracePt t="31477" x="3471863" y="2954338"/>
          <p14:tracePt t="31500" x="3471863" y="2938463"/>
          <p14:tracePt t="31510" x="3479800" y="2938463"/>
          <p14:tracePt t="31516" x="3479800" y="2928938"/>
          <p14:tracePt t="31527" x="3497263" y="2928938"/>
          <p14:tracePt t="31533" x="3513138" y="2928938"/>
          <p14:tracePt t="31542" x="3548063" y="2913063"/>
          <p14:tracePt t="31549" x="3556000" y="2913063"/>
          <p14:tracePt t="31557" x="3606800" y="2913063"/>
          <p14:tracePt t="31566" x="3632200" y="2895600"/>
          <p14:tracePt t="31574" x="3690938" y="2878138"/>
          <p14:tracePt t="31582" x="3741738" y="2870200"/>
          <p14:tracePt t="31590" x="3810000" y="2852738"/>
          <p14:tracePt t="31598" x="3878263" y="2836863"/>
          <p14:tracePt t="31607" x="3944938" y="2801938"/>
          <p14:tracePt t="31615" x="4005263" y="2794000"/>
          <p14:tracePt t="31623" x="4081463" y="2776538"/>
          <p14:tracePt t="31631" x="4140200" y="2776538"/>
          <p14:tracePt t="31639" x="4191000" y="2760663"/>
          <p14:tracePt t="31648" x="4249738" y="2760663"/>
          <p14:tracePt t="31656" x="4292600" y="2760663"/>
          <p14:tracePt t="31664" x="4325938" y="2760663"/>
          <p14:tracePt t="31672" x="4351338" y="2760663"/>
          <p14:tracePt t="31680" x="4386263" y="2760663"/>
          <p14:tracePt t="31689" x="4402138" y="2760663"/>
          <p14:tracePt t="31697" x="4411663" y="2760663"/>
          <p14:tracePt t="31713" x="4427538" y="2760663"/>
          <p14:tracePt t="31721" x="4427538" y="2776538"/>
          <p14:tracePt t="31738" x="4445000" y="2776538"/>
          <p14:tracePt t="31787" x="4445000" y="2794000"/>
          <p14:tracePt t="31885" x="4445000" y="2801938"/>
          <p14:tracePt t="31894" x="4462463" y="2801938"/>
          <p14:tracePt t="31943" x="4462463" y="2819400"/>
          <p14:tracePt t="32008" x="4462463" y="2836863"/>
          <p14:tracePt t="32074" x="4462463" y="2852738"/>
          <p14:tracePt t="32131" x="4462463" y="2870200"/>
          <p14:tracePt t="32155" x="4470400" y="2870200"/>
          <p14:tracePt t="32172" x="4470400" y="2878138"/>
          <p14:tracePt t="32213" x="4470400" y="2895600"/>
          <p14:tracePt t="32245" x="4487863" y="2895600"/>
          <p14:tracePt t="32262" x="4487863" y="2913063"/>
          <p14:tracePt t="32303" x="4487863" y="2928938"/>
          <p14:tracePt t="32328" x="4503738" y="2928938"/>
          <p14:tracePt t="32376" x="4503738" y="2938463"/>
          <p14:tracePt t="32794" x="4503738" y="2954338"/>
          <p14:tracePt t="32819" x="4503738" y="2971800"/>
          <p14:tracePt t="32827" x="4521200" y="2971800"/>
          <p14:tracePt t="32836" x="4521200" y="2989263"/>
          <p14:tracePt t="32844" x="4521200" y="2997200"/>
          <p14:tracePt t="32852" x="4521200" y="3014663"/>
          <p14:tracePt t="32860" x="4538663" y="3048000"/>
          <p14:tracePt t="32869" x="4546600" y="3065463"/>
          <p14:tracePt t="32877" x="4546600" y="3090863"/>
          <p14:tracePt t="32885" x="4564063" y="3124200"/>
          <p14:tracePt t="32893" x="4564063" y="3132138"/>
          <p14:tracePt t="32901" x="4579938" y="3167063"/>
          <p14:tracePt t="32910" x="4579938" y="3182938"/>
          <p14:tracePt t="32918" x="4579938" y="3200400"/>
          <p14:tracePt t="32927" x="4579938" y="3208338"/>
          <p14:tracePt t="32934" x="4579938" y="3243263"/>
          <p14:tracePt t="32943" x="4597400" y="3259138"/>
          <p14:tracePt t="32960" x="4597400" y="3268663"/>
          <p14:tracePt t="32967" x="4597400" y="3284538"/>
          <p14:tracePt t="33000" x="4597400" y="3302000"/>
          <p14:tracePt t="33024" x="4597400" y="3319463"/>
          <p14:tracePt t="33122" x="4597400" y="3327400"/>
          <p14:tracePt t="33180" x="4579938" y="3327400"/>
          <p14:tracePt t="33213" x="4579938" y="3344863"/>
          <p14:tracePt t="33237" x="4564063" y="3344863"/>
          <p14:tracePt t="33253" x="4564063" y="3360738"/>
          <p14:tracePt t="33262" x="4546600" y="3378200"/>
          <p14:tracePt t="33278" x="4538663" y="3395663"/>
          <p14:tracePt t="33295" x="4521200" y="3403600"/>
          <p14:tracePt t="33303" x="4521200" y="3421063"/>
          <p14:tracePt t="33311" x="4503738" y="3436938"/>
          <p14:tracePt t="33319" x="4503738" y="3454400"/>
          <p14:tracePt t="33327" x="4487863" y="3462338"/>
          <p14:tracePt t="33336" x="4470400" y="3479800"/>
          <p14:tracePt t="33344" x="4462463" y="3479800"/>
          <p14:tracePt t="33352" x="4462463" y="3497263"/>
          <p14:tracePt t="33360" x="4462463" y="3513138"/>
          <p14:tracePt t="33368" x="4445000" y="3513138"/>
          <p14:tracePt t="33377" x="4445000" y="3530600"/>
          <p14:tracePt t="33401" x="4427538" y="3530600"/>
          <p14:tracePt t="33524" x="4427538" y="3513138"/>
          <p14:tracePt t="33532" x="4445000" y="3497263"/>
          <p14:tracePt t="33540" x="4462463" y="3462338"/>
          <p14:tracePt t="33548" x="4487863" y="3454400"/>
          <p14:tracePt t="33557" x="4521200" y="3421063"/>
          <p14:tracePt t="33565" x="4564063" y="3395663"/>
          <p14:tracePt t="33573" x="4605338" y="3360738"/>
          <p14:tracePt t="33581" x="4656138" y="3327400"/>
          <p14:tracePt t="33590" x="4699000" y="3284538"/>
          <p14:tracePt t="33598" x="4741863" y="3259138"/>
          <p14:tracePt t="33606" x="4792663" y="3243263"/>
          <p14:tracePt t="33614" x="4800600" y="3225800"/>
          <p14:tracePt t="33622" x="4851400" y="3200400"/>
          <p14:tracePt t="33630" x="4868863" y="3182938"/>
          <p14:tracePt t="33639" x="4894263" y="3182938"/>
          <p14:tracePt t="33647" x="4927600" y="3167063"/>
          <p14:tracePt t="33655" x="4953000" y="3149600"/>
          <p14:tracePt t="33663" x="4986338" y="3132138"/>
          <p14:tracePt t="33671" x="5003800" y="3132138"/>
          <p14:tracePt t="33680" x="5029200" y="3124200"/>
          <p14:tracePt t="33688" x="5046663" y="3106738"/>
          <p14:tracePt t="33696" x="5062538" y="3106738"/>
          <p14:tracePt t="33704" x="5105400" y="3090863"/>
          <p14:tracePt t="33712" x="5122863" y="3090863"/>
          <p14:tracePt t="33721" x="5138738" y="3073400"/>
          <p14:tracePt t="33729" x="5148263" y="3073400"/>
          <p14:tracePt t="33737" x="5164138" y="3073400"/>
          <p14:tracePt t="33753" x="5181600" y="3073400"/>
          <p14:tracePt t="33770" x="5199063" y="3073400"/>
          <p14:tracePt t="33884" x="5199063" y="3090863"/>
          <p14:tracePt t="33901" x="5199063" y="3106738"/>
          <p14:tracePt t="33911" x="5199063" y="3124200"/>
          <p14:tracePt t="33927" x="5207000" y="3132138"/>
          <p14:tracePt t="33933" x="5207000" y="3149600"/>
          <p14:tracePt t="33943" x="5207000" y="3167063"/>
          <p14:tracePt t="33960" x="5207000" y="3182938"/>
          <p14:tracePt t="33966" x="5207000" y="3200400"/>
          <p14:tracePt t="33976" x="5207000" y="3208338"/>
          <p14:tracePt t="33983" x="5224463" y="3225800"/>
          <p14:tracePt t="33992" x="5224463" y="3243263"/>
          <p14:tracePt t="33999" x="5224463" y="3259138"/>
          <p14:tracePt t="34007" x="5224463" y="3268663"/>
          <p14:tracePt t="34016" x="5224463" y="3284538"/>
          <p14:tracePt t="34024" x="5224463" y="3302000"/>
          <p14:tracePt t="34040" x="5224463" y="3319463"/>
          <p14:tracePt t="34048" x="5224463" y="3327400"/>
          <p14:tracePt t="34065" x="5224463" y="3344863"/>
          <p14:tracePt t="34073" x="5224463" y="3360738"/>
          <p14:tracePt t="34089" x="5224463" y="3378200"/>
          <p14:tracePt t="34114" x="5224463" y="3395663"/>
          <p14:tracePt t="34138" x="5224463" y="3403600"/>
          <p14:tracePt t="34163" x="5224463" y="3421063"/>
          <p14:tracePt t="34221" x="5224463" y="3436938"/>
          <p14:tracePt t="34310" x="5207000" y="3436938"/>
          <p14:tracePt t="34319" x="5199063" y="3436938"/>
          <p14:tracePt t="34327" x="5181600" y="3436938"/>
          <p14:tracePt t="34335" x="5164138" y="3436938"/>
          <p14:tracePt t="34344" x="5138738" y="3436938"/>
          <p14:tracePt t="34352" x="5122863" y="3436938"/>
          <p14:tracePt t="34360" x="5087938" y="3421063"/>
          <p14:tracePt t="34368" x="5046663" y="3421063"/>
          <p14:tracePt t="34377" x="5003800" y="3421063"/>
          <p14:tracePt t="34384" x="4935538" y="3403600"/>
          <p14:tracePt t="34393" x="4868863" y="3403600"/>
          <p14:tracePt t="34401" x="4818063" y="3403600"/>
          <p14:tracePt t="34411" x="4741863" y="3403600"/>
          <p14:tracePt t="34417" x="4673600" y="3403600"/>
          <p14:tracePt t="34426" x="4579938" y="3403600"/>
          <p14:tracePt t="34434" x="4538663" y="3403600"/>
          <p14:tracePt t="34443" x="4470400" y="3403600"/>
          <p14:tracePt t="34450" x="4411663" y="3403600"/>
          <p14:tracePt t="34460" x="4386263" y="3403600"/>
          <p14:tracePt t="34466" x="4343400" y="3403600"/>
          <p14:tracePt t="34476" x="4310063" y="3403600"/>
          <p14:tracePt t="34491" x="4292600" y="3403600"/>
          <p14:tracePt t="34556" x="4292600" y="3395663"/>
          <p14:tracePt t="34565" x="4310063" y="3395663"/>
          <p14:tracePt t="34572" x="4325938" y="3378200"/>
          <p14:tracePt t="34589" x="4351338" y="3360738"/>
          <p14:tracePt t="34597" x="4386263" y="3344863"/>
          <p14:tracePt t="34610" x="4411663" y="3327400"/>
          <p14:tracePt t="34614" x="4470400" y="3302000"/>
          <p14:tracePt t="34627" x="4521200" y="3302000"/>
          <p14:tracePt t="34630" x="4564063" y="3268663"/>
          <p14:tracePt t="34644" x="4622800" y="3259138"/>
          <p14:tracePt t="34647" x="4673600" y="3259138"/>
          <p14:tracePt t="34660" x="4699000" y="3243263"/>
          <p14:tracePt t="34664" x="4741863" y="3225800"/>
          <p14:tracePt t="34677" x="4775200" y="3225800"/>
          <p14:tracePt t="34680" x="4800600" y="3225800"/>
          <p14:tracePt t="34693" x="4833938" y="3225800"/>
          <p14:tracePt t="34710" x="4851400" y="3225800"/>
          <p14:tracePt t="34713" x="4868863" y="3225800"/>
          <p14:tracePt t="34743" x="4876800" y="3225800"/>
          <p14:tracePt t="34794" x="4876800" y="3243263"/>
          <p14:tracePt t="34802" x="4876800" y="3259138"/>
          <p14:tracePt t="34819" x="4876800" y="3268663"/>
          <p14:tracePt t="34827" x="4876800" y="3302000"/>
          <p14:tracePt t="34835" x="4876800" y="3319463"/>
          <p14:tracePt t="34843" x="4876800" y="3360738"/>
          <p14:tracePt t="34851" x="4876800" y="3403600"/>
          <p14:tracePt t="34860" x="4876800" y="3454400"/>
          <p14:tracePt t="34868" x="4876800" y="3513138"/>
          <p14:tracePt t="34877" x="4876800" y="3573463"/>
          <p14:tracePt t="34884" x="4876800" y="3598863"/>
          <p14:tracePt t="34894" x="4876800" y="3649663"/>
          <p14:tracePt t="34901" x="4876800" y="3675063"/>
          <p14:tracePt t="34910" x="4876800" y="3690938"/>
          <p14:tracePt t="34917" x="4868863" y="3690938"/>
          <p14:tracePt t="34927" x="4868863" y="3708400"/>
          <p14:tracePt t="34933" x="4868863" y="3725863"/>
          <p14:tracePt t="35114" x="4868863" y="3733800"/>
          <p14:tracePt t="35122" x="4851400" y="3792538"/>
          <p14:tracePt t="35130" x="4800600" y="3903663"/>
          <p14:tracePt t="35138" x="4775200" y="3979863"/>
          <p14:tracePt t="35146" x="4732338" y="4114800"/>
          <p14:tracePt t="35155" x="4546600" y="4521200"/>
          <p14:tracePt t="35163" x="4427538" y="4833938"/>
          <p14:tracePt t="35171" x="4267200" y="5173663"/>
          <p14:tracePt t="35179" x="4208463" y="5376863"/>
          <p14:tracePt t="35187" x="4056063" y="5715000"/>
          <p14:tracePt t="35196" x="3944938" y="6002338"/>
          <p14:tracePt t="35204" x="3827463" y="6299200"/>
          <p14:tracePt t="35212" x="3751263" y="6494463"/>
          <p14:tracePt t="35220" x="3725863" y="6561138"/>
          <p14:tracePt t="35228" x="3649663" y="6723063"/>
          <p14:tracePt t="35236" x="3614738" y="6824663"/>
          <p14:tracePt t="36375" x="3344863" y="6646863"/>
          <p14:tracePt t="36696" x="4249738" y="5715000"/>
          <p14:tracePt t="36760" x="4249738" y="5707063"/>
          <p14:tracePt t="36768" x="4267200" y="5707063"/>
          <p14:tracePt t="36777" x="4267200" y="5689600"/>
          <p14:tracePt t="36785" x="4275138" y="5672138"/>
          <p14:tracePt t="36793" x="4292600" y="5638800"/>
          <p14:tracePt t="36812" x="4351338" y="5554663"/>
          <p14:tracePt t="36818" x="4411663" y="5478463"/>
          <p14:tracePt t="36827" x="4487863" y="5384800"/>
          <p14:tracePt t="36834" x="4546600" y="5308600"/>
          <p14:tracePt t="36843" x="4656138" y="5189538"/>
          <p14:tracePt t="36851" x="4732338" y="5072063"/>
          <p14:tracePt t="36860" x="4851400" y="4953000"/>
          <p14:tracePt t="36867" x="4953000" y="4783138"/>
          <p14:tracePt t="36877" x="5072063" y="4665663"/>
          <p14:tracePt t="36884" x="5164138" y="4521200"/>
          <p14:tracePt t="36894" x="5199063" y="4452938"/>
          <p14:tracePt t="36900" x="5265738" y="4368800"/>
          <p14:tracePt t="36910" x="5334000" y="4275138"/>
          <p14:tracePt t="36916" x="5376863" y="4216400"/>
          <p14:tracePt t="36927" x="5418138" y="4173538"/>
          <p14:tracePt t="36933" x="5435600" y="4140200"/>
          <p14:tracePt t="36943" x="5435600" y="4122738"/>
          <p14:tracePt t="36949" x="5453063" y="4114800"/>
          <p14:tracePt t="36965" x="5453063" y="4097338"/>
          <p14:tracePt t="37523" x="5435600" y="4097338"/>
          <p14:tracePt t="37572" x="5435600" y="4081463"/>
          <p14:tracePt t="37588" x="5435600" y="4064000"/>
          <p14:tracePt t="37596" x="5435600" y="4056063"/>
          <p14:tracePt t="37605" x="5435600" y="4038600"/>
          <p14:tracePt t="37613" x="5435600" y="4005263"/>
          <p14:tracePt t="37629" x="5435600" y="3979863"/>
          <p14:tracePt t="37637" x="5435600" y="3944938"/>
          <p14:tracePt t="37646" x="5435600" y="3929063"/>
          <p14:tracePt t="37654" x="5435600" y="3903663"/>
          <p14:tracePt t="37662" x="5435600" y="3886200"/>
          <p14:tracePt t="37670" x="5435600" y="3868738"/>
          <p14:tracePt t="37678" x="5435600" y="3860800"/>
          <p14:tracePt t="37687" x="5435600" y="3843338"/>
          <p14:tracePt t="37695" x="5435600" y="3827463"/>
          <p14:tracePt t="37703" x="5435600" y="3810000"/>
          <p14:tracePt t="37719" x="5435600" y="3784600"/>
          <p14:tracePt t="37728" x="5435600" y="3767138"/>
          <p14:tracePt t="37736" x="5435600" y="3751263"/>
          <p14:tracePt t="37744" x="5435600" y="3725863"/>
          <p14:tracePt t="37752" x="5435600" y="3690938"/>
          <p14:tracePt t="37761" x="5435600" y="3675063"/>
          <p14:tracePt t="37769" x="5435600" y="3649663"/>
          <p14:tracePt t="37777" x="5435600" y="3632200"/>
          <p14:tracePt t="37785" x="5435600" y="3598863"/>
          <p14:tracePt t="37793" x="5435600" y="3573463"/>
          <p14:tracePt t="37802" x="5435600" y="3556000"/>
          <p14:tracePt t="37818" x="5435600" y="3538538"/>
          <p14:tracePt t="37827" x="5435600" y="3530600"/>
          <p14:tracePt t="37859" x="5418138" y="3530600"/>
          <p14:tracePt t="38211" x="5435600" y="3530600"/>
          <p14:tracePt t="38236" x="5453063" y="3530600"/>
          <p14:tracePt t="38260" x="5468938" y="3530600"/>
          <p14:tracePt t="38366" x="5468938" y="3538538"/>
          <p14:tracePt t="38391" x="5478463" y="3538538"/>
          <p14:tracePt t="38424" x="5494338" y="3538538"/>
          <p14:tracePt t="38449" x="5511800" y="3538538"/>
          <p14:tracePt t="38506" x="5511800" y="3556000"/>
          <p14:tracePt t="38572" x="5511800" y="3573463"/>
          <p14:tracePt t="38621" x="5511800" y="3589338"/>
          <p14:tracePt t="38662" x="5511800" y="3598863"/>
          <p14:tracePt t="38711" x="5511800" y="3614738"/>
          <p14:tracePt t="38728" x="5494338" y="3614738"/>
          <p14:tracePt t="38752" x="5478463" y="3614738"/>
          <p14:tracePt t="38776" x="5468938" y="3614738"/>
          <p14:tracePt t="38809" x="5453063" y="3614738"/>
          <p14:tracePt t="38817" x="5435600" y="3614738"/>
          <p14:tracePt t="38842" x="5418138" y="3614738"/>
          <p14:tracePt t="38860" x="5402263" y="3614738"/>
          <p14:tracePt t="38866" x="5392738" y="3614738"/>
          <p14:tracePt t="38899" x="5376863" y="3614738"/>
          <p14:tracePt t="38924" x="5359400" y="3614738"/>
          <p14:tracePt t="38948" x="5341938" y="3614738"/>
          <p14:tracePt t="38965" x="5334000" y="3614738"/>
          <p14:tracePt t="38989" x="5316538" y="3614738"/>
          <p14:tracePt t="39014" x="5300663" y="3614738"/>
          <p14:tracePt t="39039" x="5283200" y="3614738"/>
          <p14:tracePt t="39063" x="5265738" y="3614738"/>
          <p14:tracePt t="39079" x="5257800" y="3614738"/>
          <p14:tracePt t="39104" x="5240338" y="3614738"/>
          <p14:tracePt t="39112" x="5224463" y="3614738"/>
          <p14:tracePt t="39129" x="5207000" y="3614738"/>
          <p14:tracePt t="39145" x="5199063" y="3614738"/>
          <p14:tracePt t="39162" x="5181600" y="3614738"/>
          <p14:tracePt t="39170" x="5164138" y="3614738"/>
          <p14:tracePt t="39178" x="5148263" y="3614738"/>
          <p14:tracePt t="39186" x="5138738" y="3614738"/>
          <p14:tracePt t="39202" x="5122863" y="3614738"/>
          <p14:tracePt t="39211" x="5105400" y="3614738"/>
          <p14:tracePt t="39219" x="5087938" y="3614738"/>
          <p14:tracePt t="39227" x="5072063" y="3614738"/>
          <p14:tracePt t="39235" x="5062538" y="3614738"/>
          <p14:tracePt t="39252" x="5046663" y="3614738"/>
          <p14:tracePt t="39260" x="5029200" y="3614738"/>
          <p14:tracePt t="39277" x="5011738" y="3614738"/>
          <p14:tracePt t="39301" x="5003800" y="3598863"/>
          <p14:tracePt t="39326" x="4986338" y="3589338"/>
          <p14:tracePt t="39350" x="4986338" y="3573463"/>
          <p14:tracePt t="39360" x="4986338" y="3556000"/>
          <p14:tracePt t="39366" x="4970463" y="3556000"/>
          <p14:tracePt t="39383" x="4970463" y="3538538"/>
          <p14:tracePt t="39415" x="4953000" y="3530600"/>
          <p14:tracePt t="39424" x="4953000" y="3513138"/>
          <p14:tracePt t="39440" x="4953000" y="3497263"/>
          <p14:tracePt t="39448" x="4935538" y="3497263"/>
          <p14:tracePt t="39465" x="4935538" y="3479800"/>
          <p14:tracePt t="39473" x="4935538" y="3462338"/>
          <p14:tracePt t="39481" x="4927600" y="3462338"/>
          <p14:tracePt t="39489" x="4927600" y="3454400"/>
          <p14:tracePt t="39514" x="4927600" y="3436938"/>
          <p14:tracePt t="39522" x="4910138" y="3436938"/>
          <p14:tracePt t="39530" x="4910138" y="3421063"/>
          <p14:tracePt t="39555" x="4910138" y="3403600"/>
          <p14:tracePt t="39563" x="4894263" y="3403600"/>
          <p14:tracePt t="39571" x="4894263" y="3395663"/>
          <p14:tracePt t="39596" x="4894263" y="3378200"/>
          <p14:tracePt t="39620" x="4894263" y="3360738"/>
          <p14:tracePt t="39637" x="4894263" y="3344863"/>
          <p14:tracePt t="39653" x="4894263" y="3327400"/>
          <p14:tracePt t="39669" x="4894263" y="3319463"/>
          <p14:tracePt t="39678" x="4894263" y="3302000"/>
          <p14:tracePt t="39686" x="4894263" y="3284538"/>
          <p14:tracePt t="39702" x="4894263" y="3268663"/>
          <p14:tracePt t="39711" x="4894263" y="3259138"/>
          <p14:tracePt t="39719" x="4894263" y="3225800"/>
          <p14:tracePt t="39727" x="4894263" y="3208338"/>
          <p14:tracePt t="39735" x="4894263" y="3200400"/>
          <p14:tracePt t="39743" x="4894263" y="3167063"/>
          <p14:tracePt t="39752" x="4910138" y="3149600"/>
          <p14:tracePt t="39760" x="4910138" y="3124200"/>
          <p14:tracePt t="39768" x="4927600" y="3090863"/>
          <p14:tracePt t="39776" x="4935538" y="3073400"/>
          <p14:tracePt t="39784" x="4953000" y="3065463"/>
          <p14:tracePt t="39793" x="4970463" y="3030538"/>
          <p14:tracePt t="39800" x="4986338" y="3030538"/>
          <p14:tracePt t="39810" x="4986338" y="2997200"/>
          <p14:tracePt t="39817" x="5003800" y="2989263"/>
          <p14:tracePt t="39827" x="5003800" y="2971800"/>
          <p14:tracePt t="39833" x="5011738" y="2971800"/>
          <p14:tracePt t="39843" x="5029200" y="2954338"/>
          <p14:tracePt t="39850" x="5046663" y="2938463"/>
          <p14:tracePt t="39859" x="5062538" y="2928938"/>
          <p14:tracePt t="39866" x="5072063" y="2928938"/>
          <p14:tracePt t="39876" x="5072063" y="2913063"/>
          <p14:tracePt t="39882" x="5087938" y="2895600"/>
          <p14:tracePt t="39893" x="5105400" y="2895600"/>
          <p14:tracePt t="39899" x="5138738" y="2878138"/>
          <p14:tracePt t="39907" x="5148263" y="2878138"/>
          <p14:tracePt t="39915" x="5164138" y="2878138"/>
          <p14:tracePt t="39924" x="5181600" y="2870200"/>
          <p14:tracePt t="39932" x="5207000" y="2870200"/>
          <p14:tracePt t="39940" x="5224463" y="2870200"/>
          <p14:tracePt t="39948" x="5240338" y="2870200"/>
          <p14:tracePt t="39956" x="5265738" y="2870200"/>
          <p14:tracePt t="39965" x="5283200" y="2870200"/>
          <p14:tracePt t="39973" x="5316538" y="2870200"/>
          <p14:tracePt t="39981" x="5334000" y="2870200"/>
          <p14:tracePt t="39989" x="5341938" y="2870200"/>
          <p14:tracePt t="39997" x="5376863" y="2870200"/>
          <p14:tracePt t="40006" x="5392738" y="2870200"/>
          <p14:tracePt t="40014" x="5402263" y="2870200"/>
          <p14:tracePt t="40022" x="5418138" y="2870200"/>
          <p14:tracePt t="40030" x="5435600" y="2870200"/>
          <p14:tracePt t="40038" x="5453063" y="2870200"/>
          <p14:tracePt t="40047" x="5468938" y="2878138"/>
          <p14:tracePt t="40063" x="5478463" y="2895600"/>
          <p14:tracePt t="40071" x="5494338" y="2895600"/>
          <p14:tracePt t="40087" x="5494338" y="2913063"/>
          <p14:tracePt t="40096" x="5511800" y="2913063"/>
          <p14:tracePt t="40112" x="5529263" y="2928938"/>
          <p14:tracePt t="40120" x="5529263" y="2938463"/>
          <p14:tracePt t="40129" x="5537200" y="2938463"/>
          <p14:tracePt t="40137" x="5537200" y="2954338"/>
          <p14:tracePt t="40145" x="5554663" y="2954338"/>
          <p14:tracePt t="40153" x="5570538" y="2971800"/>
          <p14:tracePt t="40161" x="5570538" y="2989263"/>
          <p14:tracePt t="40169" x="5588000" y="2989263"/>
          <p14:tracePt t="40178" x="5588000" y="2997200"/>
          <p14:tracePt t="40186" x="5595938" y="2997200"/>
          <p14:tracePt t="40194" x="5595938" y="3014663"/>
          <p14:tracePt t="40202" x="5613400" y="3030538"/>
          <p14:tracePt t="40219" x="5613400" y="3048000"/>
          <p14:tracePt t="40227" x="5630863" y="3065463"/>
          <p14:tracePt t="40235" x="5646738" y="3065463"/>
          <p14:tracePt t="40243" x="5646738" y="3073400"/>
          <p14:tracePt t="40252" x="5646738" y="3090863"/>
          <p14:tracePt t="40260" x="5664200" y="3090863"/>
          <p14:tracePt t="40268" x="5664200" y="3106738"/>
          <p14:tracePt t="40277" x="5672138" y="3124200"/>
          <p14:tracePt t="40293" x="5672138" y="3132138"/>
          <p14:tracePt t="40301" x="5689600" y="3149600"/>
          <p14:tracePt t="40310" x="5689600" y="3167063"/>
          <p14:tracePt t="40317" x="5689600" y="3182938"/>
          <p14:tracePt t="40327" x="5689600" y="3200400"/>
          <p14:tracePt t="40343" x="5707063" y="3208338"/>
          <p14:tracePt t="40350" x="5707063" y="3225800"/>
          <p14:tracePt t="40359" x="5707063" y="3259138"/>
          <p14:tracePt t="40366" x="5707063" y="3268663"/>
          <p14:tracePt t="40383" x="5707063" y="3284538"/>
          <p14:tracePt t="40390" x="5707063" y="3302000"/>
          <p14:tracePt t="40399" x="5707063" y="3327400"/>
          <p14:tracePt t="40416" x="5707063" y="3344863"/>
          <p14:tracePt t="40424" x="5707063" y="3360738"/>
          <p14:tracePt t="40431" x="5707063" y="3378200"/>
          <p14:tracePt t="40440" x="5707063" y="3395663"/>
          <p14:tracePt t="40448" x="5707063" y="3403600"/>
          <p14:tracePt t="40464" x="5707063" y="3421063"/>
          <p14:tracePt t="40473" x="5707063" y="3436938"/>
          <p14:tracePt t="40489" x="5707063" y="3454400"/>
          <p14:tracePt t="40513" x="5707063" y="3462338"/>
          <p14:tracePt t="40546" x="5707063" y="3479800"/>
          <p14:tracePt t="40645" x="5689600" y="3479800"/>
          <p14:tracePt t="40858" x="5689600" y="3497263"/>
          <p14:tracePt t="40923" x="5672138" y="3513138"/>
          <p14:tracePt t="40964" x="5664200" y="3513138"/>
          <p14:tracePt t="40972" x="5664200" y="3530600"/>
          <p14:tracePt t="41013" x="5646738" y="3530600"/>
          <p14:tracePt t="41029" x="5646738" y="3538538"/>
          <p14:tracePt t="41054" x="5630863" y="3538538"/>
          <p14:tracePt t="41095" x="5613400" y="3538538"/>
          <p14:tracePt t="41128" x="5595938" y="3538538"/>
          <p14:tracePt t="41193" x="5588000" y="3538538"/>
          <p14:tracePt t="41284" x="5570538" y="3538538"/>
          <p14:tracePt t="41865" x="5554663" y="3538538"/>
          <p14:tracePt t="41980" x="5537200" y="3538538"/>
          <p14:tracePt t="42201" x="5554663" y="3538538"/>
          <p14:tracePt t="42291" x="5537200" y="3538538"/>
          <p14:tracePt t="42300" x="5529263" y="3538538"/>
          <p14:tracePt t="42310" x="5494338" y="3538538"/>
          <p14:tracePt t="42316" x="5435600" y="3538538"/>
          <p14:tracePt t="42328" x="5376863" y="3538538"/>
          <p14:tracePt t="42333" x="5300663" y="3538538"/>
          <p14:tracePt t="42341" x="5164138" y="3573463"/>
          <p14:tracePt t="42349" x="5011738" y="3589338"/>
          <p14:tracePt t="42357" x="4800600" y="3598863"/>
          <p14:tracePt t="42365" x="4579938" y="3614738"/>
          <p14:tracePt t="42374" x="4343400" y="3649663"/>
          <p14:tracePt t="42382" x="4140200" y="3657600"/>
          <p14:tracePt t="42390" x="3903663" y="3657600"/>
          <p14:tracePt t="42398" x="3827463" y="3657600"/>
          <p14:tracePt t="42406" x="3665538" y="3657600"/>
          <p14:tracePt t="42415" x="3556000" y="3657600"/>
          <p14:tracePt t="42423" x="3454400" y="3657600"/>
          <p14:tracePt t="42431" x="3378200" y="3657600"/>
          <p14:tracePt t="42439" x="3319463" y="3649663"/>
          <p14:tracePt t="42447" x="3284538" y="3632200"/>
          <p14:tracePt t="42456" x="3276600" y="3632200"/>
          <p14:tracePt t="42464" x="3259138" y="3614738"/>
          <p14:tracePt t="42480" x="3243263" y="3614738"/>
          <p14:tracePt t="42554" x="3259138" y="3614738"/>
          <p14:tracePt t="42579" x="3276600" y="3614738"/>
          <p14:tracePt t="42586" x="3284538" y="3614738"/>
          <p14:tracePt t="42595" x="3319463" y="3598863"/>
          <p14:tracePt t="42603" x="3378200" y="3589338"/>
          <p14:tracePt t="42611" x="3479800" y="3556000"/>
          <p14:tracePt t="42619" x="3589338" y="3530600"/>
          <p14:tracePt t="42627" x="3751263" y="3479800"/>
          <p14:tracePt t="42636" x="3979863" y="3462338"/>
          <p14:tracePt t="42644" x="4216400" y="3454400"/>
          <p14:tracePt t="42652" x="4503738" y="3421063"/>
          <p14:tracePt t="42661" x="4741863" y="3421063"/>
          <p14:tracePt t="42669" x="5011738" y="3421063"/>
          <p14:tracePt t="42677" x="5207000" y="3421063"/>
          <p14:tracePt t="42685" x="5402263" y="3421063"/>
          <p14:tracePt t="42694" x="5478463" y="3421063"/>
          <p14:tracePt t="42701" x="5613400" y="3421063"/>
          <p14:tracePt t="42710" x="5722938" y="3421063"/>
          <p14:tracePt t="42718" x="5799138" y="3421063"/>
          <p14:tracePt t="42727" x="5842000" y="3436938"/>
          <p14:tracePt t="42734" x="5859463" y="3436938"/>
          <p14:tracePt t="42743" x="5884863" y="3454400"/>
          <p14:tracePt t="42761" x="5900738" y="3454400"/>
          <p14:tracePt t="42776" x="5900738" y="3462338"/>
          <p14:tracePt t="42914" x="5884863" y="3462338"/>
          <p14:tracePt t="42939" x="5867400" y="3462338"/>
          <p14:tracePt t="42947" x="5859463" y="3462338"/>
          <p14:tracePt t="42964" x="5842000" y="3462338"/>
          <p14:tracePt t="42972" x="5824538" y="3462338"/>
          <p14:tracePt t="42980" x="5808663" y="3462338"/>
          <p14:tracePt t="42988" x="5799138" y="3462338"/>
          <p14:tracePt t="42996" x="5765800" y="3462338"/>
          <p14:tracePt t="43005" x="5748338" y="3462338"/>
          <p14:tracePt t="43013" x="5707063" y="3462338"/>
          <p14:tracePt t="43021" x="5689600" y="3462338"/>
          <p14:tracePt t="43029" x="5646738" y="3462338"/>
          <p14:tracePt t="43037" x="5588000" y="3462338"/>
          <p14:tracePt t="43046" x="5554663" y="3462338"/>
          <p14:tracePt t="43054" x="5511800" y="3462338"/>
          <p14:tracePt t="43062" x="5478463" y="3462338"/>
          <p14:tracePt t="43070" x="5435600" y="3462338"/>
          <p14:tracePt t="43078" x="5402263" y="3462338"/>
          <p14:tracePt t="43087" x="5392738" y="3462338"/>
          <p14:tracePt t="43095" x="5359400" y="3462338"/>
          <p14:tracePt t="43119" x="5341938" y="3462338"/>
          <p14:tracePt t="43193" x="5359400" y="3462338"/>
          <p14:tracePt t="45012" x="5283200" y="3462338"/>
          <p14:tracePt t="45020" x="5148263" y="3462338"/>
          <p14:tracePt t="45028" x="5011738" y="3462338"/>
          <p14:tracePt t="45037" x="4851400" y="3479800"/>
          <p14:tracePt t="45044" x="4656138" y="3513138"/>
          <p14:tracePt t="45053" x="4462463" y="3530600"/>
          <p14:tracePt t="45061" x="4216400" y="3538538"/>
          <p14:tracePt t="45069" x="3995738" y="3573463"/>
          <p14:tracePt t="45077" x="3708400" y="3573463"/>
          <p14:tracePt t="45086" x="3471863" y="3573463"/>
          <p14:tracePt t="45094" x="3243263" y="3589338"/>
          <p14:tracePt t="45102" x="3030538" y="3589338"/>
          <p14:tracePt t="45110" x="2954338" y="3589338"/>
          <p14:tracePt t="45118" x="2794000" y="3589338"/>
          <p14:tracePt t="45127" x="2674938" y="3589338"/>
          <p14:tracePt t="45135" x="2565400" y="3589338"/>
          <p14:tracePt t="45144" x="2481263" y="3589338"/>
          <p14:tracePt t="45151" x="2405063" y="3589338"/>
          <p14:tracePt t="45160" x="2370138" y="3589338"/>
          <p14:tracePt t="45168" x="2344738" y="3589338"/>
          <p14:tracePt t="45177" x="2328863" y="3589338"/>
          <p14:tracePt t="45184" x="2311400" y="3589338"/>
          <p14:tracePt t="45380" x="2328863" y="3589338"/>
          <p14:tracePt t="45397" x="2354263" y="3589338"/>
          <p14:tracePt t="45405" x="2370138" y="3589338"/>
          <p14:tracePt t="45413" x="2420938" y="3573463"/>
          <p14:tracePt t="45422" x="2446338" y="3556000"/>
          <p14:tracePt t="45430" x="2489200" y="3556000"/>
          <p14:tracePt t="45438" x="2547938" y="3538538"/>
          <p14:tracePt t="45446" x="2598738" y="3538538"/>
          <p14:tracePt t="45454" x="2659063" y="3530600"/>
          <p14:tracePt t="45462" x="2717800" y="3530600"/>
          <p14:tracePt t="45471" x="2776538" y="3530600"/>
          <p14:tracePt t="45479" x="2811463" y="3530600"/>
          <p14:tracePt t="45487" x="2836863" y="3530600"/>
          <p14:tracePt t="45495" x="2870200" y="3530600"/>
          <p14:tracePt t="45503" x="2878138" y="3530600"/>
          <p14:tracePt t="45512" x="2895600" y="3530600"/>
          <p14:tracePt t="45528" x="2913063" y="3530600"/>
          <p14:tracePt t="45553" x="2928938" y="3530600"/>
          <p14:tracePt t="45749" x="2928938" y="3513138"/>
          <p14:tracePt t="45847" x="2928938" y="3497263"/>
          <p14:tracePt t="45897" x="2928938" y="3479800"/>
          <p14:tracePt t="45913" x="2946400" y="3479800"/>
          <p14:tracePt t="45921" x="2946400" y="3462338"/>
          <p14:tracePt t="45938" x="2954338" y="3462338"/>
          <p14:tracePt t="45946" x="2954338" y="3454400"/>
          <p14:tracePt t="45987" x="2954338" y="3436938"/>
          <p14:tracePt t="45995" x="2971800" y="3436938"/>
          <p14:tracePt t="46126" x="2971800" y="3454400"/>
          <p14:tracePt t="46159" x="2971800" y="3462338"/>
          <p14:tracePt t="46183" x="2971800" y="3479800"/>
          <p14:tracePt t="46216" x="2971800" y="3497263"/>
          <p14:tracePt t="46249" x="2971800" y="3513138"/>
          <p14:tracePt t="46274" x="2971800" y="3530600"/>
          <p14:tracePt t="46331" x="2954338" y="3530600"/>
          <p14:tracePt t="46454" x="2954338" y="3513138"/>
          <p14:tracePt t="46478" x="2954338" y="3497263"/>
          <p14:tracePt t="46511" x="2954338" y="3479800"/>
          <p14:tracePt t="46519" x="2971800" y="3479800"/>
          <p14:tracePt t="46552" x="2989263" y="3479800"/>
          <p14:tracePt t="46569" x="2989263" y="3462338"/>
          <p14:tracePt t="46634" x="3005138" y="3462338"/>
          <p14:tracePt t="47421" x="2989263" y="3462338"/>
          <p14:tracePt t="47462" x="2971800" y="3462338"/>
          <p14:tracePt t="47486" x="2954338" y="3462338"/>
          <p14:tracePt t="47495" x="2954338" y="3454400"/>
          <p14:tracePt t="47503" x="2946400" y="3454400"/>
          <p14:tracePt t="47511" x="2928938" y="3436938"/>
          <p14:tracePt t="47519" x="2928938" y="3421063"/>
          <p14:tracePt t="47527" x="2913063" y="3421063"/>
          <p14:tracePt t="47535" x="2895600" y="3403600"/>
          <p14:tracePt t="47544" x="2895600" y="3395663"/>
          <p14:tracePt t="47552" x="2878138" y="3395663"/>
          <p14:tracePt t="47560" x="2852738" y="3378200"/>
          <p14:tracePt t="47568" x="2819400" y="3360738"/>
          <p14:tracePt t="47577" x="2819400" y="3344863"/>
          <p14:tracePt t="47585" x="2794000" y="3327400"/>
          <p14:tracePt t="47594" x="2776538" y="3327400"/>
          <p14:tracePt t="47601" x="2760663" y="3319463"/>
          <p14:tracePt t="47617" x="2751138" y="3302000"/>
          <p14:tracePt t="47732" x="2751138" y="3319463"/>
          <p14:tracePt t="47773" x="2760663" y="3319463"/>
          <p14:tracePt t="47814" x="2776538" y="3319463"/>
          <p14:tracePt t="47822" x="2794000" y="3319463"/>
          <p14:tracePt t="47830" x="2819400" y="3319463"/>
          <p14:tracePt t="47838" x="2878138" y="3319463"/>
          <p14:tracePt t="47847" x="2928938" y="3319463"/>
          <p14:tracePt t="47855" x="3030538" y="3284538"/>
          <p14:tracePt t="47863" x="3167063" y="3259138"/>
          <p14:tracePt t="47871" x="3360738" y="3225800"/>
          <p14:tracePt t="47880" x="3741738" y="3132138"/>
          <p14:tracePt t="47888" x="4071938" y="3090863"/>
          <p14:tracePt t="47896" x="4267200" y="3073400"/>
          <p14:tracePt t="47904" x="4640263" y="3014663"/>
          <p14:tracePt t="47912" x="5011738" y="2989263"/>
          <p14:tracePt t="47921" x="5334000" y="2971800"/>
          <p14:tracePt t="47929" x="5646738" y="2971800"/>
          <p14:tracePt t="47937" x="5748338" y="2971800"/>
          <p14:tracePt t="47945" x="5943600" y="2971800"/>
          <p14:tracePt t="47954" x="6113463" y="2938463"/>
          <p14:tracePt t="47962" x="6215063" y="2938463"/>
          <p14:tracePt t="47970" x="6273800" y="2938463"/>
          <p14:tracePt t="47978" x="6307138" y="2938463"/>
          <p14:tracePt t="47986" x="6350000" y="2938463"/>
          <p14:tracePt t="47994" x="6392863" y="2928938"/>
          <p14:tracePt t="48265" x="6383338" y="2928938"/>
          <p14:tracePt t="48273" x="6367463" y="2954338"/>
          <p14:tracePt t="48281" x="6324600" y="2989263"/>
          <p14:tracePt t="48289" x="6273800" y="3030538"/>
          <p14:tracePt t="48297" x="6248400" y="3065463"/>
          <p14:tracePt t="48306" x="6197600" y="3090863"/>
          <p14:tracePt t="48314" x="6154738" y="3132138"/>
          <p14:tracePt t="48322" x="6113463" y="3167063"/>
          <p14:tracePt t="48330" x="6078538" y="3182938"/>
          <p14:tracePt t="48338" x="6037263" y="3200400"/>
          <p14:tracePt t="48347" x="5994400" y="3225800"/>
          <p14:tracePt t="48355" x="5961063" y="3225800"/>
          <p14:tracePt t="48363" x="5918200" y="3259138"/>
          <p14:tracePt t="48371" x="5884863" y="3259138"/>
          <p14:tracePt t="48379" x="5842000" y="3268663"/>
          <p14:tracePt t="48387" x="5808663" y="3284538"/>
          <p14:tracePt t="48396" x="5765800" y="3284538"/>
          <p14:tracePt t="48404" x="5732463" y="3302000"/>
          <p14:tracePt t="48412" x="5707063" y="3302000"/>
          <p14:tracePt t="48420" x="5664200" y="3302000"/>
          <p14:tracePt t="48429" x="5646738" y="3302000"/>
          <p14:tracePt t="48437" x="5613400" y="3302000"/>
          <p14:tracePt t="48445" x="5588000" y="3302000"/>
          <p14:tracePt t="48453" x="5570538" y="3302000"/>
          <p14:tracePt t="48461" x="5537200" y="3302000"/>
          <p14:tracePt t="48469" x="5529263" y="3302000"/>
          <p14:tracePt t="48478" x="5494338" y="3302000"/>
          <p14:tracePt t="48486" x="5468938" y="3302000"/>
          <p14:tracePt t="48495" x="5468938" y="3319463"/>
          <p14:tracePt t="48502" x="5435600" y="3319463"/>
          <p14:tracePt t="48511" x="5418138" y="3319463"/>
          <p14:tracePt t="48519" x="5402263" y="3319463"/>
          <p14:tracePt t="48527" x="5392738" y="3319463"/>
          <p14:tracePt t="48535" x="5376863" y="3319463"/>
          <p14:tracePt t="48544" x="5359400" y="3327400"/>
          <p14:tracePt t="48551" x="5341938" y="3327400"/>
          <p14:tracePt t="48561" x="5334000" y="3327400"/>
          <p14:tracePt t="48568" x="5316538" y="3327400"/>
          <p14:tracePt t="48577" x="5316538" y="3344863"/>
          <p14:tracePt t="48584" x="5300663" y="3344863"/>
          <p14:tracePt t="48594" x="5265738" y="3344863"/>
          <p14:tracePt t="48601" x="5257800" y="3344863"/>
          <p14:tracePt t="48611" x="5240338" y="3360738"/>
          <p14:tracePt t="48617" x="5224463" y="3360738"/>
          <p14:tracePt t="48627" x="5207000" y="3378200"/>
          <p14:tracePt t="48633" x="5181600" y="3378200"/>
          <p14:tracePt t="48650" x="5138738" y="3395663"/>
          <p14:tracePt t="48660" x="5105400" y="3395663"/>
          <p14:tracePt t="48666" x="5072063" y="3403600"/>
          <p14:tracePt t="48677" x="5046663" y="3421063"/>
          <p14:tracePt t="48683" x="5011738" y="3436938"/>
          <p14:tracePt t="48694" x="4970463" y="3454400"/>
          <p14:tracePt t="48699" x="4953000" y="3462338"/>
          <p14:tracePt t="48710" x="4910138" y="3462338"/>
          <p14:tracePt t="48715" x="4876800" y="3479800"/>
          <p14:tracePt t="48727" x="4868863" y="3479800"/>
          <p14:tracePt t="48732" x="4833938" y="3497263"/>
          <p14:tracePt t="48744" x="4818063" y="3497263"/>
          <p14:tracePt t="48748" x="4792663" y="3513138"/>
          <p14:tracePt t="48760" x="4775200" y="3513138"/>
          <p14:tracePt t="48765" x="4757738" y="3513138"/>
          <p14:tracePt t="48777" x="4741863" y="3513138"/>
          <p14:tracePt t="48789" x="4732338" y="3530600"/>
          <p14:tracePt t="48814" x="4716463" y="3530600"/>
          <p14:tracePt t="49133" x="4716463" y="3513138"/>
          <p14:tracePt t="49264" x="4732338" y="3513138"/>
          <p14:tracePt t="49526" x="4741863" y="3513138"/>
          <p14:tracePt t="49551" x="4741863" y="3497263"/>
          <p14:tracePt t="49584" x="4757738" y="3497263"/>
          <p14:tracePt t="49600" x="4757738" y="3479800"/>
          <p14:tracePt t="49610" x="4775200" y="3479800"/>
          <p14:tracePt t="49626" x="4818063" y="3454400"/>
          <p14:tracePt t="49633" x="4851400" y="3436938"/>
          <p14:tracePt t="49643" x="4894263" y="3395663"/>
          <p14:tracePt t="49649" x="4986338" y="3319463"/>
          <p14:tracePt t="49657" x="5072063" y="3259138"/>
          <p14:tracePt t="49666" x="5224463" y="3167063"/>
          <p14:tracePt t="49674" x="5334000" y="3090863"/>
          <p14:tracePt t="49683" x="5478463" y="2997200"/>
          <p14:tracePt t="49690" x="5613400" y="2913063"/>
          <p14:tracePt t="49699" x="5765800" y="2819400"/>
          <p14:tracePt t="49707" x="5918200" y="2735263"/>
          <p14:tracePt t="49715" x="5961063" y="2700338"/>
          <p14:tracePt t="49724" x="6053138" y="2659063"/>
          <p14:tracePt t="49731" x="6138863" y="2598738"/>
          <p14:tracePt t="49740" x="6197600" y="2565400"/>
          <p14:tracePt t="49748" x="6265863" y="2540000"/>
          <p14:tracePt t="49756" x="6273800" y="2540000"/>
          <p14:tracePt t="49764" x="6307138" y="2522538"/>
          <p14:tracePt t="49772" x="6332538" y="2522538"/>
          <p14:tracePt t="49781" x="6332538" y="2506663"/>
          <p14:tracePt t="49797" x="6350000" y="2506663"/>
          <p14:tracePt t="49928" x="6350000" y="2522538"/>
          <p14:tracePt t="49960" x="6350000" y="2540000"/>
          <p14:tracePt t="49969" x="6332538" y="2540000"/>
          <p14:tracePt t="49985" x="6332538" y="2547938"/>
          <p14:tracePt t="49994" x="6324600" y="2547938"/>
          <p14:tracePt t="50018" x="6307138" y="2565400"/>
          <p14:tracePt t="50043" x="6291263" y="2582863"/>
          <p14:tracePt t="50067" x="6273800" y="2598738"/>
          <p14:tracePt t="50084" x="6265863" y="2608263"/>
          <p14:tracePt t="50093" x="6248400" y="2624138"/>
          <p14:tracePt t="50100" x="6248400" y="2641600"/>
          <p14:tracePt t="50110" x="6215063" y="2659063"/>
          <p14:tracePt t="50117" x="6197600" y="2684463"/>
          <p14:tracePt t="50126" x="6189663" y="2700338"/>
          <p14:tracePt t="50133" x="6154738" y="2735263"/>
          <p14:tracePt t="50143" x="6129338" y="2776538"/>
          <p14:tracePt t="50150" x="6078538" y="2801938"/>
          <p14:tracePt t="50157" x="6053138" y="2852738"/>
          <p14:tracePt t="50166" x="6002338" y="2895600"/>
          <p14:tracePt t="50174" x="5961063" y="2938463"/>
          <p14:tracePt t="50182" x="5926138" y="2989263"/>
          <p14:tracePt t="50190" x="5900738" y="3014663"/>
          <p14:tracePt t="50198" x="5867400" y="3065463"/>
          <p14:tracePt t="50207" x="5842000" y="3073400"/>
          <p14:tracePt t="50215" x="5808663" y="3106738"/>
          <p14:tracePt t="50223" x="5783263" y="3132138"/>
          <p14:tracePt t="50231" x="5765800" y="3149600"/>
          <p14:tracePt t="50239" x="5748338" y="3167063"/>
          <p14:tracePt t="50248" x="5732463" y="3200400"/>
          <p14:tracePt t="50256" x="5722938" y="3208338"/>
          <p14:tracePt t="50264" x="5707063" y="3225800"/>
          <p14:tracePt t="50272" x="5689600" y="3243263"/>
          <p14:tracePt t="50280" x="5672138" y="3259138"/>
          <p14:tracePt t="50297" x="5664200" y="3268663"/>
          <p14:tracePt t="50313" x="5664200" y="3284538"/>
          <p14:tracePt t="50321" x="5646738" y="3284538"/>
          <p14:tracePt t="50338" x="5646738" y="3302000"/>
          <p14:tracePt t="50403" x="5630863" y="3302000"/>
          <p14:tracePt t="50502" x="5630863" y="3319463"/>
          <p14:tracePt t="50510" x="5613400" y="3319463"/>
          <p14:tracePt t="50518" x="5595938" y="3319463"/>
          <p14:tracePt t="50528" x="5595938" y="3327400"/>
          <p14:tracePt t="50534" x="5570538" y="3327400"/>
          <p14:tracePt t="50544" x="5529263" y="3344863"/>
          <p14:tracePt t="50551" x="5494338" y="3344863"/>
          <p14:tracePt t="50560" x="5418138" y="3378200"/>
          <p14:tracePt t="50567" x="5334000" y="3403600"/>
          <p14:tracePt t="50577" x="5257800" y="3436938"/>
          <p14:tracePt t="50584" x="5148263" y="3454400"/>
          <p14:tracePt t="50594" x="5122863" y="3462338"/>
          <p14:tracePt t="50600" x="5046663" y="3497263"/>
          <p14:tracePt t="50610" x="4935538" y="3530600"/>
          <p14:tracePt t="50616" x="4876800" y="3538538"/>
          <p14:tracePt t="50626" x="4818063" y="3538538"/>
          <p14:tracePt t="50633" x="4792663" y="3556000"/>
          <p14:tracePt t="50641" x="4741863" y="3573463"/>
          <p14:tracePt t="50649" x="4732338" y="3573463"/>
          <p14:tracePt t="50657" x="4716463" y="3573463"/>
          <p14:tracePt t="50699" x="4716463" y="3556000"/>
          <p14:tracePt t="50714" x="4716463" y="3538538"/>
          <p14:tracePt t="50723" x="4716463" y="3530600"/>
          <p14:tracePt t="50731" x="4716463" y="3513138"/>
          <p14:tracePt t="50739" x="4757738" y="3462338"/>
          <p14:tracePt t="50747" x="4818063" y="3421063"/>
          <p14:tracePt t="50756" x="4910138" y="3360738"/>
          <p14:tracePt t="50764" x="4986338" y="3284538"/>
          <p14:tracePt t="50772" x="5046663" y="3259138"/>
          <p14:tracePt t="50780" x="5138738" y="3200400"/>
          <p14:tracePt t="50789" x="5207000" y="3167063"/>
          <p14:tracePt t="50797" x="5257800" y="3124200"/>
          <p14:tracePt t="50805" x="5316538" y="3090863"/>
          <p14:tracePt t="50813" x="5376863" y="3073400"/>
          <p14:tracePt t="50821" x="5402263" y="3065463"/>
          <p14:tracePt t="50829" x="5418138" y="3065463"/>
          <p14:tracePt t="50838" x="5435600" y="3065463"/>
          <p14:tracePt t="50846" x="5453063" y="3065463"/>
          <p14:tracePt t="50919" x="5453063" y="3073400"/>
          <p14:tracePt t="50928" x="5453063" y="3090863"/>
          <p14:tracePt t="50936" x="5453063" y="3106738"/>
          <p14:tracePt t="50944" x="5453063" y="3124200"/>
          <p14:tracePt t="50961" x="5418138" y="3167063"/>
          <p14:tracePt t="50969" x="5402263" y="3182938"/>
          <p14:tracePt t="50977" x="5359400" y="3259138"/>
          <p14:tracePt t="50985" x="5334000" y="3302000"/>
          <p14:tracePt t="50994" x="5283200" y="3360738"/>
          <p14:tracePt t="51002" x="5265738" y="3403600"/>
          <p14:tracePt t="51010" x="5224463" y="3462338"/>
          <p14:tracePt t="51018" x="5181600" y="3538538"/>
          <p14:tracePt t="51027" x="5148263" y="3598863"/>
          <p14:tracePt t="51034" x="5122863" y="3649663"/>
          <p14:tracePt t="51044" x="5087938" y="3690938"/>
          <p14:tracePt t="51051" x="5072063" y="3725863"/>
          <p14:tracePt t="51063" x="5062538" y="3733800"/>
          <p14:tracePt t="51067" x="5062538" y="3767138"/>
          <p14:tracePt t="51084" x="5062538" y="3784600"/>
          <p14:tracePt t="51100" x="5046663" y="3784600"/>
          <p14:tracePt t="51182" x="5062538" y="3784600"/>
          <p14:tracePt t="51190" x="5105400" y="3751263"/>
          <p14:tracePt t="51198" x="5164138" y="3690938"/>
          <p14:tracePt t="51206" x="5207000" y="3675063"/>
          <p14:tracePt t="51227" x="5359400" y="3573463"/>
          <p14:tracePt t="51231" x="5418138" y="3530600"/>
          <p14:tracePt t="51244" x="5478463" y="3497263"/>
          <p14:tracePt t="51247" x="5529263" y="3462338"/>
          <p14:tracePt t="51260" x="5554663" y="3436938"/>
          <p14:tracePt t="51264" x="5588000" y="3421063"/>
          <p14:tracePt t="51277" x="5595938" y="3421063"/>
          <p14:tracePt t="51294" x="5613400" y="3421063"/>
          <p14:tracePt t="51313" x="5630863" y="3421063"/>
          <p14:tracePt t="51690" x="5630863" y="3436938"/>
          <p14:tracePt t="51698" x="5630863" y="3454400"/>
          <p14:tracePt t="51706" x="5630863" y="3497263"/>
          <p14:tracePt t="51714" x="5630863" y="3513138"/>
          <p14:tracePt t="51722" x="5646738" y="3538538"/>
          <p14:tracePt t="51731" x="5646738" y="3573463"/>
          <p14:tracePt t="51739" x="5664200" y="3589338"/>
          <p14:tracePt t="51747" x="5664200" y="3598863"/>
          <p14:tracePt t="51755" x="5672138" y="3632200"/>
          <p14:tracePt t="51763" x="5672138" y="3649663"/>
          <p14:tracePt t="51772" x="5689600" y="3657600"/>
          <p14:tracePt t="51780" x="5707063" y="3675063"/>
          <p14:tracePt t="51788" x="5707063" y="3690938"/>
          <p14:tracePt t="51796" x="5707063" y="3708400"/>
          <p14:tracePt t="51805" x="5722938" y="3708400"/>
          <p14:tracePt t="51813" x="5732463" y="3725863"/>
          <p14:tracePt t="51821" x="5732463" y="3733800"/>
          <p14:tracePt t="51837" x="5748338" y="3751263"/>
          <p14:tracePt t="51854" x="5765800" y="3767138"/>
          <p14:tracePt t="51870" x="5783263" y="3784600"/>
          <p14:tracePt t="51895" x="5783263" y="3792538"/>
          <p14:tracePt t="51903" x="5799138" y="3792538"/>
          <p14:tracePt t="51952" x="5799138" y="3810000"/>
          <p14:tracePt t="51960" x="5808663" y="3810000"/>
          <p14:tracePt t="52034" x="5824538" y="3810000"/>
          <p14:tracePt t="52067" x="5824538" y="3827463"/>
          <p14:tracePt t="52091" x="5842000" y="3827463"/>
          <p14:tracePt t="52099" x="5842000" y="3843338"/>
          <p14:tracePt t="52124" x="5859463" y="3843338"/>
          <p14:tracePt t="52132" x="5859463" y="3860800"/>
          <p14:tracePt t="52157" x="5859463" y="3868738"/>
          <p14:tracePt t="52165" x="5867400" y="3868738"/>
          <p14:tracePt t="52182" x="5867400" y="3886200"/>
          <p14:tracePt t="52198" x="5867400" y="3903663"/>
          <p14:tracePt t="52206" x="5884863" y="3919538"/>
          <p14:tracePt t="52222" x="5884863" y="3929063"/>
          <p14:tracePt t="52230" x="5884863" y="3944938"/>
          <p14:tracePt t="52247" x="5884863" y="3962400"/>
          <p14:tracePt t="52255" x="5884863" y="3979863"/>
          <p14:tracePt t="52263" x="5884863" y="3987800"/>
          <p14:tracePt t="52272" x="5884863" y="4021138"/>
          <p14:tracePt t="52280" x="5884863" y="4038600"/>
          <p14:tracePt t="52288" x="5884863" y="4056063"/>
          <p14:tracePt t="52296" x="5884863" y="4081463"/>
          <p14:tracePt t="52304" x="5884863" y="4097338"/>
          <p14:tracePt t="52312" x="5884863" y="4122738"/>
          <p14:tracePt t="52320" x="5884863" y="4140200"/>
          <p14:tracePt t="52329" x="5884863" y="4173538"/>
          <p14:tracePt t="52337" x="5884863" y="4198938"/>
          <p14:tracePt t="52353" x="5867400" y="4216400"/>
          <p14:tracePt t="52361" x="5867400" y="4233863"/>
          <p14:tracePt t="52370" x="5867400" y="4249738"/>
          <p14:tracePt t="52378" x="5859463" y="4259263"/>
          <p14:tracePt t="52402" x="5859463" y="4275138"/>
          <p14:tracePt t="52411" x="5859463" y="4292600"/>
          <p14:tracePt t="52427" x="5842000" y="4292600"/>
          <p14:tracePt t="52444" x="5842000" y="4310063"/>
          <p14:tracePt t="52492" x="5842000" y="4318000"/>
          <p14:tracePt t="52533" x="5842000" y="4335463"/>
          <p14:tracePt t="52550" x="5859463" y="4335463"/>
          <p14:tracePt t="52560" x="5859463" y="4351338"/>
          <p14:tracePt t="52583" x="5867400" y="4351338"/>
          <p14:tracePt t="52599" x="5867400" y="4368800"/>
          <p14:tracePt t="52607" x="5884863" y="4368800"/>
          <p14:tracePt t="52681" x="5900738" y="4368800"/>
          <p14:tracePt t="52829" x="5900738" y="4386263"/>
          <p14:tracePt t="52861" x="5884863" y="4386263"/>
          <p14:tracePt t="52878" x="5867400" y="4386263"/>
          <p14:tracePt t="52886" x="5859463" y="4386263"/>
          <p14:tracePt t="52903" x="5842000" y="4386263"/>
          <p14:tracePt t="52911" x="5824538" y="4386263"/>
          <p14:tracePt t="52919" x="5808663" y="4394200"/>
          <p14:tracePt t="52935" x="5799138" y="4394200"/>
          <p14:tracePt t="52944" x="5783263" y="4394200"/>
          <p14:tracePt t="52960" x="5765800" y="4394200"/>
          <p14:tracePt t="52968" x="5732463" y="4394200"/>
          <p14:tracePt t="52977" x="5722938" y="4394200"/>
          <p14:tracePt t="52984" x="5707063" y="4394200"/>
          <p14:tracePt t="52994" x="5689600" y="4394200"/>
          <p14:tracePt t="53001" x="5672138" y="4394200"/>
          <p14:tracePt t="53011" x="5646738" y="4394200"/>
          <p14:tracePt t="53027" x="5613400" y="4394200"/>
          <p14:tracePt t="53034" x="5588000" y="4394200"/>
          <p14:tracePt t="53050" x="5554663" y="4394200"/>
          <p14:tracePt t="53060" x="5529263" y="4394200"/>
          <p14:tracePt t="53066" x="5511800" y="4394200"/>
          <p14:tracePt t="53076" x="5494338" y="4394200"/>
          <p14:tracePt t="53083" x="5468938" y="4394200"/>
          <p14:tracePt t="53091" x="5453063" y="4394200"/>
          <p14:tracePt t="53099" x="5435600" y="4394200"/>
          <p14:tracePt t="53107" x="5418138" y="4394200"/>
          <p14:tracePt t="53115" x="5402263" y="4394200"/>
          <p14:tracePt t="53124" x="5392738" y="4394200"/>
          <p14:tracePt t="53140" x="5376863" y="4394200"/>
          <p14:tracePt t="53148" x="5359400" y="4394200"/>
          <p14:tracePt t="53165" x="5341938" y="4386263"/>
          <p14:tracePt t="53173" x="5334000" y="4386263"/>
          <p14:tracePt t="53189" x="5316538" y="4386263"/>
          <p14:tracePt t="53214" x="5300663" y="4368800"/>
          <p14:tracePt t="53247" x="5283200" y="4368800"/>
          <p14:tracePt t="53255" x="5283200" y="4351338"/>
          <p14:tracePt t="53279" x="5265738" y="4351338"/>
          <p14:tracePt t="53296" x="5265738" y="4335463"/>
          <p14:tracePt t="53329" x="5257800" y="4335463"/>
          <p14:tracePt t="53337" x="5257800" y="4318000"/>
          <p14:tracePt t="53361" x="5240338" y="4310063"/>
          <p14:tracePt t="53386" x="5240338" y="4292600"/>
          <p14:tracePt t="53402" x="5240338" y="4275138"/>
          <p14:tracePt t="53410" x="5240338" y="4259263"/>
          <p14:tracePt t="53427" x="5240338" y="4249738"/>
          <p14:tracePt t="53435" x="5240338" y="4233863"/>
          <p14:tracePt t="53444" x="5240338" y="4216400"/>
          <p14:tracePt t="53452" x="5240338" y="4198938"/>
          <p14:tracePt t="53461" x="5240338" y="4191000"/>
          <p14:tracePt t="53468" x="5240338" y="4157663"/>
          <p14:tracePt t="53477" x="5240338" y="4140200"/>
          <p14:tracePt t="53484" x="5240338" y="4114800"/>
          <p14:tracePt t="53493" x="5240338" y="4097338"/>
          <p14:tracePt t="53501" x="5257800" y="4081463"/>
          <p14:tracePt t="53510" x="5265738" y="4056063"/>
          <p14:tracePt t="53517" x="5283200" y="4038600"/>
          <p14:tracePt t="53534" x="5300663" y="4005263"/>
          <p14:tracePt t="53543" x="5334000" y="3987800"/>
          <p14:tracePt t="53550" x="5341938" y="3979863"/>
          <p14:tracePt t="53559" x="5359400" y="3962400"/>
          <p14:tracePt t="53566" x="5392738" y="3944938"/>
          <p14:tracePt t="53574" x="5418138" y="3929063"/>
          <p14:tracePt t="53583" x="5435600" y="3919538"/>
          <p14:tracePt t="53591" x="5468938" y="3919538"/>
          <p14:tracePt t="53599" x="5478463" y="3903663"/>
          <p14:tracePt t="53607" x="5511800" y="3903663"/>
          <p14:tracePt t="53615" x="5554663" y="3886200"/>
          <p14:tracePt t="53624" x="5570538" y="3886200"/>
          <p14:tracePt t="53632" x="5613400" y="3886200"/>
          <p14:tracePt t="53640" x="5630863" y="3868738"/>
          <p14:tracePt t="53648" x="5664200" y="3868738"/>
          <p14:tracePt t="53656" x="5689600" y="3860800"/>
          <p14:tracePt t="53673" x="5722938" y="3860800"/>
          <p14:tracePt t="53681" x="5732463" y="3860800"/>
          <p14:tracePt t="53689" x="5748338" y="3860800"/>
          <p14:tracePt t="53698" x="5765800" y="3860800"/>
          <p14:tracePt t="53706" x="5783263" y="3860800"/>
          <p14:tracePt t="53722" x="5799138" y="3860800"/>
          <p14:tracePt t="53730" x="5808663" y="3860800"/>
          <p14:tracePt t="53747" x="5824538" y="3860800"/>
          <p14:tracePt t="53755" x="5842000" y="3860800"/>
          <p14:tracePt t="53771" x="5859463" y="3860800"/>
          <p14:tracePt t="53779" x="5867400" y="3860800"/>
          <p14:tracePt t="53796" x="5884863" y="3860800"/>
          <p14:tracePt t="53820" x="5900738" y="3860800"/>
          <p14:tracePt t="53828" x="5900738" y="3868738"/>
          <p14:tracePt t="53845" x="5918200" y="3868738"/>
          <p14:tracePt t="53869" x="5918200" y="3886200"/>
          <p14:tracePt t="53902" x="5926138" y="3903663"/>
          <p14:tracePt t="53943" x="5926138" y="3919538"/>
          <p14:tracePt t="53984" x="5943600" y="3919538"/>
          <p14:tracePt t="54010" x="5943600" y="3929063"/>
          <p14:tracePt t="54042" x="5943600" y="3944938"/>
          <p14:tracePt t="54091" x="5943600" y="3962400"/>
          <p14:tracePt t="54164" x="5943600" y="3979863"/>
          <p14:tracePt t="54222" x="5943600" y="3987800"/>
          <p14:tracePt t="54287" x="5943600" y="4005263"/>
          <p14:tracePt t="54337" x="5943600" y="4021138"/>
          <p14:tracePt t="54353" x="5961063" y="4021138"/>
          <p14:tracePt t="54443" x="5961063" y="4038600"/>
          <p14:tracePt t="54919" x="5961063" y="4056063"/>
          <p14:tracePt t="55041" x="5961063" y="4064000"/>
          <p14:tracePt t="55082" x="5961063" y="4081463"/>
          <p14:tracePt t="55115" x="5943600" y="4097338"/>
          <p14:tracePt t="55156" x="5943600" y="4114800"/>
          <p14:tracePt t="55180" x="5943600" y="4122738"/>
          <p14:tracePt t="55197" x="5926138" y="4122738"/>
          <p14:tracePt t="55221" x="5926138" y="4140200"/>
          <p14:tracePt t="55320" x="5918200" y="4140200"/>
          <p14:tracePt t="55336" x="5918200" y="4122738"/>
          <p14:tracePt t="55352" x="5918200" y="4114800"/>
          <p14:tracePt t="55361" x="5918200" y="4097338"/>
          <p14:tracePt t="55369" x="5918200" y="4064000"/>
          <p14:tracePt t="55377" x="5918200" y="4056063"/>
          <p14:tracePt t="55385" x="5918200" y="4038600"/>
          <p14:tracePt t="55394" x="5918200" y="4005263"/>
          <p14:tracePt t="55402" x="5926138" y="3987800"/>
          <p14:tracePt t="55410" x="5926138" y="3979863"/>
          <p14:tracePt t="55418" x="5943600" y="3944938"/>
          <p14:tracePt t="55434" x="5961063" y="3929063"/>
          <p14:tracePt t="55451" x="5961063" y="3919538"/>
          <p14:tracePt t="55460" x="5976938" y="3919538"/>
          <p14:tracePt t="55558" x="5961063" y="3919538"/>
          <p14:tracePt t="55573" x="5926138" y="3919538"/>
          <p14:tracePt t="55582" x="5918200" y="3919538"/>
          <p14:tracePt t="55590" x="5900738" y="3919538"/>
          <p14:tracePt t="55598" x="5867400" y="3919538"/>
          <p14:tracePt t="55606" x="5842000" y="3919538"/>
          <p14:tracePt t="55615" x="5808663" y="3929063"/>
          <p14:tracePt t="55623" x="5765800" y="3929063"/>
          <p14:tracePt t="55631" x="5732463" y="3929063"/>
          <p14:tracePt t="55639" x="5689600" y="3929063"/>
          <p14:tracePt t="55648" x="5630863" y="3929063"/>
          <p14:tracePt t="55656" x="5595938" y="3929063"/>
          <p14:tracePt t="55664" x="5537200" y="3929063"/>
          <p14:tracePt t="55672" x="5478463" y="3929063"/>
          <p14:tracePt t="55680" x="5435600" y="3929063"/>
          <p14:tracePt t="55688" x="5392738" y="3929063"/>
          <p14:tracePt t="55697" x="5341938" y="3929063"/>
          <p14:tracePt t="55705" x="5316538" y="3929063"/>
          <p14:tracePt t="55713" x="5283200" y="3929063"/>
          <p14:tracePt t="55721" x="5257800" y="3929063"/>
          <p14:tracePt t="55729" x="5240338" y="3929063"/>
          <p14:tracePt t="55762" x="5240338" y="3919538"/>
          <p14:tracePt t="55771" x="5224463" y="3919538"/>
          <p14:tracePt t="55860" x="5240338" y="3919538"/>
          <p14:tracePt t="55885" x="5257800" y="3919538"/>
          <p14:tracePt t="55894" x="5265738" y="3919538"/>
          <p14:tracePt t="55918" x="5283200" y="3903663"/>
          <p14:tracePt t="55934" x="5300663" y="3903663"/>
          <p14:tracePt t="55951" x="5316538" y="3903663"/>
          <p14:tracePt t="55961" x="5334000" y="3903663"/>
          <p14:tracePt t="55977" x="5341938" y="3903663"/>
          <p14:tracePt t="55984" x="5359400" y="3903663"/>
          <p14:tracePt t="55993" x="5376863" y="3903663"/>
          <p14:tracePt t="56000" x="5392738" y="3903663"/>
          <p14:tracePt t="56010" x="5402263" y="3903663"/>
          <p14:tracePt t="56024" x="5418138" y="3903663"/>
          <p14:tracePt t="56033" x="5435600" y="3886200"/>
          <p14:tracePt t="56043" x="5453063" y="3886200"/>
          <p14:tracePt t="56049" x="5468938" y="3886200"/>
          <p14:tracePt t="56060" x="5478463" y="3886200"/>
          <p14:tracePt t="56065" x="5494338" y="3886200"/>
          <p14:tracePt t="56082" x="5511800" y="3886200"/>
          <p14:tracePt t="56106" x="5529263" y="3886200"/>
          <p14:tracePt t="56131" x="5537200" y="3886200"/>
          <p14:tracePt t="56147" x="5554663" y="3886200"/>
          <p14:tracePt t="56172" x="5570538" y="3886200"/>
          <p14:tracePt t="56213" x="5588000" y="3886200"/>
          <p14:tracePt t="56238" x="5595938" y="3886200"/>
          <p14:tracePt t="56262" x="5613400" y="3886200"/>
          <p14:tracePt t="56287" x="5630863" y="3886200"/>
          <p14:tracePt t="56303" x="5646738" y="3886200"/>
          <p14:tracePt t="56311" x="5664200" y="3886200"/>
          <p14:tracePt t="56328" x="5672138" y="3886200"/>
          <p14:tracePt t="56336" x="5689600" y="3886200"/>
          <p14:tracePt t="56369" x="5707063" y="3886200"/>
          <p14:tracePt t="56377" x="5722938" y="3886200"/>
          <p14:tracePt t="56393" x="5732463" y="3886200"/>
          <p14:tracePt t="56410" x="5748338" y="3886200"/>
          <p14:tracePt t="56418" x="5748338" y="3868738"/>
          <p14:tracePt t="56427" x="5765800" y="3868738"/>
          <p14:tracePt t="56444" x="5783263" y="3868738"/>
          <p14:tracePt t="56451" x="5783263" y="3860800"/>
          <p14:tracePt t="56460" x="5799138" y="3860800"/>
          <p14:tracePt t="56477" x="5808663" y="3843338"/>
          <p14:tracePt t="56493" x="5824538" y="3843338"/>
          <p14:tracePt t="56510" x="5842000" y="3827463"/>
          <p14:tracePt t="56516" x="5859463" y="3827463"/>
          <p14:tracePt t="56541" x="5859463" y="3810000"/>
          <p14:tracePt t="56549" x="5867400" y="3810000"/>
          <p14:tracePt t="56573" x="5884863" y="3810000"/>
          <p14:tracePt t="56606" x="5900738" y="3810000"/>
          <p14:tracePt t="56631" x="5918200" y="3810000"/>
          <p14:tracePt t="56663" x="5926138" y="3810000"/>
          <p14:tracePt t="56688" x="5943600" y="3810000"/>
          <p14:tracePt t="56786" x="5961063" y="3810000"/>
          <p14:tracePt t="56844" x="5976938" y="3810000"/>
          <p14:tracePt t="56877" x="5994400" y="3810000"/>
          <p14:tracePt t="56950" x="5994400" y="3827463"/>
          <p14:tracePt t="56975" x="5994400" y="3843338"/>
          <p14:tracePt t="57737" x="5994400" y="3860800"/>
          <p14:tracePt t="57745" x="5994400" y="3868738"/>
          <p14:tracePt t="57753" x="5994400" y="3886200"/>
          <p14:tracePt t="57762" x="5976938" y="3903663"/>
          <p14:tracePt t="57770" x="5961063" y="3929063"/>
          <p14:tracePt t="57778" x="5943600" y="3944938"/>
          <p14:tracePt t="57786" x="5926138" y="3979863"/>
          <p14:tracePt t="57794" x="5918200" y="4005263"/>
          <p14:tracePt t="57811" x="5884863" y="4038600"/>
          <p14:tracePt t="57819" x="5884863" y="4056063"/>
          <p14:tracePt t="57827" x="5867400" y="4064000"/>
          <p14:tracePt t="57835" x="5859463" y="4081463"/>
          <p14:tracePt t="57844" x="5842000" y="4097338"/>
          <p14:tracePt t="57852" x="5808663" y="4114800"/>
          <p14:tracePt t="57860" x="5799138" y="4122738"/>
          <p14:tracePt t="57868" x="5799138" y="4140200"/>
          <p14:tracePt t="57877" x="5765800" y="4157663"/>
          <p14:tracePt t="57885" x="5748338" y="4173538"/>
          <p14:tracePt t="57894" x="5732463" y="4191000"/>
          <p14:tracePt t="57901" x="5707063" y="4198938"/>
          <p14:tracePt t="57910" x="5689600" y="4216400"/>
          <p14:tracePt t="57917" x="5664200" y="4233863"/>
          <p14:tracePt t="57927" x="5646738" y="4249738"/>
          <p14:tracePt t="57934" x="5613400" y="4259263"/>
          <p14:tracePt t="57943" x="5570538" y="4292600"/>
          <p14:tracePt t="57950" x="5554663" y="4310063"/>
          <p14:tracePt t="57960" x="5529263" y="4318000"/>
          <p14:tracePt t="57967" x="5494338" y="4335463"/>
          <p14:tracePt t="57976" x="5478463" y="4351338"/>
          <p14:tracePt t="57983" x="5453063" y="4368800"/>
          <p14:tracePt t="57991" x="5435600" y="4368800"/>
          <p14:tracePt t="57999" x="5418138" y="4386263"/>
          <p14:tracePt t="58007" x="5402263" y="4386263"/>
          <p14:tracePt t="58024" x="5392738" y="4386263"/>
          <p14:tracePt t="58049" x="5376863" y="4386263"/>
          <p14:tracePt t="58122" x="5359400" y="4386263"/>
          <p14:tracePt t="58303" x="5376863" y="4368800"/>
          <p14:tracePt t="58319" x="5376863" y="4351338"/>
          <p14:tracePt t="58335" x="5392738" y="4351338"/>
          <p14:tracePt t="58344" x="5392738" y="4335463"/>
          <p14:tracePt t="58368" x="5392738" y="4318000"/>
          <p14:tracePt t="58377" x="5402263" y="4318000"/>
          <p14:tracePt t="58417" x="5418138" y="4318000"/>
          <p14:tracePt t="58434" x="5418138" y="4310063"/>
          <p14:tracePt t="58466" x="5435600" y="4310063"/>
          <p14:tracePt t="58491" x="5435600" y="4292600"/>
          <p14:tracePt t="58499" x="5453063" y="4292600"/>
          <p14:tracePt t="58557" x="5468938" y="4292600"/>
          <p14:tracePt t="58573" x="5468938" y="4275138"/>
          <p14:tracePt t="58778" x="5453063" y="4275138"/>
          <p14:tracePt t="58786" x="5453063" y="4292600"/>
          <p14:tracePt t="58819" x="5435600" y="4292600"/>
          <p14:tracePt t="58835" x="5435600" y="4310063"/>
          <p14:tracePt t="58844" x="5418138" y="4310063"/>
          <p14:tracePt t="58868" x="5402263" y="4310063"/>
          <p14:tracePt t="58901" x="5392738" y="4310063"/>
          <p14:tracePt t="59024" x="5402263" y="4292600"/>
          <p14:tracePt t="59032" x="5418138" y="4292600"/>
          <p14:tracePt t="59040" x="5435600" y="4275138"/>
          <p14:tracePt t="59048" x="5453063" y="4275138"/>
          <p14:tracePt t="59056" x="5494338" y="4259263"/>
          <p14:tracePt t="59065" x="5529263" y="4249738"/>
          <p14:tracePt t="59073" x="5570538" y="4233863"/>
          <p14:tracePt t="59081" x="5613400" y="4216400"/>
          <p14:tracePt t="59089" x="5664200" y="4198938"/>
          <p14:tracePt t="59098" x="5707063" y="4191000"/>
          <p14:tracePt t="59106" x="5748338" y="4191000"/>
          <p14:tracePt t="59114" x="5765800" y="4191000"/>
          <p14:tracePt t="59122" x="5799138" y="4191000"/>
          <p14:tracePt t="59130" x="5808663" y="4173538"/>
          <p14:tracePt t="59155" x="5824538" y="4173538"/>
          <p14:tracePt t="62062" x="5748338" y="4259263"/>
          <p14:tracePt t="62070" x="5672138" y="4335463"/>
          <p14:tracePt t="62079" x="5595938" y="4427538"/>
          <p14:tracePt t="62087" x="5537200" y="4487863"/>
          <p14:tracePt t="62095" x="5453063" y="4546600"/>
          <p14:tracePt t="62103" x="5376863" y="4622800"/>
          <p14:tracePt t="62111" x="5334000" y="4665663"/>
          <p14:tracePt t="62120" x="5283200" y="4716463"/>
          <p14:tracePt t="62128" x="5199063" y="4783138"/>
          <p14:tracePt t="62136" x="5105400" y="4843463"/>
          <p14:tracePt t="62144" x="5062538" y="4894263"/>
          <p14:tracePt t="62152" x="5011738" y="4919663"/>
          <p14:tracePt t="62161" x="5003800" y="4935538"/>
          <p14:tracePt t="62169" x="4986338" y="4935538"/>
          <p14:tracePt t="62177" x="4970463" y="4953000"/>
          <p14:tracePt t="62201" x="4953000" y="4953000"/>
          <p14:tracePt t="63086" x="4851400" y="5173663"/>
          <p14:tracePt t="63095" x="4673600" y="5443538"/>
          <p14:tracePt t="63103" x="4487863" y="5656263"/>
          <p14:tracePt t="63111" x="4368800" y="5834063"/>
          <p14:tracePt t="63119" x="4233863" y="5961063"/>
          <p14:tracePt t="63128" x="4140200" y="6062663"/>
          <p14:tracePt t="63136" x="4021138" y="6121400"/>
          <p14:tracePt t="63144" x="3827463" y="6273800"/>
          <p14:tracePt t="63152" x="3614738" y="6408738"/>
          <p14:tracePt t="63160" x="3556000" y="6426200"/>
          <p14:tracePt t="63169" x="3421063" y="6494463"/>
          <p14:tracePt t="63177" x="3335338" y="6545263"/>
          <p14:tracePt t="63185" x="3243263" y="6561138"/>
          <p14:tracePt t="63194" x="3167063" y="6586538"/>
          <p14:tracePt t="63201" x="3141663" y="6604000"/>
          <p14:tracePt t="63210" x="3090863" y="6621463"/>
          <p14:tracePt t="63218" x="3065463" y="6629400"/>
          <p14:tracePt t="63234" x="3048000" y="6629400"/>
          <p14:tracePt t="63244" x="3030538" y="6646863"/>
          <p14:tracePt t="63251" x="3014663" y="6662738"/>
          <p14:tracePt t="63260" x="3005138" y="6680200"/>
          <p14:tracePt t="63267" x="2989263" y="6705600"/>
          <p14:tracePt t="63276" x="2954338" y="6723063"/>
          <p14:tracePt t="63283" x="2946400" y="6756400"/>
          <p14:tracePt t="63293" x="2928938" y="6781800"/>
          <p14:tracePt t="63300" x="2913063" y="6815138"/>
          <p14:tracePt t="63310" x="2878138" y="6840538"/>
          <p14:tracePt t="64488" x="3149600" y="6781800"/>
          <p14:tracePt t="64496" x="3225800" y="6705600"/>
          <p14:tracePt t="64504" x="3276600" y="6629400"/>
          <p14:tracePt t="64512" x="3284538" y="6621463"/>
          <p14:tracePt t="64521" x="3378200" y="6494463"/>
          <p14:tracePt t="64529" x="3454400" y="6408738"/>
          <p14:tracePt t="64537" x="3497263" y="6316663"/>
          <p14:tracePt t="64546" x="3530600" y="6291263"/>
          <p14:tracePt t="64553" x="3589338" y="6197600"/>
          <p14:tracePt t="64561" x="3632200" y="6154738"/>
          <p14:tracePt t="64570" x="3675063" y="6078538"/>
          <p14:tracePt t="64578" x="3741738" y="6019800"/>
          <p14:tracePt t="64586" x="3767138" y="5969000"/>
          <p14:tracePt t="64595" x="3802063" y="5926138"/>
          <p14:tracePt t="64603" x="3827463" y="5884863"/>
          <p14:tracePt t="64611" x="3860800" y="5834063"/>
          <p14:tracePt t="64619" x="3886200" y="5791200"/>
          <p14:tracePt t="64627" x="3919538" y="5748338"/>
          <p14:tracePt t="64636" x="3937000" y="5715000"/>
          <p14:tracePt t="64643" x="3962400" y="5672138"/>
          <p14:tracePt t="64652" x="3995738" y="5630863"/>
          <p14:tracePt t="64660" x="4005263" y="5595938"/>
          <p14:tracePt t="64668" x="4021138" y="5570538"/>
          <p14:tracePt t="64677" x="4056063" y="5519738"/>
          <p14:tracePt t="64694" x="4071938" y="5494338"/>
          <p14:tracePt t="64701" x="4081463" y="5478463"/>
          <p14:tracePt t="64717" x="4097338" y="5461000"/>
          <p14:tracePt t="64750" x="4097338" y="5443538"/>
          <p14:tracePt t="64774" x="4114800" y="5435600"/>
          <p14:tracePt t="64783" x="4114800" y="5384800"/>
          <p14:tracePt t="64791" x="4132263" y="5326063"/>
          <p14:tracePt t="64799" x="4140200" y="5249863"/>
          <p14:tracePt t="64808" x="4157663" y="5113338"/>
          <p14:tracePt t="64816" x="4173538" y="4953000"/>
          <p14:tracePt t="64824" x="4208463" y="4724400"/>
          <p14:tracePt t="64832" x="4216400" y="4445000"/>
          <p14:tracePt t="64840" x="4249738" y="4157663"/>
          <p14:tracePt t="65299" x="4292600" y="4157663"/>
          <p14:tracePt t="65308" x="4368800" y="4157663"/>
          <p14:tracePt t="65316" x="4427538" y="4122738"/>
          <p14:tracePt t="65324" x="4503738" y="4064000"/>
          <p14:tracePt t="65332" x="4597400" y="4005263"/>
          <p14:tracePt t="65340" x="4716463" y="3944938"/>
          <p14:tracePt t="65348" x="4868863" y="3860800"/>
          <p14:tracePt t="65357" x="4970463" y="3767138"/>
          <p14:tracePt t="65365" x="5138738" y="3649663"/>
          <p14:tracePt t="65373" x="5265738" y="3556000"/>
          <p14:tracePt t="65381" x="5316538" y="3530600"/>
          <p14:tracePt t="65389" x="5435600" y="3454400"/>
          <p14:tracePt t="65397" x="5529263" y="3378200"/>
          <p14:tracePt t="65405" x="5595938" y="3327400"/>
          <p14:tracePt t="65414" x="5646738" y="3284538"/>
          <p14:tracePt t="65422" x="5689600" y="3268663"/>
          <p14:tracePt t="65430" x="5722938" y="3259138"/>
          <p14:tracePt t="65439" x="5748338" y="3225800"/>
          <p14:tracePt t="65447" x="5765800" y="3208338"/>
          <p14:tracePt t="65455" x="5799138" y="3200400"/>
          <p14:tracePt t="65463" x="5799138" y="3182938"/>
          <p14:tracePt t="65471" x="5824538" y="3149600"/>
          <p14:tracePt t="65479" x="5867400" y="3106738"/>
          <p14:tracePt t="65487" x="5884863" y="3065463"/>
          <p14:tracePt t="65832" x="5884863" y="3090863"/>
          <p14:tracePt t="65840" x="5884863" y="3360738"/>
          <p14:tracePt t="65848" x="5884863" y="3649663"/>
          <p14:tracePt t="65856" x="5884863" y="3886200"/>
          <p14:tracePt t="65864" x="5884863" y="4081463"/>
          <p14:tracePt t="65873" x="5884863" y="4275138"/>
          <p14:tracePt t="65881" x="5884863" y="4445000"/>
          <p14:tracePt t="65889" x="5884863" y="4757738"/>
          <p14:tracePt t="65897" x="5884863" y="5046663"/>
          <p14:tracePt t="65905" x="5867400" y="5265738"/>
          <p14:tracePt t="65913" x="5859463" y="5359400"/>
          <p14:tracePt t="65922" x="5842000" y="5503863"/>
          <p14:tracePt t="65930" x="5799138" y="5638800"/>
          <p14:tracePt t="65938" x="5783263" y="5748338"/>
          <p14:tracePt t="65946" x="5783263" y="5808663"/>
          <p14:tracePt t="65955" x="5765800" y="5867400"/>
          <p14:tracePt t="65963" x="5748338" y="5900738"/>
          <p14:tracePt t="65971" x="5748338" y="5910263"/>
          <p14:tracePt t="65979" x="5748338" y="5926138"/>
          <p14:tracePt t="66004" x="5748338" y="5943600"/>
          <p14:tracePt t="66168" x="5732463" y="5943600"/>
          <p14:tracePt t="66184" x="5732463" y="5926138"/>
          <p14:tracePt t="66195" x="5722938" y="5910263"/>
          <p14:tracePt t="66200" x="5722938" y="5884863"/>
          <p14:tracePt t="66210" x="5707063" y="5867400"/>
          <p14:tracePt t="66227" x="5672138" y="5834063"/>
          <p14:tracePt t="66233" x="5672138" y="5824538"/>
          <p14:tracePt t="66243" x="5664200" y="5791200"/>
          <p14:tracePt t="66250" x="5630863" y="5773738"/>
          <p14:tracePt t="66258" x="5595938" y="5732463"/>
          <p14:tracePt t="66266" x="5570538" y="5707063"/>
          <p14:tracePt t="66274" x="5554663" y="5656263"/>
          <p14:tracePt t="66282" x="5529263" y="5613400"/>
          <p14:tracePt t="66291" x="5478463" y="5570538"/>
          <p14:tracePt t="66299" x="5468938" y="5537200"/>
          <p14:tracePt t="66307" x="5435600" y="5503863"/>
          <p14:tracePt t="66315" x="5418138" y="5461000"/>
          <p14:tracePt t="66323" x="5402263" y="5443538"/>
          <p14:tracePt t="66331" x="5402263" y="5435600"/>
          <p14:tracePt t="66340" x="5392738" y="5418138"/>
          <p14:tracePt t="66348" x="5376863" y="5402263"/>
          <p14:tracePt t="66356" x="5376863" y="5384800"/>
          <p14:tracePt t="66364" x="5359400" y="5376863"/>
          <p14:tracePt t="66381" x="5341938" y="5359400"/>
          <p14:tracePt t="66389" x="5341938" y="5341938"/>
          <p14:tracePt t="66397" x="5334000" y="5326063"/>
          <p14:tracePt t="66405" x="5316538" y="5300663"/>
          <p14:tracePt t="66413" x="5300663" y="5283200"/>
          <p14:tracePt t="66422" x="5257800" y="5240338"/>
          <p14:tracePt t="66430" x="5240338" y="5189538"/>
          <p14:tracePt t="66438" x="5224463" y="5130800"/>
          <p14:tracePt t="68085" x="5224463" y="5072063"/>
          <p14:tracePt t="68094" x="5224463" y="4995863"/>
          <p14:tracePt t="68101" x="5224463" y="4894263"/>
          <p14:tracePt t="68111" x="5257800" y="4783138"/>
          <p14:tracePt t="68117" x="5265738" y="4648200"/>
          <p14:tracePt t="68127" x="5300663" y="4564063"/>
          <p14:tracePt t="68134" x="5300663" y="4503738"/>
          <p14:tracePt t="68144" x="5359400" y="4310063"/>
          <p14:tracePt t="68150" x="5392738" y="4173538"/>
          <p14:tracePt t="68160" x="5402263" y="4114800"/>
          <p14:tracePt t="68167" x="5418138" y="4038600"/>
          <p14:tracePt t="68177" x="5435600" y="3962400"/>
          <p14:tracePt t="68183" x="5453063" y="3919538"/>
          <p14:tracePt t="68193" x="5453063" y="3868738"/>
          <p14:tracePt t="68200" x="5468938" y="3843338"/>
          <p14:tracePt t="68208" x="5468938" y="3810000"/>
          <p14:tracePt t="68216" x="5478463" y="3792538"/>
          <p14:tracePt t="68233" x="5494338" y="3784600"/>
          <p14:tracePt t="68265" x="5494338" y="3767138"/>
          <p14:tracePt t="68495" x="5494338" y="3784600"/>
          <p14:tracePt t="68527" x="5494338" y="3792538"/>
          <p14:tracePt t="68568" x="5494338" y="3810000"/>
          <p14:tracePt t="68609" x="5494338" y="3827463"/>
          <p14:tracePt t="68618" x="5511800" y="3827463"/>
          <p14:tracePt t="68724" x="5511800" y="3843338"/>
          <p14:tracePt t="69011" x="5529263" y="3843338"/>
          <p14:tracePt t="69019" x="5537200" y="3843338"/>
          <p14:tracePt t="69027" x="5570538" y="3843338"/>
          <p14:tracePt t="69035" x="5588000" y="3843338"/>
          <p14:tracePt t="69044" x="5630863" y="3843338"/>
          <p14:tracePt t="69052" x="5664200" y="3843338"/>
          <p14:tracePt t="69061" x="5722938" y="3843338"/>
          <p14:tracePt t="69068" x="5783263" y="3843338"/>
          <p14:tracePt t="69077" x="5824538" y="3843338"/>
          <p14:tracePt t="69084" x="5900738" y="3843338"/>
          <p14:tracePt t="69094" x="5926138" y="3843338"/>
          <p14:tracePt t="69101" x="5994400" y="3843338"/>
          <p14:tracePt t="69111" x="6037263" y="3860800"/>
          <p14:tracePt t="69117" x="6053138" y="3860800"/>
          <p14:tracePt t="69127" x="6078538" y="3860800"/>
          <p14:tracePt t="69134" x="6096000" y="3868738"/>
          <p14:tracePt t="69144" x="6113463" y="3868738"/>
          <p14:tracePt t="69150" x="6129338" y="3868738"/>
          <p14:tracePt t="69166" x="6138863" y="3868738"/>
          <p14:tracePt t="69175" x="6138863" y="3886200"/>
          <p14:tracePt t="69363" x="6138863" y="3903663"/>
          <p14:tracePt t="69617" x="6138863" y="3919538"/>
          <p14:tracePt t="69650" x="6129338" y="3929063"/>
          <p14:tracePt t="69666" x="6113463" y="3929063"/>
          <p14:tracePt t="69675" x="6096000" y="3944938"/>
          <p14:tracePt t="69683" x="6078538" y="3944938"/>
          <p14:tracePt t="69691" x="6078538" y="3962400"/>
          <p14:tracePt t="69699" x="6062663" y="3962400"/>
          <p14:tracePt t="69707" x="6053138" y="3962400"/>
          <p14:tracePt t="69715" x="6037263" y="3979863"/>
          <p14:tracePt t="69724" x="6019800" y="3979863"/>
          <p14:tracePt t="69732" x="6002338" y="3987800"/>
          <p14:tracePt t="69740" x="5994400" y="3987800"/>
          <p14:tracePt t="69748" x="5961063" y="4005263"/>
          <p14:tracePt t="69757" x="5943600" y="4005263"/>
          <p14:tracePt t="69765" x="5918200" y="4021138"/>
          <p14:tracePt t="69773" x="5867400" y="4021138"/>
          <p14:tracePt t="69781" x="5859463" y="4038600"/>
          <p14:tracePt t="69789" x="5808663" y="4056063"/>
          <p14:tracePt t="69797" x="5783263" y="4056063"/>
          <p14:tracePt t="69806" x="5748338" y="4064000"/>
          <p14:tracePt t="69814" x="5707063" y="4064000"/>
          <p14:tracePt t="69822" x="5689600" y="4064000"/>
          <p14:tracePt t="69830" x="5646738" y="4064000"/>
          <p14:tracePt t="69839" x="5630863" y="4064000"/>
          <p14:tracePt t="69847" x="5613400" y="4064000"/>
          <p14:tracePt t="69855" x="5588000" y="4064000"/>
          <p14:tracePt t="69863" x="5570538" y="4064000"/>
          <p14:tracePt t="69871" x="5554663" y="4064000"/>
          <p14:tracePt t="69879" x="5529263" y="4064000"/>
          <p14:tracePt t="69888" x="5511800" y="4064000"/>
          <p14:tracePt t="69896" x="5494338" y="4064000"/>
          <p14:tracePt t="69904" x="5478463" y="4064000"/>
          <p14:tracePt t="69912" x="5468938" y="4064000"/>
          <p14:tracePt t="69920" x="5453063" y="4064000"/>
          <p14:tracePt t="69928" x="5435600" y="4064000"/>
          <p14:tracePt t="69937" x="5418138" y="4064000"/>
          <p14:tracePt t="69945" x="5418138" y="4056063"/>
          <p14:tracePt t="69954" x="5402263" y="4056063"/>
          <p14:tracePt t="69961" x="5392738" y="4056063"/>
          <p14:tracePt t="69986" x="5376863" y="4056063"/>
          <p14:tracePt t="69994" x="5376863" y="4038600"/>
          <p14:tracePt t="70207" x="5392738" y="4038600"/>
          <p14:tracePt t="70240" x="5402263" y="4038600"/>
          <p14:tracePt t="70265" x="5418138" y="4038600"/>
          <p14:tracePt t="70273" x="5435600" y="4038600"/>
          <p14:tracePt t="70289" x="5453063" y="4038600"/>
          <p14:tracePt t="70297" x="5478463" y="4021138"/>
          <p14:tracePt t="70306" x="5494338" y="4021138"/>
          <p14:tracePt t="70314" x="5511800" y="4005263"/>
          <p14:tracePt t="70330" x="5529263" y="3987800"/>
          <p14:tracePt t="70338" x="5537200" y="3987800"/>
          <p14:tracePt t="70346" x="5554663" y="3987800"/>
          <p14:tracePt t="70355" x="5554663" y="3979863"/>
          <p14:tracePt t="70363" x="5570538" y="3979863"/>
          <p14:tracePt t="70379" x="5588000" y="3979863"/>
          <p14:tracePt t="70404" x="5595938" y="3979863"/>
          <p14:tracePt t="70420" x="5595938" y="3962400"/>
          <p14:tracePt t="70699" x="5613400" y="3962400"/>
          <p14:tracePt t="70723" x="5630863" y="3944938"/>
          <p14:tracePt t="70740" x="5646738" y="3944938"/>
          <p14:tracePt t="70748" x="5664200" y="3929063"/>
          <p14:tracePt t="70756" x="5672138" y="3929063"/>
          <p14:tracePt t="70764" x="5689600" y="3919538"/>
          <p14:tracePt t="70772" x="5722938" y="3919538"/>
          <p14:tracePt t="70781" x="5732463" y="3903663"/>
          <p14:tracePt t="70789" x="5765800" y="3903663"/>
          <p14:tracePt t="70797" x="5799138" y="3903663"/>
          <p14:tracePt t="70805" x="5824538" y="3886200"/>
          <p14:tracePt t="70814" x="5859463" y="3886200"/>
          <p14:tracePt t="70822" x="5867400" y="3886200"/>
          <p14:tracePt t="70830" x="5900738" y="3886200"/>
          <p14:tracePt t="70838" x="5918200" y="3886200"/>
          <p14:tracePt t="70846" x="5926138" y="3886200"/>
          <p14:tracePt t="70854" x="5943600" y="3886200"/>
          <p14:tracePt t="70871" x="5961063" y="3886200"/>
          <p14:tracePt t="70879" x="5976938" y="3886200"/>
          <p14:tracePt t="71133" x="5994400" y="3886200"/>
          <p14:tracePt t="71158" x="6002338" y="3903663"/>
          <p14:tracePt t="71166" x="6019800" y="3903663"/>
          <p14:tracePt t="71182" x="6037263" y="3903663"/>
          <p14:tracePt t="71199" x="6053138" y="3903663"/>
          <p14:tracePt t="71207" x="6062663" y="3903663"/>
          <p14:tracePt t="71215" x="6078538" y="3903663"/>
          <p14:tracePt t="71223" x="6096000" y="3903663"/>
          <p14:tracePt t="71231" x="6113463" y="3903663"/>
          <p14:tracePt t="71240" x="6129338" y="3903663"/>
          <p14:tracePt t="71256" x="6138863" y="3903663"/>
          <p14:tracePt t="71264" x="6154738" y="3903663"/>
          <p14:tracePt t="71281" x="6172200" y="3903663"/>
          <p14:tracePt t="71305" x="6189663" y="3903663"/>
          <p14:tracePt t="71477" x="6172200" y="3903663"/>
          <p14:tracePt t="71486" x="6154738" y="3903663"/>
          <p14:tracePt t="71502" x="6138863" y="3903663"/>
          <p14:tracePt t="71511" x="6129338" y="3903663"/>
          <p14:tracePt t="71528" x="6113463" y="3903663"/>
          <p14:tracePt t="71535" x="6096000" y="3903663"/>
          <p14:tracePt t="71544" x="6078538" y="3903663"/>
          <p14:tracePt t="71560" x="6062663" y="3903663"/>
          <p14:tracePt t="71567" x="6053138" y="3903663"/>
          <p14:tracePt t="71584" x="6037263" y="3903663"/>
          <p14:tracePt t="71594" x="6019800" y="3903663"/>
          <p14:tracePt t="71610" x="6002338" y="3903663"/>
          <p14:tracePt t="71625" x="5994400" y="3903663"/>
          <p14:tracePt t="71649" x="5976938" y="3919538"/>
          <p14:tracePt t="71706" x="5976938" y="3929063"/>
          <p14:tracePt t="71739" x="5976938" y="3944938"/>
          <p14:tracePt t="71756" x="5976938" y="3962400"/>
          <p14:tracePt t="71772" x="5976938" y="3979863"/>
          <p14:tracePt t="71781" x="5976938" y="3987800"/>
          <p14:tracePt t="71788" x="5961063" y="3987800"/>
          <p14:tracePt t="71797" x="5961063" y="4021138"/>
          <p14:tracePt t="71805" x="5943600" y="4038600"/>
          <p14:tracePt t="71813" x="5926138" y="4064000"/>
          <p14:tracePt t="71821" x="5918200" y="4081463"/>
          <p14:tracePt t="71829" x="5900738" y="4114800"/>
          <p14:tracePt t="71838" x="5884863" y="4122738"/>
          <p14:tracePt t="71846" x="5867400" y="4157663"/>
          <p14:tracePt t="71854" x="5859463" y="4191000"/>
          <p14:tracePt t="71862" x="5842000" y="4198938"/>
          <p14:tracePt t="71870" x="5824538" y="4216400"/>
          <p14:tracePt t="71879" x="5808663" y="4249738"/>
          <p14:tracePt t="71887" x="5799138" y="4249738"/>
          <p14:tracePt t="71895" x="5799138" y="4259263"/>
          <p14:tracePt t="71903" x="5799138" y="4275138"/>
          <p14:tracePt t="71911" x="5783263" y="4275138"/>
          <p14:tracePt t="71936" x="5783263" y="4292600"/>
          <p14:tracePt t="71944" x="5765800" y="4292600"/>
          <p14:tracePt t="72010" x="5748338" y="4292600"/>
          <p14:tracePt t="72034" x="5732463" y="4292600"/>
          <p14:tracePt t="72051" x="5732463" y="4275138"/>
          <p14:tracePt t="72061" x="5722938" y="4275138"/>
          <p14:tracePt t="72077" x="5707063" y="4275138"/>
          <p14:tracePt t="72084" x="5689600" y="4259263"/>
          <p14:tracePt t="72093" x="5672138" y="4259263"/>
          <p14:tracePt t="72100" x="5664200" y="4259263"/>
          <p14:tracePt t="72110" x="5646738" y="4259263"/>
          <p14:tracePt t="72124" x="5630863" y="4259263"/>
          <p14:tracePt t="72132" x="5613400" y="4259263"/>
          <p14:tracePt t="72149" x="5595938" y="4259263"/>
          <p14:tracePt t="72157" x="5588000" y="4259263"/>
          <p14:tracePt t="72173" x="5570538" y="4259263"/>
          <p14:tracePt t="72190" x="5554663" y="4259263"/>
          <p14:tracePt t="72198" x="5537200" y="4259263"/>
          <p14:tracePt t="72223" x="5529263" y="4259263"/>
          <p14:tracePt t="72248" x="5511800" y="4259263"/>
          <p14:tracePt t="72288" x="5494338" y="4259263"/>
          <p14:tracePt t="72329" x="5478463" y="4259263"/>
          <p14:tracePt t="72370" x="5468938" y="4259263"/>
          <p14:tracePt t="72403" x="5453063" y="4259263"/>
          <p14:tracePt t="72551" x="5435600" y="4259263"/>
          <p14:tracePt t="72706" x="5453063" y="4259263"/>
          <p14:tracePt t="72731" x="5468938" y="4259263"/>
          <p14:tracePt t="72755" x="5478463" y="4259263"/>
          <p14:tracePt t="72788" x="5494338" y="4259263"/>
          <p14:tracePt t="72813" x="5511800" y="4259263"/>
          <p14:tracePt t="72845" x="5529263" y="4259263"/>
          <p14:tracePt t="73771" x="5537200" y="4259263"/>
          <p14:tracePt t="73894" x="5554663" y="4259263"/>
          <p14:tracePt t="73911" x="5554663" y="4275138"/>
          <p14:tracePt t="73985" x="5570538" y="4275138"/>
          <p14:tracePt t="74017" x="5588000" y="4275138"/>
          <p14:tracePt t="74050" x="5595938" y="4275138"/>
          <p14:tracePt t="74062" x="5613400" y="4275138"/>
          <p14:tracePt t="74074" x="5630863" y="4275138"/>
          <p14:tracePt t="74083" x="5646738" y="4275138"/>
          <p14:tracePt t="74091" x="5664200" y="4275138"/>
          <p14:tracePt t="74099" x="5689600" y="4275138"/>
          <p14:tracePt t="74116" x="5722938" y="4275138"/>
          <p14:tracePt t="74124" x="5748338" y="4275138"/>
          <p14:tracePt t="74140" x="5783263" y="4275138"/>
          <p14:tracePt t="74149" x="5808663" y="4259263"/>
          <p14:tracePt t="74165" x="5842000" y="4259263"/>
          <p14:tracePt t="74173" x="5859463" y="4259263"/>
          <p14:tracePt t="74181" x="5867400" y="4259263"/>
          <p14:tracePt t="74189" x="5884863" y="4249738"/>
          <p14:tracePt t="74206" x="5900738" y="4249738"/>
          <p14:tracePt t="74231" x="5918200" y="4249738"/>
          <p14:tracePt t="74255" x="5926138" y="4249738"/>
          <p14:tracePt t="74296" x="5926138" y="4233863"/>
          <p14:tracePt t="74312" x="5943600" y="4233863"/>
          <p14:tracePt t="74337" x="5961063" y="4233863"/>
          <p14:tracePt t="74369" x="5976938" y="4233863"/>
          <p14:tracePt t="74378" x="5994400" y="4216400"/>
          <p14:tracePt t="74394" x="6002338" y="4216400"/>
          <p14:tracePt t="74402" x="6019800" y="4216400"/>
          <p14:tracePt t="74419" x="6037263" y="4216400"/>
          <p14:tracePt t="74427" x="6053138" y="4198938"/>
          <p14:tracePt t="74444" x="6062663" y="4198938"/>
          <p14:tracePt t="74461" x="6078538" y="4198938"/>
          <p14:tracePt t="74484" x="6096000" y="4198938"/>
          <p14:tracePt t="75746" x="6078538" y="4198938"/>
          <p14:tracePt t="75755" x="6053138" y="4198938"/>
          <p14:tracePt t="75763" x="6019800" y="4198938"/>
          <p14:tracePt t="75771" x="6002338" y="4216400"/>
          <p14:tracePt t="75779" x="5994400" y="4216400"/>
          <p14:tracePt t="75787" x="5961063" y="4233863"/>
          <p14:tracePt t="75795" x="5926138" y="4233863"/>
          <p14:tracePt t="75804" x="5900738" y="4249738"/>
          <p14:tracePt t="75812" x="5867400" y="4259263"/>
          <p14:tracePt t="75820" x="5842000" y="4275138"/>
          <p14:tracePt t="75829" x="5799138" y="4275138"/>
          <p14:tracePt t="75837" x="5783263" y="4292600"/>
          <p14:tracePt t="75845" x="5732463" y="4292600"/>
          <p14:tracePt t="75853" x="5722938" y="4292600"/>
          <p14:tracePt t="75861" x="5689600" y="4310063"/>
          <p14:tracePt t="75870" x="5664200" y="4310063"/>
          <p14:tracePt t="75886" x="5630863" y="4310063"/>
          <p14:tracePt t="75894" x="5613400" y="4310063"/>
          <p14:tracePt t="75911" x="5595938" y="4310063"/>
          <p14:tracePt t="75918" x="5595938" y="4318000"/>
          <p14:tracePt t="75927" x="5588000" y="4318000"/>
          <p14:tracePt t="76009" x="5570538" y="4318000"/>
          <p14:tracePt t="76025" x="5537200" y="4318000"/>
          <p14:tracePt t="76033" x="5494338" y="4335463"/>
          <p14:tracePt t="76041" x="5478463" y="4351338"/>
          <p14:tracePt t="76050" x="5376863" y="4368800"/>
          <p14:tracePt t="76060" x="5300663" y="4386263"/>
          <p14:tracePt t="76066" x="5199063" y="4394200"/>
          <p14:tracePt t="76074" x="5087938" y="4427538"/>
          <p14:tracePt t="76082" x="4927600" y="4470400"/>
          <p14:tracePt t="76090" x="4732338" y="4503738"/>
          <p14:tracePt t="76099" x="4538663" y="4546600"/>
          <p14:tracePt t="76107" x="4292600" y="4564063"/>
          <p14:tracePt t="76115" x="4056063" y="4605338"/>
          <p14:tracePt t="76123" x="3860800" y="4622800"/>
          <p14:tracePt t="76131" x="3614738" y="4648200"/>
          <p14:tracePt t="76140" x="3454400" y="4665663"/>
          <p14:tracePt t="76148" x="3378200" y="4681538"/>
          <p14:tracePt t="76156" x="3225800" y="4681538"/>
          <p14:tracePt t="76164" x="3124200" y="4699000"/>
          <p14:tracePt t="76172" x="3030538" y="4716463"/>
          <p14:tracePt t="76180" x="2954338" y="4724400"/>
          <p14:tracePt t="76189" x="2928938" y="4724400"/>
          <p14:tracePt t="76197" x="2878138" y="4741863"/>
          <p14:tracePt t="76205" x="2870200" y="4741863"/>
          <p14:tracePt t="76213" x="2852738" y="4741863"/>
          <p14:tracePt t="76222" x="2852738" y="4757738"/>
          <p14:tracePt t="76238" x="2836863" y="4757738"/>
          <p14:tracePt t="76246" x="2836863" y="4775200"/>
          <p14:tracePt t="76270" x="2836863" y="4783138"/>
          <p14:tracePt t="76303" x="2836863" y="4800600"/>
          <p14:tracePt t="76328" x="2836863" y="4818063"/>
          <p14:tracePt t="76336" x="2819400" y="4818063"/>
          <p14:tracePt t="76344" x="2811463" y="4843463"/>
          <p14:tracePt t="76353" x="2794000" y="4859338"/>
          <p14:tracePt t="76361" x="2776538" y="4876800"/>
          <p14:tracePt t="76369" x="2776538" y="4894263"/>
          <p14:tracePt t="76377" x="2760663" y="4910138"/>
          <p14:tracePt t="76386" x="2751138" y="4919663"/>
          <p14:tracePt t="76394" x="2717800" y="4935538"/>
          <p14:tracePt t="76402" x="2700338" y="4953000"/>
          <p14:tracePt t="76410" x="2684463" y="4970463"/>
          <p14:tracePt t="76418" x="2641600" y="4978400"/>
          <p14:tracePt t="76427" x="2616200" y="4995863"/>
          <p14:tracePt t="76435" x="2565400" y="5011738"/>
          <p14:tracePt t="76444" x="2506663" y="5046663"/>
          <p14:tracePt t="76451" x="2481263" y="5054600"/>
          <p14:tracePt t="76461" x="2420938" y="5072063"/>
          <p14:tracePt t="76467" x="2354263" y="5072063"/>
          <p14:tracePt t="76477" x="2293938" y="5087938"/>
          <p14:tracePt t="76484" x="2268538" y="5087938"/>
          <p14:tracePt t="76494" x="2217738" y="5087938"/>
          <p14:tracePt t="76500" x="2209800" y="5087938"/>
          <p14:tracePt t="76510" x="2192338" y="5087938"/>
          <p14:tracePt t="76516" x="2159000" y="5087938"/>
          <p14:tracePt t="76526" x="2151063" y="5087938"/>
          <p14:tracePt t="76549" x="2133600" y="5087938"/>
          <p14:tracePt t="76566" x="2133600" y="5072063"/>
          <p14:tracePt t="76590" x="2133600" y="5054600"/>
          <p14:tracePt t="76599" x="2133600" y="5046663"/>
          <p14:tracePt t="76623" x="2133600" y="5029200"/>
          <p14:tracePt t="76639" x="2133600" y="5011738"/>
          <p14:tracePt t="76664" x="2133600" y="4995863"/>
          <p14:tracePt t="76705" x="2133600" y="4978400"/>
          <p14:tracePt t="76762" x="2133600" y="4970463"/>
          <p14:tracePt t="76877" x="2133600" y="4978400"/>
          <p14:tracePt t="76984" x="2151063" y="4978400"/>
          <p14:tracePt t="77024" x="2159000" y="4978400"/>
          <p14:tracePt t="77049" x="2176463" y="4978400"/>
          <p14:tracePt t="77060" x="2192338" y="4978400"/>
          <p14:tracePt t="77066" x="2209800" y="4978400"/>
          <p14:tracePt t="77074" x="2252663" y="4978400"/>
          <p14:tracePt t="77082" x="2311400" y="4970463"/>
          <p14:tracePt t="77090" x="2387600" y="4919663"/>
          <p14:tracePt t="77098" x="2481263" y="4876800"/>
          <p14:tracePt t="77107" x="2582863" y="4833938"/>
          <p14:tracePt t="77114" x="2674938" y="4800600"/>
          <p14:tracePt t="77123" x="2836863" y="4741863"/>
          <p14:tracePt t="77131" x="3005138" y="4681538"/>
          <p14:tracePt t="77140" x="3167063" y="4622800"/>
          <p14:tracePt t="77148" x="3360738" y="4529138"/>
          <p14:tracePt t="77156" x="3556000" y="4452938"/>
          <p14:tracePt t="77164" x="3725863" y="4386263"/>
          <p14:tracePt t="77172" x="3919538" y="4318000"/>
          <p14:tracePt t="77180" x="3979863" y="4292600"/>
          <p14:tracePt t="77188" x="4140200" y="4233863"/>
          <p14:tracePt t="77197" x="4249738" y="4191000"/>
          <p14:tracePt t="77205" x="4368800" y="4157663"/>
          <p14:tracePt t="77213" x="4470400" y="4114800"/>
          <p14:tracePt t="77221" x="4546600" y="4097338"/>
          <p14:tracePt t="77229" x="4605338" y="4081463"/>
          <p14:tracePt t="77238" x="4673600" y="4064000"/>
          <p14:tracePt t="77246" x="4732338" y="4056063"/>
          <p14:tracePt t="77254" x="4757738" y="4038600"/>
          <p14:tracePt t="77262" x="4792663" y="4021138"/>
          <p14:tracePt t="77270" x="4800600" y="4021138"/>
          <p14:tracePt t="77278" x="4818063" y="4021138"/>
          <p14:tracePt t="77287" x="4833938" y="4021138"/>
          <p14:tracePt t="77295" x="4851400" y="4021138"/>
          <p14:tracePt t="77311" x="4868863" y="4021138"/>
          <p14:tracePt t="77328" x="4868863" y="4005263"/>
          <p14:tracePt t="77336" x="4876800" y="4005263"/>
          <p14:tracePt t="77352" x="4894263" y="4005263"/>
          <p14:tracePt t="77361" x="4910138" y="4005263"/>
          <p14:tracePt t="77369" x="4927600" y="3987800"/>
          <p14:tracePt t="77377" x="4935538" y="3987800"/>
          <p14:tracePt t="77385" x="4953000" y="3979863"/>
          <p14:tracePt t="77394" x="4970463" y="3979863"/>
          <p14:tracePt t="77401" x="4986338" y="3962400"/>
          <p14:tracePt t="77410" x="5011738" y="3944938"/>
          <p14:tracePt t="77418" x="5029200" y="3944938"/>
          <p14:tracePt t="77428" x="5046663" y="3929063"/>
          <p14:tracePt t="77444" x="5062538" y="3929063"/>
          <p14:tracePt t="77451" x="5072063" y="3919538"/>
          <p14:tracePt t="77460" x="5087938" y="3919538"/>
          <p14:tracePt t="77476" x="5105400" y="3919538"/>
          <p14:tracePt t="77493" x="5122863" y="3919538"/>
          <p14:tracePt t="77500" x="5138738" y="3903663"/>
          <p14:tracePt t="77516" x="5148263" y="3903663"/>
          <p14:tracePt t="77525" x="5164138" y="3903663"/>
          <p14:tracePt t="77533" x="5181600" y="3886200"/>
          <p14:tracePt t="77541" x="5199063" y="3886200"/>
          <p14:tracePt t="77549" x="5207000" y="3868738"/>
          <p14:tracePt t="77557" x="5224463" y="3868738"/>
          <p14:tracePt t="77565" x="5240338" y="3860800"/>
          <p14:tracePt t="77573" x="5265738" y="3860800"/>
          <p14:tracePt t="77590" x="5283200" y="3843338"/>
          <p14:tracePt t="77598" x="5300663" y="3843338"/>
          <p14:tracePt t="77615" x="5316538" y="3843338"/>
          <p14:tracePt t="77622" x="5334000" y="3827463"/>
          <p14:tracePt t="77639" x="5341938" y="3827463"/>
          <p14:tracePt t="77647" x="5359400" y="3827463"/>
          <p14:tracePt t="77656" x="5359400" y="3810000"/>
          <p14:tracePt t="77663" x="5376863" y="3810000"/>
          <p14:tracePt t="77688" x="5392738" y="3810000"/>
          <p14:tracePt t="77705" x="5402263" y="3810000"/>
          <p14:tracePt t="77729" x="5418138" y="3810000"/>
          <p14:tracePt t="77754" x="5435600" y="3810000"/>
          <p14:tracePt t="77778" x="5453063" y="3810000"/>
          <p14:tracePt t="77836" x="5468938" y="3810000"/>
          <p14:tracePt t="77975" x="5478463" y="3810000"/>
          <p14:tracePt t="78024" x="5494338" y="3810000"/>
          <p14:tracePt t="78049" x="5511800" y="3810000"/>
          <p14:tracePt t="78073" x="5529263" y="3810000"/>
          <p14:tracePt t="78934" x="5537200" y="3810000"/>
          <p14:tracePt t="78950" x="5554663" y="3810000"/>
          <p14:tracePt t="78958" x="5570538" y="3810000"/>
          <p14:tracePt t="78983" x="5588000" y="3810000"/>
          <p14:tracePt t="79032" x="5595938" y="3810000"/>
          <p14:tracePt t="79106" x="5595938" y="3827463"/>
          <p14:tracePt t="79130" x="5613400" y="3827463"/>
          <p14:tracePt t="79163" x="5630863" y="3827463"/>
          <p14:tracePt t="79196" x="5646738" y="3843338"/>
          <p14:tracePt t="79204" x="5664200" y="3843338"/>
          <p14:tracePt t="79212" x="5672138" y="3860800"/>
          <p14:tracePt t="79220" x="5689600" y="3860800"/>
          <p14:tracePt t="79229" x="5707063" y="3868738"/>
          <p14:tracePt t="79237" x="5722938" y="3868738"/>
          <p14:tracePt t="79245" x="5732463" y="3886200"/>
          <p14:tracePt t="79253" x="5765800" y="3886200"/>
          <p14:tracePt t="79262" x="5783263" y="3903663"/>
          <p14:tracePt t="79270" x="5808663" y="3903663"/>
          <p14:tracePt t="79278" x="5824538" y="3919538"/>
          <p14:tracePt t="79286" x="5859463" y="3919538"/>
          <p14:tracePt t="79294" x="5884863" y="3919538"/>
          <p14:tracePt t="79302" x="5900738" y="3929063"/>
          <p14:tracePt t="79311" x="5926138" y="3929063"/>
          <p14:tracePt t="79319" x="5943600" y="3929063"/>
          <p14:tracePt t="79327" x="5961063" y="3944938"/>
          <p14:tracePt t="79335" x="5976938" y="3944938"/>
          <p14:tracePt t="79344" x="5994400" y="3944938"/>
          <p14:tracePt t="79352" x="6002338" y="3944938"/>
          <p14:tracePt t="79361" x="6019800" y="3944938"/>
          <p14:tracePt t="79377" x="6037263" y="3944938"/>
          <p14:tracePt t="79394" x="6053138" y="3944938"/>
          <p14:tracePt t="79410" x="6062663" y="3944938"/>
          <p14:tracePt t="79442" x="6078538" y="3944938"/>
          <p14:tracePt t="79458" x="6078538" y="3962400"/>
          <p14:tracePt t="79466" x="6096000" y="3962400"/>
          <p14:tracePt t="79507" x="6113463" y="3962400"/>
          <p14:tracePt t="79819" x="6096000" y="3962400"/>
          <p14:tracePt t="79894" x="6078538" y="3962400"/>
          <p14:tracePt t="79917" x="6078538" y="3979863"/>
          <p14:tracePt t="79966" x="6062663" y="3979863"/>
          <p14:tracePt t="80024" x="6053138" y="3979863"/>
          <p14:tracePt t="80065" x="6037263" y="3979863"/>
          <p14:tracePt t="80089" x="6019800" y="3979863"/>
          <p14:tracePt t="80114" x="6002338" y="3979863"/>
          <p14:tracePt t="80122" x="5994400" y="3979863"/>
          <p14:tracePt t="80138" x="5976938" y="3962400"/>
          <p14:tracePt t="80147" x="5961063" y="3962400"/>
          <p14:tracePt t="80163" x="5943600" y="3944938"/>
          <p14:tracePt t="80171" x="5926138" y="3929063"/>
          <p14:tracePt t="80179" x="5918200" y="3929063"/>
          <p14:tracePt t="80188" x="5900738" y="3919538"/>
          <p14:tracePt t="80204" x="5884863" y="3903663"/>
          <p14:tracePt t="80212" x="5867400" y="3886200"/>
          <p14:tracePt t="80220" x="5859463" y="3886200"/>
          <p14:tracePt t="80228" x="5859463" y="3868738"/>
          <p14:tracePt t="80237" x="5842000" y="3868738"/>
          <p14:tracePt t="80245" x="5824538" y="3860800"/>
          <p14:tracePt t="80253" x="5808663" y="3860800"/>
          <p14:tracePt t="80261" x="5799138" y="3860800"/>
          <p14:tracePt t="80270" x="5783263" y="3860800"/>
          <p14:tracePt t="80286" x="5765800" y="3843338"/>
          <p14:tracePt t="80294" x="5748338" y="3843338"/>
          <p14:tracePt t="80311" x="5732463" y="3843338"/>
          <p14:tracePt t="80335" x="5722938" y="3843338"/>
          <p14:tracePt t="80360" x="5707063" y="3843338"/>
          <p14:tracePt t="80630" x="5722938" y="3860800"/>
          <p14:tracePt t="80654" x="5722938" y="3868738"/>
          <p14:tracePt t="80671" x="5722938" y="3886200"/>
          <p14:tracePt t="80679" x="5732463" y="3903663"/>
          <p14:tracePt t="80687" x="5732463" y="3919538"/>
          <p14:tracePt t="80695" x="5732463" y="3944938"/>
          <p14:tracePt t="80704" x="5748338" y="3962400"/>
          <p14:tracePt t="80712" x="5748338" y="3979863"/>
          <p14:tracePt t="80720" x="5748338" y="4005263"/>
          <p14:tracePt t="80728" x="5748338" y="4021138"/>
          <p14:tracePt t="80737" x="5748338" y="4056063"/>
          <p14:tracePt t="80745" x="5748338" y="4081463"/>
          <p14:tracePt t="80761" x="5748338" y="4114800"/>
          <p14:tracePt t="80769" x="5748338" y="4122738"/>
          <p14:tracePt t="80778" x="5748338" y="4140200"/>
          <p14:tracePt t="80794" x="5748338" y="4157663"/>
          <p14:tracePt t="80818" x="5748338" y="4173538"/>
          <p14:tracePt t="80851" x="5732463" y="4191000"/>
          <p14:tracePt t="80868" x="5722938" y="4191000"/>
          <p14:tracePt t="80877" x="5707063" y="4191000"/>
          <p14:tracePt t="80894" x="5689600" y="4191000"/>
          <p14:tracePt t="80900" x="5672138" y="4191000"/>
          <p14:tracePt t="80925" x="5664200" y="4191000"/>
          <p14:tracePt t="81343" x="5646738" y="4191000"/>
          <p14:tracePt t="81351" x="5630863" y="4191000"/>
          <p14:tracePt t="81361" x="5595938" y="4191000"/>
          <p14:tracePt t="81367" x="5570538" y="4173538"/>
          <p14:tracePt t="81378" x="5570538" y="4157663"/>
          <p14:tracePt t="81384" x="5554663" y="4140200"/>
          <p14:tracePt t="81393" x="5537200" y="4122738"/>
          <p14:tracePt t="81400" x="5529263" y="4122738"/>
          <p14:tracePt t="81410" x="5529263" y="4097338"/>
          <p14:tracePt t="81417" x="5511800" y="4081463"/>
          <p14:tracePt t="81425" x="5494338" y="4056063"/>
          <p14:tracePt t="81433" x="5494338" y="4038600"/>
          <p14:tracePt t="81441" x="5478463" y="4005263"/>
          <p14:tracePt t="81449" x="5478463" y="3987800"/>
          <p14:tracePt t="81458" x="5478463" y="3962400"/>
          <p14:tracePt t="81466" x="5468938" y="3919538"/>
          <p14:tracePt t="81474" x="5468938" y="3903663"/>
          <p14:tracePt t="81482" x="5468938" y="3886200"/>
          <p14:tracePt t="81490" x="5453063" y="3860800"/>
          <p14:tracePt t="81506" x="5453063" y="3843338"/>
          <p14:tracePt t="81539" x="5453063" y="3827463"/>
          <p14:tracePt t="81654" x="5468938" y="3827463"/>
          <p14:tracePt t="81687" x="5468938" y="3843338"/>
          <p14:tracePt t="81736" x="5478463" y="3843338"/>
          <p14:tracePt t="81785" x="5494338" y="3843338"/>
          <p14:tracePt t="81810" x="5494338" y="3827463"/>
          <p14:tracePt t="81818" x="5511800" y="3827463"/>
          <p14:tracePt t="81843" x="5529263" y="3827463"/>
          <p14:tracePt t="81861" x="5537200" y="3827463"/>
          <p14:tracePt t="81900" x="5554663" y="3827463"/>
          <p14:tracePt t="81957" x="5554663" y="3843338"/>
          <p14:tracePt t="82006" x="5554663" y="3860800"/>
          <p14:tracePt t="82039" x="5537200" y="3868738"/>
          <p14:tracePt t="82072" x="5529263" y="3868738"/>
          <p14:tracePt t="82097" x="5529263" y="3886200"/>
          <p14:tracePt t="82105" x="5511800" y="3886200"/>
          <p14:tracePt t="82130" x="5494338" y="3886200"/>
          <p14:tracePt t="82154" x="5478463" y="3903663"/>
          <p14:tracePt t="82170" x="5468938" y="3903663"/>
          <p14:tracePt t="82179" x="5453063" y="3903663"/>
          <p14:tracePt t="82187" x="5435600" y="3919538"/>
          <p14:tracePt t="82195" x="5418138" y="3919538"/>
          <p14:tracePt t="82203" x="5402263" y="3919538"/>
          <p14:tracePt t="82212" x="5376863" y="3919538"/>
          <p14:tracePt t="82220" x="5341938" y="3929063"/>
          <p14:tracePt t="82228" x="5334000" y="3929063"/>
          <p14:tracePt t="82236" x="5283200" y="3944938"/>
          <p14:tracePt t="82244" x="5265738" y="3944938"/>
          <p14:tracePt t="82252" x="5224463" y="3962400"/>
          <p14:tracePt t="82261" x="5181600" y="3979863"/>
          <p14:tracePt t="82269" x="5164138" y="3979863"/>
          <p14:tracePt t="82278" x="5138738" y="3987800"/>
          <p14:tracePt t="82285" x="5122863" y="3987800"/>
          <p14:tracePt t="82294" x="5087938" y="3987800"/>
          <p14:tracePt t="82302" x="5072063" y="3987800"/>
          <p14:tracePt t="82311" x="5062538" y="4005263"/>
          <p14:tracePt t="82328" x="5046663" y="4005263"/>
          <p14:tracePt t="82359" x="5029200" y="4005263"/>
          <p14:tracePt t="82392" x="5011738" y="4005263"/>
          <p14:tracePt t="82408" x="5011738" y="4021138"/>
          <p14:tracePt t="82441" x="5003800" y="4021138"/>
          <p14:tracePt t="82474" x="4986338" y="4021138"/>
          <p14:tracePt t="82490" x="4986338" y="4038600"/>
          <p14:tracePt t="82507" x="4970463" y="4038600"/>
          <p14:tracePt t="82531" x="4953000" y="4056063"/>
          <p14:tracePt t="82564" x="4935538" y="4064000"/>
          <p14:tracePt t="82621" x="4935538" y="4081463"/>
          <p14:tracePt t="82629" x="4927600" y="4081463"/>
          <p14:tracePt t="82662" x="4927600" y="4097338"/>
          <p14:tracePt t="82671" x="4910138" y="4097338"/>
          <p14:tracePt t="82703" x="4894263" y="4114800"/>
          <p14:tracePt t="82727" x="4876800" y="4114800"/>
          <p14:tracePt t="82736" x="4876800" y="4122738"/>
          <p14:tracePt t="82768" x="4868863" y="4122738"/>
          <p14:tracePt t="82801" x="4868863" y="4140200"/>
          <p14:tracePt t="82842" x="4851400" y="4140200"/>
          <p14:tracePt t="82900" x="4851400" y="4157663"/>
          <p14:tracePt t="83080" x="4851400" y="4140200"/>
          <p14:tracePt t="83121" x="4851400" y="4122738"/>
          <p14:tracePt t="83145" x="4876800" y="4114800"/>
          <p14:tracePt t="83154" x="4894263" y="4097338"/>
          <p14:tracePt t="83162" x="4927600" y="4081463"/>
          <p14:tracePt t="83170" x="4986338" y="4021138"/>
          <p14:tracePt t="83178" x="5046663" y="3987800"/>
          <p14:tracePt t="83186" x="5122863" y="3944938"/>
          <p14:tracePt t="83195" x="5199063" y="3919538"/>
          <p14:tracePt t="83203" x="5334000" y="3860800"/>
          <p14:tracePt t="83211" x="5468938" y="3810000"/>
          <p14:tracePt t="83219" x="5630863" y="3767138"/>
          <p14:tracePt t="83228" x="5799138" y="3690938"/>
          <p14:tracePt t="83236" x="5961063" y="3632200"/>
          <p14:tracePt t="83244" x="6154738" y="3573463"/>
          <p14:tracePt t="83252" x="6350000" y="3513138"/>
          <p14:tracePt t="83260" x="6519863" y="3479800"/>
          <p14:tracePt t="83269" x="6578600" y="3462338"/>
          <p14:tracePt t="83277" x="6697663" y="3436938"/>
          <p14:tracePt t="83285" x="6832600" y="3421063"/>
          <p14:tracePt t="83294" x="6908800" y="3421063"/>
          <p14:tracePt t="83301" x="6985000" y="3421063"/>
          <p14:tracePt t="83311" x="7027863" y="3421063"/>
          <p14:tracePt t="83318" x="7069138" y="3421063"/>
          <p14:tracePt t="83327" x="7086600" y="3421063"/>
          <p14:tracePt t="83334" x="7104063" y="3421063"/>
          <p14:tracePt t="83350" x="7119938" y="3421063"/>
          <p14:tracePt t="83367" x="7119938" y="3436938"/>
          <p14:tracePt t="83375" x="7119938" y="3454400"/>
          <p14:tracePt t="83383" x="7119938" y="3479800"/>
          <p14:tracePt t="83392" x="7119938" y="3530600"/>
          <p14:tracePt t="83400" x="7119938" y="3573463"/>
          <p14:tracePt t="83408" x="7119938" y="3614738"/>
          <p14:tracePt t="83416" x="7119938" y="3675063"/>
          <p14:tracePt t="83424" x="7119938" y="3708400"/>
          <p14:tracePt t="83432" x="7104063" y="3751263"/>
          <p14:tracePt t="83440" x="7086600" y="3810000"/>
          <p14:tracePt t="83449" x="7053263" y="3860800"/>
          <p14:tracePt t="83457" x="7027863" y="3903663"/>
          <p14:tracePt t="83465" x="6992938" y="3987800"/>
          <p14:tracePt t="83473" x="6967538" y="4038600"/>
          <p14:tracePt t="83482" x="6934200" y="4081463"/>
          <p14:tracePt t="83490" x="6908800" y="4140200"/>
          <p14:tracePt t="83498" x="6875463" y="4191000"/>
          <p14:tracePt t="83506" x="6858000" y="4216400"/>
          <p14:tracePt t="83514" x="6850063" y="4233863"/>
          <p14:tracePt t="83522" x="6832600" y="4259263"/>
          <p14:tracePt t="83531" x="6815138" y="4292600"/>
          <p14:tracePt t="83539" x="6799263" y="4292600"/>
          <p14:tracePt t="83547" x="6789738" y="4310063"/>
          <p14:tracePt t="83555" x="6789738" y="4318000"/>
          <p14:tracePt t="83564" x="6773863" y="4335463"/>
          <p14:tracePt t="83580" x="6756400" y="4351338"/>
          <p14:tracePt t="83596" x="6738938" y="4368800"/>
          <p14:tracePt t="83621" x="6723063" y="4368800"/>
          <p14:tracePt t="83654" x="6713538" y="4368800"/>
          <p14:tracePt t="83695" x="6713538" y="4351338"/>
          <p14:tracePt t="83711" x="6697663" y="4351338"/>
          <p14:tracePt t="83728" x="6697663" y="4335463"/>
          <p14:tracePt t="83752" x="6680200" y="4335463"/>
          <p14:tracePt t="83785" x="6662738" y="4335463"/>
          <p14:tracePt t="83842" x="6654800" y="4335463"/>
          <p14:tracePt t="83989" x="6662738" y="4335463"/>
          <p14:tracePt t="84006" x="6680200" y="4335463"/>
          <p14:tracePt t="84014" x="6713538" y="4335463"/>
          <p14:tracePt t="84022" x="6773863" y="4318000"/>
          <p14:tracePt t="84031" x="6850063" y="4292600"/>
          <p14:tracePt t="84039" x="6951663" y="4259263"/>
          <p14:tracePt t="84047" x="7069138" y="4233863"/>
          <p14:tracePt t="84055" x="7239000" y="4191000"/>
          <p14:tracePt t="84064" x="7434263" y="4122738"/>
          <p14:tracePt t="84071" x="7645400" y="4097338"/>
          <p14:tracePt t="84080" x="7840663" y="4056063"/>
          <p14:tracePt t="84088" x="8034338" y="4021138"/>
          <p14:tracePt t="84096" x="8196263" y="3987800"/>
          <p14:tracePt t="84105" x="8272463" y="3979863"/>
          <p14:tracePt t="84112" x="8382000" y="3962400"/>
          <p14:tracePt t="84121" x="8483600" y="3944938"/>
          <p14:tracePt t="84129" x="8559800" y="3944938"/>
          <p14:tracePt t="84137" x="8602663" y="3944938"/>
          <p14:tracePt t="84145" x="8618538" y="3929063"/>
          <p14:tracePt t="84153" x="8636000" y="3929063"/>
          <p14:tracePt t="84170" x="8643938" y="3929063"/>
          <p14:tracePt t="84252" x="8636000" y="3929063"/>
          <p14:tracePt t="84268" x="8618538" y="3929063"/>
          <p14:tracePt t="84293" x="8602663" y="3929063"/>
          <p14:tracePt t="84311" x="8585200" y="3929063"/>
          <p14:tracePt t="84317" x="8577263" y="3929063"/>
          <p14:tracePt t="84342" x="8559800" y="3929063"/>
          <p14:tracePt t="84399" x="8542338" y="3929063"/>
          <p14:tracePt t="84702" x="8526463" y="3929063"/>
          <p14:tracePt t="84727" x="8516938" y="3929063"/>
          <p14:tracePt t="84744" x="8501063" y="3929063"/>
          <p14:tracePt t="84752" x="8466138" y="3929063"/>
          <p14:tracePt t="84761" x="8440738" y="3929063"/>
          <p14:tracePt t="84768" x="8389938" y="3929063"/>
          <p14:tracePt t="84777" x="8313738" y="3929063"/>
          <p14:tracePt t="84785" x="8247063" y="3944938"/>
          <p14:tracePt t="84794" x="8135938" y="3962400"/>
          <p14:tracePt t="84801" x="8001000" y="3987800"/>
          <p14:tracePt t="84810" x="7866063" y="4021138"/>
          <p14:tracePt t="84817" x="7747000" y="4038600"/>
          <p14:tracePt t="84827" x="7688263" y="4056063"/>
          <p14:tracePt t="84834" x="7586663" y="4081463"/>
          <p14:tracePt t="84843" x="7475538" y="4097338"/>
          <p14:tracePt t="84850" x="7399338" y="4122738"/>
          <p14:tracePt t="84858" x="7340600" y="4140200"/>
          <p14:tracePt t="84866" x="7315200" y="4140200"/>
          <p14:tracePt t="84874" x="7297738" y="4157663"/>
          <p14:tracePt t="84883" x="7264400" y="4157663"/>
          <p14:tracePt t="84899" x="7264400" y="4173538"/>
          <p14:tracePt t="84948" x="7264400" y="4191000"/>
          <p14:tracePt t="84989" x="7264400" y="4198938"/>
          <p14:tracePt t="85014" x="7264400" y="4216400"/>
          <p14:tracePt t="85022" x="7264400" y="4233863"/>
          <p14:tracePt t="85030" x="7264400" y="4249738"/>
          <p14:tracePt t="85038" x="7264400" y="4259263"/>
          <p14:tracePt t="85047" x="7264400" y="4292600"/>
          <p14:tracePt t="85055" x="7264400" y="4310063"/>
          <p14:tracePt t="85063" x="7264400" y="4318000"/>
          <p14:tracePt t="85071" x="7264400" y="4368800"/>
          <p14:tracePt t="85079" x="7264400" y="4394200"/>
          <p14:tracePt t="85088" x="7264400" y="4411663"/>
          <p14:tracePt t="85096" x="7256463" y="4452938"/>
          <p14:tracePt t="85104" x="7239000" y="4487863"/>
          <p14:tracePt t="85112" x="7221538" y="4521200"/>
          <p14:tracePt t="85120" x="7205663" y="4564063"/>
          <p14:tracePt t="85128" x="7188200" y="4589463"/>
          <p14:tracePt t="85137" x="7180263" y="4622800"/>
          <p14:tracePt t="85145" x="7162800" y="4640263"/>
          <p14:tracePt t="85153" x="7129463" y="4665663"/>
          <p14:tracePt t="85161" x="7119938" y="4681538"/>
          <p14:tracePt t="85170" x="7104063" y="4699000"/>
          <p14:tracePt t="85178" x="7069138" y="4699000"/>
          <p14:tracePt t="85186" x="7069138" y="4716463"/>
          <p14:tracePt t="85194" x="7043738" y="4716463"/>
          <p14:tracePt t="85203" x="7010400" y="4724400"/>
          <p14:tracePt t="85211" x="6992938" y="4724400"/>
          <p14:tracePt t="85219" x="6967538" y="4724400"/>
          <p14:tracePt t="85227" x="6951663" y="4724400"/>
          <p14:tracePt t="85235" x="6926263" y="4724400"/>
          <p14:tracePt t="85244" x="6875463" y="4724400"/>
          <p14:tracePt t="85252" x="6858000" y="4724400"/>
          <p14:tracePt t="85261" x="6815138" y="4716463"/>
          <p14:tracePt t="85268" x="6789738" y="4699000"/>
          <p14:tracePt t="85278" x="6738938" y="4681538"/>
          <p14:tracePt t="85284" x="6713538" y="4665663"/>
          <p14:tracePt t="85294" x="6697663" y="4665663"/>
          <p14:tracePt t="85301" x="6662738" y="4648200"/>
          <p14:tracePt t="85310" x="6654800" y="4640263"/>
          <p14:tracePt t="85317" x="6637338" y="4640263"/>
          <p14:tracePt t="85326" x="6621463" y="4640263"/>
          <p14:tracePt t="85342" x="6604000" y="4640263"/>
          <p14:tracePt t="85538" x="6604000" y="4648200"/>
          <p14:tracePt t="85620" x="6604000" y="4665663"/>
          <p14:tracePt t="86268" x="6604000" y="4681538"/>
          <p14:tracePt t="86292" x="6621463" y="4681538"/>
          <p14:tracePt t="86341" x="6621463" y="4699000"/>
          <p14:tracePt t="86440" x="6621463" y="4716463"/>
          <p14:tracePt t="86472" x="6621463" y="4724400"/>
          <p14:tracePt t="86505" x="6621463" y="4741863"/>
          <p14:tracePt t="86521" x="6621463" y="4757738"/>
          <p14:tracePt t="86538" x="6621463" y="4775200"/>
          <p14:tracePt t="86579" x="6621463" y="4783138"/>
          <p14:tracePt t="87046" x="6621463" y="4800600"/>
          <p14:tracePt t="87226" x="6621463" y="4818063"/>
          <p14:tracePt t="87244" x="6637338" y="4818063"/>
          <p14:tracePt t="87882" x="6637338" y="4876800"/>
          <p14:tracePt t="87890" x="6621463" y="4935538"/>
          <p14:tracePt t="87898" x="6502400" y="5105400"/>
          <p14:tracePt t="87906" x="6350000" y="5249863"/>
          <p14:tracePt t="87915" x="6189663" y="5418138"/>
          <p14:tracePt t="87923" x="5926138" y="5638800"/>
          <p14:tracePt t="87931" x="5646738" y="5884863"/>
          <p14:tracePt t="87939" x="5265738" y="6138863"/>
          <p14:tracePt t="87947" x="4732338" y="6451600"/>
          <p14:tracePt t="87956" x="4351338" y="6629400"/>
          <p14:tracePt t="90317" x="3284538" y="6705600"/>
          <p14:tracePt t="90329" x="3421063" y="6570663"/>
          <p14:tracePt t="90337" x="3556000" y="6426200"/>
          <p14:tracePt t="90347" x="3690938" y="6256338"/>
          <p14:tracePt t="90348" x="3827463" y="6138863"/>
          <p14:tracePt t="90357" x="3979863" y="6002338"/>
          <p14:tracePt t="90365" x="4114800" y="5834063"/>
          <p14:tracePt t="90373" x="4275138" y="5715000"/>
          <p14:tracePt t="90381" x="4445000" y="5580063"/>
          <p14:tracePt t="90389" x="4564063" y="5478463"/>
          <p14:tracePt t="90397" x="4622800" y="5418138"/>
          <p14:tracePt t="90405" x="4716463" y="5341938"/>
          <p14:tracePt t="90414" x="4833938" y="5265738"/>
          <p14:tracePt t="90422" x="4927600" y="5207000"/>
          <p14:tracePt t="90430" x="5029200" y="5148263"/>
          <p14:tracePt t="90438" x="5122863" y="5087938"/>
          <p14:tracePt t="90447" x="5181600" y="5046663"/>
          <p14:tracePt t="90455" x="5257800" y="5011738"/>
          <p14:tracePt t="90463" x="5316538" y="4970463"/>
          <p14:tracePt t="90471" x="5376863" y="4953000"/>
          <p14:tracePt t="90479" x="5435600" y="4935538"/>
          <p14:tracePt t="90487" x="5468938" y="4919663"/>
          <p14:tracePt t="90496" x="5511800" y="4910138"/>
          <p14:tracePt t="90504" x="5537200" y="4910138"/>
          <p14:tracePt t="90512" x="5588000" y="4894263"/>
          <p14:tracePt t="90520" x="5595938" y="4894263"/>
          <p14:tracePt t="90528" x="5630863" y="4876800"/>
          <p14:tracePt t="90537" x="5664200" y="4876800"/>
          <p14:tracePt t="90545" x="5689600" y="4876800"/>
          <p14:tracePt t="90553" x="5722938" y="4859338"/>
          <p14:tracePt t="90561" x="5732463" y="4859338"/>
          <p14:tracePt t="90569" x="5765800" y="4859338"/>
          <p14:tracePt t="90578" x="5799138" y="4843463"/>
          <p14:tracePt t="90586" x="5824538" y="4843463"/>
          <p14:tracePt t="90595" x="5859463" y="4843463"/>
          <p14:tracePt t="90602" x="5884863" y="4818063"/>
          <p14:tracePt t="90611" x="5918200" y="4818063"/>
          <p14:tracePt t="90619" x="5961063" y="4800600"/>
          <p14:tracePt t="90628" x="5994400" y="4783138"/>
          <p14:tracePt t="90635" x="6037263" y="4775200"/>
          <p14:tracePt t="90644" x="6053138" y="4757738"/>
          <p14:tracePt t="90651" x="6096000" y="4757738"/>
          <p14:tracePt t="90661" x="6129338" y="4741863"/>
          <p14:tracePt t="90668" x="6154738" y="4724400"/>
          <p14:tracePt t="90678" x="6197600" y="4724400"/>
          <p14:tracePt t="90684" x="6230938" y="4724400"/>
          <p14:tracePt t="90694" x="6265863" y="4716463"/>
          <p14:tracePt t="90700" x="6273800" y="4716463"/>
          <p14:tracePt t="90711" x="6324600" y="4716463"/>
          <p14:tracePt t="90717" x="6332538" y="4716463"/>
          <p14:tracePt t="90728" x="6367463" y="4716463"/>
          <p14:tracePt t="90733" x="6392863" y="4716463"/>
          <p14:tracePt t="90745" x="6408738" y="4716463"/>
          <p14:tracePt t="90750" x="6443663" y="4716463"/>
          <p14:tracePt t="90761" x="6459538" y="4716463"/>
          <p14:tracePt t="90774" x="6469063" y="4716463"/>
          <p14:tracePt t="90783" x="6484938" y="4716463"/>
          <p14:tracePt t="90791" x="6502400" y="4716463"/>
          <p14:tracePt t="90807" x="6519863" y="4716463"/>
          <p14:tracePt t="90856" x="6527800" y="4716463"/>
          <p14:tracePt t="90889" x="6527800" y="4724400"/>
          <p14:tracePt t="90922" x="6545263" y="4741863"/>
          <p14:tracePt t="90954" x="6561138" y="4757738"/>
          <p14:tracePt t="90979" x="6578600" y="4775200"/>
          <p14:tracePt t="90987" x="6578600" y="4783138"/>
          <p14:tracePt t="91004" x="6596063" y="4800600"/>
          <p14:tracePt t="91012" x="6596063" y="4818063"/>
          <p14:tracePt t="91020" x="6604000" y="4833938"/>
          <p14:tracePt t="91028" x="6604000" y="4843463"/>
          <p14:tracePt t="91045" x="6621463" y="4859338"/>
          <p14:tracePt t="91061" x="6621463" y="4876800"/>
          <p14:tracePt t="91078" x="6621463" y="4894263"/>
          <p14:tracePt t="91102" x="6621463" y="4910138"/>
          <p14:tracePt t="91118" x="6621463" y="4919663"/>
          <p14:tracePt t="91127" x="6621463" y="4935538"/>
          <p14:tracePt t="91144" x="6621463" y="4953000"/>
          <p14:tracePt t="91151" x="6621463" y="4970463"/>
          <p14:tracePt t="91167" x="6621463" y="4978400"/>
          <p14:tracePt t="91178" x="6621463" y="4995863"/>
          <p14:tracePt t="91193" x="6621463" y="5011738"/>
          <p14:tracePt t="91200" x="6621463" y="5029200"/>
          <p14:tracePt t="91217" x="6604000" y="5046663"/>
          <p14:tracePt t="91225" x="6604000" y="5054600"/>
          <p14:tracePt t="91233" x="6596063" y="5072063"/>
          <p14:tracePt t="91241" x="6596063" y="5105400"/>
          <p14:tracePt t="91249" x="6578600" y="5105400"/>
          <p14:tracePt t="91258" x="6578600" y="5113338"/>
          <p14:tracePt t="91266" x="6561138" y="5130800"/>
          <p14:tracePt t="91274" x="6561138" y="5164138"/>
          <p14:tracePt t="91282" x="6545263" y="5164138"/>
          <p14:tracePt t="91291" x="6527800" y="5189538"/>
          <p14:tracePt t="91307" x="6519863" y="5207000"/>
          <p14:tracePt t="91315" x="6502400" y="5224463"/>
          <p14:tracePt t="91323" x="6502400" y="5249863"/>
          <p14:tracePt t="91331" x="6484938" y="5265738"/>
          <p14:tracePt t="91339" x="6469063" y="5265738"/>
          <p14:tracePt t="91347" x="6469063" y="5283200"/>
          <p14:tracePt t="91356" x="6459538" y="5308600"/>
          <p14:tracePt t="91364" x="6443663" y="5308600"/>
          <p14:tracePt t="91372" x="6443663" y="5326063"/>
          <p14:tracePt t="91381" x="6443663" y="5341938"/>
          <p14:tracePt t="91389" x="6426200" y="5359400"/>
          <p14:tracePt t="91405" x="6408738" y="5376863"/>
          <p14:tracePt t="91421" x="6408738" y="5384800"/>
          <p14:tracePt t="91430" x="6392863" y="5384800"/>
          <p14:tracePt t="91438" x="6392863" y="5402263"/>
          <p14:tracePt t="91446" x="6392863" y="5418138"/>
          <p14:tracePt t="91454" x="6383338" y="5418138"/>
          <p14:tracePt t="91463" x="6383338" y="5435600"/>
          <p14:tracePt t="91471" x="6367463" y="5443538"/>
          <p14:tracePt t="91479" x="6367463" y="5461000"/>
          <p14:tracePt t="91495" x="6350000" y="5478463"/>
          <p14:tracePt t="91512" x="6350000" y="5494338"/>
          <p14:tracePt t="91520" x="6332538" y="5494338"/>
          <p14:tracePt t="91536" x="6332538" y="5503863"/>
          <p14:tracePt t="91561" x="6324600" y="5503863"/>
          <p14:tracePt t="96462" x="6324600" y="5519738"/>
          <p14:tracePt t="96470" x="6248400" y="5595938"/>
          <p14:tracePt t="96479" x="6189663" y="5638800"/>
          <p14:tracePt t="96487" x="6113463" y="5707063"/>
          <p14:tracePt t="96495" x="6002338" y="5748338"/>
          <p14:tracePt t="96503" x="5884863" y="5791200"/>
          <p14:tracePt t="96512" x="5748338" y="5834063"/>
          <p14:tracePt t="96520" x="5613400" y="5884863"/>
          <p14:tracePt t="96528" x="5300663" y="5961063"/>
          <p14:tracePt t="96536" x="4757738" y="6121400"/>
          <p14:tracePt t="96545" x="4386263" y="6197600"/>
          <p14:tracePt t="96553" x="4191000" y="6230938"/>
          <p14:tracePt t="96561" x="3810000" y="6273800"/>
          <p14:tracePt t="96569" x="3454400" y="6299200"/>
          <p14:tracePt t="96578" x="3124200" y="6332538"/>
          <p14:tracePt t="96585" x="2878138" y="6350000"/>
          <p14:tracePt t="96594" x="2641600" y="6350000"/>
          <p14:tracePt t="96602" x="2489200" y="6350000"/>
          <p14:tracePt t="96611" x="2405063" y="6350000"/>
          <p14:tracePt t="96618" x="2286000" y="6350000"/>
          <p14:tracePt t="96628" x="2151063" y="6350000"/>
          <p14:tracePt t="96634" x="2039938" y="6350000"/>
          <p14:tracePt t="96644" x="1963738" y="6332538"/>
          <p14:tracePt t="96650" x="1887538" y="6316663"/>
          <p14:tracePt t="96661" x="1828800" y="6316663"/>
          <p14:tracePt t="96667" x="1770063" y="6316663"/>
          <p14:tracePt t="96677" x="1709738" y="6299200"/>
          <p14:tracePt t="96684" x="1684338" y="6291263"/>
          <p14:tracePt t="96692" x="1633538" y="6291263"/>
          <p14:tracePt t="96700" x="1608138" y="6291263"/>
          <p14:tracePt t="96708" x="1549400" y="6273800"/>
          <p14:tracePt t="96716" x="1498600" y="6256338"/>
          <p14:tracePt t="96725" x="1439863" y="6240463"/>
          <p14:tracePt t="96733" x="1397000" y="6240463"/>
          <p14:tracePt t="96741" x="1303338" y="6240463"/>
          <p14:tracePt t="96749" x="1262063" y="6230938"/>
          <p14:tracePt t="96758" x="1168400" y="6215063"/>
          <p14:tracePt t="96766" x="1092200" y="6197600"/>
          <p14:tracePt t="96774" x="1023938" y="6180138"/>
          <p14:tracePt t="96782" x="947738" y="6180138"/>
          <p14:tracePt t="96790" x="889000" y="6164263"/>
          <p14:tracePt t="96798" x="812800" y="6154738"/>
          <p14:tracePt t="96806" x="754063" y="6121400"/>
          <p14:tracePt t="96815" x="693738" y="6103938"/>
          <p14:tracePt t="96823" x="642938" y="6078538"/>
          <p14:tracePt t="96831" x="601663" y="6037263"/>
          <p14:tracePt t="96839" x="558800" y="6002338"/>
          <p14:tracePt t="96848" x="508000" y="5969000"/>
          <p14:tracePt t="96855" x="482600" y="5926138"/>
          <p14:tracePt t="96864" x="449263" y="5900738"/>
          <p14:tracePt t="96872" x="431800" y="5867400"/>
          <p14:tracePt t="96881" x="423863" y="5849938"/>
          <p14:tracePt t="96889" x="406400" y="5834063"/>
          <p14:tracePt t="96897" x="406400" y="5824538"/>
          <p14:tracePt t="96905" x="388938" y="5808663"/>
          <p14:tracePt t="96913" x="388938" y="5791200"/>
          <p14:tracePt t="96922" x="373063" y="5773738"/>
          <p14:tracePt t="96938" x="373063" y="5765800"/>
          <p14:tracePt t="96946" x="373063" y="5748338"/>
          <p14:tracePt t="96954" x="373063" y="5732463"/>
          <p14:tracePt t="96962" x="373063" y="5715000"/>
          <p14:tracePt t="96970" x="373063" y="5689600"/>
          <p14:tracePt t="96987" x="373063" y="5672138"/>
          <p14:tracePt t="96995" x="373063" y="5656263"/>
          <p14:tracePt t="97003" x="373063" y="5638800"/>
          <p14:tracePt t="97011" x="373063" y="5630863"/>
          <p14:tracePt t="97020" x="423863" y="5595938"/>
          <p14:tracePt t="97028" x="465138" y="5570538"/>
          <p14:tracePt t="97036" x="525463" y="5519738"/>
          <p14:tracePt t="97044" x="584200" y="5494338"/>
          <p14:tracePt t="97052" x="660400" y="5461000"/>
          <p14:tracePt t="97061" x="762000" y="5418138"/>
          <p14:tracePt t="97069" x="896938" y="5384800"/>
          <p14:tracePt t="97078" x="1092200" y="5376863"/>
          <p14:tracePt t="97085" x="1295400" y="5326063"/>
          <p14:tracePt t="97094" x="1531938" y="5308600"/>
          <p14:tracePt t="97101" x="1803400" y="5283200"/>
          <p14:tracePt t="97111" x="2344738" y="5283200"/>
          <p14:tracePt t="97118" x="2760663" y="5283200"/>
          <p14:tracePt t="97128" x="3200400" y="5283200"/>
          <p14:tracePt t="97134" x="3395663" y="5283200"/>
          <p14:tracePt t="97144" x="3767138" y="5283200"/>
          <p14:tracePt t="97151" x="4503738" y="5283200"/>
          <p14:tracePt t="97160" x="4927600" y="5376863"/>
          <p14:tracePt t="97167" x="5164138" y="5418138"/>
          <p14:tracePt t="97177" x="5588000" y="5494338"/>
          <p14:tracePt t="97183" x="6019800" y="5554663"/>
          <p14:tracePt t="97193" x="6392863" y="5613400"/>
          <p14:tracePt t="97200" x="6756400" y="5656263"/>
          <p14:tracePt t="97208" x="7069138" y="5715000"/>
          <p14:tracePt t="97216" x="7358063" y="5732463"/>
          <p14:tracePt t="97224" x="7645400" y="5765800"/>
          <p14:tracePt t="97233" x="7840663" y="5773738"/>
          <p14:tracePt t="97241" x="7916863" y="5791200"/>
          <p14:tracePt t="97249" x="8229600" y="5791200"/>
          <p14:tracePt t="97258" x="8364538" y="5791200"/>
          <p14:tracePt t="97265" x="8526463" y="5791200"/>
          <p14:tracePt t="97274" x="8585200" y="5791200"/>
          <p14:tracePt t="97282" x="8678863" y="5791200"/>
          <p14:tracePt t="97290" x="8780463" y="5791200"/>
          <p14:tracePt t="97298" x="8872538" y="5791200"/>
          <p14:tracePt t="97306" x="8948738" y="5791200"/>
          <p14:tracePt t="97315" x="9024938" y="5791200"/>
          <p14:tracePt t="97323" x="9085263" y="5791200"/>
          <p14:tracePt t="97331" x="9126538" y="5773738"/>
          <p14:tracePt t="97339" x="9177338" y="5773738"/>
          <p14:tracePt t="97347" x="9220200" y="5773738"/>
          <p14:tracePt t="97356" x="9237663" y="5773738"/>
          <p14:tracePt t="97363" x="9278938" y="5773738"/>
          <p14:tracePt t="97372" x="9296400" y="5773738"/>
          <p14:tracePt t="97380" x="9321800" y="5773738"/>
          <p14:tracePt t="97388" x="9339263" y="5773738"/>
          <p14:tracePt t="97396" x="9355138" y="5773738"/>
          <p14:tracePt t="97405" x="9380538" y="5773738"/>
          <p14:tracePt t="97413" x="9398000" y="5773738"/>
          <p14:tracePt t="97421" x="9415463" y="5773738"/>
          <p14:tracePt t="97429" x="9431338" y="5773738"/>
          <p14:tracePt t="97462" x="9440863" y="5773738"/>
          <p14:tracePt t="97486" x="9440863" y="5791200"/>
          <p14:tracePt t="97503" x="9456738" y="5791200"/>
          <p14:tracePt t="97667" x="9440863" y="5791200"/>
          <p14:tracePt t="97691" x="9431338" y="5791200"/>
          <p14:tracePt t="97700" x="9431338" y="5808663"/>
          <p14:tracePt t="97708" x="9415463" y="5808663"/>
          <p14:tracePt t="97733" x="9398000" y="5808663"/>
          <p14:tracePt t="97757" x="9380538" y="5808663"/>
          <p14:tracePt t="97798" x="9372600" y="5808663"/>
          <p14:tracePt t="97831" x="9355138" y="5808663"/>
          <p14:tracePt t="97847" x="9339263" y="5808663"/>
          <p14:tracePt t="97864" x="9313863" y="5824538"/>
          <p14:tracePt t="97872" x="9296400" y="5824538"/>
          <p14:tracePt t="97880" x="9245600" y="5834063"/>
          <p14:tracePt t="97888" x="9186863" y="5849938"/>
          <p14:tracePt t="97896" x="9110663" y="5867400"/>
          <p14:tracePt t="97905" x="9009063" y="5900738"/>
          <p14:tracePt t="97913" x="8907463" y="5943600"/>
          <p14:tracePt t="97921" x="8770938" y="5986463"/>
          <p14:tracePt t="97929" x="8602663" y="6045200"/>
          <p14:tracePt t="97937" x="8382000" y="6138863"/>
          <p14:tracePt t="97946" x="7942263" y="6273800"/>
          <p14:tracePt t="97954" x="7645400" y="6408738"/>
          <p14:tracePt t="97962" x="7264400" y="6545263"/>
          <p14:tracePt t="97970" x="7104063" y="6604000"/>
          <p14:tracePt t="97979" x="6738938" y="6738938"/>
          <p14:tracePt t="97987" x="6408738" y="6840538"/>
        </p14:tracePtLst>
      </p14:laserTrace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62866-2D67-3E1A-4C2C-18E6A99A6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1DA27-509E-A1EC-9408-15EF49926822}"/>
              </a:ext>
            </a:extLst>
          </p:cNvPr>
          <p:cNvSpPr>
            <a:spLocks noGrp="1"/>
          </p:cNvSpPr>
          <p:nvPr>
            <p:ph type="title"/>
          </p:nvPr>
        </p:nvSpPr>
        <p:spPr>
          <a:xfrm>
            <a:off x="609600" y="914401"/>
            <a:ext cx="10972800" cy="535531"/>
          </a:xfrm>
        </p:spPr>
        <p:txBody>
          <a:bodyPr/>
          <a:lstStyle/>
          <a:p>
            <a:r>
              <a:rPr lang="en-KR" dirty="0"/>
              <a:t>Loss function from variational inference</a:t>
            </a:r>
          </a:p>
        </p:txBody>
      </p:sp>
      <p:sp>
        <p:nvSpPr>
          <p:cNvPr id="4" name="Slide Number Placeholder 3">
            <a:extLst>
              <a:ext uri="{FF2B5EF4-FFF2-40B4-BE49-F238E27FC236}">
                <a16:creationId xmlns:a16="http://schemas.microsoft.com/office/drawing/2014/main" id="{1F25EF79-EC4D-BF24-446D-280F07724BCA}"/>
              </a:ext>
            </a:extLst>
          </p:cNvPr>
          <p:cNvSpPr>
            <a:spLocks noGrp="1"/>
          </p:cNvSpPr>
          <p:nvPr>
            <p:ph type="sldNum" sz="quarter" idx="13"/>
          </p:nvPr>
        </p:nvSpPr>
        <p:spPr/>
        <p:txBody>
          <a:bodyPr/>
          <a:lstStyle/>
          <a:p>
            <a:fld id="{EB4B8DE2-A4E8-46E4-8BBF-D75455EFF32C}" type="slidenum">
              <a:rPr lang="en-US" smtClean="0"/>
              <a:pPr/>
              <a:t>22</a:t>
            </a:fld>
            <a:endParaRPr lang="en-US" dirty="0"/>
          </a:p>
        </p:txBody>
      </p:sp>
      <p:sp>
        <p:nvSpPr>
          <p:cNvPr id="5" name="Content Placeholder 4">
            <a:extLst>
              <a:ext uri="{FF2B5EF4-FFF2-40B4-BE49-F238E27FC236}">
                <a16:creationId xmlns:a16="http://schemas.microsoft.com/office/drawing/2014/main" id="{DCEC1834-FD79-0B80-A346-98189E747BA3}"/>
              </a:ext>
            </a:extLst>
          </p:cNvPr>
          <p:cNvSpPr>
            <a:spLocks noGrp="1"/>
          </p:cNvSpPr>
          <p:nvPr>
            <p:ph sz="quarter" idx="14"/>
          </p:nvPr>
        </p:nvSpPr>
        <p:spPr/>
        <p:txBody>
          <a:bodyPr/>
          <a:lstStyle/>
          <a:p>
            <a:endParaRPr lang="en-KR" dirty="0"/>
          </a:p>
        </p:txBody>
      </p:sp>
      <p:sp>
        <p:nvSpPr>
          <p:cNvPr id="7" name="Left Brace 6">
            <a:extLst>
              <a:ext uri="{FF2B5EF4-FFF2-40B4-BE49-F238E27FC236}">
                <a16:creationId xmlns:a16="http://schemas.microsoft.com/office/drawing/2014/main" id="{61913BBE-0E63-F49D-1DCB-D40E4CB1F717}"/>
              </a:ext>
            </a:extLst>
          </p:cNvPr>
          <p:cNvSpPr/>
          <p:nvPr/>
        </p:nvSpPr>
        <p:spPr>
          <a:xfrm rot="16200000">
            <a:off x="7099662" y="894805"/>
            <a:ext cx="461554" cy="4306389"/>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10" name="TextBox 9">
            <a:extLst>
              <a:ext uri="{FF2B5EF4-FFF2-40B4-BE49-F238E27FC236}">
                <a16:creationId xmlns:a16="http://schemas.microsoft.com/office/drawing/2014/main" id="{C7214555-649B-1E3A-E477-AF46BFDF9A30}"/>
              </a:ext>
            </a:extLst>
          </p:cNvPr>
          <p:cNvSpPr txBox="1"/>
          <p:nvPr/>
        </p:nvSpPr>
        <p:spPr>
          <a:xfrm>
            <a:off x="5411645" y="3429000"/>
            <a:ext cx="3837589"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KL divergence between</a:t>
            </a:r>
          </a:p>
          <a:p>
            <a:pPr algn="ctr"/>
            <a:r>
              <a:rPr lang="en-US" dirty="0">
                <a:latin typeface="Pretendard" panose="02000503000000020004" pitchFamily="2" charset="-127"/>
                <a:ea typeface="Pretendard" panose="02000503000000020004" pitchFamily="2" charset="-127"/>
                <a:cs typeface="Pretendard" panose="02000503000000020004" pitchFamily="2" charset="-127"/>
              </a:rPr>
              <a:t>t</a:t>
            </a:r>
            <a:r>
              <a:rPr lang="en-KR" dirty="0">
                <a:latin typeface="Pretendard" panose="02000503000000020004" pitchFamily="2" charset="-127"/>
                <a:ea typeface="Pretendard" panose="02000503000000020004" pitchFamily="2" charset="-127"/>
                <a:cs typeface="Pretendard" panose="02000503000000020004" pitchFamily="2" charset="-127"/>
              </a:rPr>
              <a:t>he forward posterior and the model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16A74F-5C02-44E4-C92F-D44F34AB0DDB}"/>
                  </a:ext>
                </a:extLst>
              </p:cNvPr>
              <p:cNvSpPr txBox="1"/>
              <p:nvPr/>
            </p:nvSpPr>
            <p:spPr>
              <a:xfrm>
                <a:off x="2670250" y="2629866"/>
                <a:ext cx="31136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𝑇</m:t>
                          </m:r>
                        </m:sub>
                      </m:sSub>
                    </m:oMath>
                  </m:oMathPara>
                </a14:m>
                <a:endParaRPr lang="en-KR" dirty="0" err="1"/>
              </a:p>
            </p:txBody>
          </p:sp>
        </mc:Choice>
        <mc:Fallback xmlns="">
          <p:sp>
            <p:nvSpPr>
              <p:cNvPr id="9" name="TextBox 8">
                <a:extLst>
                  <a:ext uri="{FF2B5EF4-FFF2-40B4-BE49-F238E27FC236}">
                    <a16:creationId xmlns:a16="http://schemas.microsoft.com/office/drawing/2014/main" id="{E316A74F-5C02-44E4-C92F-D44F34AB0DDB}"/>
                  </a:ext>
                </a:extLst>
              </p:cNvPr>
              <p:cNvSpPr txBox="1">
                <a:spLocks noRot="1" noChangeAspect="1" noMove="1" noResize="1" noEditPoints="1" noAdjustHandles="1" noChangeArrowheads="1" noChangeShapeType="1" noTextEdit="1"/>
              </p:cNvSpPr>
              <p:nvPr/>
            </p:nvSpPr>
            <p:spPr>
              <a:xfrm>
                <a:off x="2670250" y="2629866"/>
                <a:ext cx="311367" cy="369332"/>
              </a:xfrm>
              <a:prstGeom prst="rect">
                <a:avLst/>
              </a:prstGeom>
              <a:blipFill>
                <a:blip r:embed="rId6"/>
                <a:stretch>
                  <a:fillRect l="-16000" r="-4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A462D65-8137-6162-34B5-F6AB6363BCDE}"/>
                  </a:ext>
                </a:extLst>
              </p:cNvPr>
              <p:cNvSpPr txBox="1"/>
              <p:nvPr/>
            </p:nvSpPr>
            <p:spPr>
              <a:xfrm>
                <a:off x="7096375" y="2629866"/>
                <a:ext cx="491738"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KR" dirty="0" err="1"/>
              </a:p>
            </p:txBody>
          </p:sp>
        </mc:Choice>
        <mc:Fallback xmlns="">
          <p:sp>
            <p:nvSpPr>
              <p:cNvPr id="11" name="TextBox 10">
                <a:extLst>
                  <a:ext uri="{FF2B5EF4-FFF2-40B4-BE49-F238E27FC236}">
                    <a16:creationId xmlns:a16="http://schemas.microsoft.com/office/drawing/2014/main" id="{4A462D65-8137-6162-34B5-F6AB6363BCDE}"/>
                  </a:ext>
                </a:extLst>
              </p:cNvPr>
              <p:cNvSpPr txBox="1">
                <a:spLocks noRot="1" noChangeAspect="1" noMove="1" noResize="1" noEditPoints="1" noAdjustHandles="1" noChangeArrowheads="1" noChangeShapeType="1" noTextEdit="1"/>
              </p:cNvSpPr>
              <p:nvPr/>
            </p:nvSpPr>
            <p:spPr>
              <a:xfrm>
                <a:off x="7096375" y="2629866"/>
                <a:ext cx="491738" cy="369332"/>
              </a:xfrm>
              <a:prstGeom prst="rect">
                <a:avLst/>
              </a:prstGeom>
              <a:blipFill>
                <a:blip r:embed="rId7"/>
                <a:stretch>
                  <a:fillRect l="-10000" r="-25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576C82-7E5E-97A2-6A4B-51D4CB215A19}"/>
                  </a:ext>
                </a:extLst>
              </p:cNvPr>
              <p:cNvSpPr txBox="1"/>
              <p:nvPr/>
            </p:nvSpPr>
            <p:spPr>
              <a:xfrm>
                <a:off x="10453531" y="2629866"/>
                <a:ext cx="291683"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oMath>
                  </m:oMathPara>
                </a14:m>
                <a:endParaRPr lang="en-KR" dirty="0" err="1"/>
              </a:p>
            </p:txBody>
          </p:sp>
        </mc:Choice>
        <mc:Fallback xmlns="">
          <p:sp>
            <p:nvSpPr>
              <p:cNvPr id="12" name="TextBox 11">
                <a:extLst>
                  <a:ext uri="{FF2B5EF4-FFF2-40B4-BE49-F238E27FC236}">
                    <a16:creationId xmlns:a16="http://schemas.microsoft.com/office/drawing/2014/main" id="{83576C82-7E5E-97A2-6A4B-51D4CB215A19}"/>
                  </a:ext>
                </a:extLst>
              </p:cNvPr>
              <p:cNvSpPr txBox="1">
                <a:spLocks noRot="1" noChangeAspect="1" noMove="1" noResize="1" noEditPoints="1" noAdjustHandles="1" noChangeArrowheads="1" noChangeShapeType="1" noTextEdit="1"/>
              </p:cNvSpPr>
              <p:nvPr/>
            </p:nvSpPr>
            <p:spPr>
              <a:xfrm>
                <a:off x="10453531" y="2629866"/>
                <a:ext cx="291683" cy="369332"/>
              </a:xfrm>
              <a:prstGeom prst="rect">
                <a:avLst/>
              </a:prstGeom>
              <a:blipFill>
                <a:blip r:embed="rId8"/>
                <a:stretch>
                  <a:fillRect l="-16667" r="-416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5498497-CC18-E79D-F977-E2F50275CEE9}"/>
                  </a:ext>
                </a:extLst>
              </p:cNvPr>
              <p:cNvSpPr txBox="1"/>
              <p:nvPr/>
            </p:nvSpPr>
            <p:spPr>
              <a:xfrm>
                <a:off x="5251174" y="5160917"/>
                <a:ext cx="4182171" cy="646331"/>
              </a:xfrm>
              <a:prstGeom prst="rect">
                <a:avLst/>
              </a:prstGeom>
              <a:noFill/>
            </p:spPr>
            <p:txBody>
              <a:bodyPr wrap="none" lIns="0" rIns="0" rtlCol="0">
                <a:spAutoFit/>
              </a:bodyPr>
              <a:lstStyle/>
              <a:p>
                <a:pPr marL="342900" indent="-342900" algn="ctr">
                  <a:buAutoNum type="arabicParenR"/>
                </a:pPr>
                <a:r>
                  <a:rPr lang="en-KR" b="1" dirty="0">
                    <a:latin typeface="Pretendard" panose="02000503000000020004" pitchFamily="2" charset="-127"/>
                    <a:ea typeface="Pretendard" panose="02000503000000020004" pitchFamily="2" charset="-127"/>
                    <a:cs typeface="Pretendard" panose="02000503000000020004" pitchFamily="2" charset="-127"/>
                  </a:rPr>
                  <a:t>What is the posterior </a:t>
                </a:r>
                <a14:m>
                  <m:oMath xmlns:m="http://schemas.openxmlformats.org/officeDocument/2006/math">
                    <m:r>
                      <a:rPr lang="en-US" b="1" i="1">
                        <a:latin typeface="Cambria Math" panose="02040503050406030204" pitchFamily="18" charset="0"/>
                        <a:ea typeface="Cambria Math" panose="02040503050406030204" pitchFamily="18" charset="0"/>
                      </a:rPr>
                      <m:t>𝒒</m:t>
                    </m:r>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𝒕</m:t>
                            </m:r>
                            <m:r>
                              <a:rPr lang="en-US" b="1"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𝟏</m:t>
                            </m:r>
                          </m:sub>
                        </m:sSub>
                      </m:e>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𝒕</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1" i="1">
                                <a:latin typeface="Cambria Math" panose="02040503050406030204" pitchFamily="18" charset="0"/>
                                <a:ea typeface="Cambria Math" panose="02040503050406030204" pitchFamily="18" charset="0"/>
                              </a:rPr>
                              <m:t>𝟎</m:t>
                            </m:r>
                          </m:sub>
                        </m:sSub>
                      </m:e>
                    </m:d>
                  </m:oMath>
                </a14:m>
                <a:r>
                  <a:rPr lang="en-KR" b="1" dirty="0">
                    <a:latin typeface="Pretendard" panose="02000503000000020004" pitchFamily="2" charset="-127"/>
                    <a:ea typeface="Pretendard" panose="02000503000000020004" pitchFamily="2" charset="-127"/>
                    <a:cs typeface="Pretendard" panose="02000503000000020004" pitchFamily="2" charset="-127"/>
                  </a:rPr>
                  <a:t>?</a:t>
                </a:r>
              </a:p>
              <a:p>
                <a:pPr marL="342900" indent="-342900" algn="ctr">
                  <a:buAutoNum type="arabicParenR"/>
                </a:pPr>
                <a:r>
                  <a:rPr lang="en-KR" dirty="0">
                    <a:latin typeface="Pretendard" panose="02000503000000020004" pitchFamily="2" charset="-127"/>
                    <a:ea typeface="Pretendard" panose="02000503000000020004" pitchFamily="2" charset="-127"/>
                    <a:cs typeface="Pretendard" panose="02000503000000020004" pitchFamily="2" charset="-127"/>
                  </a:rPr>
                  <a:t>What is the model </a:t>
                </a:r>
                <a14:m>
                  <m:oMath xmlns:m="http://schemas.openxmlformats.org/officeDocument/2006/math">
                    <m:sSub>
                      <m:sSubPr>
                        <m:ctrlPr>
                          <a:rPr lang="en-US" i="1">
                            <a:latin typeface="Cambria Math" panose="02040503050406030204" pitchFamily="18" charset="0"/>
                          </a:rPr>
                        </m:ctrlPr>
                      </m:sSubPr>
                      <m:e>
                        <m:r>
                          <a:rPr lang="en-US" b="0" i="1">
                            <a:latin typeface="Cambria Math" panose="02040503050406030204" pitchFamily="18" charset="0"/>
                          </a:rPr>
                          <m:t>𝑝</m:t>
                        </m:r>
                      </m:e>
                      <m:sub>
                        <m:r>
                          <a:rPr lang="en-US" b="0"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𝑡</m:t>
                            </m:r>
                            <m:r>
                              <a:rPr lang="en-US" b="0" i="1">
                                <a:latin typeface="Cambria Math" panose="02040503050406030204" pitchFamily="18" charset="0"/>
                              </a:rPr>
                              <m:t>−1</m:t>
                            </m:r>
                          </m:sub>
                        </m:sSub>
                      </m:e>
                      <m:e>
                        <m:sSub>
                          <m:sSubPr>
                            <m:ctrlPr>
                              <a:rPr lang="en-US"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𝑡</m:t>
                            </m:r>
                          </m:sub>
                        </m:sSub>
                      </m:e>
                    </m:d>
                  </m:oMath>
                </a14:m>
                <a:r>
                  <a:rPr lang="en-KR" dirty="0">
                    <a:latin typeface="Pretendard" panose="02000503000000020004" pitchFamily="2" charset="-127"/>
                    <a:ea typeface="Pretendard" panose="02000503000000020004" pitchFamily="2" charset="-127"/>
                    <a:cs typeface="Pretendard" panose="02000503000000020004" pitchFamily="2" charset="-127"/>
                  </a:rPr>
                  <a:t>?</a:t>
                </a:r>
              </a:p>
            </p:txBody>
          </p:sp>
        </mc:Choice>
        <mc:Fallback xmlns="">
          <p:sp>
            <p:nvSpPr>
              <p:cNvPr id="14" name="TextBox 13">
                <a:extLst>
                  <a:ext uri="{FF2B5EF4-FFF2-40B4-BE49-F238E27FC236}">
                    <a16:creationId xmlns:a16="http://schemas.microsoft.com/office/drawing/2014/main" id="{55498497-CC18-E79D-F977-E2F50275CEE9}"/>
                  </a:ext>
                </a:extLst>
              </p:cNvPr>
              <p:cNvSpPr txBox="1">
                <a:spLocks noRot="1" noChangeAspect="1" noMove="1" noResize="1" noEditPoints="1" noAdjustHandles="1" noChangeArrowheads="1" noChangeShapeType="1" noTextEdit="1"/>
              </p:cNvSpPr>
              <p:nvPr/>
            </p:nvSpPr>
            <p:spPr>
              <a:xfrm>
                <a:off x="5251174" y="5160917"/>
                <a:ext cx="4182171" cy="646331"/>
              </a:xfrm>
              <a:prstGeom prst="rect">
                <a:avLst/>
              </a:prstGeom>
              <a:blipFill>
                <a:blip r:embed="rId9"/>
                <a:stretch>
                  <a:fillRect l="-2727" t="-3846" r="-3030" b="-13462"/>
                </a:stretch>
              </a:blipFill>
            </p:spPr>
            <p:txBody>
              <a:bodyPr/>
              <a:lstStyle/>
              <a:p>
                <a:r>
                  <a:rPr lang="en-KR">
                    <a:noFill/>
                  </a:rPr>
                  <a:t> </a:t>
                </a:r>
              </a:p>
            </p:txBody>
          </p:sp>
        </mc:Fallback>
      </mc:AlternateContent>
      <p:cxnSp>
        <p:nvCxnSpPr>
          <p:cNvPr id="16" name="Straight Arrow Connector 15">
            <a:extLst>
              <a:ext uri="{FF2B5EF4-FFF2-40B4-BE49-F238E27FC236}">
                <a16:creationId xmlns:a16="http://schemas.microsoft.com/office/drawing/2014/main" id="{CF573EF7-0699-3A85-7C09-EE3F9F8410A1}"/>
              </a:ext>
            </a:extLst>
          </p:cNvPr>
          <p:cNvCxnSpPr>
            <a:cxnSpLocks/>
            <a:stCxn id="10" idx="2"/>
            <a:endCxn id="14" idx="0"/>
          </p:cNvCxnSpPr>
          <p:nvPr/>
        </p:nvCxnSpPr>
        <p:spPr>
          <a:xfrm>
            <a:off x="7330440" y="4075331"/>
            <a:ext cx="11820" cy="1085586"/>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07A777E-150D-1DA0-686E-14AFD1E738BF}"/>
              </a:ext>
            </a:extLst>
          </p:cNvPr>
          <p:cNvCxnSpPr>
            <a:cxnSpLocks/>
          </p:cNvCxnSpPr>
          <p:nvPr/>
        </p:nvCxnSpPr>
        <p:spPr>
          <a:xfrm flipV="1">
            <a:off x="1363222" y="1803042"/>
            <a:ext cx="2925423" cy="767029"/>
          </a:xfrm>
          <a:prstGeom prst="line">
            <a:avLst/>
          </a:prstGeom>
          <a:ln w="28575"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2">
                <a:extLst>
                  <a:ext uri="{FF2B5EF4-FFF2-40B4-BE49-F238E27FC236}">
                    <a16:creationId xmlns:a16="http://schemas.microsoft.com/office/drawing/2014/main" id="{725D841A-EDB1-DAAC-AF77-1184F5932D80}"/>
                  </a:ext>
                </a:extLst>
              </p:cNvPr>
              <p:cNvSpPr txBox="1">
                <a:spLocks/>
              </p:cNvSpPr>
              <p:nvPr/>
            </p:nvSpPr>
            <p:spPr>
              <a:xfrm>
                <a:off x="609600" y="1697083"/>
                <a:ext cx="11295017" cy="1411669"/>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𝑇</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r>
                                <a:rPr lang="en-US" i="1" smtClean="0">
                                  <a:latin typeface="Cambria Math" panose="02040503050406030204" pitchFamily="18" charset="0"/>
                                </a:rPr>
                                <m:t>𝑝</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𝑇</m:t>
                                      </m:r>
                                    </m:sub>
                                  </m:sSub>
                                </m:e>
                              </m:d>
                            </m:e>
                          </m:d>
                          <m:r>
                            <a:rPr lang="en-US" i="1" smtClean="0">
                              <a:latin typeface="Cambria Math" panose="02040503050406030204" pitchFamily="18" charset="0"/>
                              <a:ea typeface="Cambria Math" panose="02040503050406030204" pitchFamily="18" charset="0"/>
                            </a:rPr>
                            <m:t>+ </m:t>
                          </m:r>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𝑇</m:t>
                              </m:r>
                            </m:sup>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−1</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𝜃</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r>
                                            <a:rPr lang="en-US" i="1" smtClean="0">
                                              <a:latin typeface="Cambria Math" panose="02040503050406030204" pitchFamily="18" charset="0"/>
                                            </a:rPr>
                                            <m:t>−1</m:t>
                                          </m:r>
                                        </m:sub>
                                      </m:sSub>
                                    </m:e>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sub>
                                      </m:sSub>
                                    </m:e>
                                  </m:d>
                                </m:e>
                              </m:d>
                            </m:e>
                          </m:nary>
                          <m:r>
                            <a:rPr lang="en-US" i="1" smtClean="0">
                              <a:latin typeface="Cambria Math" panose="02040503050406030204" pitchFamily="18" charset="0"/>
                              <a:ea typeface="Cambria Math" panose="02040503050406030204" pitchFamily="18" charset="0"/>
                            </a:rPr>
                            <m:t>−</m:t>
                          </m:r>
                          <m:func>
                            <m:funcPr>
                              <m:ctrlPr>
                                <a:rPr lang="en-US" i="1" smtClean="0">
                                  <a:latin typeface="Cambria Math" panose="02040503050406030204" pitchFamily="18" charset="0"/>
                                  <a:ea typeface="Cambria Math" panose="02040503050406030204" pitchFamily="18" charset="0"/>
                                </a:rPr>
                              </m:ctrlPr>
                            </m:funcPr>
                            <m:fName>
                              <m:r>
                                <m:rPr>
                                  <m:sty m:val="p"/>
                                </m:rPr>
                                <a:rPr lang="en-US" smtClean="0">
                                  <a:latin typeface="Cambria Math" panose="02040503050406030204" pitchFamily="18" charset="0"/>
                                  <a:ea typeface="Cambria Math" panose="02040503050406030204" pitchFamily="18" charset="0"/>
                                </a:rPr>
                                <m:t>log</m:t>
                              </m:r>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𝑝</m:t>
                                  </m:r>
                                </m:e>
                                <m:sub>
                                  <m:r>
                                    <a:rPr lang="en-US" i="1" smtClean="0">
                                      <a:latin typeface="Cambria Math" panose="02040503050406030204" pitchFamily="18" charset="0"/>
                                      <a:ea typeface="Cambria Math" panose="02040503050406030204" pitchFamily="18" charset="0"/>
                                    </a:rPr>
                                    <m:t>𝜃</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e>
                          </m:func>
                        </m:e>
                      </m:d>
                    </m:oMath>
                  </m:oMathPara>
                </a14:m>
                <a:endParaRPr lang="en-KR" dirty="0"/>
              </a:p>
            </p:txBody>
          </p:sp>
        </mc:Choice>
        <mc:Fallback xmlns="">
          <p:sp>
            <p:nvSpPr>
              <p:cNvPr id="19" name="Text Placeholder 2">
                <a:extLst>
                  <a:ext uri="{FF2B5EF4-FFF2-40B4-BE49-F238E27FC236}">
                    <a16:creationId xmlns:a16="http://schemas.microsoft.com/office/drawing/2014/main" id="{725D841A-EDB1-DAAC-AF77-1184F5932D80}"/>
                  </a:ext>
                </a:extLst>
              </p:cNvPr>
              <p:cNvSpPr txBox="1">
                <a:spLocks noRot="1" noChangeAspect="1" noMove="1" noResize="1" noEditPoints="1" noAdjustHandles="1" noChangeArrowheads="1" noChangeShapeType="1" noTextEdit="1"/>
              </p:cNvSpPr>
              <p:nvPr/>
            </p:nvSpPr>
            <p:spPr>
              <a:xfrm>
                <a:off x="609600" y="1697083"/>
                <a:ext cx="11295017" cy="1411669"/>
              </a:xfrm>
              <a:prstGeom prst="rect">
                <a:avLst/>
              </a:prstGeom>
              <a:blipFill>
                <a:blip r:embed="rId10"/>
                <a:stretch>
                  <a:fillRect l="-337" t="-86607" b="-101786"/>
                </a:stretch>
              </a:blipFill>
            </p:spPr>
            <p:txBody>
              <a:bodyPr/>
              <a:lstStyle/>
              <a:p>
                <a:r>
                  <a:rPr lang="en-KR">
                    <a:noFill/>
                  </a:rPr>
                  <a:t> </a:t>
                </a:r>
              </a:p>
            </p:txBody>
          </p:sp>
        </mc:Fallback>
      </mc:AlternateContent>
      <p:pic>
        <p:nvPicPr>
          <p:cNvPr id="13" name="Audio 12">
            <a:extLst>
              <a:ext uri="{FF2B5EF4-FFF2-40B4-BE49-F238E27FC236}">
                <a16:creationId xmlns:a16="http://schemas.microsoft.com/office/drawing/2014/main" id="{09CCF333-C572-82AE-C950-43A11B03722E}"/>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489822317"/>
      </p:ext>
    </p:extLst>
  </p:cSld>
  <p:clrMapOvr>
    <a:masterClrMapping/>
  </p:clrMapOvr>
  <mc:AlternateContent xmlns:mc="http://schemas.openxmlformats.org/markup-compatibility/2006">
    <mc:Choice xmlns:p14="http://schemas.microsoft.com/office/powerpoint/2010/main" Requires="p14">
      <p:transition spd="slow" p14:dur="2000" advTm="66869"/>
    </mc:Choice>
    <mc:Fallback>
      <p:transition spd="slow" advTm="668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13"/>
                                        </p:tgtEl>
                                      </p:cBhvr>
                                    </p:cmd>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6" fill="hold" display="0">
                  <p:stCondLst>
                    <p:cond delay="indefinite"/>
                  </p:stCondLst>
                  <p:endCondLst>
                    <p:cond evt="onStopAudio" delay="0">
                      <p:tgtEl>
                        <p:sldTgt/>
                      </p:tgtEl>
                    </p:cond>
                  </p:endCondLst>
                </p:cTn>
                <p:tgtEl>
                  <p:spTgt spid="13"/>
                </p:tgtEl>
              </p:cMediaNode>
            </p:audio>
          </p:childTnLst>
        </p:cTn>
      </p:par>
    </p:tnLst>
    <p:bldLst>
      <p:bldP spid="7" grpId="0" animBg="1"/>
      <p:bldP spid="10" grpId="0"/>
      <p:bldP spid="14" grpId="0"/>
    </p:bldLst>
  </p:timing>
  <p:extLst>
    <p:ext uri="{3A86A75C-4F4B-4683-9AE1-C65F6400EC91}">
      <p14:laserTraceLst xmlns:p14="http://schemas.microsoft.com/office/powerpoint/2010/main">
        <p14:tracePtLst>
          <p14:tracePt t="842" x="4310063" y="6426200"/>
          <p14:tracePt t="856" x="4427538" y="6291263"/>
          <p14:tracePt t="858" x="4732338" y="6037263"/>
          <p14:tracePt t="868" x="4986338" y="5765800"/>
          <p14:tracePt t="873" x="5257800" y="5494338"/>
          <p14:tracePt t="883" x="5468938" y="5283200"/>
          <p14:tracePt t="889" x="5689600" y="5029200"/>
          <p14:tracePt t="900" x="5867400" y="4833938"/>
          <p14:tracePt t="906" x="6019800" y="4640263"/>
          <p14:tracePt t="914" x="6154738" y="4427538"/>
          <p14:tracePt t="922" x="6273800" y="4259263"/>
          <p14:tracePt t="931" x="6383338" y="4056063"/>
          <p14:tracePt t="939" x="6484938" y="3868738"/>
          <p14:tracePt t="947" x="6561138" y="3675063"/>
          <p14:tracePt t="955" x="6621463" y="3436938"/>
          <p14:tracePt t="2872" x="6561138" y="3436938"/>
          <p14:tracePt t="2880" x="6502400" y="3436938"/>
          <p14:tracePt t="2889" x="6443663" y="3436938"/>
          <p14:tracePt t="2897" x="6367463" y="3436938"/>
          <p14:tracePt t="2905" x="6172200" y="3436938"/>
          <p14:tracePt t="2913" x="6002338" y="3454400"/>
          <p14:tracePt t="2921" x="5808663" y="3462338"/>
          <p14:tracePt t="2929" x="5570538" y="3462338"/>
          <p14:tracePt t="2938" x="5300663" y="3497263"/>
          <p14:tracePt t="2946" x="5011738" y="3513138"/>
          <p14:tracePt t="2954" x="4741863" y="3538538"/>
          <p14:tracePt t="2962" x="4462463" y="3556000"/>
          <p14:tracePt t="2971" x="4191000" y="3556000"/>
          <p14:tracePt t="2979" x="3903663" y="3556000"/>
          <p14:tracePt t="2987" x="3665538" y="3556000"/>
          <p14:tracePt t="2995" x="3436938" y="3556000"/>
          <p14:tracePt t="3003" x="3225800" y="3556000"/>
          <p14:tracePt t="3011" x="3030538" y="3556000"/>
          <p14:tracePt t="3020" x="2971800" y="3556000"/>
          <p14:tracePt t="3028" x="2852738" y="3556000"/>
          <p14:tracePt t="3036" x="2751138" y="3556000"/>
          <p14:tracePt t="3044" x="2659063" y="3556000"/>
          <p14:tracePt t="3052" x="2616200" y="3556000"/>
          <p14:tracePt t="3061" x="2565400" y="3556000"/>
          <p14:tracePt t="3069" x="2540000" y="3556000"/>
          <p14:tracePt t="3077" x="2522538" y="3556000"/>
          <p14:tracePt t="3085" x="2506663" y="3556000"/>
          <p14:tracePt t="3102" x="2489200" y="3556000"/>
          <p14:tracePt t="3167" x="2481263" y="3556000"/>
          <p14:tracePt t="3250" x="2481263" y="3538538"/>
          <p14:tracePt t="3267" x="2481263" y="3530600"/>
          <p14:tracePt t="3274" x="2481263" y="3462338"/>
          <p14:tracePt t="3285" x="2481263" y="3327400"/>
          <p14:tracePt t="3290" x="2481263" y="3048000"/>
          <p14:tracePt t="3300" x="2540000" y="2684463"/>
          <p14:tracePt t="4445" x="2489200" y="2684463"/>
          <p14:tracePt t="4453" x="2463800" y="2684463"/>
          <p14:tracePt t="4462" x="2405063" y="2684463"/>
          <p14:tracePt t="4470" x="2354263" y="2684463"/>
          <p14:tracePt t="4478" x="2328863" y="2684463"/>
          <p14:tracePt t="4486" x="2286000" y="2684463"/>
          <p14:tracePt t="4494" x="2268538" y="2684463"/>
          <p14:tracePt t="4503" x="2209800" y="2684463"/>
          <p14:tracePt t="4511" x="2151063" y="2684463"/>
          <p14:tracePt t="4519" x="2100263" y="2684463"/>
          <p14:tracePt t="4527" x="2090738" y="2684463"/>
          <p14:tracePt t="4535" x="2039938" y="2684463"/>
          <p14:tracePt t="4544" x="2024063" y="2684463"/>
          <p14:tracePt t="4552" x="2014538" y="2684463"/>
          <p14:tracePt t="4560" x="1998663" y="2684463"/>
          <p14:tracePt t="4568" x="1963738" y="2684463"/>
          <p14:tracePt t="4576" x="1955800" y="2684463"/>
          <p14:tracePt t="4585" x="1955800" y="2667000"/>
          <p14:tracePt t="4593" x="1922463" y="2667000"/>
          <p14:tracePt t="4601" x="1905000" y="2667000"/>
          <p14:tracePt t="4609" x="1887538" y="2659063"/>
          <p14:tracePt t="4618" x="1862138" y="2659063"/>
          <p14:tracePt t="4626" x="1828800" y="2641600"/>
          <p14:tracePt t="4634" x="1828800" y="2624138"/>
          <p14:tracePt t="4642" x="1803400" y="2624138"/>
          <p14:tracePt t="4650" x="1770063" y="2608263"/>
          <p14:tracePt t="4658" x="1752600" y="2608263"/>
          <p14:tracePt t="4668" x="1727200" y="2598738"/>
          <p14:tracePt t="4675" x="1709738" y="2598738"/>
          <p14:tracePt t="4684" x="1684338" y="2598738"/>
          <p14:tracePt t="4691" x="1651000" y="2598738"/>
          <p14:tracePt t="4707" x="1625600" y="2582863"/>
          <p14:tracePt t="4718" x="1592263" y="2582863"/>
          <p14:tracePt t="4724" x="1574800" y="2582863"/>
          <p14:tracePt t="4734" x="1557338" y="2582863"/>
          <p14:tracePt t="4741" x="1549400" y="2565400"/>
          <p14:tracePt t="4751" x="1531938" y="2565400"/>
          <p14:tracePt t="4757" x="1516063" y="2565400"/>
          <p14:tracePt t="4767" x="1516063" y="2547938"/>
          <p14:tracePt t="4773" x="1498600" y="2547938"/>
          <p14:tracePt t="4784" x="1490663" y="2547938"/>
          <p14:tracePt t="4797" x="1473200" y="2547938"/>
          <p14:tracePt t="4806" x="1455738" y="2547938"/>
          <p14:tracePt t="4814" x="1455738" y="2540000"/>
          <p14:tracePt t="4822" x="1439863" y="2540000"/>
          <p14:tracePt t="4839" x="1422400" y="2540000"/>
          <p14:tracePt t="4855" x="1414463" y="2522538"/>
          <p14:tracePt t="4871" x="1397000" y="2522538"/>
          <p14:tracePt t="4888" x="1379538" y="2522538"/>
          <p14:tracePt t="4904" x="1363663" y="2522538"/>
          <p14:tracePt t="4913" x="1363663" y="2506663"/>
          <p14:tracePt t="4920" x="1354138" y="2506663"/>
          <p14:tracePt t="4945" x="1338263" y="2506663"/>
          <p14:tracePt t="5265" x="1338263" y="2522538"/>
          <p14:tracePt t="5298" x="1338263" y="2540000"/>
          <p14:tracePt t="5322" x="1338263" y="2547938"/>
          <p14:tracePt t="5338" x="1338263" y="2565400"/>
          <p14:tracePt t="5347" x="1338263" y="2582863"/>
          <p14:tracePt t="5355" x="1354138" y="2598738"/>
          <p14:tracePt t="5371" x="1354138" y="2608263"/>
          <p14:tracePt t="5388" x="1354138" y="2624138"/>
          <p14:tracePt t="5396" x="1363663" y="2624138"/>
          <p14:tracePt t="5404" x="1363663" y="2641600"/>
          <p14:tracePt t="5429" x="1379538" y="2641600"/>
          <p14:tracePt t="5461" x="1397000" y="2641600"/>
          <p14:tracePt t="5478" x="1422400" y="2641600"/>
          <p14:tracePt t="5486" x="1473200" y="2659063"/>
          <p14:tracePt t="5494" x="1516063" y="2659063"/>
          <p14:tracePt t="5503" x="1625600" y="2667000"/>
          <p14:tracePt t="5511" x="1727200" y="2684463"/>
          <p14:tracePt t="5519" x="1879600" y="2735263"/>
          <p14:tracePt t="5527" x="2090738" y="2743200"/>
          <p14:tracePt t="5535" x="2311400" y="2776538"/>
          <p14:tracePt t="5543" x="2547938" y="2794000"/>
          <p14:tracePt t="5551" x="2794000" y="2801938"/>
          <p14:tracePt t="5560" x="2989263" y="2801938"/>
          <p14:tracePt t="5568" x="3225800" y="2801938"/>
          <p14:tracePt t="5576" x="3421063" y="2801938"/>
          <p14:tracePt t="5584" x="3589338" y="2801938"/>
          <p14:tracePt t="5593" x="3665538" y="2801938"/>
          <p14:tracePt t="5600" x="3767138" y="2801938"/>
          <p14:tracePt t="5609" x="3878263" y="2801938"/>
          <p14:tracePt t="5617" x="3937000" y="2801938"/>
          <p14:tracePt t="5626" x="3962400" y="2801938"/>
          <p14:tracePt t="5634" x="4005263" y="2801938"/>
          <p14:tracePt t="5642" x="4021138" y="2794000"/>
          <p14:tracePt t="5650" x="4038600" y="2794000"/>
          <p14:tracePt t="5667" x="4056063" y="2794000"/>
          <p14:tracePt t="5691" x="4071938" y="2794000"/>
          <p14:tracePt t="5700" x="4071938" y="2776538"/>
          <p14:tracePt t="5813" x="4071938" y="2760663"/>
          <p14:tracePt t="5854" x="4071938" y="2743200"/>
          <p14:tracePt t="5887" x="4071938" y="2735263"/>
          <p14:tracePt t="5895" x="4071938" y="2717800"/>
          <p14:tracePt t="5912" x="4071938" y="2700338"/>
          <p14:tracePt t="5921" x="4071938" y="2684463"/>
          <p14:tracePt t="5937" x="4071938" y="2667000"/>
          <p14:tracePt t="5945" x="4071938" y="2659063"/>
          <p14:tracePt t="5977" x="4071938" y="2641600"/>
          <p14:tracePt t="6051" x="4056063" y="2659063"/>
          <p14:tracePt t="6060" x="4038600" y="2659063"/>
          <p14:tracePt t="6068" x="4038600" y="2667000"/>
          <p14:tracePt t="6076" x="4021138" y="2667000"/>
          <p14:tracePt t="6084" x="4005263" y="2684463"/>
          <p14:tracePt t="6092" x="3979863" y="2700338"/>
          <p14:tracePt t="6101" x="3962400" y="2717800"/>
          <p14:tracePt t="6109" x="3937000" y="2735263"/>
          <p14:tracePt t="6117" x="3886200" y="2743200"/>
          <p14:tracePt t="6125" x="3860800" y="2776538"/>
          <p14:tracePt t="6133" x="3810000" y="2794000"/>
          <p14:tracePt t="6141" x="3751263" y="2801938"/>
          <p14:tracePt t="6151" x="3675063" y="2870200"/>
          <p14:tracePt t="6158" x="3632200" y="2895600"/>
          <p14:tracePt t="6167" x="3530600" y="2928938"/>
          <p14:tracePt t="6174" x="3436938" y="2989263"/>
          <p14:tracePt t="6184" x="3360738" y="3030538"/>
          <p14:tracePt t="6191" x="3335338" y="3048000"/>
          <p14:tracePt t="6200" x="3225800" y="3090863"/>
          <p14:tracePt t="6207" x="3167063" y="3124200"/>
          <p14:tracePt t="6217" x="3090863" y="3149600"/>
          <p14:tracePt t="6223" x="3030538" y="3182938"/>
          <p14:tracePt t="6233" x="2971800" y="3182938"/>
          <p14:tracePt t="6240" x="2946400" y="3200400"/>
          <p14:tracePt t="6250" x="2913063" y="3208338"/>
          <p14:tracePt t="6256" x="2878138" y="3208338"/>
          <p14:tracePt t="6273" x="2870200" y="3208338"/>
          <p14:tracePt t="6822" x="2852738" y="3208338"/>
          <p14:tracePt t="7157" x="2836863" y="3208338"/>
          <p14:tracePt t="7190" x="2819400" y="3208338"/>
          <p14:tracePt t="7206" x="2811463" y="3208338"/>
          <p14:tracePt t="7223" x="2794000" y="3208338"/>
          <p14:tracePt t="7240" x="2776538" y="3208338"/>
          <p14:tracePt t="7248" x="2760663" y="3208338"/>
          <p14:tracePt t="7256" x="2751138" y="3200400"/>
          <p14:tracePt t="7264" x="2735263" y="3200400"/>
          <p14:tracePt t="7281" x="2717800" y="3200400"/>
          <p14:tracePt t="7288" x="2700338" y="3200400"/>
          <p14:tracePt t="7305" x="2684463" y="3200400"/>
          <p14:tracePt t="7314" x="2674938" y="3182938"/>
          <p14:tracePt t="7321" x="2659063" y="3182938"/>
          <p14:tracePt t="7330" x="2641600" y="3182938"/>
          <p14:tracePt t="7338" x="2624138" y="3182938"/>
          <p14:tracePt t="7362" x="2616200" y="3167063"/>
          <p14:tracePt t="7378" x="2598738" y="3167063"/>
          <p14:tracePt t="7403" x="2582863" y="3167063"/>
          <p14:tracePt t="7412" x="2582863" y="3149600"/>
          <p14:tracePt t="7518" x="2582863" y="3132138"/>
          <p14:tracePt t="7600" x="2565400" y="3132138"/>
          <p14:tracePt t="8256" x="2547938" y="3132138"/>
          <p14:tracePt t="8288" x="2540000" y="3149600"/>
          <p14:tracePt t="8297" x="2522538" y="3149600"/>
          <p14:tracePt t="8313" x="2506663" y="3149600"/>
          <p14:tracePt t="8321" x="2489200" y="3149600"/>
          <p14:tracePt t="8329" x="2481263" y="3149600"/>
          <p14:tracePt t="8338" x="2463800" y="3149600"/>
          <p14:tracePt t="8346" x="2446338" y="3167063"/>
          <p14:tracePt t="8354" x="2430463" y="3167063"/>
          <p14:tracePt t="8362" x="2420938" y="3167063"/>
          <p14:tracePt t="8370" x="2405063" y="3167063"/>
          <p14:tracePt t="8378" x="2387600" y="3167063"/>
          <p14:tracePt t="8394" x="2370138" y="3167063"/>
          <p14:tracePt t="8420" x="2354263" y="3167063"/>
          <p14:tracePt t="8436" x="2354263" y="3182938"/>
          <p14:tracePt t="9247" x="2370138" y="3182938"/>
          <p14:tracePt t="9255" x="2430463" y="3182938"/>
          <p14:tracePt t="9263" x="2540000" y="3167063"/>
          <p14:tracePt t="9272" x="2641600" y="3132138"/>
          <p14:tracePt t="9280" x="2735263" y="3106738"/>
          <p14:tracePt t="9288" x="2870200" y="3065463"/>
          <p14:tracePt t="9296" x="2928938" y="3030538"/>
          <p14:tracePt t="9305" x="3030538" y="2989263"/>
          <p14:tracePt t="9312" x="3141663" y="2954338"/>
          <p14:tracePt t="9321" x="3225800" y="2913063"/>
          <p14:tracePt t="9329" x="3335338" y="2878138"/>
          <p14:tracePt t="9337" x="3421063" y="2870200"/>
          <p14:tracePt t="9345" x="3471863" y="2852738"/>
          <p14:tracePt t="9353" x="3513138" y="2836863"/>
          <p14:tracePt t="9362" x="3548063" y="2836863"/>
          <p14:tracePt t="9370" x="3556000" y="2819400"/>
          <p14:tracePt t="9378" x="3573463" y="2819400"/>
          <p14:tracePt t="9386" x="3589338" y="2819400"/>
          <p14:tracePt t="9403" x="3606800" y="2819400"/>
          <p14:tracePt t="9501" x="3606800" y="2836863"/>
          <p14:tracePt t="9525" x="3606800" y="2852738"/>
          <p14:tracePt t="9550" x="3589338" y="2852738"/>
          <p14:tracePt t="9558" x="3589338" y="2870200"/>
          <p14:tracePt t="9567" x="3573463" y="2878138"/>
          <p14:tracePt t="9575" x="3556000" y="2895600"/>
          <p14:tracePt t="9584" x="3556000" y="2928938"/>
          <p14:tracePt t="9591" x="3530600" y="2938463"/>
          <p14:tracePt t="9600" x="3513138" y="2971800"/>
          <p14:tracePt t="9608" x="3479800" y="3014663"/>
          <p14:tracePt t="9617" x="3454400" y="3065463"/>
          <p14:tracePt t="9624" x="3421063" y="3090863"/>
          <p14:tracePt t="9633" x="3395663" y="3132138"/>
          <p14:tracePt t="9640" x="3360738" y="3167063"/>
          <p14:tracePt t="9650" x="3335338" y="3182938"/>
          <p14:tracePt t="9657" x="3302000" y="3208338"/>
          <p14:tracePt t="9666" x="3259138" y="3243263"/>
          <p14:tracePt t="9673" x="3243263" y="3259138"/>
          <p14:tracePt t="9683" x="3200400" y="3284538"/>
          <p14:tracePt t="9689" x="3141663" y="3319463"/>
          <p14:tracePt t="9698" x="3090863" y="3319463"/>
          <p14:tracePt t="9706" x="3048000" y="3344863"/>
          <p14:tracePt t="9714" x="2989263" y="3360738"/>
          <p14:tracePt t="9722" x="2928938" y="3360738"/>
          <p14:tracePt t="9731" x="2870200" y="3378200"/>
          <p14:tracePt t="9739" x="2819400" y="3395663"/>
          <p14:tracePt t="9747" x="2760663" y="3395663"/>
          <p14:tracePt t="9755" x="2717800" y="3395663"/>
          <p14:tracePt t="9763" x="2659063" y="3395663"/>
          <p14:tracePt t="9772" x="2624138" y="3395663"/>
          <p14:tracePt t="9780" x="2582863" y="3395663"/>
          <p14:tracePt t="9788" x="2565400" y="3378200"/>
          <p14:tracePt t="9796" x="2547938" y="3344863"/>
          <p14:tracePt t="9804" x="2522538" y="3319463"/>
          <p14:tracePt t="9813" x="2506663" y="3302000"/>
          <p14:tracePt t="9820" x="2506663" y="3259138"/>
          <p14:tracePt t="9829" x="2506663" y="3208338"/>
          <p14:tracePt t="9837" x="2506663" y="3182938"/>
          <p14:tracePt t="9845" x="2506663" y="3124200"/>
          <p14:tracePt t="9853" x="2506663" y="3065463"/>
          <p14:tracePt t="9862" x="2506663" y="3014663"/>
          <p14:tracePt t="9870" x="2506663" y="2954338"/>
          <p14:tracePt t="9878" x="2506663" y="2895600"/>
          <p14:tracePt t="9886" x="2522538" y="2836863"/>
          <p14:tracePt t="9894" x="2547938" y="2794000"/>
          <p14:tracePt t="9902" x="2582863" y="2735263"/>
          <p14:tracePt t="9911" x="2616200" y="2700338"/>
          <p14:tracePt t="9919" x="2624138" y="2667000"/>
          <p14:tracePt t="9927" x="2641600" y="2641600"/>
          <p14:tracePt t="9935" x="2659063" y="2624138"/>
          <p14:tracePt t="9944" x="2674938" y="2624138"/>
          <p14:tracePt t="9952" x="2674938" y="2608263"/>
          <p14:tracePt t="9960" x="2684463" y="2598738"/>
          <p14:tracePt t="10042" x="2684463" y="2582863"/>
          <p14:tracePt t="10074" x="2684463" y="2565400"/>
          <p14:tracePt t="10099" x="2700338" y="2565400"/>
          <p14:tracePt t="10118" x="2760663" y="2565400"/>
          <p14:tracePt t="10123" x="2794000" y="2565400"/>
          <p14:tracePt t="10134" x="2895600" y="2598738"/>
          <p14:tracePt t="10140" x="2971800" y="2641600"/>
          <p14:tracePt t="10150" x="3090863" y="2717800"/>
          <p14:tracePt t="10156" x="3243263" y="2801938"/>
          <p14:tracePt t="10166" x="3284538" y="2836863"/>
          <p14:tracePt t="10173" x="3378200" y="2913063"/>
          <p14:tracePt t="10181" x="3436938" y="2971800"/>
          <p14:tracePt t="10189" x="3479800" y="3030538"/>
          <p14:tracePt t="10198" x="3530600" y="3073400"/>
          <p14:tracePt t="10206" x="3548063" y="3106738"/>
          <p14:tracePt t="10214" x="3556000" y="3132138"/>
          <p14:tracePt t="10222" x="3573463" y="3149600"/>
          <p14:tracePt t="10230" x="3573463" y="3182938"/>
          <p14:tracePt t="10238" x="3573463" y="3200400"/>
          <p14:tracePt t="10263" x="3573463" y="3208338"/>
          <p14:tracePt t="10279" x="3556000" y="3208338"/>
          <p14:tracePt t="10288" x="3548063" y="3208338"/>
          <p14:tracePt t="10296" x="3530600" y="3208338"/>
          <p14:tracePt t="10312" x="3513138" y="3208338"/>
          <p14:tracePt t="10321" x="3497263" y="3208338"/>
          <p14:tracePt t="10329" x="3479800" y="3208338"/>
          <p14:tracePt t="10345" x="3454400" y="3208338"/>
          <p14:tracePt t="10353" x="3421063" y="3208338"/>
          <p14:tracePt t="10361" x="3395663" y="3208338"/>
          <p14:tracePt t="10370" x="3344863" y="3208338"/>
          <p14:tracePt t="10378" x="3284538" y="3208338"/>
          <p14:tracePt t="10386" x="3243263" y="3208338"/>
          <p14:tracePt t="10394" x="3106738" y="3208338"/>
          <p14:tracePt t="10402" x="3048000" y="3208338"/>
          <p14:tracePt t="10411" x="2971800" y="3208338"/>
          <p14:tracePt t="10419" x="2895600" y="3208338"/>
          <p14:tracePt t="10427" x="2819400" y="3208338"/>
          <p14:tracePt t="10435" x="2717800" y="3225800"/>
          <p14:tracePt t="10443" x="2641600" y="3243263"/>
          <p14:tracePt t="10452" x="2506663" y="3259138"/>
          <p14:tracePt t="10460" x="2463800" y="3259138"/>
          <p14:tracePt t="10468" x="2387600" y="3268663"/>
          <p14:tracePt t="10476" x="2328863" y="3302000"/>
          <p14:tracePt t="10484" x="2286000" y="3319463"/>
          <p14:tracePt t="10493" x="2217738" y="3319463"/>
          <p14:tracePt t="10501" x="2176463" y="3327400"/>
          <p14:tracePt t="10509" x="2159000" y="3327400"/>
          <p14:tracePt t="10517" x="2133600" y="3344863"/>
          <p14:tracePt t="10525" x="2116138" y="3344863"/>
          <p14:tracePt t="10574" x="2116138" y="3319463"/>
          <p14:tracePt t="10584" x="2116138" y="3302000"/>
          <p14:tracePt t="10591" x="2116138" y="3208338"/>
          <p14:tracePt t="10601" x="2192338" y="3106738"/>
          <p14:tracePt t="10607" x="2354263" y="2870200"/>
          <p14:tracePt t="10617" x="2430463" y="2760663"/>
          <p14:tracePt t="10624" x="2598738" y="2522538"/>
          <p14:tracePt t="10633" x="2760663" y="2293938"/>
          <p14:tracePt t="10640" x="2928938" y="2057400"/>
          <p14:tracePt t="10650" x="3081338" y="1862138"/>
          <p14:tracePt t="10656" x="3225800" y="1668463"/>
          <p14:tracePt t="10666" x="3276600" y="1608138"/>
          <p14:tracePt t="10673" x="3395663" y="1439863"/>
          <p14:tracePt t="10681" x="3471863" y="1354138"/>
          <p14:tracePt t="10689" x="3530600" y="1303338"/>
          <p14:tracePt t="10698" x="3573463" y="1262063"/>
          <p14:tracePt t="10706" x="3589338" y="1244600"/>
          <p14:tracePt t="10714" x="3606800" y="1227138"/>
          <p14:tracePt t="10730" x="3614738" y="1227138"/>
          <p14:tracePt t="10845" x="3614738" y="1244600"/>
          <p14:tracePt t="10878" x="3614738" y="1262063"/>
          <p14:tracePt t="10902" x="3614738" y="1277938"/>
          <p14:tracePt t="10919" x="3614738" y="1287463"/>
          <p14:tracePt t="10927" x="3614738" y="1303338"/>
          <p14:tracePt t="10935" x="3614738" y="1320800"/>
          <p14:tracePt t="10943" x="3614738" y="1354138"/>
          <p14:tracePt t="10951" x="3632200" y="1379538"/>
          <p14:tracePt t="10960" x="3632200" y="1422400"/>
          <p14:tracePt t="10968" x="3649663" y="1455738"/>
          <p14:tracePt t="10976" x="3665538" y="1481138"/>
          <p14:tracePt t="10984" x="3675063" y="1531938"/>
          <p14:tracePt t="10992" x="3708400" y="1592263"/>
          <p14:tracePt t="11001" x="3741738" y="1633538"/>
          <p14:tracePt t="11009" x="3784600" y="1684338"/>
          <p14:tracePt t="11017" x="3810000" y="1693863"/>
          <p14:tracePt t="11025" x="3843338" y="1727200"/>
          <p14:tracePt t="11034" x="3886200" y="1770063"/>
          <p14:tracePt t="11041" x="3903663" y="1785938"/>
          <p14:tracePt t="11050" x="3944938" y="1803400"/>
          <p14:tracePt t="11058" x="3979863" y="1811338"/>
          <p14:tracePt t="11067" x="4021138" y="1828800"/>
          <p14:tracePt t="11074" x="4056063" y="1846263"/>
          <p14:tracePt t="11084" x="4114800" y="1846263"/>
          <p14:tracePt t="11091" x="4157663" y="1862138"/>
          <p14:tracePt t="11101" x="4191000" y="1879600"/>
          <p14:tracePt t="11107" x="4216400" y="1879600"/>
          <p14:tracePt t="11117" x="4249738" y="1887538"/>
          <p14:tracePt t="11123" x="4267200" y="1887538"/>
          <p14:tracePt t="11133" x="4275138" y="1887538"/>
          <p14:tracePt t="11140" x="4292600" y="1905000"/>
          <p14:tracePt t="11150" x="4310063" y="1905000"/>
          <p14:tracePt t="11173" x="4325938" y="1922463"/>
          <p14:tracePt t="11205" x="4325938" y="1938338"/>
          <p14:tracePt t="11222" x="4325938" y="1947863"/>
          <p14:tracePt t="11230" x="4325938" y="1998663"/>
          <p14:tracePt t="11238" x="4325938" y="2057400"/>
          <p14:tracePt t="11247" x="4325938" y="2133600"/>
          <p14:tracePt t="11255" x="4325938" y="2235200"/>
          <p14:tracePt t="11263" x="4325938" y="2311400"/>
          <p14:tracePt t="11271" x="4310063" y="2446338"/>
          <p14:tracePt t="11279" x="4275138" y="2547938"/>
          <p14:tracePt t="11287" x="4249738" y="2667000"/>
          <p14:tracePt t="11295" x="4208463" y="2776538"/>
          <p14:tracePt t="11304" x="4173538" y="2836863"/>
          <p14:tracePt t="11312" x="4140200" y="2913063"/>
          <p14:tracePt t="11320" x="4097338" y="2989263"/>
          <p14:tracePt t="11328" x="4056063" y="3073400"/>
          <p14:tracePt t="11337" x="4021138" y="3124200"/>
          <p14:tracePt t="11344" x="3995738" y="3167063"/>
          <p14:tracePt t="11353" x="3979863" y="3200400"/>
          <p14:tracePt t="11361" x="3944938" y="3225800"/>
          <p14:tracePt t="11369" x="3937000" y="3259138"/>
          <p14:tracePt t="11377" x="3919538" y="3268663"/>
          <p14:tracePt t="11386" x="3903663" y="3268663"/>
          <p14:tracePt t="11394" x="3886200" y="3302000"/>
          <p14:tracePt t="11402" x="3878263" y="3302000"/>
          <p14:tracePt t="11411" x="3878263" y="3319463"/>
          <p14:tracePt t="11419" x="3860800" y="3327400"/>
          <p14:tracePt t="11426" x="3843338" y="3344863"/>
          <p14:tracePt t="11435" x="3827463" y="3360738"/>
          <p14:tracePt t="11443" x="3827463" y="3378200"/>
          <p14:tracePt t="11452" x="3810000" y="3378200"/>
          <p14:tracePt t="11459" x="3784600" y="3403600"/>
          <p14:tracePt t="11468" x="3767138" y="3421063"/>
          <p14:tracePt t="11476" x="3767138" y="3436938"/>
          <p14:tracePt t="11519" x="3751263" y="3436938"/>
          <p14:tracePt t="12336" x="3751263" y="3454400"/>
          <p14:tracePt t="12344" x="3690938" y="3649663"/>
          <p14:tracePt t="12352" x="3589338" y="3903663"/>
          <p14:tracePt t="12361" x="3454400" y="4198938"/>
          <p14:tracePt t="12369" x="3360738" y="4470400"/>
          <p14:tracePt t="12377" x="3243263" y="4741863"/>
          <p14:tracePt t="12385" x="3167063" y="4935538"/>
          <p14:tracePt t="12394" x="3005138" y="5283200"/>
          <p14:tracePt t="12402" x="2954338" y="5384800"/>
          <p14:tracePt t="12410" x="2852738" y="5638800"/>
          <p14:tracePt t="12418" x="2776538" y="5791200"/>
          <p14:tracePt t="12426" x="2700338" y="5926138"/>
          <p14:tracePt t="12435" x="2674938" y="6002338"/>
          <p14:tracePt t="12443" x="2641600" y="6062663"/>
          <p14:tracePt t="12451" x="2624138" y="6103938"/>
          <p14:tracePt t="12459" x="2616200" y="6121400"/>
          <p14:tracePt t="12467" x="2598738" y="6138863"/>
          <p14:tracePt t="12476" x="2598738" y="6154738"/>
          <p14:tracePt t="12492" x="2582863" y="6164263"/>
          <p14:tracePt t="12525" x="2582863" y="6154738"/>
          <p14:tracePt t="12534" x="2582863" y="6121400"/>
          <p14:tracePt t="12541" x="2565400" y="6062663"/>
          <p14:tracePt t="12551" x="2565400" y="6045200"/>
          <p14:tracePt t="12558" x="2565400" y="5986463"/>
          <p14:tracePt t="12567" x="2565400" y="5884863"/>
          <p14:tracePt t="12574" x="2565400" y="5808663"/>
          <p14:tracePt t="12584" x="2565400" y="5707063"/>
          <p14:tracePt t="12590" x="2582863" y="5672138"/>
          <p14:tracePt t="12600" x="2598738" y="5613400"/>
          <p14:tracePt t="12607" x="2624138" y="5595938"/>
          <p14:tracePt t="12616" x="2641600" y="5580063"/>
          <p14:tracePt t="12623" x="2659063" y="5580063"/>
          <p14:tracePt t="12633" x="2684463" y="5580063"/>
          <p14:tracePt t="12639" x="2700338" y="5595938"/>
          <p14:tracePt t="12648" x="2794000" y="5808663"/>
          <p14:tracePt t="12656" x="2836863" y="6037263"/>
          <p14:tracePt t="12664" x="2870200" y="6240463"/>
          <p14:tracePt t="12672" x="2928938" y="6561138"/>
          <p14:tracePt t="13911" x="3725863" y="6561138"/>
          <p14:tracePt t="13920" x="3995738" y="6291263"/>
          <p14:tracePt t="13928" x="4411663" y="5943600"/>
          <p14:tracePt t="13935" x="4818063" y="5554663"/>
          <p14:tracePt t="13943" x="5316538" y="5105400"/>
          <p14:tracePt t="13970" x="6519863" y="4056063"/>
          <p14:tracePt t="13975" x="6908800" y="3751263"/>
          <p14:tracePt t="13986" x="7205663" y="3479800"/>
          <p14:tracePt t="13992" x="7315200" y="3421063"/>
          <p14:tracePt t="14001" x="7551738" y="3259138"/>
          <p14:tracePt t="14008" x="7688263" y="3167063"/>
          <p14:tracePt t="14018" x="7805738" y="3090863"/>
          <p14:tracePt t="14024" x="7866063" y="3065463"/>
          <p14:tracePt t="14034" x="7899400" y="3048000"/>
          <p14:tracePt t="14041" x="7942263" y="3014663"/>
          <p14:tracePt t="14051" x="7958138" y="3014663"/>
          <p14:tracePt t="14057" x="7975600" y="3014663"/>
          <p14:tracePt t="14081" x="7983538" y="3014663"/>
          <p14:tracePt t="14163" x="7983538" y="3030538"/>
          <p14:tracePt t="14253" x="7983538" y="3048000"/>
          <p14:tracePt t="14327" x="7975600" y="3065463"/>
          <p14:tracePt t="14360" x="7958138" y="3065463"/>
          <p14:tracePt t="14401" x="7942263" y="3065463"/>
          <p14:tracePt t="14434" x="7924800" y="3065463"/>
          <p14:tracePt t="14451" x="7916863" y="3065463"/>
          <p14:tracePt t="14475" x="7899400" y="3065463"/>
          <p14:tracePt t="14484" x="7881938" y="3065463"/>
          <p14:tracePt t="14500" x="7866063" y="3065463"/>
          <p14:tracePt t="14517" x="7848600" y="3065463"/>
          <p14:tracePt t="14534" x="7840663" y="3065463"/>
          <p14:tracePt t="14598" x="7823200" y="3065463"/>
          <p14:tracePt t="14638" x="7823200" y="3073400"/>
          <p14:tracePt t="14647" x="7805738" y="3073400"/>
          <p14:tracePt t="14663" x="7789863" y="3073400"/>
          <p14:tracePt t="14680" x="7780338" y="3073400"/>
          <p14:tracePt t="14696" x="7764463" y="3090863"/>
          <p14:tracePt t="14712" x="7747000" y="3090863"/>
          <p14:tracePt t="14729" x="7729538" y="3090863"/>
          <p14:tracePt t="14737" x="7721600" y="3090863"/>
          <p14:tracePt t="14745" x="7704138" y="3106738"/>
          <p14:tracePt t="14754" x="7688263" y="3106738"/>
          <p14:tracePt t="14762" x="7670800" y="3106738"/>
          <p14:tracePt t="14770" x="7645400" y="3106738"/>
          <p14:tracePt t="14778" x="7627938" y="3124200"/>
          <p14:tracePt t="14786" x="7612063" y="3124200"/>
          <p14:tracePt t="14794" x="7586663" y="3124200"/>
          <p14:tracePt t="14803" x="7569200" y="3132138"/>
          <p14:tracePt t="14811" x="7535863" y="3132138"/>
          <p14:tracePt t="14819" x="7510463" y="3149600"/>
          <p14:tracePt t="14827" x="7493000" y="3149600"/>
          <p14:tracePt t="14835" x="7459663" y="3149600"/>
          <p14:tracePt t="14843" x="7450138" y="3149600"/>
          <p14:tracePt t="14853" x="7434263" y="3149600"/>
          <p14:tracePt t="14860" x="7399338" y="3167063"/>
          <p14:tracePt t="14868" x="7391400" y="3167063"/>
          <p14:tracePt t="14876" x="7373938" y="3167063"/>
          <p14:tracePt t="14885" x="7358063" y="3167063"/>
          <p14:tracePt t="14893" x="7323138" y="3167063"/>
          <p14:tracePt t="14901" x="7315200" y="3167063"/>
          <p14:tracePt t="14918" x="7281863" y="3167063"/>
          <p14:tracePt t="14926" x="7264400" y="3167063"/>
          <p14:tracePt t="14934" x="7256463" y="3167063"/>
          <p14:tracePt t="14942" x="7239000" y="3167063"/>
          <p14:tracePt t="14958" x="7205663" y="3167063"/>
          <p14:tracePt t="14974" x="7188200" y="3167063"/>
          <p14:tracePt t="14984" x="7180263" y="3167063"/>
          <p14:tracePt t="14991" x="7162800" y="3167063"/>
          <p14:tracePt t="15000" x="7162800" y="3149600"/>
          <p14:tracePt t="15008" x="7145338" y="3132138"/>
          <p14:tracePt t="15024" x="7129463" y="3124200"/>
          <p14:tracePt t="15040" x="7129463" y="3106738"/>
          <p14:tracePt t="15050" x="7119938" y="3090863"/>
          <p14:tracePt t="15057" x="7119938" y="3073400"/>
          <p14:tracePt t="15066" x="7104063" y="3073400"/>
          <p14:tracePt t="15073" x="7104063" y="3065463"/>
          <p14:tracePt t="15081" x="7104063" y="3030538"/>
          <p14:tracePt t="15089" x="7104063" y="3014663"/>
          <p14:tracePt t="15098" x="7086600" y="2997200"/>
          <p14:tracePt t="15106" x="7086600" y="2971800"/>
          <p14:tracePt t="15114" x="7086600" y="2954338"/>
          <p14:tracePt t="15122" x="7086600" y="2913063"/>
          <p14:tracePt t="15130" x="7086600" y="2878138"/>
          <p14:tracePt t="15139" x="7086600" y="2852738"/>
          <p14:tracePt t="15147" x="7086600" y="2801938"/>
          <p14:tracePt t="15155" x="7086600" y="2776538"/>
          <p14:tracePt t="15163" x="7104063" y="2735263"/>
          <p14:tracePt t="15171" x="7119938" y="2700338"/>
          <p14:tracePt t="15180" x="7129463" y="2667000"/>
          <p14:tracePt t="15188" x="7145338" y="2624138"/>
          <p14:tracePt t="15196" x="7180263" y="2598738"/>
          <p14:tracePt t="15204" x="7205663" y="2565400"/>
          <p14:tracePt t="15212" x="7239000" y="2547938"/>
          <p14:tracePt t="15221" x="7256463" y="2522538"/>
          <p14:tracePt t="15229" x="7281863" y="2522538"/>
          <p14:tracePt t="15237" x="7323138" y="2506663"/>
          <p14:tracePt t="15245" x="7340600" y="2506663"/>
          <p14:tracePt t="15253" x="7358063" y="2506663"/>
          <p14:tracePt t="15262" x="7391400" y="2506663"/>
          <p14:tracePt t="15270" x="7399338" y="2506663"/>
          <p14:tracePt t="15278" x="7416800" y="2506663"/>
          <p14:tracePt t="15286" x="7434263" y="2506663"/>
          <p14:tracePt t="15294" x="7450138" y="2506663"/>
          <p14:tracePt t="15303" x="7459663" y="2506663"/>
          <p14:tracePt t="15319" x="7475538" y="2506663"/>
          <p14:tracePt t="15327" x="7493000" y="2506663"/>
          <p14:tracePt t="15335" x="7510463" y="2506663"/>
          <p14:tracePt t="15344" x="7518400" y="2506663"/>
          <p14:tracePt t="15352" x="7535863" y="2506663"/>
          <p14:tracePt t="15360" x="7551738" y="2522538"/>
          <p14:tracePt t="15368" x="7569200" y="2522538"/>
          <p14:tracePt t="15376" x="7586663" y="2540000"/>
          <p14:tracePt t="15384" x="7612063" y="2540000"/>
          <p14:tracePt t="15392" x="7627938" y="2547938"/>
          <p14:tracePt t="15401" x="7653338" y="2547938"/>
          <p14:tracePt t="15409" x="7670800" y="2565400"/>
          <p14:tracePt t="15417" x="7704138" y="2565400"/>
          <p14:tracePt t="15426" x="7721600" y="2582863"/>
          <p14:tracePt t="15434" x="7729538" y="2582863"/>
          <p14:tracePt t="15442" x="7729538" y="2598738"/>
          <p14:tracePt t="15451" x="7747000" y="2598738"/>
          <p14:tracePt t="15458" x="7764463" y="2608263"/>
          <p14:tracePt t="15475" x="7764463" y="2624138"/>
          <p14:tracePt t="15484" x="7780338" y="2624138"/>
          <p14:tracePt t="15500" x="7780338" y="2641600"/>
          <p14:tracePt t="15517" x="7780338" y="2659063"/>
          <p14:tracePt t="15540" x="7780338" y="2667000"/>
          <p14:tracePt t="15550" x="7780338" y="2684463"/>
          <p14:tracePt t="15564" x="7780338" y="2700338"/>
          <p14:tracePt t="15573" x="7780338" y="2717800"/>
          <p14:tracePt t="15589" x="7780338" y="2735263"/>
          <p14:tracePt t="15597" x="7780338" y="2743200"/>
          <p14:tracePt t="15606" x="7780338" y="2760663"/>
          <p14:tracePt t="15622" x="7780338" y="2776538"/>
          <p14:tracePt t="15630" x="7764463" y="2794000"/>
          <p14:tracePt t="15638" x="7764463" y="2801938"/>
          <p14:tracePt t="15647" x="7747000" y="2819400"/>
          <p14:tracePt t="15671" x="7729538" y="2836863"/>
          <p14:tracePt t="15679" x="7721600" y="2852738"/>
          <p14:tracePt t="15704" x="7721600" y="2870200"/>
          <p14:tracePt t="15712" x="7704138" y="2870200"/>
          <p14:tracePt t="15737" x="7704138" y="2878138"/>
          <p14:tracePt t="15745" x="7688263" y="2878138"/>
          <p14:tracePt t="15761" x="7688263" y="2895600"/>
          <p14:tracePt t="15786" x="7688263" y="2913063"/>
          <p14:tracePt t="15802" x="7670800" y="2913063"/>
          <p14:tracePt t="15810" x="7670800" y="2928938"/>
          <p14:tracePt t="15843" x="7653338" y="2938463"/>
          <p14:tracePt t="15876" x="7653338" y="2954338"/>
          <p14:tracePt t="15892" x="7645400" y="2954338"/>
          <p14:tracePt t="15901" x="7645400" y="2971800"/>
          <p14:tracePt t="15958" x="7645400" y="2989263"/>
          <p14:tracePt t="16000" x="7645400" y="2997200"/>
          <p14:tracePt t="16097" x="7627938" y="2997200"/>
          <p14:tracePt t="16105" x="7627938" y="3014663"/>
          <p14:tracePt t="16286" x="7612063" y="3014663"/>
          <p14:tracePt t="16352" x="7612063" y="3030538"/>
          <p14:tracePt t="16786" x="7612063" y="3014663"/>
          <p14:tracePt t="17261" x="7670800" y="3014663"/>
          <p14:tracePt t="17269" x="7747000" y="2989263"/>
          <p14:tracePt t="17277" x="7866063" y="2928938"/>
          <p14:tracePt t="17286" x="7975600" y="2878138"/>
          <p14:tracePt t="17293" x="8110538" y="2819400"/>
          <p14:tracePt t="17302" x="8255000" y="2743200"/>
          <p14:tracePt t="17310" x="8466138" y="2684463"/>
          <p14:tracePt t="17318" x="8694738" y="2608263"/>
          <p14:tracePt t="17326" x="8907463" y="2522538"/>
          <p14:tracePt t="17335" x="9126538" y="2446338"/>
          <p14:tracePt t="17343" x="9339263" y="2354263"/>
          <p14:tracePt t="17351" x="9532938" y="2293938"/>
          <p14:tracePt t="17359" x="9728200" y="2252663"/>
          <p14:tracePt t="17368" x="9898063" y="2192338"/>
          <p14:tracePt t="17375" x="9939338" y="2176463"/>
          <p14:tracePt t="17384" x="10075863" y="2133600"/>
          <p14:tracePt t="17392" x="10210800" y="2100263"/>
          <p14:tracePt t="17400" x="10287000" y="2074863"/>
          <p14:tracePt t="17408" x="10363200" y="2057400"/>
          <p14:tracePt t="17417" x="10421938" y="2039938"/>
          <p14:tracePt t="17425" x="10482263" y="2024063"/>
          <p14:tracePt t="17434" x="10507663" y="2014538"/>
          <p14:tracePt t="17441" x="10541000" y="2014538"/>
          <p14:tracePt t="17451" x="10566400" y="2014538"/>
          <p14:tracePt t="17467" x="10599738" y="2014538"/>
          <p14:tracePt t="17474" x="10617200" y="2014538"/>
          <p14:tracePt t="17490" x="10634663" y="2014538"/>
          <p14:tracePt t="17500" x="10642600" y="2014538"/>
          <p14:tracePt t="17507" x="10660063" y="2014538"/>
          <p14:tracePt t="17523" x="10675938" y="2014538"/>
          <p14:tracePt t="17531" x="10693400" y="2014538"/>
          <p14:tracePt t="17539" x="10718800" y="2014538"/>
          <p14:tracePt t="17548" x="10736263" y="2014538"/>
          <p14:tracePt t="17556" x="10752138" y="2024063"/>
          <p14:tracePt t="17564" x="10777538" y="2039938"/>
          <p14:tracePt t="17572" x="10795000" y="2074863"/>
          <p14:tracePt t="17580" x="10837863" y="2100263"/>
          <p14:tracePt t="17589" x="10871200" y="2133600"/>
          <p14:tracePt t="17597" x="10896600" y="2159000"/>
          <p14:tracePt t="17605" x="10929938" y="2209800"/>
          <p14:tracePt t="17613" x="10972800" y="2252663"/>
          <p14:tracePt t="17621" x="10990263" y="2293938"/>
          <p14:tracePt t="17630" x="11031538" y="2387600"/>
          <p14:tracePt t="17638" x="11049000" y="2413000"/>
          <p14:tracePt t="17646" x="11049000" y="2471738"/>
          <p14:tracePt t="17654" x="11066463" y="2547938"/>
          <p14:tracePt t="17662" x="11082338" y="2608263"/>
          <p14:tracePt t="17671" x="11099800" y="2667000"/>
          <p14:tracePt t="17679" x="11099800" y="2735263"/>
          <p14:tracePt t="17687" x="11099800" y="2776538"/>
          <p14:tracePt t="17695" x="11099800" y="2819400"/>
          <p14:tracePt t="17703" x="11099800" y="2870200"/>
          <p14:tracePt t="17712" x="11099800" y="2895600"/>
          <p14:tracePt t="17720" x="11082338" y="2913063"/>
          <p14:tracePt t="17728" x="11066463" y="2938463"/>
          <p14:tracePt t="17736" x="11049000" y="2938463"/>
          <p14:tracePt t="17744" x="11031538" y="2954338"/>
          <p14:tracePt t="17753" x="11023600" y="2971800"/>
          <p14:tracePt t="17761" x="11006138" y="2971800"/>
          <p14:tracePt t="17769" x="10990263" y="2989263"/>
          <p14:tracePt t="17777" x="10972800" y="2989263"/>
          <p14:tracePt t="17793" x="10964863" y="2989263"/>
          <p14:tracePt t="17802" x="10947400" y="2997200"/>
          <p14:tracePt t="17818" x="10929938" y="2997200"/>
          <p14:tracePt t="17826" x="10914063" y="2997200"/>
          <p14:tracePt t="17842" x="10896600" y="2997200"/>
          <p14:tracePt t="17851" x="10888663" y="2997200"/>
          <p14:tracePt t="17867" x="10871200" y="2997200"/>
          <p14:tracePt t="17884" x="10853738" y="2997200"/>
          <p14:tracePt t="17900" x="10837863" y="2997200"/>
          <p14:tracePt t="17918" x="10828338" y="2997200"/>
          <p14:tracePt t="17934" x="10812463" y="2997200"/>
          <p14:tracePt t="17965" x="10795000" y="2997200"/>
          <p14:tracePt t="18433" x="10777538" y="2997200"/>
          <p14:tracePt t="18474" x="10769600" y="2997200"/>
          <p14:tracePt t="18506" x="10752138" y="2997200"/>
          <p14:tracePt t="18539" x="10736263" y="2997200"/>
          <p14:tracePt t="18613" x="10718800" y="2997200"/>
          <p14:tracePt t="18941" x="10736263" y="2997200"/>
          <p14:tracePt t="18998" x="10752138" y="2997200"/>
          <p14:tracePt t="19022" x="10769600" y="2997200"/>
          <p14:tracePt t="19047" x="10777538" y="2997200"/>
          <p14:tracePt t="19073" x="10795000" y="2997200"/>
          <p14:tracePt t="19088" x="10812463" y="2997200"/>
          <p14:tracePt t="19112" x="10828338" y="2997200"/>
          <p14:tracePt t="19154" x="10837863" y="2997200"/>
          <p14:tracePt t="19301" x="10837863" y="2989263"/>
          <p14:tracePt t="19309" x="10837863" y="2971800"/>
          <p14:tracePt t="19318" x="10837863" y="2954338"/>
          <p14:tracePt t="19334" x="10853738" y="2938463"/>
          <p14:tracePt t="19351" x="10871200" y="2928938"/>
          <p14:tracePt t="19368" x="10871200" y="2913063"/>
          <p14:tracePt t="19408" x="10888663" y="2913063"/>
          <p14:tracePt t="19555" x="10888663" y="2895600"/>
          <p14:tracePt t="19572" x="10888663" y="2878138"/>
          <p14:tracePt t="19580" x="10888663" y="2870200"/>
          <p14:tracePt t="19588" x="10896600" y="2836863"/>
          <p14:tracePt t="19596" x="10914063" y="2819400"/>
          <p14:tracePt t="19605" x="10929938" y="2794000"/>
          <p14:tracePt t="19612" x="10964863" y="2743200"/>
          <p14:tracePt t="19621" x="10972800" y="2717800"/>
          <p14:tracePt t="19629" x="11006138" y="2684463"/>
          <p14:tracePt t="19637" x="11031538" y="2641600"/>
          <p14:tracePt t="19645" x="11066463" y="2598738"/>
          <p14:tracePt t="19654" x="11082338" y="2565400"/>
          <p14:tracePt t="19661" x="11099800" y="2565400"/>
          <p14:tracePt t="19670" x="11107738" y="2540000"/>
          <p14:tracePt t="19686" x="11107738" y="2522538"/>
          <p14:tracePt t="19694" x="11125200" y="2522538"/>
          <p14:tracePt t="19825" x="11125200" y="2540000"/>
          <p14:tracePt t="19842" x="11125200" y="2547938"/>
          <p14:tracePt t="19916" x="11142663" y="2547938"/>
          <p14:tracePt t="19956" x="11158538" y="2540000"/>
          <p14:tracePt t="19982" x="11168063" y="2540000"/>
          <p14:tracePt t="19989" x="11168063" y="2522538"/>
          <p14:tracePt t="20006" x="11183938" y="2522538"/>
          <p14:tracePt t="20030" x="11201400" y="2506663"/>
          <p14:tracePt t="20268" x="11201400" y="2489200"/>
          <p14:tracePt t="20522" x="11201400" y="2471738"/>
          <p14:tracePt t="20727" x="11201400" y="2489200"/>
          <p14:tracePt t="20751" x="11183938" y="2489200"/>
          <p14:tracePt t="20760" x="11183938" y="2506663"/>
          <p14:tracePt t="20776" x="11168063" y="2506663"/>
          <p14:tracePt t="20792" x="11158538" y="2522538"/>
          <p14:tracePt t="20800" x="11142663" y="2522538"/>
          <p14:tracePt t="20818" x="11125200" y="2540000"/>
          <p14:tracePt t="20825" x="11107738" y="2540000"/>
          <p14:tracePt t="20841" x="11099800" y="2540000"/>
          <p14:tracePt t="20851" x="11082338" y="2540000"/>
          <p14:tracePt t="20867" x="11066463" y="2540000"/>
          <p14:tracePt t="20874" x="11049000" y="2540000"/>
          <p14:tracePt t="20891" x="11031538" y="2540000"/>
          <p14:tracePt t="20900" x="11023600" y="2540000"/>
          <p14:tracePt t="20907" x="11006138" y="2540000"/>
          <p14:tracePt t="20917" x="10990263" y="2540000"/>
          <p14:tracePt t="20923" x="10972800" y="2540000"/>
          <p14:tracePt t="20940" x="10964863" y="2540000"/>
          <p14:tracePt t="20948" x="10947400" y="2540000"/>
          <p14:tracePt t="20957" x="10929938" y="2540000"/>
          <p14:tracePt t="20964" x="10914063" y="2522538"/>
          <p14:tracePt t="20981" x="10896600" y="2506663"/>
          <p14:tracePt t="20997" x="10888663" y="2506663"/>
          <p14:tracePt t="21006" x="10888663" y="2489200"/>
          <p14:tracePt t="21022" x="10871200" y="2489200"/>
          <p14:tracePt t="21039" x="10871200" y="2471738"/>
          <p14:tracePt t="21046" x="10871200" y="2463800"/>
          <p14:tracePt t="21054" x="10853738" y="2463800"/>
          <p14:tracePt t="21071" x="10853738" y="2446338"/>
          <p14:tracePt t="21087" x="10837863" y="2446338"/>
          <p14:tracePt t="21096" x="10837863" y="2430463"/>
          <p14:tracePt t="21112" x="10837863" y="2413000"/>
          <p14:tracePt t="21120" x="10828338" y="2413000"/>
          <p14:tracePt t="21137" x="10828338" y="2405063"/>
          <p14:tracePt t="21153" x="10812463" y="2387600"/>
          <p14:tracePt t="21161" x="10812463" y="2370138"/>
          <p14:tracePt t="21177" x="10812463" y="2354263"/>
          <p14:tracePt t="21186" x="10812463" y="2336800"/>
          <p14:tracePt t="21202" x="10812463" y="2328863"/>
          <p14:tracePt t="21210" x="10812463" y="2311400"/>
          <p14:tracePt t="21219" x="10812463" y="2278063"/>
          <p14:tracePt t="21227" x="10812463" y="2252663"/>
          <p14:tracePt t="21235" x="10812463" y="2192338"/>
          <p14:tracePt t="21243" x="10812463" y="2159000"/>
          <p14:tracePt t="21251" x="10837863" y="2082800"/>
          <p14:tracePt t="21259" x="10871200" y="2024063"/>
          <p14:tracePt t="21268" x="10914063" y="1981200"/>
          <p14:tracePt t="21276" x="10947400" y="1922463"/>
          <p14:tracePt t="21284" x="10972800" y="1862138"/>
          <p14:tracePt t="21292" x="11006138" y="1811338"/>
          <p14:tracePt t="21300" x="11031538" y="1785938"/>
          <p14:tracePt t="21309" x="11049000" y="1770063"/>
          <p14:tracePt t="21317" x="11082338" y="1752600"/>
          <p14:tracePt t="21325" x="11099800" y="1752600"/>
          <p14:tracePt t="21341" x="11107738" y="1752600"/>
          <p14:tracePt t="21351" x="11125200" y="1752600"/>
          <p14:tracePt t="21367" x="11142663" y="1752600"/>
          <p14:tracePt t="21374" x="11142663" y="1770063"/>
          <p14:tracePt t="21384" x="11158538" y="1770063"/>
          <p14:tracePt t="21391" x="11158538" y="1785938"/>
          <p14:tracePt t="21400" x="11168063" y="1803400"/>
          <p14:tracePt t="21407" x="11168063" y="1811338"/>
          <p14:tracePt t="21417" x="11183938" y="1828800"/>
          <p14:tracePt t="21433" x="11201400" y="1846263"/>
          <p14:tracePt t="21440" x="11201400" y="1862138"/>
          <p14:tracePt t="21448" x="11218863" y="1879600"/>
          <p14:tracePt t="21464" x="11234738" y="1887538"/>
          <p14:tracePt t="21472" x="11234738" y="1905000"/>
          <p14:tracePt t="21481" x="11244263" y="1938338"/>
          <p14:tracePt t="21497" x="11260138" y="1963738"/>
          <p14:tracePt t="21505" x="11260138" y="1998663"/>
          <p14:tracePt t="21513" x="11277600" y="2024063"/>
          <p14:tracePt t="21522" x="11277600" y="2057400"/>
          <p14:tracePt t="21530" x="11277600" y="2074863"/>
          <p14:tracePt t="21538" x="11277600" y="2116138"/>
          <p14:tracePt t="21546" x="11277600" y="2141538"/>
          <p14:tracePt t="21554" x="11277600" y="2176463"/>
          <p14:tracePt t="21563" x="11277600" y="2209800"/>
          <p14:tracePt t="21571" x="11277600" y="2235200"/>
          <p14:tracePt t="21579" x="11277600" y="2268538"/>
          <p14:tracePt t="21587" x="11277600" y="2311400"/>
          <p14:tracePt t="21604" x="11277600" y="2336800"/>
          <p14:tracePt t="21612" x="11277600" y="2354263"/>
          <p14:tracePt t="21637" x="11277600" y="2370138"/>
          <p14:tracePt t="21669" x="11260138" y="2370138"/>
          <p14:tracePt t="21940" x="11234738" y="2370138"/>
          <p14:tracePt t="21948" x="11066463" y="2430463"/>
          <p14:tracePt t="21956" x="10837863" y="2540000"/>
          <p14:tracePt t="21964" x="10541000" y="2659063"/>
          <p14:tracePt t="21973" x="10210800" y="2819400"/>
          <p14:tracePt t="21981" x="10015538" y="2895600"/>
          <p14:tracePt t="21989" x="9685338" y="3014663"/>
          <p14:tracePt t="21997" x="9321800" y="3149600"/>
          <p14:tracePt t="22005" x="8948738" y="3259138"/>
          <p14:tracePt t="22013" x="8577263" y="3344863"/>
          <p14:tracePt t="22022" x="8288338" y="3403600"/>
          <p14:tracePt t="22030" x="8018463" y="3436938"/>
          <p14:tracePt t="22038" x="7924800" y="3454400"/>
          <p14:tracePt t="22046" x="7780338" y="3454400"/>
          <p14:tracePt t="22055" x="7612063" y="3454400"/>
          <p14:tracePt t="22063" x="7535863" y="3454400"/>
          <p14:tracePt t="22071" x="7450138" y="3454400"/>
          <p14:tracePt t="22079" x="7416800" y="3454400"/>
          <p14:tracePt t="22087" x="7373938" y="3421063"/>
          <p14:tracePt t="22095" x="7358063" y="3403600"/>
          <p14:tracePt t="22111" x="7340600" y="3395663"/>
          <p14:tracePt t="22120" x="7340600" y="3378200"/>
          <p14:tracePt t="22128" x="7340600" y="3360738"/>
          <p14:tracePt t="22136" x="7340600" y="3344863"/>
          <p14:tracePt t="22145" x="7340600" y="3327400"/>
          <p14:tracePt t="22161" x="7340600" y="3319463"/>
          <p14:tracePt t="22185" x="7340600" y="3302000"/>
          <p14:tracePt t="22193" x="7340600" y="3284538"/>
          <p14:tracePt t="22235" x="7340600" y="3268663"/>
          <p14:tracePt t="22259" x="7340600" y="3259138"/>
          <p14:tracePt t="22267" x="7340600" y="3243263"/>
          <p14:tracePt t="22276" x="7358063" y="3225800"/>
          <p14:tracePt t="22284" x="7358063" y="3208338"/>
          <p14:tracePt t="22292" x="7373938" y="3200400"/>
          <p14:tracePt t="22301" x="7391400" y="3200400"/>
          <p14:tracePt t="22308" x="7391400" y="3182938"/>
          <p14:tracePt t="22317" x="7416800" y="3167063"/>
          <p14:tracePt t="22334" x="7450138" y="3149600"/>
          <p14:tracePt t="22341" x="7475538" y="3132138"/>
          <p14:tracePt t="22351" x="7518400" y="3106738"/>
          <p14:tracePt t="22358" x="7551738" y="3106738"/>
          <p14:tracePt t="22367" x="7612063" y="3073400"/>
          <p14:tracePt t="22374" x="7653338" y="3065463"/>
          <p14:tracePt t="22383" x="7704138" y="3048000"/>
          <p14:tracePt t="22390" x="7747000" y="3030538"/>
          <p14:tracePt t="22400" x="7764463" y="3030538"/>
          <p14:tracePt t="22407" x="7789863" y="3030538"/>
          <p14:tracePt t="22417" x="7805738" y="3030538"/>
          <p14:tracePt t="22481" x="7805738" y="3048000"/>
          <p14:tracePt t="22489" x="7789863" y="3048000"/>
          <p14:tracePt t="22496" x="7780338" y="3048000"/>
          <p14:tracePt t="22505" x="7764463" y="3048000"/>
          <p14:tracePt t="22513" x="7729538" y="3065463"/>
          <p14:tracePt t="22535" x="7653338" y="3106738"/>
          <p14:tracePt t="22539" x="7594600" y="3124200"/>
          <p14:tracePt t="22551" x="7535863" y="3149600"/>
          <p14:tracePt t="22554" x="7510463" y="3182938"/>
          <p14:tracePt t="22567" x="7373938" y="3225800"/>
          <p14:tracePt t="22571" x="7315200" y="3243263"/>
          <p14:tracePt t="22584" x="7239000" y="3268663"/>
          <p14:tracePt t="22587" x="7129463" y="3284538"/>
          <p14:tracePt t="22601" x="7053263" y="3284538"/>
          <p14:tracePt t="22604" x="6985000" y="3284538"/>
          <p14:tracePt t="22618" x="6926263" y="3284538"/>
          <p14:tracePt t="22621" x="6875463" y="3284538"/>
          <p14:tracePt t="22634" x="6850063" y="3284538"/>
          <p14:tracePt t="22637" x="6815138" y="3268663"/>
          <p14:tracePt t="22651" x="6799263" y="3259138"/>
          <p14:tracePt t="22654" x="6789738" y="3225800"/>
          <p14:tracePt t="22668" x="6789738" y="3208338"/>
          <p14:tracePt t="22670" x="6773863" y="3182938"/>
          <p14:tracePt t="22684" x="6773863" y="3149600"/>
          <p14:tracePt t="22687" x="6773863" y="3124200"/>
          <p14:tracePt t="22701" x="6773863" y="3073400"/>
          <p14:tracePt t="22702" x="6773863" y="3048000"/>
          <p14:tracePt t="22710" x="6773863" y="2938463"/>
          <p14:tracePt t="22718" x="6789738" y="2913063"/>
          <p14:tracePt t="22726" x="6799263" y="2852738"/>
          <p14:tracePt t="22735" x="6832600" y="2801938"/>
          <p14:tracePt t="22742" x="6875463" y="2776538"/>
          <p14:tracePt t="22751" x="6908800" y="2760663"/>
          <p14:tracePt t="22759" x="6934200" y="2760663"/>
          <p14:tracePt t="22768" x="6985000" y="2760663"/>
          <p14:tracePt t="22776" x="7027863" y="2760663"/>
          <p14:tracePt t="22784" x="7053263" y="2760663"/>
          <p14:tracePt t="22792" x="7104063" y="2760663"/>
          <p14:tracePt t="22801" x="7162800" y="2794000"/>
          <p14:tracePt t="22808" x="7205663" y="2836863"/>
          <p14:tracePt t="22817" x="7256463" y="2878138"/>
          <p14:tracePt t="22824" x="7297738" y="2913063"/>
          <p14:tracePt t="22834" x="7323138" y="2938463"/>
          <p14:tracePt t="22841" x="7373938" y="2971800"/>
          <p14:tracePt t="22854" x="7416800" y="3014663"/>
          <p14:tracePt t="22858" x="7450138" y="3014663"/>
          <p14:tracePt t="22868" x="7493000" y="3030538"/>
          <p14:tracePt t="22874" x="7535863" y="3048000"/>
          <p14:tracePt t="22884" x="7645400" y="3065463"/>
          <p14:tracePt t="22890" x="7721600" y="3065463"/>
          <p14:tracePt t="22901" x="7848600" y="3065463"/>
          <p14:tracePt t="22906" x="7983538" y="3030538"/>
          <p14:tracePt t="22918" x="8110538" y="2971800"/>
          <p14:tracePt t="22923" x="8247063" y="2913063"/>
          <p14:tracePt t="22934" x="8450263" y="2776538"/>
          <p14:tracePt t="22939" x="8602663" y="2684463"/>
          <p14:tracePt t="22951" x="8770938" y="2582863"/>
          <p14:tracePt t="22956" x="8831263" y="2540000"/>
          <p14:tracePt t="22968" x="8966200" y="2446338"/>
          <p14:tracePt t="22972" x="9085263" y="2387600"/>
          <p14:tracePt t="22984" x="9144000" y="2336800"/>
          <p14:tracePt t="22988" x="9202738" y="2293938"/>
          <p14:tracePt t="23001" x="9245600" y="2278063"/>
          <p14:tracePt t="23005" x="9263063" y="2268538"/>
          <p14:tracePt t="23018" x="9278938" y="2268538"/>
          <p14:tracePt t="23021" x="9296400" y="2268538"/>
          <p14:tracePt t="23034" x="9296400" y="2252663"/>
          <p14:tracePt t="23037" x="9313863" y="2252663"/>
          <p14:tracePt t="23144" x="9296400" y="2252663"/>
          <p14:tracePt t="23152" x="9278938" y="2252663"/>
          <p14:tracePt t="23169" x="9263063" y="2252663"/>
          <p14:tracePt t="23177" x="9245600" y="2252663"/>
          <p14:tracePt t="23185" x="9237663" y="2268538"/>
          <p14:tracePt t="23193" x="9220200" y="2268538"/>
          <p14:tracePt t="23201" x="9202738" y="2268538"/>
          <p14:tracePt t="23210" x="9186863" y="2278063"/>
          <p14:tracePt t="23218" x="9161463" y="2278063"/>
          <p14:tracePt t="23226" x="9144000" y="2278063"/>
          <p14:tracePt t="23234" x="9126538" y="2278063"/>
          <p14:tracePt t="23242" x="9101138" y="2278063"/>
          <p14:tracePt t="23251" x="9067800" y="2278063"/>
          <p14:tracePt t="23259" x="9050338" y="2293938"/>
          <p14:tracePt t="23267" x="9024938" y="2293938"/>
          <p14:tracePt t="23275" x="9009063" y="2293938"/>
          <p14:tracePt t="23284" x="8991600" y="2293938"/>
          <p14:tracePt t="23292" x="8966200" y="2311400"/>
          <p14:tracePt t="23301" x="8948738" y="2311400"/>
          <p14:tracePt t="23318" x="8915400" y="2311400"/>
          <p14:tracePt t="23324" x="8907463" y="2311400"/>
          <p14:tracePt t="23334" x="8890000" y="2328863"/>
          <p14:tracePt t="23341" x="8872538" y="2328863"/>
          <p14:tracePt t="23357" x="8856663" y="2328863"/>
          <p14:tracePt t="23367" x="8847138" y="2336800"/>
          <p14:tracePt t="23381" x="8831263" y="2336800"/>
          <p14:tracePt t="23464" x="8831263" y="2354263"/>
          <p14:tracePt t="23677" x="8831263" y="2370138"/>
          <p14:tracePt t="24078" x="8831263" y="2387600"/>
          <p14:tracePt t="24242" x="8831263" y="2405063"/>
          <p14:tracePt t="24357" x="8831263" y="2413000"/>
          <p14:tracePt t="24398" x="8831263" y="2430463"/>
          <p14:tracePt t="24414" x="8813800" y="2430463"/>
          <p14:tracePt t="24423" x="8780463" y="2446338"/>
          <p14:tracePt t="24439" x="8755063" y="2463800"/>
          <p14:tracePt t="24447" x="8720138" y="2463800"/>
          <p14:tracePt t="24455" x="8712200" y="2471738"/>
          <p14:tracePt t="24463" x="8661400" y="2471738"/>
          <p14:tracePt t="24471" x="8636000" y="2489200"/>
          <p14:tracePt t="24480" x="8542338" y="2522538"/>
          <p14:tracePt t="24488" x="8466138" y="2547938"/>
          <p14:tracePt t="24496" x="8389938" y="2582863"/>
          <p14:tracePt t="24504" x="8313738" y="2608263"/>
          <p14:tracePt t="24512" x="8212138" y="2641600"/>
          <p14:tracePt t="24521" x="8077200" y="2684463"/>
          <p14:tracePt t="24529" x="7916863" y="2700338"/>
          <p14:tracePt t="24537" x="7764463" y="2743200"/>
          <p14:tracePt t="24545" x="7594600" y="2760663"/>
          <p14:tracePt t="24554" x="7399338" y="2776538"/>
          <p14:tracePt t="24562" x="7188200" y="2776538"/>
          <p14:tracePt t="24570" x="6992938" y="2776538"/>
          <p14:tracePt t="24578" x="6773863" y="2776538"/>
          <p14:tracePt t="24586" x="6561138" y="2776538"/>
          <p14:tracePt t="24595" x="6367463" y="2776538"/>
          <p14:tracePt t="24603" x="6291263" y="2776538"/>
          <p14:tracePt t="24611" x="6154738" y="2760663"/>
          <p14:tracePt t="24619" x="6053138" y="2743200"/>
          <p14:tracePt t="24627" x="5961063" y="2735263"/>
          <p14:tracePt t="24635" x="5900738" y="2700338"/>
          <p14:tracePt t="24644" x="5859463" y="2684463"/>
          <p14:tracePt t="24652" x="5824538" y="2659063"/>
          <p14:tracePt t="24660" x="5783263" y="2608263"/>
          <p14:tracePt t="24669" x="5748338" y="2582863"/>
          <p14:tracePt t="24676" x="5732463" y="2565400"/>
          <p14:tracePt t="24685" x="5732463" y="2522538"/>
          <p14:tracePt t="24693" x="5722938" y="2506663"/>
          <p14:tracePt t="24701" x="5707063" y="2463800"/>
          <p14:tracePt t="24718" x="5689600" y="2430463"/>
          <p14:tracePt t="24734" x="5689600" y="2413000"/>
          <p14:tracePt t="24775" x="5689600" y="2430463"/>
          <p14:tracePt t="24784" x="5689600" y="2463800"/>
          <p14:tracePt t="24791" x="5689600" y="2471738"/>
          <p14:tracePt t="24800" x="5689600" y="2506663"/>
          <p14:tracePt t="24808" x="5689600" y="2522538"/>
          <p14:tracePt t="24818" x="5689600" y="2547938"/>
          <p14:tracePt t="24824" x="5689600" y="2565400"/>
          <p14:tracePt t="24833" x="5689600" y="2582863"/>
          <p14:tracePt t="24857" x="5689600" y="2598738"/>
          <p14:tracePt t="24873" x="5707063" y="2598738"/>
          <p14:tracePt t="24890" x="5707063" y="2582863"/>
          <p14:tracePt t="24898" x="5722938" y="2540000"/>
          <p14:tracePt t="24906" x="5732463" y="2522538"/>
          <p14:tracePt t="24914" x="5748338" y="2471738"/>
          <p14:tracePt t="24922" x="5765800" y="2446338"/>
          <p14:tracePt t="24931" x="5799138" y="2413000"/>
          <p14:tracePt t="24939" x="5808663" y="2405063"/>
          <p14:tracePt t="24947" x="5824538" y="2387600"/>
          <p14:tracePt t="24955" x="5842000" y="2370138"/>
          <p14:tracePt t="24972" x="5859463" y="2370138"/>
          <p14:tracePt t="24980" x="5867400" y="2370138"/>
          <p14:tracePt t="25012" x="5884863" y="2370138"/>
          <p14:tracePt t="25062" x="5884863" y="2387600"/>
          <p14:tracePt t="25086" x="5884863" y="2405063"/>
          <p14:tracePt t="25135" x="5900738" y="2405063"/>
          <p14:tracePt t="25152" x="5918200" y="2405063"/>
          <p14:tracePt t="25160" x="5961063" y="2354263"/>
          <p14:tracePt t="25168" x="6002338" y="2293938"/>
          <p14:tracePt t="25176" x="6078538" y="2235200"/>
          <p14:tracePt t="25184" x="6197600" y="2116138"/>
          <p14:tracePt t="25193" x="6332538" y="1998663"/>
          <p14:tracePt t="25201" x="6459538" y="1887538"/>
          <p14:tracePt t="25209" x="6654800" y="1744663"/>
          <p14:tracePt t="25217" x="6858000" y="1608138"/>
          <p14:tracePt t="25225" x="7069138" y="1473200"/>
          <p14:tracePt t="25234" x="7297738" y="1363663"/>
          <p14:tracePt t="25242" x="7510463" y="1262063"/>
          <p14:tracePt t="25250" x="7670800" y="1185863"/>
          <p14:tracePt t="25258" x="7866063" y="1125538"/>
          <p14:tracePt t="25267" x="8034338" y="1084263"/>
          <p14:tracePt t="25275" x="8196263" y="1033463"/>
          <p14:tracePt t="25284" x="8255000" y="1033463"/>
          <p14:tracePt t="25291" x="8382000" y="1033463"/>
          <p14:tracePt t="25301" x="8483600" y="1033463"/>
          <p14:tracePt t="25307" x="8559800" y="1033463"/>
          <p14:tracePt t="25317" x="8618538" y="1033463"/>
          <p14:tracePt t="25324" x="8678863" y="1033463"/>
          <p14:tracePt t="25334" x="8720138" y="1033463"/>
          <p14:tracePt t="25340" x="8755063" y="1033463"/>
          <p14:tracePt t="25350" x="8770938" y="1049338"/>
          <p14:tracePt t="25357" x="8796338" y="1084263"/>
          <p14:tracePt t="25366" x="8813800" y="1109663"/>
          <p14:tracePt t="25373" x="8813800" y="1125538"/>
          <p14:tracePt t="25381" x="8847138" y="1168400"/>
          <p14:tracePt t="25389" x="8847138" y="1201738"/>
          <p14:tracePt t="25397" x="8856663" y="1244600"/>
          <p14:tracePt t="25406" x="8872538" y="1287463"/>
          <p14:tracePt t="25414" x="8872538" y="1338263"/>
          <p14:tracePt t="25422" x="8890000" y="1439863"/>
          <p14:tracePt t="25430" x="8890000" y="1516063"/>
          <p14:tracePt t="25438" x="8890000" y="1617663"/>
          <p14:tracePt t="25447" x="8890000" y="1752600"/>
          <p14:tracePt t="25455" x="8890000" y="1862138"/>
          <p14:tracePt t="25463" x="8890000" y="1938338"/>
          <p14:tracePt t="25471" x="8890000" y="2039938"/>
          <p14:tracePt t="25479" x="8890000" y="2116138"/>
          <p14:tracePt t="25488" x="8890000" y="2192338"/>
          <p14:tracePt t="25496" x="8890000" y="2252663"/>
          <p14:tracePt t="25504" x="8890000" y="2311400"/>
          <p14:tracePt t="25512" x="8890000" y="2328863"/>
          <p14:tracePt t="25520" x="8890000" y="2354263"/>
          <p14:tracePt t="25529" x="8890000" y="2370138"/>
          <p14:tracePt t="25545" x="8872538" y="2370138"/>
          <p14:tracePt t="25553" x="8872538" y="2387600"/>
          <p14:tracePt t="25914" x="8872538" y="2370138"/>
          <p14:tracePt t="26004" x="8890000" y="2370138"/>
          <p14:tracePt t="26184" x="8907463" y="2370138"/>
          <p14:tracePt t="28651" x="8872538" y="2370138"/>
          <p14:tracePt t="28659" x="8847138" y="2370138"/>
          <p14:tracePt t="28669" x="8813800" y="2354263"/>
          <p14:tracePt t="28676" x="8780463" y="2336800"/>
          <p14:tracePt t="28684" x="8755063" y="2328863"/>
          <p14:tracePt t="28692" x="8712200" y="2293938"/>
          <p14:tracePt t="28701" x="8661400" y="2278063"/>
          <p14:tracePt t="28709" x="8643938" y="2268538"/>
          <p14:tracePt t="28717" x="8618538" y="2252663"/>
          <p14:tracePt t="28725" x="8585200" y="2235200"/>
          <p14:tracePt t="28734" x="8577263" y="2235200"/>
          <p14:tracePt t="28741" x="8542338" y="2217738"/>
          <p14:tracePt t="28751" x="8526463" y="2217738"/>
          <p14:tracePt t="28757" x="8526463" y="2209800"/>
          <p14:tracePt t="28767" x="8516938" y="2209800"/>
          <p14:tracePt t="28790" x="8501063" y="2209800"/>
          <p14:tracePt t="28881" x="8483600" y="2209800"/>
          <p14:tracePt t="28897" x="8466138" y="2209800"/>
          <p14:tracePt t="28905" x="8440738" y="2209800"/>
          <p14:tracePt t="28913" x="8424863" y="2217738"/>
          <p14:tracePt t="28921" x="8382000" y="2217738"/>
          <p14:tracePt t="28930" x="8331200" y="2235200"/>
          <p14:tracePt t="28938" x="8247063" y="2268538"/>
          <p14:tracePt t="28946" x="8229600" y="2268538"/>
          <p14:tracePt t="28954" x="8153400" y="2293938"/>
          <p14:tracePt t="28962" x="8094663" y="2311400"/>
          <p14:tracePt t="28971" x="8051800" y="2328863"/>
          <p14:tracePt t="28979" x="7983538" y="2354263"/>
          <p14:tracePt t="28987" x="7958138" y="2354263"/>
          <p14:tracePt t="28995" x="7899400" y="2370138"/>
          <p14:tracePt t="29003" x="7848600" y="2387600"/>
          <p14:tracePt t="29012" x="7823200" y="2405063"/>
          <p14:tracePt t="29020" x="7764463" y="2413000"/>
          <p14:tracePt t="29028" x="7747000" y="2446338"/>
          <p14:tracePt t="29036" x="7627938" y="2506663"/>
          <p14:tracePt t="29044" x="7612063" y="2522538"/>
          <p14:tracePt t="29348" x="7569200" y="2522538"/>
          <p14:tracePt t="29356" x="7510463" y="2522538"/>
          <p14:tracePt t="29364" x="7450138" y="2471738"/>
          <p14:tracePt t="29372" x="7373938" y="2446338"/>
          <p14:tracePt t="29381" x="7256463" y="2387600"/>
          <p14:tracePt t="29389" x="7119938" y="2311400"/>
          <p14:tracePt t="29397" x="6951663" y="2235200"/>
          <p14:tracePt t="29405" x="6789738" y="2159000"/>
          <p14:tracePt t="29413" x="6723063" y="2141538"/>
          <p14:tracePt t="29421" x="6621463" y="2100263"/>
          <p14:tracePt t="29430" x="6527800" y="2074863"/>
          <p14:tracePt t="29438" x="6469063" y="2057400"/>
          <p14:tracePt t="29446" x="6408738" y="2024063"/>
          <p14:tracePt t="29454" x="6383338" y="2014538"/>
          <p14:tracePt t="29463" x="6367463" y="2014538"/>
          <p14:tracePt t="29471" x="6350000" y="2014538"/>
          <p14:tracePt t="29478" x="6350000" y="1998663"/>
          <p14:tracePt t="29487" x="6332538" y="1998663"/>
          <p14:tracePt t="30618" x="6332538" y="2014538"/>
          <p14:tracePt t="30635" x="6332538" y="2024063"/>
          <p14:tracePt t="30642" x="6332538" y="2039938"/>
          <p14:tracePt t="30652" x="6350000" y="2039938"/>
          <p14:tracePt t="30667" x="6350000" y="2057400"/>
          <p14:tracePt t="31470" x="6408738" y="2057400"/>
          <p14:tracePt t="31478" x="6469063" y="2057400"/>
          <p14:tracePt t="31486" x="6527800" y="2074863"/>
          <p14:tracePt t="31494" x="6561138" y="2074863"/>
          <p14:tracePt t="31502" x="6604000" y="2082800"/>
          <p14:tracePt t="31511" x="6654800" y="2100263"/>
          <p14:tracePt t="31519" x="6738938" y="2116138"/>
          <p14:tracePt t="31527" x="6799263" y="2116138"/>
          <p14:tracePt t="31535" x="6875463" y="2133600"/>
          <p14:tracePt t="31543" x="6934200" y="2141538"/>
          <p14:tracePt t="31551" x="6992938" y="2141538"/>
          <p14:tracePt t="31560" x="7053263" y="2141538"/>
          <p14:tracePt t="31568" x="7104063" y="2141538"/>
          <p14:tracePt t="31576" x="7162800" y="2141538"/>
          <p14:tracePt t="31584" x="7297738" y="2141538"/>
          <p14:tracePt t="31593" x="7373938" y="2141538"/>
          <p14:tracePt t="31601" x="7416800" y="2141538"/>
          <p14:tracePt t="31609" x="7518400" y="2141538"/>
          <p14:tracePt t="31617" x="7594600" y="2141538"/>
          <p14:tracePt t="31625" x="7704138" y="2141538"/>
          <p14:tracePt t="31634" x="7780338" y="2141538"/>
          <p14:tracePt t="31642" x="7848600" y="2141538"/>
          <p14:tracePt t="31651" x="7916863" y="2141538"/>
          <p14:tracePt t="31658" x="7983538" y="2141538"/>
          <p14:tracePt t="31668" x="8034338" y="2141538"/>
          <p14:tracePt t="31674" x="8059738" y="2141538"/>
          <p14:tracePt t="31684" x="8110538" y="2141538"/>
          <p14:tracePt t="31691" x="8120063" y="2141538"/>
          <p14:tracePt t="31701" x="8153400" y="2141538"/>
          <p14:tracePt t="31707" x="8170863" y="2141538"/>
          <p14:tracePt t="31724" x="8186738" y="2141538"/>
          <p14:tracePt t="31733" x="8196263" y="2141538"/>
          <p14:tracePt t="31750" x="8212138" y="2141538"/>
          <p14:tracePt t="32297" x="8229600" y="2141538"/>
          <p14:tracePt t="32305" x="8255000" y="2141538"/>
          <p14:tracePt t="32314" x="8272463" y="2141538"/>
          <p14:tracePt t="32322" x="8331200" y="2141538"/>
          <p14:tracePt t="32330" x="8382000" y="2141538"/>
          <p14:tracePt t="32338" x="8407400" y="2141538"/>
          <p14:tracePt t="32346" x="8450263" y="2141538"/>
          <p14:tracePt t="32355" x="8483600" y="2141538"/>
          <p14:tracePt t="32363" x="8516938" y="2141538"/>
          <p14:tracePt t="32371" x="8526463" y="2141538"/>
          <p14:tracePt t="32387" x="8542338" y="2141538"/>
          <p14:tracePt t="35230" x="8483600" y="2235200"/>
          <p14:tracePt t="35238" x="8051800" y="2667000"/>
          <p14:tracePt t="35246" x="7688263" y="3030538"/>
          <p14:tracePt t="35255" x="7281863" y="3378200"/>
          <p14:tracePt t="35262" x="6875463" y="3725863"/>
          <p14:tracePt t="35270" x="6527800" y="3979863"/>
          <p14:tracePt t="35279" x="6189663" y="4233863"/>
          <p14:tracePt t="35287" x="5824538" y="4487863"/>
          <p14:tracePt t="35295" x="5554663" y="4665663"/>
          <p14:tracePt t="35303" x="5265738" y="4833938"/>
          <p14:tracePt t="35311" x="4775200" y="5173663"/>
          <p14:tracePt t="35320" x="4267200" y="5503863"/>
          <p14:tracePt t="35328" x="3903663" y="5732463"/>
          <p14:tracePt t="35336" x="3614738" y="5910263"/>
          <p14:tracePt t="35344" x="3360738" y="6045200"/>
          <p14:tracePt t="35352" x="3302000" y="6078538"/>
          <p14:tracePt t="35360" x="3149600" y="6138863"/>
          <p14:tracePt t="35369" x="3065463" y="6180138"/>
          <p14:tracePt t="35377" x="2989263" y="6215063"/>
          <p14:tracePt t="35385" x="2928938" y="6215063"/>
          <p14:tracePt t="35393" x="2913063" y="6230938"/>
          <p14:tracePt t="35402" x="2878138" y="6230938"/>
          <p14:tracePt t="35410" x="2870200" y="6230938"/>
          <p14:tracePt t="35426" x="2852738" y="6230938"/>
          <p14:tracePt t="35434" x="2836863" y="6230938"/>
          <p14:tracePt t="35442" x="2811463" y="6230938"/>
          <p14:tracePt t="35451" x="2794000" y="6230938"/>
          <p14:tracePt t="35459" x="2760663" y="6230938"/>
          <p14:tracePt t="35468" x="2735263" y="6230938"/>
          <p14:tracePt t="35475" x="2700338" y="6240463"/>
          <p14:tracePt t="35484" x="2674938" y="6240463"/>
          <p14:tracePt t="35492" x="2641600" y="6256338"/>
          <p14:tracePt t="35501" x="2598738" y="6256338"/>
          <p14:tracePt t="35508" x="2565400" y="6291263"/>
          <p14:tracePt t="35518" x="2547938" y="6299200"/>
          <p14:tracePt t="35524" x="2522538" y="6332538"/>
          <p14:tracePt t="35534" x="2489200" y="6375400"/>
          <p14:tracePt t="35541" x="2463800" y="6434138"/>
          <p14:tracePt t="35550" x="2446338" y="6510338"/>
          <p14:tracePt t="35557" x="2446338" y="6561138"/>
          <p14:tracePt t="35567" x="2430463" y="6629400"/>
          <p14:tracePt t="35573" x="2430463" y="6697663"/>
          <p14:tracePt t="35583" x="2430463" y="6756400"/>
          <p14:tracePt t="35590" x="2430463" y="6781800"/>
          <p14:tracePt t="35598" x="2430463" y="6824663"/>
          <p14:tracePt t="35606" x="2430463" y="6840538"/>
          <p14:tracePt t="36968" x="3319463" y="6367463"/>
          <p14:tracePt t="36976" x="3454400" y="6062663"/>
          <p14:tracePt t="36985" x="3573463" y="5808663"/>
          <p14:tracePt t="36991" x="3589338" y="5715000"/>
          <p14:tracePt t="37002" x="3751263" y="5376863"/>
          <p14:tracePt t="37008" x="3767138" y="5308600"/>
          <p14:tracePt t="37018" x="3827463" y="5189538"/>
          <p14:tracePt t="37024" x="3878263" y="5087938"/>
          <p14:tracePt t="37034" x="3886200" y="5029200"/>
          <p14:tracePt t="37040" x="3919538" y="4970463"/>
          <p14:tracePt t="37050" x="3919538" y="4935538"/>
          <p14:tracePt t="37057" x="3937000" y="4919663"/>
          <p14:tracePt t="37065" x="3937000" y="4910138"/>
          <p14:tracePt t="37073" x="3944938" y="4894263"/>
          <p14:tracePt t="37180" x="3944938" y="4876800"/>
          <p14:tracePt t="37204" x="3944938" y="4859338"/>
          <p14:tracePt t="37229" x="3944938" y="4843463"/>
          <p14:tracePt t="37335" x="3962400" y="4859338"/>
          <p14:tracePt t="37344" x="3995738" y="4859338"/>
          <p14:tracePt t="37352" x="4021138" y="4876800"/>
          <p14:tracePt t="37360" x="4071938" y="4894263"/>
          <p14:tracePt t="37368" x="4140200" y="4894263"/>
          <p14:tracePt t="37376" x="4208463" y="4910138"/>
          <p14:tracePt t="37385" x="4310063" y="4919663"/>
          <p14:tracePt t="37393" x="4411663" y="4919663"/>
          <p14:tracePt t="37401" x="4503738" y="4919663"/>
          <p14:tracePt t="37409" x="4597400" y="4919663"/>
          <p14:tracePt t="37418" x="4640263" y="4910138"/>
          <p14:tracePt t="37426" x="4732338" y="4876800"/>
          <p14:tracePt t="37434" x="4800600" y="4843463"/>
          <p14:tracePt t="37442" x="4868863" y="4818063"/>
          <p14:tracePt t="37451" x="4910138" y="4783138"/>
          <p14:tracePt t="37458" x="4927600" y="4757738"/>
          <p14:tracePt t="37468" x="4970463" y="4724400"/>
          <p14:tracePt t="37474" x="4986338" y="4716463"/>
          <p14:tracePt t="37484" x="5003800" y="4699000"/>
          <p14:tracePt t="37491" x="5011738" y="4648200"/>
          <p14:tracePt t="37501" x="5029200" y="4640263"/>
          <p14:tracePt t="38630" x="5072063" y="4640263"/>
          <p14:tracePt t="38638" x="5105400" y="4622800"/>
          <p14:tracePt t="38646" x="5138738" y="4605338"/>
          <p14:tracePt t="38655" x="5181600" y="4589463"/>
          <p14:tracePt t="38662" x="5207000" y="4564063"/>
          <p14:tracePt t="38671" x="5224463" y="4546600"/>
          <p14:tracePt t="38679" x="5257800" y="4529138"/>
          <p14:tracePt t="38687" x="5265738" y="4521200"/>
          <p14:tracePt t="38695" x="5283200" y="4487863"/>
          <p14:tracePt t="38704" x="5300663" y="4470400"/>
          <p14:tracePt t="38712" x="5300663" y="4452938"/>
          <p14:tracePt t="38728" x="5316538" y="4445000"/>
          <p14:tracePt t="38736" x="5316538" y="4411663"/>
          <p14:tracePt t="39244" x="5402263" y="4368800"/>
          <p14:tracePt t="39253" x="5511800" y="4292600"/>
          <p14:tracePt t="39261" x="5672138" y="4157663"/>
          <p14:tracePt t="39269" x="5884863" y="3979863"/>
          <p14:tracePt t="39277" x="6053138" y="3792538"/>
          <p14:tracePt t="39285" x="6265863" y="3589338"/>
          <p14:tracePt t="39293" x="6408738" y="3395663"/>
          <p14:tracePt t="39302" x="6469063" y="3302000"/>
          <p14:tracePt t="39310" x="6604000" y="3149600"/>
          <p14:tracePt t="39318" x="6697663" y="3030538"/>
          <p14:tracePt t="39326" x="6756400" y="2938463"/>
          <p14:tracePt t="39334" x="6789738" y="2870200"/>
          <p14:tracePt t="39343" x="6815138" y="2801938"/>
          <p14:tracePt t="39351" x="6832600" y="2776538"/>
          <p14:tracePt t="39359" x="6850063" y="2735263"/>
          <p14:tracePt t="39367" x="6850063" y="2700338"/>
          <p14:tracePt t="39376" x="6858000" y="2684463"/>
          <p14:tracePt t="39384" x="6858000" y="2667000"/>
          <p14:tracePt t="39392" x="6858000" y="2659063"/>
          <p14:tracePt t="39408" x="6858000" y="2641600"/>
          <p14:tracePt t="39531" x="6858000" y="2659063"/>
          <p14:tracePt t="39539" x="6850063" y="2659063"/>
          <p14:tracePt t="39556" x="6850063" y="2667000"/>
          <p14:tracePt t="39572" x="6850063" y="2684463"/>
          <p14:tracePt t="39580" x="6832600" y="2700338"/>
          <p14:tracePt t="39588" x="6832600" y="2743200"/>
          <p14:tracePt t="39597" x="6832600" y="2760663"/>
          <p14:tracePt t="39605" x="6832600" y="2801938"/>
          <p14:tracePt t="39613" x="6832600" y="2819400"/>
          <p14:tracePt t="39621" x="6832600" y="2836863"/>
          <p14:tracePt t="39630" x="6832600" y="2852738"/>
          <p14:tracePt t="39638" x="6832600" y="2870200"/>
          <p14:tracePt t="39646" x="6832600" y="2878138"/>
          <p14:tracePt t="39662" x="6832600" y="2895600"/>
          <p14:tracePt t="39671" x="6832600" y="2928938"/>
          <p14:tracePt t="39679" x="6832600" y="2938463"/>
          <p14:tracePt t="39687" x="6832600" y="2971800"/>
          <p14:tracePt t="39695" x="6832600" y="2989263"/>
          <p14:tracePt t="39703" x="6832600" y="3014663"/>
          <p14:tracePt t="39712" x="6832600" y="3048000"/>
          <p14:tracePt t="39720" x="6832600" y="3065463"/>
          <p14:tracePt t="39728" x="6832600" y="3073400"/>
          <p14:tracePt t="39744" x="6832600" y="3090863"/>
          <p14:tracePt t="39777" x="6850063" y="3090863"/>
          <p14:tracePt t="45307" x="6850063" y="3106738"/>
          <p14:tracePt t="45317" x="6850063" y="3132138"/>
          <p14:tracePt t="45323" x="6850063" y="3167063"/>
          <p14:tracePt t="45332" x="6850063" y="3200400"/>
          <p14:tracePt t="45340" x="6858000" y="3225800"/>
          <p14:tracePt t="45348" x="6858000" y="3259138"/>
          <p14:tracePt t="45356" x="6875463" y="3284538"/>
          <p14:tracePt t="45373" x="6875463" y="3302000"/>
          <p14:tracePt t="45381" x="6875463" y="3319463"/>
          <p14:tracePt t="45389" x="6891338" y="3319463"/>
          <p14:tracePt t="45414" x="6891338" y="3327400"/>
          <p14:tracePt t="45733" x="6891338" y="3344863"/>
          <p14:tracePt t="45791" x="6875463" y="3344863"/>
          <p14:tracePt t="45816" x="6875463" y="3360738"/>
          <p14:tracePt t="45823" x="6858000" y="3360738"/>
          <p14:tracePt t="45840" x="6850063" y="3360738"/>
          <p14:tracePt t="45856" x="6832600" y="3360738"/>
          <p14:tracePt t="45864" x="6815138" y="3378200"/>
          <p14:tracePt t="45873" x="6799263" y="3378200"/>
          <p14:tracePt t="45889" x="6789738" y="3395663"/>
          <p14:tracePt t="45897" x="6773863" y="3395663"/>
          <p14:tracePt t="45905" x="6756400" y="3395663"/>
          <p14:tracePt t="45914" x="6723063" y="3403600"/>
          <p14:tracePt t="45930" x="6713538" y="3403600"/>
          <p14:tracePt t="45938" x="6697663" y="3403600"/>
          <p14:tracePt t="45946" x="6662738" y="3421063"/>
          <p14:tracePt t="45954" x="6654800" y="3421063"/>
          <p14:tracePt t="45963" x="6637338" y="3436938"/>
          <p14:tracePt t="45971" x="6621463" y="3436938"/>
          <p14:tracePt t="45979" x="6596063" y="3454400"/>
          <p14:tracePt t="45987" x="6578600" y="3454400"/>
          <p14:tracePt t="45996" x="6527800" y="3462338"/>
          <p14:tracePt t="46004" x="6519863" y="3479800"/>
          <p14:tracePt t="46012" x="6469063" y="3479800"/>
          <p14:tracePt t="46020" x="6443663" y="3497263"/>
          <p14:tracePt t="46028" x="6408738" y="3497263"/>
          <p14:tracePt t="46037" x="6383338" y="3513138"/>
          <p14:tracePt t="46045" x="6367463" y="3530600"/>
          <p14:tracePt t="46053" x="6332538" y="3538538"/>
          <p14:tracePt t="46061" x="6324600" y="3538538"/>
          <p14:tracePt t="46078" x="6324600" y="3556000"/>
          <p14:tracePt t="46085" x="6307138" y="3556000"/>
          <p14:tracePt t="48692" x="6307138" y="3538538"/>
          <p14:tracePt t="48701" x="6324600" y="3513138"/>
          <p14:tracePt t="48708" x="6332538" y="3454400"/>
          <p14:tracePt t="48719" x="6367463" y="3403600"/>
          <p14:tracePt t="48725" x="6408738" y="3344863"/>
          <p14:tracePt t="48734" x="6459538" y="3284538"/>
          <p14:tracePt t="48741" x="6484938" y="3225800"/>
          <p14:tracePt t="48750" x="6545263" y="3167063"/>
          <p14:tracePt t="48757" x="6596063" y="3124200"/>
          <p14:tracePt t="48765" x="6637338" y="3073400"/>
          <p14:tracePt t="48774" x="6680200" y="3030538"/>
          <p14:tracePt t="48782" x="6723063" y="2989263"/>
          <p14:tracePt t="48790" x="6789738" y="2971800"/>
          <p14:tracePt t="48798" x="6815138" y="2954338"/>
          <p14:tracePt t="48806" x="6858000" y="2938463"/>
          <p14:tracePt t="48815" x="6891338" y="2938463"/>
          <p14:tracePt t="48822" x="6934200" y="2938463"/>
          <p14:tracePt t="48831" x="6967538" y="2938463"/>
          <p14:tracePt t="48839" x="6992938" y="2938463"/>
          <p14:tracePt t="48850" x="7027863" y="2938463"/>
          <p14:tracePt t="48856" x="7043738" y="2954338"/>
          <p14:tracePt t="48864" x="7053263" y="2971800"/>
          <p14:tracePt t="48872" x="7069138" y="2989263"/>
          <p14:tracePt t="48880" x="7069138" y="2997200"/>
          <p14:tracePt t="48904" x="7069138" y="3014663"/>
          <p14:tracePt t="48913" x="7069138" y="3048000"/>
          <p14:tracePt t="48921" x="7069138" y="3073400"/>
          <p14:tracePt t="48929" x="7069138" y="3106738"/>
          <p14:tracePt t="48937" x="7069138" y="3167063"/>
          <p14:tracePt t="48946" x="7069138" y="3200400"/>
          <p14:tracePt t="48954" x="7069138" y="3259138"/>
          <p14:tracePt t="48962" x="7069138" y="3319463"/>
          <p14:tracePt t="48970" x="7069138" y="3344863"/>
          <p14:tracePt t="48978" x="7069138" y="3403600"/>
          <p14:tracePt t="48987" x="7069138" y="3454400"/>
          <p14:tracePt t="48995" x="7069138" y="3479800"/>
          <p14:tracePt t="49003" x="7069138" y="3513138"/>
          <p14:tracePt t="49011" x="7069138" y="3538538"/>
          <p14:tracePt t="49019" x="7069138" y="3589338"/>
          <p14:tracePt t="49027" x="7043738" y="3649663"/>
          <p14:tracePt t="49036" x="7027863" y="3675063"/>
          <p14:tracePt t="49044" x="6992938" y="3784600"/>
          <p14:tracePt t="49052" x="6992938" y="3827463"/>
          <p14:tracePt t="49060" x="6967538" y="3903663"/>
          <p14:tracePt t="49068" x="6934200" y="3979863"/>
          <p14:tracePt t="49077" x="6908800" y="4056063"/>
          <p14:tracePt t="49085" x="6875463" y="4140200"/>
          <p14:tracePt t="49093" x="6789738" y="4275138"/>
          <p14:tracePt t="49101" x="6723063" y="4351338"/>
          <p14:tracePt t="49626" x="6545263" y="4529138"/>
          <p14:tracePt t="49635" x="6367463" y="4757738"/>
          <p14:tracePt t="49642" x="6197600" y="4995863"/>
          <p14:tracePt t="49652" x="6078538" y="5164138"/>
          <p14:tracePt t="49658" x="5976938" y="5341938"/>
          <p14:tracePt t="49668" x="5900738" y="5461000"/>
          <p14:tracePt t="49675" x="5722938" y="5732463"/>
          <p14:tracePt t="49684" x="5672138" y="5808663"/>
          <p14:tracePt t="49691" x="5453063" y="6164263"/>
          <p14:tracePt t="49701" x="5359400" y="6316663"/>
          <p14:tracePt t="49708" x="5265738" y="6426200"/>
          <p14:tracePt t="49718" x="5240338" y="6469063"/>
          <p14:tracePt t="49724" x="5122863" y="6629400"/>
          <p14:tracePt t="49734" x="5046663" y="6723063"/>
          <p14:tracePt t="49741" x="4970463" y="6799263"/>
          <p14:tracePt t="49750" x="4935538" y="6840538"/>
          <p14:tracePt t="52561" x="4640263" y="6646863"/>
          <p14:tracePt t="52570" x="4868863" y="6545263"/>
          <p14:tracePt t="52579" x="5072063" y="6434138"/>
          <p14:tracePt t="52586" x="5257800" y="6332538"/>
          <p14:tracePt t="52593" x="5435600" y="6230938"/>
          <p14:tracePt t="52602" x="5613400" y="6138863"/>
          <p14:tracePt t="52609" x="5732463" y="6062663"/>
          <p14:tracePt t="52618" x="5783263" y="6037263"/>
          <p14:tracePt t="52625" x="5961063" y="5943600"/>
          <p14:tracePt t="52635" x="6019800" y="5900738"/>
          <p14:tracePt t="52641" x="6096000" y="5867400"/>
          <p14:tracePt t="52651" x="6189663" y="5808663"/>
          <p14:tracePt t="52658" x="6248400" y="5773738"/>
          <p14:tracePt t="52669" x="6332538" y="5715000"/>
          <p14:tracePt t="52674" x="6408738" y="5672138"/>
          <p14:tracePt t="52684" x="6469063" y="5638800"/>
          <p14:tracePt t="52690" x="6604000" y="5554663"/>
          <p14:tracePt t="52701" x="6654800" y="5519738"/>
          <p14:tracePt t="52707" x="6723063" y="5494338"/>
          <p14:tracePt t="52718" x="6799263" y="5443538"/>
          <p14:tracePt t="52724" x="6858000" y="5435600"/>
          <p14:tracePt t="52735" x="6934200" y="5402263"/>
          <p14:tracePt t="52740" x="6992938" y="5376863"/>
          <p14:tracePt t="52751" x="7043738" y="5376863"/>
          <p14:tracePt t="52756" x="7069138" y="5359400"/>
          <p14:tracePt t="52768" x="7119938" y="5359400"/>
          <p14:tracePt t="52772" x="7129463" y="5341938"/>
          <p14:tracePt t="52785" x="7162800" y="5326063"/>
          <p14:tracePt t="52789" x="7180263" y="5326063"/>
          <p14:tracePt t="52801" x="7205663" y="5308600"/>
          <p14:tracePt t="52806" x="7239000" y="5308600"/>
          <p14:tracePt t="52818" x="7256463" y="5308600"/>
          <p14:tracePt t="52821" x="7264400" y="5300663"/>
          <p14:tracePt t="52835" x="7297738" y="5300663"/>
          <p14:tracePt t="52839" x="7297738" y="5283200"/>
          <p14:tracePt t="52855" x="7323138" y="5283200"/>
          <p14:tracePt t="52857" x="7340600" y="5283200"/>
          <p14:tracePt t="52863" x="7373938" y="5283200"/>
          <p14:tracePt t="52879" x="7399338" y="5283200"/>
          <p14:tracePt t="52887" x="7434263" y="5283200"/>
          <p14:tracePt t="52895" x="7475538" y="5283200"/>
          <p14:tracePt t="52904" x="7535863" y="5265738"/>
          <p14:tracePt t="52912" x="7612063" y="5249863"/>
          <p14:tracePt t="52920" x="7688263" y="5224463"/>
          <p14:tracePt t="52928" x="7780338" y="5207000"/>
          <p14:tracePt t="52936" x="7823200" y="5189538"/>
          <p14:tracePt t="52945" x="7916863" y="5164138"/>
          <p14:tracePt t="52953" x="7983538" y="5130800"/>
          <p14:tracePt t="52961" x="8051800" y="5113338"/>
          <p14:tracePt t="52969" x="8094663" y="5105400"/>
          <p14:tracePt t="52977" x="8135938" y="5087938"/>
          <p14:tracePt t="52985" x="8186738" y="5087938"/>
          <p14:tracePt t="52994" x="8196263" y="5072063"/>
          <p14:tracePt t="53002" x="8229600" y="5072063"/>
          <p14:tracePt t="53018" x="8247063" y="5072063"/>
          <p14:tracePt t="53035" x="8255000" y="5072063"/>
          <p14:tracePt t="53378" x="8247063" y="5072063"/>
          <p14:tracePt t="56648" x="8229600" y="5072063"/>
          <p14:tracePt t="56779" x="8212138" y="5072063"/>
          <p14:tracePt t="56845" x="8196263" y="5072063"/>
          <p14:tracePt t="56869" x="8196263" y="5087938"/>
          <p14:tracePt t="56878" x="8186738" y="5087938"/>
          <p14:tracePt t="56918" x="8170863" y="5087938"/>
          <p14:tracePt t="56927" x="8153400" y="5105400"/>
          <p14:tracePt t="56943" x="8135938" y="5105400"/>
          <p14:tracePt t="56951" x="8120063" y="5113338"/>
          <p14:tracePt t="56968" x="8110538" y="5113338"/>
          <p14:tracePt t="56976" x="8094663" y="5130800"/>
          <p14:tracePt t="56984" x="8077200" y="5130800"/>
          <p14:tracePt t="56992" x="8059738" y="5130800"/>
          <p14:tracePt t="57009" x="8051800" y="5148263"/>
          <p14:tracePt t="57025" x="8034338" y="5148263"/>
          <p14:tracePt t="57058" x="8018463" y="5148263"/>
          <p14:tracePt t="57068" x="8018463" y="5164138"/>
          <p14:tracePt t="64420" x="8018463" y="5189538"/>
          <p14:tracePt t="64429" x="8001000" y="5207000"/>
          <p14:tracePt t="64437" x="8001000" y="5224463"/>
          <p14:tracePt t="64445" x="7983538" y="5240338"/>
          <p14:tracePt t="64461" x="7983538" y="5249863"/>
          <p14:tracePt t="64470" x="7983538" y="5265738"/>
          <p14:tracePt t="64478" x="7975600" y="5283200"/>
          <p14:tracePt t="64486" x="7958138" y="5300663"/>
          <p14:tracePt t="64502" x="7942263" y="5308600"/>
          <p14:tracePt t="64510" x="7924800" y="5326063"/>
          <p14:tracePt t="64519" x="7924800" y="5341938"/>
          <p14:tracePt t="64527" x="7916863" y="5359400"/>
          <p14:tracePt t="64535" x="7899400" y="5376863"/>
          <p14:tracePt t="64551" x="7881938" y="5384800"/>
          <p14:tracePt t="64560" x="7866063" y="5384800"/>
          <p14:tracePt t="64568" x="7866063" y="5402263"/>
          <p14:tracePt t="64576" x="7848600" y="5402263"/>
          <p14:tracePt t="64617" x="7840663" y="5402263"/>
          <p14:tracePt t="64658" x="7840663" y="5384800"/>
          <p14:tracePt t="64683" x="7823200" y="5384800"/>
          <p14:tracePt t="64691" x="7823200" y="5376863"/>
          <p14:tracePt t="64781" x="7823200" y="5359400"/>
          <p14:tracePt t="65256" x="7805738" y="5359400"/>
          <p14:tracePt t="65289" x="7805738" y="5376863"/>
          <p14:tracePt t="65338" x="7789863" y="5376863"/>
          <p14:tracePt t="65379" x="7780338" y="5376863"/>
          <p14:tracePt t="65404" x="7764463" y="5376863"/>
          <p14:tracePt t="65412" x="7747000" y="5376863"/>
          <p14:tracePt t="65420" x="7729538" y="5376863"/>
          <p14:tracePt t="65428" x="7688263" y="5376863"/>
          <p14:tracePt t="65436" x="7670800" y="5376863"/>
          <p14:tracePt t="65445" x="7627938" y="5376863"/>
          <p14:tracePt t="65453" x="7586663" y="5376863"/>
          <p14:tracePt t="65461" x="7535863" y="5376863"/>
          <p14:tracePt t="65469" x="7475538" y="5376863"/>
          <p14:tracePt t="65477" x="7416800" y="5376863"/>
          <p14:tracePt t="65485" x="7373938" y="5376863"/>
          <p14:tracePt t="65494" x="7315200" y="5376863"/>
          <p14:tracePt t="65502" x="7180263" y="5376863"/>
          <p14:tracePt t="65510" x="7119938" y="5376863"/>
          <p14:tracePt t="65518" x="7010400" y="5384800"/>
          <p14:tracePt t="65526" x="6926263" y="5402263"/>
          <p14:tracePt t="65535" x="6815138" y="5418138"/>
          <p14:tracePt t="65543" x="6713538" y="5418138"/>
          <p14:tracePt t="65551" x="6654800" y="5435600"/>
          <p14:tracePt t="65559" x="6484938" y="5478463"/>
          <p14:tracePt t="65568" x="6367463" y="5494338"/>
          <p14:tracePt t="65576" x="6230938" y="5537200"/>
          <p14:tracePt t="65584" x="6096000" y="5570538"/>
          <p14:tracePt t="65592" x="5926138" y="5630863"/>
          <p14:tracePt t="65601" x="5783263" y="5707063"/>
          <p14:tracePt t="65608" x="5537200" y="5773738"/>
          <p14:tracePt t="65618" x="5316538" y="5900738"/>
          <p14:tracePt t="65625" x="5072063" y="6037263"/>
          <p14:tracePt t="65635" x="4818063" y="6164263"/>
          <p14:tracePt t="65641" x="4521200" y="6316663"/>
          <p14:tracePt t="65650" x="4267200" y="6451600"/>
          <p14:tracePt t="65658" x="4005263" y="6586538"/>
          <p14:tracePt t="65667" x="3784600" y="6705600"/>
          <p14:tracePt t="65674" x="3606800" y="6824663"/>
        </p14:tracePtLst>
      </p14:laserTraceLst>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C49205-FF1A-B9FF-891E-8942B07311CC}"/>
              </a:ext>
            </a:extLst>
          </p:cNvPr>
          <p:cNvSpPr>
            <a:spLocks noGrp="1"/>
          </p:cNvSpPr>
          <p:nvPr>
            <p:ph type="sldNum" sz="quarter" idx="13"/>
          </p:nvPr>
        </p:nvSpPr>
        <p:spPr/>
        <p:txBody>
          <a:bodyPr/>
          <a:lstStyle/>
          <a:p>
            <a:fld id="{EB4B8DE2-A4E8-46E4-8BBF-D75455EFF32C}" type="slidenum">
              <a:rPr lang="en-US" smtClean="0"/>
              <a:pPr/>
              <a:t>23</a:t>
            </a:fld>
            <a:endParaRPr lang="en-US" dirty="0"/>
          </a:p>
        </p:txBody>
      </p:sp>
      <p:sp>
        <p:nvSpPr>
          <p:cNvPr id="5" name="Content Placeholder 4">
            <a:extLst>
              <a:ext uri="{FF2B5EF4-FFF2-40B4-BE49-F238E27FC236}">
                <a16:creationId xmlns:a16="http://schemas.microsoft.com/office/drawing/2014/main" id="{CD13A1FE-3EE9-E131-22B5-7D0494A7D899}"/>
              </a:ext>
            </a:extLst>
          </p:cNvPr>
          <p:cNvSpPr>
            <a:spLocks noGrp="1"/>
          </p:cNvSpPr>
          <p:nvPr>
            <p:ph sz="quarter" idx="14"/>
          </p:nvPr>
        </p:nvSpPr>
        <p:spPr/>
        <p:txBody>
          <a:bodyPr/>
          <a:lstStyle/>
          <a:p>
            <a:endParaRPr lang="en-KR"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F317C50-361B-2B0A-C8F8-76732D227D8B}"/>
                  </a:ext>
                </a:extLst>
              </p:cNvPr>
              <p:cNvSpPr txBox="1"/>
              <p:nvPr/>
            </p:nvSpPr>
            <p:spPr>
              <a:xfrm>
                <a:off x="609600" y="686561"/>
                <a:ext cx="7298665" cy="369332"/>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Let’s get posterior</a:t>
                </a:r>
                <a:r>
                  <a:rPr lang="en-KR" dirty="0"/>
                  <a: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oMath>
                </a14:m>
                <a:r>
                  <a:rPr lang="en-KR" dirty="0">
                    <a:latin typeface="Pretendard" panose="02000503000000020004" pitchFamily="2" charset="-127"/>
                    <a:ea typeface="Pretendard" panose="02000503000000020004" pitchFamily="2" charset="-127"/>
                    <a:cs typeface="Pretendard" panose="02000503000000020004" pitchFamily="2" charset="-127"/>
                  </a:rPr>
                  <a:t>. We already know the following three.</a:t>
                </a:r>
                <a:r>
                  <a:rPr lang="en-KR" dirty="0"/>
                  <a:t> </a:t>
                </a:r>
              </a:p>
            </p:txBody>
          </p:sp>
        </mc:Choice>
        <mc:Fallback xmlns="">
          <p:sp>
            <p:nvSpPr>
              <p:cNvPr id="13" name="TextBox 12">
                <a:extLst>
                  <a:ext uri="{FF2B5EF4-FFF2-40B4-BE49-F238E27FC236}">
                    <a16:creationId xmlns:a16="http://schemas.microsoft.com/office/drawing/2014/main" id="{0F317C50-361B-2B0A-C8F8-76732D227D8B}"/>
                  </a:ext>
                </a:extLst>
              </p:cNvPr>
              <p:cNvSpPr txBox="1">
                <a:spLocks noRot="1" noChangeAspect="1" noMove="1" noResize="1" noEditPoints="1" noAdjustHandles="1" noChangeArrowheads="1" noChangeShapeType="1" noTextEdit="1"/>
              </p:cNvSpPr>
              <p:nvPr/>
            </p:nvSpPr>
            <p:spPr>
              <a:xfrm>
                <a:off x="609600" y="686561"/>
                <a:ext cx="7298665" cy="369332"/>
              </a:xfrm>
              <a:prstGeom prst="rect">
                <a:avLst/>
              </a:prstGeom>
              <a:blipFill>
                <a:blip r:embed="rId6"/>
                <a:stretch>
                  <a:fillRect l="-2087" t="-10000" r="-522" b="-2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E3B2370-B755-6E6B-1ACB-395607A331B8}"/>
                  </a:ext>
                </a:extLst>
              </p:cNvPr>
              <p:cNvSpPr txBox="1"/>
              <p:nvPr/>
            </p:nvSpPr>
            <p:spPr>
              <a:xfrm>
                <a:off x="609600" y="2079277"/>
                <a:ext cx="3847656" cy="679032"/>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i="1">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𝑞</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sub>
                              </m:sSub>
                            </m:e>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e>
                          </m:d>
                          <m:r>
                            <a:rPr lang="en-US" i="1">
                              <a:solidFill>
                                <a:schemeClr val="tx1"/>
                              </a:solidFill>
                              <a:latin typeface="Cambria Math" panose="02040503050406030204" pitchFamily="18" charset="0"/>
                            </a:rPr>
                            <m:t>𝑞</m:t>
                          </m:r>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0</m:t>
                                  </m:r>
                                </m:sub>
                              </m:sSub>
                            </m:e>
                          </m:d>
                        </m:num>
                        <m:den>
                          <m:r>
                            <a:rPr lang="en-US" i="1">
                              <a:solidFill>
                                <a:schemeClr val="tx1"/>
                              </a:solidFill>
                              <a:latin typeface="Cambria Math" panose="02040503050406030204" pitchFamily="18" charset="0"/>
                            </a:rPr>
                            <m:t>𝑞</m:t>
                          </m:r>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0</m:t>
                              </m:r>
                            </m:sub>
                          </m:sSub>
                          <m:r>
                            <a:rPr lang="en-US" i="1">
                              <a:solidFill>
                                <a:schemeClr val="tx1"/>
                              </a:solidFill>
                              <a:latin typeface="Cambria Math" panose="02040503050406030204" pitchFamily="18" charset="0"/>
                            </a:rPr>
                            <m:t>)</m:t>
                          </m:r>
                        </m:den>
                      </m:f>
                    </m:oMath>
                  </m:oMathPara>
                </a14:m>
                <a:endParaRPr lang="en-KR" dirty="0" err="1">
                  <a:solidFill>
                    <a:schemeClr val="tx1"/>
                  </a:solidFill>
                </a:endParaRPr>
              </a:p>
            </p:txBody>
          </p:sp>
        </mc:Choice>
        <mc:Fallback xmlns="">
          <p:sp>
            <p:nvSpPr>
              <p:cNvPr id="15" name="TextBox 14">
                <a:extLst>
                  <a:ext uri="{FF2B5EF4-FFF2-40B4-BE49-F238E27FC236}">
                    <a16:creationId xmlns:a16="http://schemas.microsoft.com/office/drawing/2014/main" id="{9E3B2370-B755-6E6B-1ACB-395607A331B8}"/>
                  </a:ext>
                </a:extLst>
              </p:cNvPr>
              <p:cNvSpPr txBox="1">
                <a:spLocks noRot="1" noChangeAspect="1" noMove="1" noResize="1" noEditPoints="1" noAdjustHandles="1" noChangeArrowheads="1" noChangeShapeType="1" noTextEdit="1"/>
              </p:cNvSpPr>
              <p:nvPr/>
            </p:nvSpPr>
            <p:spPr>
              <a:xfrm>
                <a:off x="609600" y="2079277"/>
                <a:ext cx="3847656" cy="679032"/>
              </a:xfrm>
              <a:prstGeom prst="rect">
                <a:avLst/>
              </a:prstGeom>
              <a:blipFill>
                <a:blip r:embed="rId7"/>
                <a:stretch>
                  <a:fillRect l="-1650" b="-11111"/>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 Placeholder 2">
                <a:extLst>
                  <a:ext uri="{FF2B5EF4-FFF2-40B4-BE49-F238E27FC236}">
                    <a16:creationId xmlns:a16="http://schemas.microsoft.com/office/drawing/2014/main" id="{D5D128E3-8419-9FCC-362F-A3C51BCE24AC}"/>
                  </a:ext>
                </a:extLst>
              </p:cNvPr>
              <p:cNvSpPr>
                <a:spLocks noGrp="1"/>
              </p:cNvSpPr>
              <p:nvPr>
                <p:ph type="body" sz="quarter" idx="10"/>
              </p:nvPr>
            </p:nvSpPr>
            <p:spPr>
              <a:xfrm>
                <a:off x="615913" y="1606263"/>
                <a:ext cx="10521412" cy="812530"/>
              </a:xfrm>
            </p:spPr>
            <p:txBody>
              <a:bodyPr/>
              <a:lstStyle/>
              <a:p>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𝑞</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𝑡</m:t>
                              </m:r>
                            </m:sub>
                          </m:sSub>
                        </m:e>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𝒩</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rad>
                            <m:radPr>
                              <m:degHide m:val="on"/>
                              <m:ctrlPr>
                                <a:rPr lang="en-US" sz="2000" b="0" i="1" smtClean="0">
                                  <a:latin typeface="Cambria Math" panose="02040503050406030204" pitchFamily="18" charset="0"/>
                                  <a:ea typeface="Cambria Math" panose="02040503050406030204" pitchFamily="18" charset="0"/>
                                </a:rPr>
                              </m:ctrlPr>
                            </m:radPr>
                            <m:deg/>
                            <m:e>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rad>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d>
                          <m:r>
                            <a:rPr lang="en-US" sz="2000" b="1" i="0" smtClean="0">
                              <a:latin typeface="Cambria Math" panose="02040503050406030204" pitchFamily="18" charset="0"/>
                              <a:ea typeface="Cambria Math" panose="02040503050406030204" pitchFamily="18" charset="0"/>
                            </a:rPr>
                            <m:t>𝐈</m:t>
                          </m:r>
                        </m:e>
                      </m:d>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m:rPr>
                              <m:sty m:val="p"/>
                            </m:rPr>
                            <a:rPr lang="en-US" sz="2000" b="0" i="0" smtClean="0">
                              <a:latin typeface="Cambria Math" panose="02040503050406030204" pitchFamily="18" charset="0"/>
                              <a:ea typeface="Cambria Math" panose="02040503050406030204" pitchFamily="18" charset="0"/>
                            </a:rPr>
                            <m:t>Π</m:t>
                          </m:r>
                        </m:e>
                        <m:sub>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𝑡</m:t>
                          </m:r>
                        </m:sup>
                      </m:sSubSup>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𝑠</m:t>
                          </m:r>
                        </m:sub>
                      </m:sSub>
                    </m:oMath>
                  </m:oMathPara>
                </a14:m>
                <a:endParaRPr lang="en-KR" sz="2000" dirty="0"/>
              </a:p>
            </p:txBody>
          </p:sp>
        </mc:Choice>
        <mc:Fallback xmlns="">
          <p:sp>
            <p:nvSpPr>
              <p:cNvPr id="16" name="Text Placeholder 2">
                <a:extLst>
                  <a:ext uri="{FF2B5EF4-FFF2-40B4-BE49-F238E27FC236}">
                    <a16:creationId xmlns:a16="http://schemas.microsoft.com/office/drawing/2014/main" id="{D5D128E3-8419-9FCC-362F-A3C51BCE24AC}"/>
                  </a:ext>
                </a:extLst>
              </p:cNvPr>
              <p:cNvSpPr>
                <a:spLocks noGrp="1" noRot="1" noChangeAspect="1" noMove="1" noResize="1" noEditPoints="1" noAdjustHandles="1" noChangeArrowheads="1" noChangeShapeType="1" noTextEdit="1"/>
              </p:cNvSpPr>
              <p:nvPr>
                <p:ph type="body" sz="quarter" idx="10"/>
              </p:nvPr>
            </p:nvSpPr>
            <p:spPr>
              <a:xfrm>
                <a:off x="615913" y="1606263"/>
                <a:ext cx="10521412" cy="812530"/>
              </a:xfrm>
              <a:blipFill>
                <a:blip r:embed="rId8"/>
                <a:stretch>
                  <a:fillRect l="-844"/>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594817-9C61-5C8F-7B69-D58C42C458B0}"/>
                  </a:ext>
                </a:extLst>
              </p:cNvPr>
              <p:cNvSpPr txBox="1"/>
              <p:nvPr/>
            </p:nvSpPr>
            <p:spPr>
              <a:xfrm>
                <a:off x="544896" y="1102709"/>
                <a:ext cx="6096000" cy="465064"/>
              </a:xfrm>
              <a:prstGeom prst="rect">
                <a:avLst/>
              </a:prstGeom>
              <a:noFill/>
            </p:spPr>
            <p:txBody>
              <a:bodyPr wrap="square">
                <a:spAutoFit/>
              </a:bodyPr>
              <a:lstStyle/>
              <a:p>
                <a:pPr algn="l"/>
                <a14:m>
                  <m:oMathPara xmlns:m="http://schemas.openxmlformats.org/officeDocument/2006/math">
                    <m:oMathParaPr>
                      <m:jc m:val="left"/>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1" i="1" smtClean="0">
                          <a:solidFill>
                            <a:schemeClr val="accent6">
                              <a:lumMod val="50000"/>
                            </a:schemeClr>
                          </a:solidFill>
                          <a:latin typeface="Cambria Math" panose="02040503050406030204" pitchFamily="18" charset="0"/>
                          <a:ea typeface="Cambria Math" panose="02040503050406030204" pitchFamily="18" charset="0"/>
                        </a:rPr>
                        <m:t>𝑰</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17" name="TextBox 16">
                <a:extLst>
                  <a:ext uri="{FF2B5EF4-FFF2-40B4-BE49-F238E27FC236}">
                    <a16:creationId xmlns:a16="http://schemas.microsoft.com/office/drawing/2014/main" id="{6A594817-9C61-5C8F-7B69-D58C42C458B0}"/>
                  </a:ext>
                </a:extLst>
              </p:cNvPr>
              <p:cNvSpPr txBox="1">
                <a:spLocks noRot="1" noChangeAspect="1" noMove="1" noResize="1" noEditPoints="1" noAdjustHandles="1" noChangeArrowheads="1" noChangeShapeType="1" noTextEdit="1"/>
              </p:cNvSpPr>
              <p:nvPr/>
            </p:nvSpPr>
            <p:spPr>
              <a:xfrm>
                <a:off x="544896" y="1102709"/>
                <a:ext cx="6096000" cy="465064"/>
              </a:xfrm>
              <a:prstGeom prst="rect">
                <a:avLst/>
              </a:prstGeom>
              <a:blipFill>
                <a:blip r:embed="rId9"/>
                <a:stretch>
                  <a:fillRect b="-13158"/>
                </a:stretch>
              </a:blipFill>
            </p:spPr>
            <p:txBody>
              <a:bodyPr/>
              <a:lstStyle/>
              <a:p>
                <a:r>
                  <a:rPr lang="en-KR">
                    <a:noFill/>
                  </a:rPr>
                  <a:t> </a:t>
                </a:r>
              </a:p>
            </p:txBody>
          </p:sp>
        </mc:Fallback>
      </mc:AlternateContent>
      <p:sp>
        <p:nvSpPr>
          <p:cNvPr id="18" name="TextBox 17">
            <a:extLst>
              <a:ext uri="{FF2B5EF4-FFF2-40B4-BE49-F238E27FC236}">
                <a16:creationId xmlns:a16="http://schemas.microsoft.com/office/drawing/2014/main" id="{C4B8DEA3-8B36-8548-A6C3-ABCF613ADE1B}"/>
              </a:ext>
            </a:extLst>
          </p:cNvPr>
          <p:cNvSpPr txBox="1"/>
          <p:nvPr/>
        </p:nvSpPr>
        <p:spPr>
          <a:xfrm>
            <a:off x="8809649" y="1296065"/>
            <a:ext cx="2672206" cy="338554"/>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Definition of </a:t>
            </a:r>
            <a:r>
              <a:rPr lang="en-US" sz="1600" dirty="0">
                <a:latin typeface="Pretendard" panose="02000503000000020004" pitchFamily="2" charset="-127"/>
                <a:ea typeface="Pretendard" panose="02000503000000020004" pitchFamily="2" charset="-127"/>
                <a:cs typeface="Pretendard" panose="02000503000000020004" pitchFamily="2" charset="-127"/>
              </a:rPr>
              <a:t>forward</a:t>
            </a:r>
            <a:r>
              <a:rPr lang="en-KR" sz="1600" dirty="0">
                <a:latin typeface="Pretendard" panose="02000503000000020004" pitchFamily="2" charset="-127"/>
                <a:ea typeface="Pretendard" panose="02000503000000020004" pitchFamily="2" charset="-127"/>
                <a:cs typeface="Pretendard" panose="02000503000000020004" pitchFamily="2" charset="-127"/>
              </a:rPr>
              <a:t> process</a:t>
            </a:r>
          </a:p>
        </p:txBody>
      </p:sp>
      <p:sp>
        <p:nvSpPr>
          <p:cNvPr id="19" name="TextBox 18">
            <a:extLst>
              <a:ext uri="{FF2B5EF4-FFF2-40B4-BE49-F238E27FC236}">
                <a16:creationId xmlns:a16="http://schemas.microsoft.com/office/drawing/2014/main" id="{A2D5523D-7008-9057-DC9C-01960D72D11D}"/>
              </a:ext>
            </a:extLst>
          </p:cNvPr>
          <p:cNvSpPr txBox="1"/>
          <p:nvPr/>
        </p:nvSpPr>
        <p:spPr>
          <a:xfrm>
            <a:off x="8808276" y="1684704"/>
            <a:ext cx="2324354" cy="338554"/>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Derivation from definition</a:t>
            </a:r>
          </a:p>
        </p:txBody>
      </p:sp>
      <p:sp>
        <p:nvSpPr>
          <p:cNvPr id="20" name="TextBox 19">
            <a:extLst>
              <a:ext uri="{FF2B5EF4-FFF2-40B4-BE49-F238E27FC236}">
                <a16:creationId xmlns:a16="http://schemas.microsoft.com/office/drawing/2014/main" id="{76BEFEC5-486B-AB36-C202-6C24D6839F82}"/>
              </a:ext>
            </a:extLst>
          </p:cNvPr>
          <p:cNvSpPr txBox="1"/>
          <p:nvPr/>
        </p:nvSpPr>
        <p:spPr>
          <a:xfrm>
            <a:off x="8808276" y="2249516"/>
            <a:ext cx="3151504" cy="338554"/>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Bayes theorem + Markov pr</a:t>
            </a:r>
            <a:r>
              <a:rPr lang="en-US" sz="1600" dirty="0">
                <a:latin typeface="Pretendard" panose="02000503000000020004" pitchFamily="2" charset="-127"/>
                <a:ea typeface="Pretendard" panose="02000503000000020004" pitchFamily="2" charset="-127"/>
                <a:cs typeface="Pretendard" panose="02000503000000020004" pitchFamily="2" charset="-127"/>
              </a:rPr>
              <a:t>o</a:t>
            </a:r>
            <a:r>
              <a:rPr lang="en-KR" sz="1600" dirty="0">
                <a:latin typeface="Pretendard" panose="02000503000000020004" pitchFamily="2" charset="-127"/>
                <a:ea typeface="Pretendard" panose="02000503000000020004" pitchFamily="2" charset="-127"/>
                <a:cs typeface="Pretendard" panose="02000503000000020004" pitchFamily="2" charset="-127"/>
              </a:rPr>
              <a:t>perty</a:t>
            </a:r>
          </a:p>
        </p:txBody>
      </p:sp>
      <p:cxnSp>
        <p:nvCxnSpPr>
          <p:cNvPr id="22" name="Straight Connector 21">
            <a:extLst>
              <a:ext uri="{FF2B5EF4-FFF2-40B4-BE49-F238E27FC236}">
                <a16:creationId xmlns:a16="http://schemas.microsoft.com/office/drawing/2014/main" id="{2E903CD0-9BE7-EC98-1590-EBBDF96871D9}"/>
              </a:ext>
            </a:extLst>
          </p:cNvPr>
          <p:cNvCxnSpPr>
            <a:cxnSpLocks/>
          </p:cNvCxnSpPr>
          <p:nvPr/>
        </p:nvCxnSpPr>
        <p:spPr>
          <a:xfrm>
            <a:off x="544896" y="2838995"/>
            <a:ext cx="11414884"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3E5F415-EC67-0E88-21A8-36AD7AE9872F}"/>
                  </a:ext>
                </a:extLst>
              </p:cNvPr>
              <p:cNvSpPr txBox="1"/>
              <p:nvPr/>
            </p:nvSpPr>
            <p:spPr>
              <a:xfrm>
                <a:off x="544896" y="4353547"/>
                <a:ext cx="11414883" cy="405880"/>
              </a:xfrm>
              <a:prstGeom prst="rect">
                <a:avLst/>
              </a:prstGeom>
              <a:noFill/>
            </p:spPr>
            <p:txBody>
              <a:bodyPr wrap="square">
                <a:spAutoFit/>
              </a:bodyPr>
              <a:lstStyle/>
              <a:p>
                <a:pPr algn="ctr"/>
                <a:r>
                  <a:rPr lang="en-US" dirty="0">
                    <a:ea typeface="Cambria Math" panose="02040503050406030204" pitchFamily="18" charset="0"/>
                  </a:rPr>
                  <a:t>Let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sSub>
                          <m:sSubPr>
                            <m:ctrlPr>
                              <a:rPr lang="en-US" b="1" i="1" smtClean="0">
                                <a:latin typeface="Cambria Math" panose="02040503050406030204" pitchFamily="18" charset="0"/>
                                <a:ea typeface="Cambria Math" panose="02040503050406030204" pitchFamily="18" charset="0"/>
                              </a:rPr>
                            </m:ctrlPr>
                          </m:sSubPr>
                          <m:e>
                            <m:acc>
                              <m:accPr>
                                <m:chr m:val="̃"/>
                                <m:ctrlPr>
                                  <a:rPr lang="en-US" b="1" i="1" smtClean="0">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𝝁</m:t>
                                </m:r>
                              </m:e>
                            </m:acc>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Sub>
                          </m:e>
                        </m:acc>
                        <m:r>
                          <a:rPr lang="en-US" b="1" i="0" smtClean="0">
                            <a:latin typeface="Cambria Math" panose="02040503050406030204" pitchFamily="18" charset="0"/>
                            <a:ea typeface="Cambria Math" panose="02040503050406030204" pitchFamily="18" charset="0"/>
                          </a:rPr>
                          <m:t>𝐈</m:t>
                        </m:r>
                      </m:e>
                    </m:d>
                  </m:oMath>
                </a14:m>
                <a:endParaRPr lang="en-KR" dirty="0"/>
              </a:p>
            </p:txBody>
          </p:sp>
        </mc:Choice>
        <mc:Fallback xmlns="">
          <p:sp>
            <p:nvSpPr>
              <p:cNvPr id="31" name="TextBox 30">
                <a:extLst>
                  <a:ext uri="{FF2B5EF4-FFF2-40B4-BE49-F238E27FC236}">
                    <a16:creationId xmlns:a16="http://schemas.microsoft.com/office/drawing/2014/main" id="{73E5F415-EC67-0E88-21A8-36AD7AE9872F}"/>
                  </a:ext>
                </a:extLst>
              </p:cNvPr>
              <p:cNvSpPr txBox="1">
                <a:spLocks noRot="1" noChangeAspect="1" noMove="1" noResize="1" noEditPoints="1" noAdjustHandles="1" noChangeArrowheads="1" noChangeShapeType="1" noTextEdit="1"/>
              </p:cNvSpPr>
              <p:nvPr/>
            </p:nvSpPr>
            <p:spPr>
              <a:xfrm>
                <a:off x="544896" y="4353547"/>
                <a:ext cx="11414883" cy="405880"/>
              </a:xfrm>
              <a:prstGeom prst="rect">
                <a:avLst/>
              </a:prstGeom>
              <a:blipFill>
                <a:blip r:embed="rId10"/>
                <a:stretch>
                  <a:fillRect b="-21212"/>
                </a:stretch>
              </a:blipFill>
            </p:spPr>
            <p:txBody>
              <a:bodyPr/>
              <a:lstStyle/>
              <a:p>
                <a:r>
                  <a:rPr lang="en-KR">
                    <a:noFill/>
                  </a:rPr>
                  <a:t> </a:t>
                </a:r>
              </a:p>
            </p:txBody>
          </p:sp>
        </mc:Fallback>
      </mc:AlternateContent>
      <p:sp>
        <p:nvSpPr>
          <p:cNvPr id="10" name="TextBox 9">
            <a:extLst>
              <a:ext uri="{FF2B5EF4-FFF2-40B4-BE49-F238E27FC236}">
                <a16:creationId xmlns:a16="http://schemas.microsoft.com/office/drawing/2014/main" id="{C6D2F592-69AE-AAB0-ABBA-FC567D375D7F}"/>
              </a:ext>
            </a:extLst>
          </p:cNvPr>
          <p:cNvSpPr txBox="1"/>
          <p:nvPr/>
        </p:nvSpPr>
        <p:spPr>
          <a:xfrm>
            <a:off x="508723" y="3651826"/>
            <a:ext cx="11414883" cy="338554"/>
          </a:xfrm>
          <a:prstGeom prst="rect">
            <a:avLst/>
          </a:prstGeom>
          <a:noFill/>
        </p:spPr>
        <p:txBody>
          <a:bodyPr wrap="square">
            <a:spAutoFit/>
          </a:bodyPr>
          <a:lstStyle/>
          <a:p>
            <a:r>
              <a:rPr lang="en-US" sz="1600"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Without showing, we use that the product of two isotropic Gaussian densities is still an isotropic Gaussian density.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E3AB2E-99FD-8CD5-56A5-1211C699B70B}"/>
                  </a:ext>
                </a:extLst>
              </p:cNvPr>
              <p:cNvSpPr txBox="1"/>
              <p:nvPr/>
            </p:nvSpPr>
            <p:spPr>
              <a:xfrm>
                <a:off x="609600" y="3037595"/>
                <a:ext cx="7175811" cy="369332"/>
              </a:xfrm>
              <a:prstGeom prst="rect">
                <a:avLst/>
              </a:prstGeom>
              <a:noFill/>
            </p:spPr>
            <p:txBody>
              <a:bodyPr wrap="none" lIns="0" rIns="0" rtlCol="0">
                <a:spAutoFit/>
              </a:bodyPr>
              <a:lstStyle/>
              <a:p>
                <a:r>
                  <a:rPr lang="en-KR" sz="1600" dirty="0">
                    <a:latin typeface="Pretendard" panose="02000503000000020004" pitchFamily="2" charset="-127"/>
                    <a:ea typeface="Pretendard" panose="02000503000000020004" pitchFamily="2" charset="-127"/>
                    <a:cs typeface="Pretendard" panose="02000503000000020004" pitchFamily="2" charset="-127"/>
                  </a:rPr>
                  <a:t>Ignoring the normalization constant</a:t>
                </a:r>
                <a:r>
                  <a:rPr lang="en-KR" dirty="0">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oMath>
                </a14:m>
                <a:endParaRPr lang="en-KR" dirty="0" err="1"/>
              </a:p>
            </p:txBody>
          </p:sp>
        </mc:Choice>
        <mc:Fallback xmlns="">
          <p:sp>
            <p:nvSpPr>
              <p:cNvPr id="11" name="TextBox 10">
                <a:extLst>
                  <a:ext uri="{FF2B5EF4-FFF2-40B4-BE49-F238E27FC236}">
                    <a16:creationId xmlns:a16="http://schemas.microsoft.com/office/drawing/2014/main" id="{19E3AB2E-99FD-8CD5-56A5-1211C699B70B}"/>
                  </a:ext>
                </a:extLst>
              </p:cNvPr>
              <p:cNvSpPr txBox="1">
                <a:spLocks noRot="1" noChangeAspect="1" noMove="1" noResize="1" noEditPoints="1" noAdjustHandles="1" noChangeArrowheads="1" noChangeShapeType="1" noTextEdit="1"/>
              </p:cNvSpPr>
              <p:nvPr/>
            </p:nvSpPr>
            <p:spPr>
              <a:xfrm>
                <a:off x="609600" y="3037595"/>
                <a:ext cx="7175811" cy="369332"/>
              </a:xfrm>
              <a:prstGeom prst="rect">
                <a:avLst/>
              </a:prstGeom>
              <a:blipFill>
                <a:blip r:embed="rId11"/>
                <a:stretch>
                  <a:fillRect l="-1770" t="-6667" b="-23333"/>
                </a:stretch>
              </a:blipFill>
            </p:spPr>
            <p:txBody>
              <a:bodyPr/>
              <a:lstStyle/>
              <a:p>
                <a:r>
                  <a:rPr lang="en-KR">
                    <a:noFill/>
                  </a:rPr>
                  <a:t> </a:t>
                </a:r>
              </a:p>
            </p:txBody>
          </p:sp>
        </mc:Fallback>
      </mc:AlternateContent>
      <p:pic>
        <p:nvPicPr>
          <p:cNvPr id="9" name="Audio 8">
            <a:extLst>
              <a:ext uri="{FF2B5EF4-FFF2-40B4-BE49-F238E27FC236}">
                <a16:creationId xmlns:a16="http://schemas.microsoft.com/office/drawing/2014/main" id="{27D96B72-FE17-50CB-1376-3A9FD443F027}"/>
              </a:ext>
            </a:extLst>
          </p:cNvPr>
          <p:cNvPicPr>
            <a:picLocks noChangeAspect="1"/>
          </p:cNvPicPr>
          <p:nvPr>
            <a:audioFile r:link="rId3"/>
            <p:extLst>
              <p:ext uri="{DAA4B4D4-6D71-4841-9C94-3DE7FCFB9230}">
                <p14:media xmlns:p14="http://schemas.microsoft.com/office/powerpoint/2010/main" r:embed="rId2"/>
              </p:ext>
            </p:extLst>
          </p:nvPr>
        </p:nvPicPr>
        <p:blipFill>
          <a:blip r:embed="rId12"/>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427808865"/>
      </p:ext>
    </p:extLst>
  </p:cSld>
  <p:clrMapOvr>
    <a:masterClrMapping/>
  </p:clrMapOvr>
  <mc:AlternateContent xmlns:mc="http://schemas.openxmlformats.org/markup-compatibility/2006">
    <mc:Choice xmlns:p14="http://schemas.microsoft.com/office/powerpoint/2010/main" Requires="p14">
      <p:transition spd="slow" p14:dur="2000" advTm="76160"/>
    </mc:Choice>
    <mc:Fallback>
      <p:transition spd="slow" advTm="76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9"/>
                </p:tgtEl>
              </p:cMediaNode>
            </p:audio>
          </p:childTnLst>
        </p:cTn>
      </p:par>
    </p:tnLst>
    <p:bldLst>
      <p:bldP spid="31" grpId="0"/>
      <p:bldP spid="10" grpId="0"/>
      <p:bldP spid="11" grpId="0"/>
    </p:bldLst>
  </p:timing>
  <p:extLst>
    <p:ext uri="{3A86A75C-4F4B-4683-9AE1-C65F6400EC91}">
      <p14:laserTraceLst xmlns:p14="http://schemas.microsoft.com/office/powerpoint/2010/main">
        <p14:tracePtLst>
          <p14:tracePt t="418" x="6527800" y="3690938"/>
          <p14:tracePt t="899" x="6527800" y="3708400"/>
          <p14:tracePt t="3734" x="6527800" y="3725863"/>
          <p14:tracePt t="3799" x="6519863" y="3725863"/>
          <p14:tracePt t="3816" x="6502400" y="3725863"/>
          <p14:tracePt t="3824" x="6459538" y="3725863"/>
          <p14:tracePt t="3832" x="6392863" y="3725863"/>
          <p14:tracePt t="3841" x="6291263" y="3708400"/>
          <p14:tracePt t="3849" x="6172200" y="3675063"/>
          <p14:tracePt t="3857" x="6002338" y="3614738"/>
          <p14:tracePt t="3865" x="5765800" y="3556000"/>
          <p14:tracePt t="3873" x="5341938" y="3436938"/>
          <p14:tracePt t="3882" x="5181600" y="3360738"/>
          <p14:tracePt t="3890" x="4605338" y="3167063"/>
          <p14:tracePt t="3898" x="4157663" y="2989263"/>
          <p14:tracePt t="3906" x="3995738" y="2913063"/>
          <p14:tracePt t="3915" x="3606800" y="2717800"/>
          <p14:tracePt t="3922" x="3259138" y="2547938"/>
          <p14:tracePt t="3931" x="2913063" y="2370138"/>
          <p14:tracePt t="3939" x="2659063" y="2235200"/>
          <p14:tracePt t="3947" x="2405063" y="2082800"/>
          <p14:tracePt t="3956" x="2328863" y="2057400"/>
          <p14:tracePt t="3964" x="2176463" y="1963738"/>
          <p14:tracePt t="3972" x="2074863" y="1922463"/>
          <p14:tracePt t="3981" x="2014538" y="1887538"/>
          <p14:tracePt t="3988" x="1981200" y="1862138"/>
          <p14:tracePt t="3997" x="1955800" y="1862138"/>
          <p14:tracePt t="4005" x="1955800" y="1846263"/>
          <p14:tracePt t="4234" x="1938338" y="1862138"/>
          <p14:tracePt t="4242" x="1887538" y="1905000"/>
          <p14:tracePt t="4250" x="1828800" y="1938338"/>
          <p14:tracePt t="4259" x="1727200" y="2039938"/>
          <p14:tracePt t="4267" x="1625600" y="2116138"/>
          <p14:tracePt t="4275" x="1490663" y="2235200"/>
          <p14:tracePt t="4283" x="1363663" y="2336800"/>
          <p14:tracePt t="4291" x="1227138" y="2446338"/>
          <p14:tracePt t="4299" x="1125538" y="2540000"/>
          <p14:tracePt t="4308" x="990600" y="2641600"/>
          <p14:tracePt t="4316" x="896938" y="2717800"/>
          <p14:tracePt t="4324" x="855663" y="2760663"/>
          <p14:tracePt t="4332" x="779463" y="2836863"/>
          <p14:tracePt t="4340" x="719138" y="2878138"/>
          <p14:tracePt t="4349" x="660400" y="2913063"/>
          <p14:tracePt t="4357" x="627063" y="2938463"/>
          <p14:tracePt t="4365" x="617538" y="2954338"/>
          <p14:tracePt t="4373" x="584200" y="2971800"/>
          <p14:tracePt t="4381" x="566738" y="2989263"/>
          <p14:tracePt t="4390" x="558800" y="2989263"/>
          <p14:tracePt t="4422" x="541338" y="2989263"/>
          <p14:tracePt t="4464" x="525463" y="2989263"/>
          <p14:tracePt t="4521" x="508000" y="2989263"/>
          <p14:tracePt t="4553" x="500063" y="2989263"/>
          <p14:tracePt t="4603" x="500063" y="2971800"/>
          <p14:tracePt t="4612" x="482600" y="2971800"/>
          <p14:tracePt t="4629" x="482600" y="2954338"/>
          <p14:tracePt t="4661" x="482600" y="2938463"/>
          <p14:tracePt t="4693" x="482600" y="2928938"/>
          <p14:tracePt t="4701" x="482600" y="2913063"/>
          <p14:tracePt t="4717" x="482600" y="2895600"/>
          <p14:tracePt t="4726" x="482600" y="2878138"/>
          <p14:tracePt t="4742" x="500063" y="2870200"/>
          <p14:tracePt t="4759" x="500063" y="2852738"/>
          <p14:tracePt t="4767" x="508000" y="2852738"/>
          <p14:tracePt t="4775" x="508000" y="2836863"/>
          <p14:tracePt t="4791" x="525463" y="2819400"/>
          <p14:tracePt t="4808" x="541338" y="2819400"/>
          <p14:tracePt t="4824" x="558800" y="2801938"/>
          <p14:tracePt t="4832" x="566738" y="2801938"/>
          <p14:tracePt t="4840" x="584200" y="2794000"/>
          <p14:tracePt t="4849" x="601663" y="2794000"/>
          <p14:tracePt t="4865" x="617538" y="2794000"/>
          <p14:tracePt t="4873" x="642938" y="2776538"/>
          <p14:tracePt t="4881" x="660400" y="2776538"/>
          <p14:tracePt t="4890" x="677863" y="2776538"/>
          <p14:tracePt t="4898" x="693738" y="2776538"/>
          <p14:tracePt t="4906" x="703263" y="2776538"/>
          <p14:tracePt t="4914" x="719138" y="2776538"/>
          <p14:tracePt t="4922" x="736600" y="2776538"/>
          <p14:tracePt t="4931" x="754063" y="2776538"/>
          <p14:tracePt t="4939" x="779463" y="2776538"/>
          <p14:tracePt t="4947" x="795338" y="2776538"/>
          <p14:tracePt t="4963" x="812800" y="2776538"/>
          <p14:tracePt t="4971" x="830263" y="2776538"/>
          <p14:tracePt t="4980" x="838200" y="2776538"/>
          <p14:tracePt t="4996" x="855663" y="2760663"/>
          <p14:tracePt t="5004" x="871538" y="2760663"/>
          <p14:tracePt t="5021" x="889000" y="2743200"/>
          <p14:tracePt t="5029" x="896938" y="2743200"/>
          <p14:tracePt t="5045" x="914400" y="2743200"/>
          <p14:tracePt t="5053" x="914400" y="2735263"/>
          <p14:tracePt t="5062" x="931863" y="2735263"/>
          <p14:tracePt t="5176" x="914400" y="2735263"/>
          <p14:tracePt t="5185" x="889000" y="2735263"/>
          <p14:tracePt t="5193" x="871538" y="2735263"/>
          <p14:tracePt t="5201" x="855663" y="2735263"/>
          <p14:tracePt t="5209" x="838200" y="2735263"/>
          <p14:tracePt t="5217" x="830263" y="2735263"/>
          <p14:tracePt t="5225" x="795338" y="2735263"/>
          <p14:tracePt t="5242" x="762000" y="2735263"/>
          <p14:tracePt t="5250" x="754063" y="2735263"/>
          <p14:tracePt t="5258" x="736600" y="2735263"/>
          <p14:tracePt t="5266" x="719138" y="2735263"/>
          <p14:tracePt t="5283" x="703263" y="2717800"/>
          <p14:tracePt t="5291" x="677863" y="2717800"/>
          <p14:tracePt t="5299" x="660400" y="2700338"/>
          <p14:tracePt t="5307" x="642938" y="2700338"/>
          <p14:tracePt t="5316" x="642938" y="2684463"/>
          <p14:tracePt t="5324" x="627063" y="2684463"/>
          <p14:tracePt t="5332" x="617538" y="2667000"/>
          <p14:tracePt t="5340" x="601663" y="2667000"/>
          <p14:tracePt t="5348" x="584200" y="2667000"/>
          <p14:tracePt t="5357" x="584200" y="2659063"/>
          <p14:tracePt t="5373" x="566738" y="2659063"/>
          <p14:tracePt t="5397" x="558800" y="2641600"/>
          <p14:tracePt t="5455" x="558800" y="2624138"/>
          <p14:tracePt t="5512" x="566738" y="2624138"/>
          <p14:tracePt t="5536" x="584200" y="2624138"/>
          <p14:tracePt t="5562" x="601663" y="2624138"/>
          <p14:tracePt t="5594" x="617538" y="2624138"/>
          <p14:tracePt t="5618" x="627063" y="2624138"/>
          <p14:tracePt t="5629" x="642938" y="2624138"/>
          <p14:tracePt t="5660" x="660400" y="2624138"/>
          <p14:tracePt t="5684" x="677863" y="2624138"/>
          <p14:tracePt t="5709" x="693738" y="2624138"/>
          <p14:tracePt t="5750" x="703263" y="2624138"/>
          <p14:tracePt t="5791" x="719138" y="2624138"/>
          <p14:tracePt t="5848" x="736600" y="2624138"/>
          <p14:tracePt t="5979" x="754063" y="2624138"/>
          <p14:tracePt t="7798" x="754063" y="2641600"/>
          <p14:tracePt t="8814" x="754063" y="2659063"/>
          <p14:tracePt t="8920" x="762000" y="2659063"/>
          <p14:tracePt t="8970" x="762000" y="2667000"/>
          <p14:tracePt t="8979" x="779463" y="2667000"/>
          <p14:tracePt t="9036" x="795338" y="2667000"/>
          <p14:tracePt t="9068" x="812800" y="2667000"/>
          <p14:tracePt t="9093" x="812800" y="2684463"/>
          <p14:tracePt t="9109" x="830263" y="2684463"/>
          <p14:tracePt t="9142" x="838200" y="2684463"/>
          <p14:tracePt t="9150" x="838200" y="2700338"/>
          <p14:tracePt t="9159" x="855663" y="2700338"/>
          <p14:tracePt t="9167" x="871538" y="2700338"/>
          <p14:tracePt t="9175" x="871538" y="2717800"/>
          <p14:tracePt t="9183" x="896938" y="2735263"/>
          <p14:tracePt t="9191" x="931863" y="2760663"/>
          <p14:tracePt t="9200" x="990600" y="2801938"/>
          <p14:tracePt t="9208" x="1023938" y="2836863"/>
          <p14:tracePt t="9216" x="1066800" y="2878138"/>
          <p14:tracePt t="9224" x="1143000" y="2938463"/>
          <p14:tracePt t="9232" x="1185863" y="2989263"/>
          <p14:tracePt t="9241" x="1244600" y="3030538"/>
          <p14:tracePt t="9249" x="1303338" y="3090863"/>
          <p14:tracePt t="9257" x="1354138" y="3124200"/>
          <p14:tracePt t="9265" x="1422400" y="3167063"/>
          <p14:tracePt t="9273" x="1473200" y="3208338"/>
          <p14:tracePt t="9281" x="1516063" y="3243263"/>
          <p14:tracePt t="9290" x="1557338" y="3268663"/>
          <p14:tracePt t="9298" x="1592263" y="3284538"/>
          <p14:tracePt t="9306" x="1625600" y="3319463"/>
          <p14:tracePt t="9314" x="1668463" y="3344863"/>
          <p14:tracePt t="9323" x="1709738" y="3378200"/>
          <p14:tracePt t="9330" x="1785938" y="3421063"/>
          <p14:tracePt t="9339" x="1820863" y="3436938"/>
          <p14:tracePt t="9347" x="1862138" y="3462338"/>
          <p14:tracePt t="9355" x="1922463" y="3497263"/>
          <p14:tracePt t="9363" x="2039938" y="3556000"/>
          <p14:tracePt t="9371" x="2074863" y="3573463"/>
          <p14:tracePt t="9380" x="2133600" y="3598863"/>
          <p14:tracePt t="9388" x="2209800" y="3632200"/>
          <p14:tracePt t="9396" x="2344738" y="3675063"/>
          <p14:tracePt t="9404" x="2387600" y="3708400"/>
          <p14:tracePt t="9413" x="2506663" y="3733800"/>
          <p14:tracePt t="9420" x="2565400" y="3751263"/>
          <p14:tracePt t="9429" x="2641600" y="3767138"/>
          <p14:tracePt t="9437" x="2717800" y="3784600"/>
          <p14:tracePt t="9446" x="2878138" y="3827463"/>
          <p14:tracePt t="9454" x="2928938" y="3827463"/>
          <p14:tracePt t="9462" x="3005138" y="3860800"/>
          <p14:tracePt t="9470" x="3081338" y="3868738"/>
          <p14:tracePt t="9479" x="3149600" y="3886200"/>
          <p14:tracePt t="9486" x="3217863" y="3886200"/>
          <p14:tracePt t="9496" x="3259138" y="3919538"/>
          <p14:tracePt t="9502" x="3284538" y="3919538"/>
          <p14:tracePt t="9512" x="3335338" y="3929063"/>
          <p14:tracePt t="9519" x="3360738" y="3944938"/>
          <p14:tracePt t="9529" x="3378200" y="3944938"/>
          <p14:tracePt t="9535" x="3395663" y="3944938"/>
          <p14:tracePt t="9546" x="3411538" y="3944938"/>
          <p14:tracePt t="9552" x="3421063" y="3944938"/>
          <p14:tracePt t="9578" x="3436938" y="3944938"/>
          <p14:tracePt t="9593" x="3454400" y="3944938"/>
          <p14:tracePt t="9609" x="3471863" y="3944938"/>
          <p14:tracePt t="9617" x="3479800" y="3944938"/>
          <p14:tracePt t="9634" x="3497263" y="3944938"/>
          <p14:tracePt t="9650" x="3513138" y="3944938"/>
          <p14:tracePt t="9666" x="3530600" y="3944938"/>
          <p14:tracePt t="9953" x="3556000" y="3886200"/>
          <p14:tracePt t="9962" x="3632200" y="3767138"/>
          <p14:tracePt t="9970" x="3725863" y="3657600"/>
          <p14:tracePt t="9980" x="3843338" y="3497263"/>
          <p14:tracePt t="9986" x="3962400" y="3319463"/>
          <p14:tracePt t="9995" x="4081463" y="3132138"/>
          <p14:tracePt t="10002" x="4233863" y="2954338"/>
          <p14:tracePt t="10012" x="4351338" y="2776538"/>
          <p14:tracePt t="10019" x="4402138" y="2700338"/>
          <p14:tracePt t="10028" x="4487863" y="2598738"/>
          <p14:tracePt t="10035" x="4546600" y="2471738"/>
          <p14:tracePt t="10046" x="4622800" y="2387600"/>
          <p14:tracePt t="10052" x="4656138" y="2336800"/>
          <p14:tracePt t="10062" x="4681538" y="2278063"/>
          <p14:tracePt t="10068" x="4699000" y="2268538"/>
          <p14:tracePt t="10078" x="4716463" y="2235200"/>
          <p14:tracePt t="10084" x="4716463" y="2217738"/>
          <p14:tracePt t="10094" x="4732338" y="2209800"/>
          <p14:tracePt t="10117" x="4732338" y="2192338"/>
          <p14:tracePt t="10134" x="4732338" y="2176463"/>
          <p14:tracePt t="10158" x="4716463" y="2176463"/>
          <p14:tracePt t="10167" x="4681538" y="2159000"/>
          <p14:tracePt t="10175" x="4673600" y="2159000"/>
          <p14:tracePt t="10183" x="4656138" y="2159000"/>
          <p14:tracePt t="10191" x="4622800" y="2141538"/>
          <p14:tracePt t="10199" x="4546600" y="2116138"/>
          <p14:tracePt t="10207" x="4470400" y="2100263"/>
          <p14:tracePt t="10215" x="4368800" y="2074863"/>
          <p14:tracePt t="10224" x="4233863" y="2024063"/>
          <p14:tracePt t="10232" x="4071938" y="1981200"/>
          <p14:tracePt t="10240" x="3903663" y="1938338"/>
          <p14:tracePt t="10248" x="3708400" y="1879600"/>
          <p14:tracePt t="10257" x="3548063" y="1846263"/>
          <p14:tracePt t="10265" x="3344863" y="1803400"/>
          <p14:tracePt t="10273" x="3182938" y="1785938"/>
          <p14:tracePt t="10281" x="3124200" y="1785938"/>
          <p14:tracePt t="10289" x="2971800" y="1770063"/>
          <p14:tracePt t="10297" x="2870200" y="1752600"/>
          <p14:tracePt t="10306" x="2760663" y="1752600"/>
          <p14:tracePt t="10314" x="2659063" y="1752600"/>
          <p14:tracePt t="10322" x="2582863" y="1752600"/>
          <p14:tracePt t="10330" x="2522538" y="1752600"/>
          <p14:tracePt t="10338" x="2463800" y="1752600"/>
          <p14:tracePt t="10347" x="2405063" y="1752600"/>
          <p14:tracePt t="10355" x="2354263" y="1752600"/>
          <p14:tracePt t="10363" x="2311400" y="1752600"/>
          <p14:tracePt t="10371" x="2286000" y="1752600"/>
          <p14:tracePt t="10380" x="2252663" y="1752600"/>
          <p14:tracePt t="10388" x="2217738" y="1752600"/>
          <p14:tracePt t="10396" x="2209800" y="1752600"/>
          <p14:tracePt t="10404" x="2176463" y="1752600"/>
          <p14:tracePt t="10412" x="2151063" y="1752600"/>
          <p14:tracePt t="10421" x="2133600" y="1752600"/>
          <p14:tracePt t="10429" x="2116138" y="1752600"/>
          <p14:tracePt t="10437" x="2090738" y="1752600"/>
          <p14:tracePt t="10453" x="2057400" y="1752600"/>
          <p14:tracePt t="10462" x="2039938" y="1752600"/>
          <p14:tracePt t="10470" x="2024063" y="1752600"/>
          <p14:tracePt t="10479" x="1998663" y="1752600"/>
          <p14:tracePt t="10486" x="1981200" y="1752600"/>
          <p14:tracePt t="10495" x="1955800" y="1752600"/>
          <p14:tracePt t="10503" x="1938338" y="1752600"/>
          <p14:tracePt t="10512" x="1905000" y="1752600"/>
          <p14:tracePt t="10519" x="1887538" y="1752600"/>
          <p14:tracePt t="10529" x="1879600" y="1744663"/>
          <p14:tracePt t="10535" x="1846263" y="1744663"/>
          <p14:tracePt t="10545" x="1828800" y="1727200"/>
          <p14:tracePt t="10551" x="1785938" y="1727200"/>
          <p14:tracePt t="10561" x="1752600" y="1727200"/>
          <p14:tracePt t="10568" x="1744663" y="1709738"/>
          <p14:tracePt t="10576" x="1709738" y="1693863"/>
          <p14:tracePt t="10584" x="1693863" y="1684338"/>
          <p14:tracePt t="10593" x="1668463" y="1668463"/>
          <p14:tracePt t="10601" x="1651000" y="1651000"/>
          <p14:tracePt t="10609" x="1625600" y="1617663"/>
          <p14:tracePt t="10617" x="1608138" y="1617663"/>
          <p14:tracePt t="10626" x="1592263" y="1592263"/>
          <p14:tracePt t="10634" x="1592263" y="1557338"/>
          <p14:tracePt t="10642" x="1574800" y="1549400"/>
          <p14:tracePt t="10650" x="1557338" y="1516063"/>
          <p14:tracePt t="10658" x="1557338" y="1498600"/>
          <p14:tracePt t="10666" x="1549400" y="1481138"/>
          <p14:tracePt t="10674" x="1549400" y="1473200"/>
          <p14:tracePt t="10683" x="1549400" y="1455738"/>
          <p14:tracePt t="10691" x="1549400" y="1439863"/>
          <p14:tracePt t="10699" x="1549400" y="1422400"/>
          <p14:tracePt t="10723" x="1549400" y="1414463"/>
          <p14:tracePt t="10839" x="1549400" y="1422400"/>
          <p14:tracePt t="10847" x="1549400" y="1439863"/>
          <p14:tracePt t="10863" x="1549400" y="1455738"/>
          <p14:tracePt t="10871" x="1549400" y="1473200"/>
          <p14:tracePt t="10880" x="1549400" y="1481138"/>
          <p14:tracePt t="10888" x="1549400" y="1516063"/>
          <p14:tracePt t="10896" x="1549400" y="1531938"/>
          <p14:tracePt t="10904" x="1549400" y="1557338"/>
          <p14:tracePt t="10912" x="1549400" y="1608138"/>
          <p14:tracePt t="10920" x="1549400" y="1633538"/>
          <p14:tracePt t="10929" x="1549400" y="1684338"/>
          <p14:tracePt t="10937" x="1549400" y="1709738"/>
          <p14:tracePt t="10945" x="1549400" y="1770063"/>
          <p14:tracePt t="10953" x="1531938" y="1811338"/>
          <p14:tracePt t="10962" x="1531938" y="1846263"/>
          <p14:tracePt t="10969" x="1531938" y="1887538"/>
          <p14:tracePt t="10979" x="1516063" y="1922463"/>
          <p14:tracePt t="10986" x="1498600" y="1947863"/>
          <p14:tracePt t="10995" x="1498600" y="1981200"/>
          <p14:tracePt t="11002" x="1498600" y="1998663"/>
          <p14:tracePt t="11012" x="1490663" y="2014538"/>
          <p14:tracePt t="11019" x="1490663" y="2024063"/>
          <p14:tracePt t="11035" x="1490663" y="2039938"/>
          <p14:tracePt t="11052" x="1490663" y="2057400"/>
          <p14:tracePt t="11084" x="1490663" y="2074863"/>
          <p14:tracePt t="11166" x="1490663" y="2082800"/>
          <p14:tracePt t="11199" x="1490663" y="2100263"/>
          <p14:tracePt t="11223" x="1490663" y="2116138"/>
          <p14:tracePt t="11232" x="1490663" y="2133600"/>
          <p14:tracePt t="11240" x="1490663" y="2159000"/>
          <p14:tracePt t="11249" x="1490663" y="2176463"/>
          <p14:tracePt t="11256" x="1490663" y="2217738"/>
          <p14:tracePt t="11264" x="1490663" y="2235200"/>
          <p14:tracePt t="11273" x="1490663" y="2278063"/>
          <p14:tracePt t="11281" x="1490663" y="2311400"/>
          <p14:tracePt t="11289" x="1490663" y="2354263"/>
          <p14:tracePt t="11297" x="1490663" y="2387600"/>
          <p14:tracePt t="11305" x="1490663" y="2413000"/>
          <p14:tracePt t="11314" x="1490663" y="2430463"/>
          <p14:tracePt t="11322" x="1490663" y="2463800"/>
          <p14:tracePt t="11338" x="1490663" y="2471738"/>
          <p14:tracePt t="11346" x="1490663" y="2489200"/>
          <p14:tracePt t="11363" x="1490663" y="2506663"/>
          <p14:tracePt t="11387" x="1490663" y="2522538"/>
          <p14:tracePt t="14550" x="1490663" y="2506663"/>
          <p14:tracePt t="14558" x="1490663" y="2471738"/>
          <p14:tracePt t="14567" x="1490663" y="2463800"/>
          <p14:tracePt t="14575" x="1490663" y="2430463"/>
          <p14:tracePt t="14583" x="1490663" y="2405063"/>
          <p14:tracePt t="14591" x="1490663" y="2370138"/>
          <p14:tracePt t="14599" x="1490663" y="2336800"/>
          <p14:tracePt t="14608" x="1473200" y="2311400"/>
          <p14:tracePt t="14616" x="1473200" y="2268538"/>
          <p14:tracePt t="14624" x="1473200" y="2235200"/>
          <p14:tracePt t="14632" x="1473200" y="2176463"/>
          <p14:tracePt t="14640" x="1473200" y="2133600"/>
          <p14:tracePt t="14649" x="1455738" y="2100263"/>
          <p14:tracePt t="14657" x="1455738" y="2057400"/>
          <p14:tracePt t="14665" x="1455738" y="2014538"/>
          <p14:tracePt t="14673" x="1455738" y="1981200"/>
          <p14:tracePt t="14681" x="1455738" y="1947863"/>
          <p14:tracePt t="14690" x="1455738" y="1922463"/>
          <p14:tracePt t="14698" x="1455738" y="1905000"/>
          <p14:tracePt t="14706" x="1455738" y="1879600"/>
          <p14:tracePt t="14714" x="1455738" y="1862138"/>
          <p14:tracePt t="14731" x="1455738" y="1846263"/>
          <p14:tracePt t="14739" x="1439863" y="1846263"/>
          <p14:tracePt t="14796" x="1422400" y="1846263"/>
          <p14:tracePt t="14820" x="1414463" y="1846263"/>
          <p14:tracePt t="14837" x="1397000" y="1846263"/>
          <p14:tracePt t="14862" x="1379538" y="1846263"/>
          <p14:tracePt t="14870" x="1363663" y="1846263"/>
          <p14:tracePt t="14886" x="1354138" y="1846263"/>
          <p14:tracePt t="14895" x="1320800" y="1846263"/>
          <p14:tracePt t="14903" x="1303338" y="1846263"/>
          <p14:tracePt t="14912" x="1262063" y="1846263"/>
          <p14:tracePt t="14919" x="1219200" y="1846263"/>
          <p14:tracePt t="14929" x="1168400" y="1828800"/>
          <p14:tracePt t="14935" x="1125538" y="1811338"/>
          <p14:tracePt t="14945" x="1066800" y="1785938"/>
          <p14:tracePt t="14952" x="1023938" y="1770063"/>
          <p14:tracePt t="14961" x="957263" y="1744663"/>
          <p14:tracePt t="14968" x="914400" y="1693863"/>
          <p14:tracePt t="14978" x="855663" y="1668463"/>
          <p14:tracePt t="14984" x="812800" y="1617663"/>
          <p14:tracePt t="14995" x="779463" y="1592263"/>
          <p14:tracePt t="15001" x="754063" y="1557338"/>
          <p14:tracePt t="15011" x="719138" y="1516063"/>
          <p14:tracePt t="15017" x="703263" y="1498600"/>
          <p14:tracePt t="15025" x="693738" y="1473200"/>
          <p14:tracePt t="15034" x="677863" y="1439863"/>
          <p14:tracePt t="15042" x="660400" y="1439863"/>
          <p14:tracePt t="15050" x="660400" y="1422400"/>
          <p14:tracePt t="15058" x="660400" y="1414463"/>
          <p14:tracePt t="15083" x="660400" y="1397000"/>
          <p14:tracePt t="15247" x="660400" y="1414463"/>
          <p14:tracePt t="15296" x="642938" y="1414463"/>
          <p14:tracePt t="15305" x="642938" y="1422400"/>
          <p14:tracePt t="15362" x="642938" y="1439863"/>
          <p14:tracePt t="15411" x="642938" y="1455738"/>
          <p14:tracePt t="15468" x="642938" y="1473200"/>
          <p14:tracePt t="17590" x="642938" y="1481138"/>
          <p14:tracePt t="17598" x="642938" y="1516063"/>
          <p14:tracePt t="17607" x="642938" y="1549400"/>
          <p14:tracePt t="17615" x="627063" y="1574800"/>
          <p14:tracePt t="17623" x="627063" y="1608138"/>
          <p14:tracePt t="17631" x="627063" y="1633538"/>
          <p14:tracePt t="17639" x="627063" y="1668463"/>
          <p14:tracePt t="17648" x="627063" y="1684338"/>
          <p14:tracePt t="17656" x="627063" y="1709738"/>
          <p14:tracePt t="17664" x="627063" y="1727200"/>
          <p14:tracePt t="17672" x="627063" y="1744663"/>
          <p14:tracePt t="17680" x="627063" y="1752600"/>
          <p14:tracePt t="17689" x="627063" y="1770063"/>
          <p14:tracePt t="17705" x="627063" y="1785938"/>
          <p14:tracePt t="17820" x="627063" y="1803400"/>
          <p14:tracePt t="17852" x="627063" y="1811338"/>
          <p14:tracePt t="17885" x="627063" y="1828800"/>
          <p14:tracePt t="17909" x="627063" y="1846263"/>
          <p14:tracePt t="17934" x="627063" y="1862138"/>
          <p14:tracePt t="17959" x="627063" y="1879600"/>
          <p14:tracePt t="21946" x="627063" y="1887538"/>
          <p14:tracePt t="21954" x="627063" y="1998663"/>
          <p14:tracePt t="21963" x="627063" y="2100263"/>
          <p14:tracePt t="21970" x="627063" y="2176463"/>
          <p14:tracePt t="21980" x="627063" y="2235200"/>
          <p14:tracePt t="21986" x="627063" y="2278063"/>
          <p14:tracePt t="21995" x="627063" y="2293938"/>
          <p14:tracePt t="22003" x="627063" y="2328863"/>
          <p14:tracePt t="22012" x="627063" y="2354263"/>
          <p14:tracePt t="22019" x="627063" y="2405063"/>
          <p14:tracePt t="22029" x="642938" y="2413000"/>
          <p14:tracePt t="22036" x="642938" y="2430463"/>
          <p14:tracePt t="22060" x="642938" y="2446338"/>
          <p14:tracePt t="22167" x="627063" y="2446338"/>
          <p14:tracePt t="22322" x="627063" y="2463800"/>
          <p14:tracePt t="22347" x="642938" y="2471738"/>
          <p14:tracePt t="22380" x="642938" y="2489200"/>
          <p14:tracePt t="22404" x="642938" y="2506663"/>
          <p14:tracePt t="22413" x="660400" y="2506663"/>
          <p14:tracePt t="22429" x="660400" y="2522538"/>
          <p14:tracePt t="22552" x="660400" y="2540000"/>
          <p14:tracePt t="22626" x="660400" y="2547938"/>
          <p14:tracePt t="22691" x="660400" y="2565400"/>
          <p14:tracePt t="27610" x="693738" y="2582863"/>
          <p14:tracePt t="27618" x="795338" y="2659063"/>
          <p14:tracePt t="27626" x="914400" y="2735263"/>
          <p14:tracePt t="27634" x="1049338" y="2819400"/>
          <p14:tracePt t="27643" x="1219200" y="2938463"/>
          <p14:tracePt t="27651" x="1397000" y="3048000"/>
          <p14:tracePt t="27659" x="1574800" y="3167063"/>
          <p14:tracePt t="27667" x="1709738" y="3225800"/>
          <p14:tracePt t="27675" x="1846263" y="3319463"/>
          <p14:tracePt t="27683" x="1998663" y="3403600"/>
          <p14:tracePt t="27692" x="2133600" y="3497263"/>
          <p14:tracePt t="27700" x="2268538" y="3614738"/>
          <p14:tracePt t="27708" x="2370138" y="3690938"/>
          <p14:tracePt t="27716" x="2463800" y="3767138"/>
          <p14:tracePt t="27724" x="2540000" y="3860800"/>
          <p14:tracePt t="27733" x="2565400" y="3903663"/>
          <p14:tracePt t="27741" x="2624138" y="3987800"/>
          <p14:tracePt t="27749" x="2674938" y="4064000"/>
          <p14:tracePt t="27757" x="2700338" y="4140200"/>
          <p14:tracePt t="27766" x="2735263" y="4216400"/>
          <p14:tracePt t="27774" x="2751138" y="4292600"/>
          <p14:tracePt t="27781" x="2760663" y="4427538"/>
          <p14:tracePt t="27790" x="2760663" y="4529138"/>
          <p14:tracePt t="27798" x="2760663" y="4640263"/>
          <p14:tracePt t="27807" x="2760663" y="4757738"/>
          <p14:tracePt t="27814" x="2760663" y="4859338"/>
          <p14:tracePt t="27823" x="2751138" y="4919663"/>
          <p14:tracePt t="27831" x="2717800" y="5029200"/>
          <p14:tracePt t="27839" x="2700338" y="5130800"/>
          <p14:tracePt t="27847" x="2674938" y="5240338"/>
          <p14:tracePt t="27855" x="2616200" y="5435600"/>
          <p14:tracePt t="27864" x="2598738" y="5494338"/>
          <p14:tracePt t="27872" x="2582863" y="5595938"/>
          <p14:tracePt t="27880" x="2565400" y="5672138"/>
          <p14:tracePt t="27888" x="2547938" y="5773738"/>
          <p14:tracePt t="27896" x="2540000" y="5849938"/>
          <p14:tracePt t="27905" x="2522538" y="5910263"/>
          <p14:tracePt t="27913" x="2522538" y="5961063"/>
          <p14:tracePt t="27921" x="2522538" y="5986463"/>
          <p14:tracePt t="27929" x="2522538" y="6019800"/>
          <p14:tracePt t="27938" x="2522538" y="6037263"/>
          <p14:tracePt t="27954" x="2522538" y="6045200"/>
          <p14:tracePt t="28134" x="2522538" y="6037263"/>
          <p14:tracePt t="28232" x="2540000" y="6037263"/>
          <p14:tracePt t="28298" x="2540000" y="6045200"/>
          <p14:tracePt t="28322" x="2547938" y="6062663"/>
          <p14:tracePt t="28339" x="2547938" y="6078538"/>
          <p14:tracePt t="28347" x="2547938" y="6096000"/>
          <p14:tracePt t="28356" x="2547938" y="6103938"/>
          <p14:tracePt t="28364" x="2565400" y="6138863"/>
          <p14:tracePt t="28380" x="2565400" y="6154738"/>
          <p14:tracePt t="28388" x="2565400" y="6180138"/>
          <p14:tracePt t="28396" x="2565400" y="6197600"/>
          <p14:tracePt t="28405" x="2565400" y="6215063"/>
          <p14:tracePt t="28413" x="2582863" y="6240463"/>
          <p14:tracePt t="28421" x="2582863" y="6256338"/>
          <p14:tracePt t="28429" x="2598738" y="6291263"/>
          <p14:tracePt t="28437" x="2616200" y="6332538"/>
          <p14:tracePt t="28446" x="2616200" y="6367463"/>
          <p14:tracePt t="28454" x="2624138" y="6408738"/>
          <p14:tracePt t="28462" x="2641600" y="6434138"/>
          <p14:tracePt t="28470" x="2641600" y="6484938"/>
          <p14:tracePt t="28479" x="2641600" y="6527800"/>
          <p14:tracePt t="28487" x="2659063" y="6570663"/>
          <p14:tracePt t="28495" x="2674938" y="6621463"/>
          <p14:tracePt t="28503" x="2674938" y="6646863"/>
          <p14:tracePt t="28512" x="2674938" y="6705600"/>
          <p14:tracePt t="28519" x="2674938" y="6756400"/>
          <p14:tracePt t="28529" x="2684463" y="6781800"/>
          <p14:tracePt t="28536" x="2684463" y="6815138"/>
          <p14:tracePt t="29470" x="3530600" y="6154738"/>
          <p14:tracePt t="29481" x="3767138" y="5748338"/>
          <p14:tracePt t="29487" x="3886200" y="5519738"/>
          <p14:tracePt t="29494" x="4114800" y="5164138"/>
          <p14:tracePt t="29513" x="4470400" y="4564063"/>
          <p14:tracePt t="29519" x="4597400" y="4335463"/>
          <p14:tracePt t="29529" x="4716463" y="4173538"/>
          <p14:tracePt t="29535" x="4818063" y="3987800"/>
          <p14:tracePt t="29546" x="4910138" y="3843338"/>
          <p14:tracePt t="29552" x="5011738" y="3690938"/>
          <p14:tracePt t="29562" x="5265738" y="3360738"/>
          <p14:tracePt t="29568" x="5478463" y="3149600"/>
          <p14:tracePt t="31412" x="5468938" y="3149600"/>
          <p14:tracePt t="31420" x="5376863" y="3124200"/>
          <p14:tracePt t="31429" x="5283200" y="3106738"/>
          <p14:tracePt t="31436" x="5148263" y="3090863"/>
          <p14:tracePt t="31446" x="4986338" y="3073400"/>
          <p14:tracePt t="31453" x="4792663" y="3073400"/>
          <p14:tracePt t="31464" x="4597400" y="3073400"/>
          <p14:tracePt t="31469" x="4521200" y="3073400"/>
          <p14:tracePt t="31479" x="4386263" y="3073400"/>
          <p14:tracePt t="31486" x="4249738" y="3073400"/>
          <p14:tracePt t="31496" x="4114800" y="3073400"/>
          <p14:tracePt t="31502" x="4038600" y="3073400"/>
          <p14:tracePt t="31512" x="3979863" y="3073400"/>
          <p14:tracePt t="31519" x="3937000" y="3065463"/>
          <p14:tracePt t="31528" x="3886200" y="3065463"/>
          <p14:tracePt t="31535" x="3860800" y="3048000"/>
          <p14:tracePt t="31543" x="3843338" y="3030538"/>
          <p14:tracePt t="31551" x="3827463" y="3030538"/>
          <p14:tracePt t="31559" x="3810000" y="3014663"/>
          <p14:tracePt t="31568" x="3802063" y="2997200"/>
          <p14:tracePt t="31576" x="3784600" y="2989263"/>
          <p14:tracePt t="31584" x="3767138" y="2989263"/>
          <p14:tracePt t="31601" x="3751263" y="2971800"/>
          <p14:tracePt t="31609" x="3741738" y="2954338"/>
          <p14:tracePt t="31625" x="3725863" y="2938463"/>
          <p14:tracePt t="31642" x="3708400" y="2928938"/>
          <p14:tracePt t="31658" x="3690938" y="2928938"/>
          <p14:tracePt t="31674" x="3690938" y="2913063"/>
          <p14:tracePt t="31682" x="3675063" y="2913063"/>
          <p14:tracePt t="31854" x="3675063" y="2928938"/>
          <p14:tracePt t="31871" x="3690938" y="2928938"/>
          <p14:tracePt t="31895" x="3708400" y="2938463"/>
          <p14:tracePt t="31920" x="3725863" y="2938463"/>
          <p14:tracePt t="31961" x="3741738" y="2938463"/>
          <p14:tracePt t="31985" x="3751263" y="2938463"/>
          <p14:tracePt t="32010" x="3767138" y="2938463"/>
          <p14:tracePt t="32026" x="3784600" y="2938463"/>
          <p14:tracePt t="32035" x="3802063" y="2928938"/>
          <p14:tracePt t="32043" x="3810000" y="2913063"/>
          <p14:tracePt t="32051" x="3827463" y="2913063"/>
          <p14:tracePt t="32059" x="3843338" y="2895600"/>
          <p14:tracePt t="32068" x="3860800" y="2878138"/>
          <p14:tracePt t="32084" x="3878263" y="2878138"/>
          <p14:tracePt t="32092" x="3878263" y="2870200"/>
          <p14:tracePt t="32108" x="3886200" y="2870200"/>
          <p14:tracePt t="32158" x="3903663" y="2870200"/>
          <p14:tracePt t="32551" x="3903663" y="2878138"/>
          <p14:tracePt t="32575" x="3903663" y="2895600"/>
          <p14:tracePt t="32584" x="3903663" y="2913063"/>
          <p14:tracePt t="32600" x="3903663" y="2928938"/>
          <p14:tracePt t="32616" x="3903663" y="2938463"/>
          <p14:tracePt t="32625" x="3903663" y="2954338"/>
          <p14:tracePt t="32641" x="3903663" y="2971800"/>
          <p14:tracePt t="32649" x="3903663" y="2989263"/>
          <p14:tracePt t="32666" x="3903663" y="2997200"/>
          <p14:tracePt t="32674" x="3903663" y="3014663"/>
          <p14:tracePt t="32698" x="3903663" y="3030538"/>
          <p14:tracePt t="32756" x="3903663" y="3048000"/>
          <p14:tracePt t="32846" x="3886200" y="3048000"/>
          <p14:tracePt t="32871" x="3886200" y="3065463"/>
          <p14:tracePt t="32903" x="3886200" y="3073400"/>
          <p14:tracePt t="32928" x="3886200" y="3090863"/>
          <p14:tracePt t="32936" x="3886200" y="3124200"/>
          <p14:tracePt t="32946" x="3886200" y="3132138"/>
          <p14:tracePt t="32953" x="3878263" y="3182938"/>
          <p14:tracePt t="32962" x="3860800" y="3243263"/>
          <p14:tracePt t="32969" x="3860800" y="3284538"/>
          <p14:tracePt t="32979" x="3843338" y="3378200"/>
          <p14:tracePt t="32985" x="3843338" y="3421063"/>
          <p14:tracePt t="32996" x="3827463" y="3479800"/>
          <p14:tracePt t="33001" x="3810000" y="3530600"/>
          <p14:tracePt t="33011" x="3810000" y="3556000"/>
          <p14:tracePt t="33018" x="3810000" y="3598863"/>
          <p14:tracePt t="33026" x="3802063" y="3614738"/>
          <p14:tracePt t="33034" x="3802063" y="3632200"/>
          <p14:tracePt t="33043" x="3802063" y="3657600"/>
          <p14:tracePt t="33051" x="3784600" y="3675063"/>
          <p14:tracePt t="33067" x="3784600" y="3690938"/>
          <p14:tracePt t="33075" x="3784600" y="3708400"/>
          <p14:tracePt t="33092" x="3767138" y="3725863"/>
          <p14:tracePt t="33116" x="3767138" y="3733800"/>
          <p14:tracePt t="33165" x="3767138" y="3751263"/>
          <p14:tracePt t="33182" x="3767138" y="3792538"/>
          <p14:tracePt t="33190" x="3767138" y="3810000"/>
          <p14:tracePt t="48731" x="3767138" y="3843338"/>
          <p14:tracePt t="48739" x="3767138" y="4114800"/>
          <p14:tracePt t="48747" x="3751263" y="4394200"/>
          <p14:tracePt t="48755" x="3725863" y="4640263"/>
          <p14:tracePt t="48764" x="3708400" y="4833938"/>
          <p14:tracePt t="48771" x="3708400" y="4970463"/>
          <p14:tracePt t="48780" x="3708400" y="5046663"/>
          <p14:tracePt t="48788" x="3708400" y="5113338"/>
          <p14:tracePt t="48796" x="3708400" y="5249863"/>
          <p14:tracePt t="48804" x="3708400" y="5359400"/>
          <p14:tracePt t="48813" x="3708400" y="5402263"/>
          <p14:tracePt t="48821" x="3708400" y="5443538"/>
          <p14:tracePt t="48829" x="3708400" y="5461000"/>
          <p14:tracePt t="48837" x="3708400" y="5478463"/>
          <p14:tracePt t="48846" x="3708400" y="5503863"/>
          <p14:tracePt t="48853" x="3708400" y="5519738"/>
          <p14:tracePt t="48862" x="3708400" y="5580063"/>
          <p14:tracePt t="48870" x="3708400" y="5630863"/>
          <p14:tracePt t="48879" x="3708400" y="5732463"/>
          <p14:tracePt t="48886" x="3708400" y="5834063"/>
          <p14:tracePt t="48896" x="3708400" y="5900738"/>
          <p14:tracePt t="48902" x="3708400" y="6002338"/>
          <p14:tracePt t="48913" x="3708400" y="6078538"/>
          <p14:tracePt t="48919" x="3708400" y="6154738"/>
          <p14:tracePt t="48929" x="3708400" y="6215063"/>
          <p14:tracePt t="48935" x="3708400" y="6240463"/>
          <p14:tracePt t="48945" x="3708400" y="6273800"/>
          <p14:tracePt t="48952" x="3708400" y="6291263"/>
          <p14:tracePt t="48960" x="3690938" y="6332538"/>
          <p14:tracePt t="48968" x="3675063" y="6367463"/>
          <p14:tracePt t="48976" x="3665538" y="6375400"/>
          <p14:tracePt t="48984" x="3632200" y="6426200"/>
          <p14:tracePt t="48993" x="3606800" y="6451600"/>
          <p14:tracePt t="49001" x="3573463" y="6494463"/>
          <p14:tracePt t="49009" x="3497263" y="6586538"/>
          <p14:tracePt t="49017" x="3436938" y="6646863"/>
          <p14:tracePt t="49026" x="3395663" y="6723063"/>
          <p14:tracePt t="49033" x="3319463" y="6815138"/>
          <p14:tracePt t="50420" x="3878263" y="6662738"/>
          <p14:tracePt t="50430" x="3979863" y="6561138"/>
          <p14:tracePt t="50437" x="4071938" y="6469063"/>
          <p14:tracePt t="50444" x="4132263" y="6426200"/>
          <p14:tracePt t="50466" x="4343400" y="6215063"/>
          <p14:tracePt t="50470" x="4427538" y="6138863"/>
          <p14:tracePt t="50482" x="4503738" y="6062663"/>
          <p14:tracePt t="50486" x="4564063" y="6019800"/>
          <p14:tracePt t="50498" x="4605338" y="5969000"/>
          <p14:tracePt t="50502" x="4656138" y="5926138"/>
          <p14:tracePt t="50513" x="4681538" y="5900738"/>
          <p14:tracePt t="50517" x="4716463" y="5884863"/>
          <p14:tracePt t="50530" x="4716463" y="5867400"/>
          <p14:tracePt t="50533" x="4732338" y="5867400"/>
          <p14:tracePt t="50547" x="4732338" y="5849938"/>
          <p14:tracePt t="50550" x="4741863" y="5849938"/>
          <p14:tracePt t="50580" x="4741863" y="5834063"/>
          <p14:tracePt t="50779" x="4741863" y="5824538"/>
          <p14:tracePt t="63501" x="4757738" y="5824538"/>
          <p14:tracePt t="63509" x="4833938" y="5791200"/>
          <p14:tracePt t="63518" x="4953000" y="5732463"/>
          <p14:tracePt t="63526" x="5105400" y="5638800"/>
          <p14:tracePt t="63534" x="5265738" y="5519738"/>
          <p14:tracePt t="63542" x="5453063" y="5402263"/>
          <p14:tracePt t="63551" x="5630863" y="5283200"/>
          <p14:tracePt t="63558" x="5722938" y="5224463"/>
          <p14:tracePt t="63567" x="5842000" y="5130800"/>
          <p14:tracePt t="63575" x="5961063" y="5029200"/>
          <p14:tracePt t="63583" x="6053138" y="4970463"/>
          <p14:tracePt t="63591" x="6113463" y="4935538"/>
          <p14:tracePt t="63599" x="6138863" y="4910138"/>
          <p14:tracePt t="63608" x="6154738" y="4894263"/>
          <p14:tracePt t="63616" x="6172200" y="4894263"/>
          <p14:tracePt t="63689" x="6154738" y="4894263"/>
          <p14:tracePt t="63698" x="6154738" y="4910138"/>
          <p14:tracePt t="63706" x="6138863" y="4910138"/>
          <p14:tracePt t="63722" x="6129338" y="4910138"/>
          <p14:tracePt t="63730" x="6129338" y="4919663"/>
          <p14:tracePt t="63739" x="6113463" y="4919663"/>
          <p14:tracePt t="63772" x="6096000" y="4919663"/>
          <p14:tracePt t="63788" x="6078538" y="4919663"/>
          <p14:tracePt t="63804" x="6062663" y="4919663"/>
          <p14:tracePt t="63821" x="6053138" y="4919663"/>
          <p14:tracePt t="63829" x="6037263" y="4919663"/>
          <p14:tracePt t="63846" x="6002338" y="4919663"/>
          <p14:tracePt t="63853" x="5994400" y="4919663"/>
          <p14:tracePt t="63863" x="5976938" y="4919663"/>
          <p14:tracePt t="63870" x="5961063" y="4919663"/>
          <p14:tracePt t="63879" x="5926138" y="4919663"/>
          <p14:tracePt t="63886" x="5900738" y="4910138"/>
          <p14:tracePt t="63896" x="5884863" y="4910138"/>
          <p14:tracePt t="63903" x="5859463" y="4910138"/>
          <p14:tracePt t="63912" x="5842000" y="4910138"/>
          <p14:tracePt t="63919" x="5808663" y="4910138"/>
          <p14:tracePt t="63929" x="5783263" y="4910138"/>
          <p14:tracePt t="63936" x="5765800" y="4910138"/>
          <p14:tracePt t="63945" x="5732463" y="4910138"/>
          <p14:tracePt t="63952" x="5707063" y="4910138"/>
          <p14:tracePt t="63960" x="5672138" y="4910138"/>
          <p14:tracePt t="63968" x="5646738" y="4910138"/>
          <p14:tracePt t="63977" x="5613400" y="4910138"/>
          <p14:tracePt t="63985" x="5570538" y="4910138"/>
          <p14:tracePt t="63993" x="5554663" y="4910138"/>
          <p14:tracePt t="64001" x="5529263" y="4910138"/>
          <p14:tracePt t="64009" x="5511800" y="4910138"/>
          <p14:tracePt t="64018" x="5494338" y="4910138"/>
          <p14:tracePt t="64026" x="5468938" y="4910138"/>
          <p14:tracePt t="64034" x="5453063" y="4910138"/>
          <p14:tracePt t="64050" x="5435600" y="4910138"/>
          <p14:tracePt t="64059" x="5418138" y="4910138"/>
          <p14:tracePt t="64075" x="5402263" y="4910138"/>
          <p14:tracePt t="64099" x="5392738" y="4910138"/>
          <p14:tracePt t="64124" x="5376863" y="4910138"/>
          <p14:tracePt t="64132" x="5376863" y="4894263"/>
          <p14:tracePt t="64165" x="5359400" y="4894263"/>
          <p14:tracePt t="64181" x="5341938" y="4894263"/>
          <p14:tracePt t="64206" x="5334000" y="4894263"/>
          <p14:tracePt t="64214" x="5316538" y="4894263"/>
          <p14:tracePt t="64231" x="5300663" y="4876800"/>
          <p14:tracePt t="64247" x="5283200" y="4876800"/>
          <p14:tracePt t="64263" x="5265738" y="4876800"/>
          <p14:tracePt t="64280" x="5257800" y="4876800"/>
          <p14:tracePt t="64296" x="5240338" y="4876800"/>
          <p14:tracePt t="64304" x="5224463" y="4876800"/>
          <p14:tracePt t="64321" x="5207000" y="4876800"/>
          <p14:tracePt t="64345" x="5199063" y="4876800"/>
          <p14:tracePt t="64378" x="5181600" y="4876800"/>
          <p14:tracePt t="64411" x="5181600" y="4859338"/>
          <p14:tracePt t="64429" x="5164138" y="4859338"/>
          <p14:tracePt t="64468" x="5148263" y="4859338"/>
          <p14:tracePt t="64501" x="5138738" y="4859338"/>
          <p14:tracePt t="64542" x="5122863" y="4859338"/>
          <p14:tracePt t="64575" x="5105400" y="4859338"/>
          <p14:tracePt t="64599" x="5087938" y="4859338"/>
          <p14:tracePt t="64624" x="5072063" y="4859338"/>
          <p14:tracePt t="64641" x="5062538" y="4859338"/>
          <p14:tracePt t="64657" x="5046663" y="4859338"/>
          <p14:tracePt t="64665" x="5029200" y="4859338"/>
          <p14:tracePt t="64673" x="5011738" y="4859338"/>
          <p14:tracePt t="64681" x="5003800" y="4859338"/>
          <p14:tracePt t="64690" x="4986338" y="4859338"/>
          <p14:tracePt t="64698" x="4970463" y="4859338"/>
          <p14:tracePt t="64714" x="4953000" y="4859338"/>
          <p14:tracePt t="64722" x="4935538" y="4859338"/>
          <p14:tracePt t="64739" x="4927600" y="4843463"/>
          <p14:tracePt t="64796" x="4927600" y="4833938"/>
          <p14:tracePt t="64911" x="4935538" y="4833938"/>
          <p14:tracePt t="64936" x="4953000" y="4833938"/>
          <p14:tracePt t="64952" x="4970463" y="4833938"/>
          <p14:tracePt t="64962" x="4986338" y="4833938"/>
          <p14:tracePt t="64968" x="5011738" y="4833938"/>
          <p14:tracePt t="64977" x="5046663" y="4833938"/>
          <p14:tracePt t="64985" x="5062538" y="4833938"/>
          <p14:tracePt t="64993" x="5087938" y="4833938"/>
          <p14:tracePt t="65001" x="5122863" y="4833938"/>
          <p14:tracePt t="65010" x="5164138" y="4833938"/>
          <p14:tracePt t="65017" x="5199063" y="4833938"/>
          <p14:tracePt t="65026" x="5240338" y="4833938"/>
          <p14:tracePt t="65034" x="5283200" y="4833938"/>
          <p14:tracePt t="65042" x="5316538" y="4833938"/>
          <p14:tracePt t="65050" x="5359400" y="4833938"/>
          <p14:tracePt t="65058" x="5418138" y="4833938"/>
          <p14:tracePt t="65067" x="5468938" y="4818063"/>
          <p14:tracePt t="65075" x="5529263" y="4800600"/>
          <p14:tracePt t="65083" x="5588000" y="4783138"/>
          <p14:tracePt t="65091" x="5646738" y="4783138"/>
          <p14:tracePt t="65099" x="5672138" y="4783138"/>
          <p14:tracePt t="65107" x="5732463" y="4775200"/>
          <p14:tracePt t="65116" x="5799138" y="4757738"/>
          <p14:tracePt t="65124" x="5859463" y="4757738"/>
          <p14:tracePt t="65132" x="5884863" y="4741863"/>
          <p14:tracePt t="65140" x="5943600" y="4741863"/>
          <p14:tracePt t="65148" x="5976938" y="4741863"/>
          <p14:tracePt t="65157" x="6002338" y="4741863"/>
          <p14:tracePt t="65165" x="6053138" y="4741863"/>
          <p14:tracePt t="65173" x="6062663" y="4741863"/>
          <p14:tracePt t="65181" x="6078538" y="4741863"/>
          <p14:tracePt t="65190" x="6096000" y="4741863"/>
          <p14:tracePt t="65197" x="6113463" y="4741863"/>
          <p14:tracePt t="65222" x="6129338" y="4741863"/>
          <p14:tracePt t="65280" x="6129338" y="4757738"/>
          <p14:tracePt t="65288" x="6113463" y="4757738"/>
          <p14:tracePt t="65304" x="6096000" y="4775200"/>
          <p14:tracePt t="65313" x="6062663" y="4775200"/>
          <p14:tracePt t="65321" x="6037263" y="4783138"/>
          <p14:tracePt t="65330" x="6019800" y="4783138"/>
          <p14:tracePt t="65337" x="5976938" y="4800600"/>
          <p14:tracePt t="65346" x="5943600" y="4818063"/>
          <p14:tracePt t="65353" x="5900738" y="4818063"/>
          <p14:tracePt t="65363" x="5842000" y="4818063"/>
          <p14:tracePt t="65370" x="5799138" y="4818063"/>
          <p14:tracePt t="65380" x="5732463" y="4818063"/>
          <p14:tracePt t="65386" x="5672138" y="4818063"/>
          <p14:tracePt t="65396" x="5613400" y="4818063"/>
          <p14:tracePt t="65402" x="5570538" y="4818063"/>
          <p14:tracePt t="65413" x="5511800" y="4818063"/>
          <p14:tracePt t="65419" x="5453063" y="4818063"/>
          <p14:tracePt t="65429" x="5392738" y="4818063"/>
          <p14:tracePt t="65435" x="5359400" y="4783138"/>
          <p14:tracePt t="65446" x="5316538" y="4775200"/>
          <p14:tracePt t="65452" x="5265738" y="4741863"/>
          <p14:tracePt t="65463" x="5240338" y="4716463"/>
          <p14:tracePt t="65468" x="5224463" y="4681538"/>
          <p14:tracePt t="65480" x="5207000" y="4665663"/>
          <p14:tracePt t="65485" x="5207000" y="4648200"/>
          <p14:tracePt t="65496" x="5199063" y="4622800"/>
          <p14:tracePt t="65501" x="5199063" y="4605338"/>
          <p14:tracePt t="65513" x="5199063" y="4589463"/>
          <p14:tracePt t="65517" x="5199063" y="4564063"/>
          <p14:tracePt t="65530" x="5199063" y="4546600"/>
          <p14:tracePt t="65534" x="5199063" y="4529138"/>
          <p14:tracePt t="65546" x="5207000" y="4503738"/>
          <p14:tracePt t="65550" x="5257800" y="4470400"/>
          <p14:tracePt t="65563" x="5316538" y="4427538"/>
          <p14:tracePt t="65566" x="5376863" y="4386263"/>
          <p14:tracePt t="65580" x="5418138" y="4386263"/>
          <p14:tracePt t="65583" x="5494338" y="4351338"/>
          <p14:tracePt t="65596" x="5554663" y="4335463"/>
          <p14:tracePt t="65599" x="5630863" y="4318000"/>
          <p14:tracePt t="65613" x="5707063" y="4318000"/>
          <p14:tracePt t="65616" x="5783263" y="4318000"/>
          <p14:tracePt t="65630" x="5859463" y="4318000"/>
          <p14:tracePt t="65633" x="5943600" y="4318000"/>
          <p14:tracePt t="65646" x="6019800" y="4318000"/>
          <p14:tracePt t="65649" x="6078538" y="4318000"/>
          <p14:tracePt t="65663" x="6129338" y="4318000"/>
          <p14:tracePt t="65666" x="6172200" y="4335463"/>
          <p14:tracePt t="65680" x="6215063" y="4351338"/>
          <p14:tracePt t="65683" x="6248400" y="4351338"/>
          <p14:tracePt t="65696" x="6291263" y="4368800"/>
          <p14:tracePt t="65699" x="6307138" y="4368800"/>
          <p14:tracePt t="65713" x="6332538" y="4386263"/>
          <p14:tracePt t="65715" x="6350000" y="4394200"/>
          <p14:tracePt t="65730" x="6367463" y="4411663"/>
          <p14:tracePt t="65731" x="6383338" y="4411663"/>
          <p14:tracePt t="65738" x="6392863" y="4427538"/>
          <p14:tracePt t="65747" x="6408738" y="4445000"/>
          <p14:tracePt t="65755" x="6426200" y="4445000"/>
          <p14:tracePt t="65763" x="6426200" y="4452938"/>
          <p14:tracePt t="65771" x="6443663" y="4470400"/>
          <p14:tracePt t="65780" x="6459538" y="4470400"/>
          <p14:tracePt t="65788" x="6469063" y="4487863"/>
          <p14:tracePt t="65804" x="6484938" y="4503738"/>
          <p14:tracePt t="65813" x="6484938" y="4521200"/>
          <p14:tracePt t="65820" x="6502400" y="4521200"/>
          <p14:tracePt t="65830" x="6502400" y="4529138"/>
          <p14:tracePt t="65846" x="6519863" y="4529138"/>
          <p14:tracePt t="65853" x="6519863" y="4546600"/>
          <p14:tracePt t="65863" x="6519863" y="4564063"/>
          <p14:tracePt t="65870" x="6527800" y="4564063"/>
          <p14:tracePt t="65886" x="6527800" y="4579938"/>
          <p14:tracePt t="65902" x="6527800" y="4589463"/>
          <p14:tracePt t="65927" x="6527800" y="4605338"/>
          <p14:tracePt t="65935" x="6545263" y="4605338"/>
          <p14:tracePt t="65960" x="6545263" y="4622800"/>
          <p14:tracePt t="65993" x="6545263" y="4640263"/>
          <p14:tracePt t="66820" x="6545263" y="4648200"/>
          <p14:tracePt t="67000" x="6561138" y="4648200"/>
          <p14:tracePt t="67091" x="6578600" y="4648200"/>
          <p14:tracePt t="67131" x="6578600" y="4665663"/>
          <p14:tracePt t="67148" x="6596063" y="4665663"/>
          <p14:tracePt t="67173" x="6604000" y="4665663"/>
          <p14:tracePt t="67189" x="6621463" y="4665663"/>
          <p14:tracePt t="67197" x="6637338" y="4665663"/>
          <p14:tracePt t="67213" x="6662738" y="4665663"/>
          <p14:tracePt t="67222" x="6680200" y="4665663"/>
          <p14:tracePt t="67230" x="6713538" y="4665663"/>
          <p14:tracePt t="67246" x="6738938" y="4665663"/>
          <p14:tracePt t="67254" x="6773863" y="4681538"/>
          <p14:tracePt t="67271" x="6799263" y="4681538"/>
          <p14:tracePt t="67279" x="6832600" y="4681538"/>
          <p14:tracePt t="67287" x="6850063" y="4699000"/>
          <p14:tracePt t="67296" x="6875463" y="4699000"/>
          <p14:tracePt t="67304" x="6891338" y="4699000"/>
          <p14:tracePt t="67313" x="6926263" y="4699000"/>
          <p14:tracePt t="67320" x="6967538" y="4699000"/>
          <p14:tracePt t="67330" x="6985000" y="4699000"/>
          <p14:tracePt t="67336" x="7010400" y="4699000"/>
          <p14:tracePt t="67346" x="7027863" y="4699000"/>
          <p14:tracePt t="67353" x="7053263" y="4699000"/>
          <p14:tracePt t="67363" x="7069138" y="4699000"/>
          <p14:tracePt t="67369" x="7086600" y="4699000"/>
          <p14:tracePt t="67379" x="7104063" y="4699000"/>
          <p14:tracePt t="67386" x="7119938" y="4699000"/>
          <p14:tracePt t="67395" x="7129463" y="4699000"/>
          <p14:tracePt t="67402" x="7145338" y="4699000"/>
          <p14:tracePt t="67410" x="7162800" y="4699000"/>
          <p14:tracePt t="67427" x="7180263" y="4699000"/>
          <p14:tracePt t="67435" x="7188200" y="4699000"/>
          <p14:tracePt t="67468" x="7205663" y="4699000"/>
          <p14:tracePt t="67492" x="7221538" y="4699000"/>
          <p14:tracePt t="67812" x="7221538" y="4716463"/>
          <p14:tracePt t="67853" x="7205663" y="4716463"/>
          <p14:tracePt t="67926" x="7205663" y="4724400"/>
          <p14:tracePt t="67935" x="7188200" y="4724400"/>
          <p14:tracePt t="68033" x="7180263" y="4724400"/>
          <p14:tracePt t="68131" x="7162800" y="4724400"/>
          <p14:tracePt t="68189" x="7145338" y="4724400"/>
          <p14:tracePt t="68197" x="7145338" y="4741863"/>
          <p14:tracePt t="68222" x="7129463" y="4741863"/>
          <p14:tracePt t="68246" x="7119938" y="4741863"/>
          <p14:tracePt t="68263" x="7104063" y="4741863"/>
          <p14:tracePt t="68271" x="7086600" y="4741863"/>
          <p14:tracePt t="68287" x="7069138" y="4741863"/>
          <p14:tracePt t="68296" x="7053263" y="4741863"/>
          <p14:tracePt t="68313" x="7043738" y="4741863"/>
          <p14:tracePt t="68320" x="7027863" y="4741863"/>
          <p14:tracePt t="68329" x="7010400" y="4741863"/>
          <p14:tracePt t="68336" x="6992938" y="4741863"/>
          <p14:tracePt t="68346" x="6985000" y="4757738"/>
          <p14:tracePt t="68362" x="6967538" y="4757738"/>
          <p14:tracePt t="68369" x="6951663" y="4757738"/>
          <p14:tracePt t="68379" x="6934200" y="4757738"/>
          <p14:tracePt t="68386" x="6926263" y="4757738"/>
          <p14:tracePt t="68402" x="6908800" y="4757738"/>
          <p14:tracePt t="68410" x="6891338" y="4757738"/>
          <p14:tracePt t="68426" x="6875463" y="4757738"/>
          <p14:tracePt t="68443" x="6858000" y="4757738"/>
          <p14:tracePt t="68451" x="6858000" y="4775200"/>
          <p14:tracePt t="68459" x="6850063" y="4775200"/>
          <p14:tracePt t="68484" x="6832600" y="4775200"/>
          <p14:tracePt t="68508" x="6815138" y="4775200"/>
          <p14:tracePt t="68533" x="6799263" y="4775200"/>
          <p14:tracePt t="68574" x="6789738" y="4775200"/>
          <p14:tracePt t="68639" x="6773863" y="4775200"/>
          <p14:tracePt t="69721" x="6773863" y="4757738"/>
          <p14:tracePt t="69885" x="6789738" y="4741863"/>
          <p14:tracePt t="69942" x="6799263" y="4741863"/>
          <p14:tracePt t="69959" x="6799263" y="4724400"/>
          <p14:tracePt t="69983" x="6815138" y="4724400"/>
          <p14:tracePt t="70008" x="6832600" y="4724400"/>
          <p14:tracePt t="70016" x="6850063" y="4724400"/>
          <p14:tracePt t="70033" x="6858000" y="4724400"/>
          <p14:tracePt t="70041" x="6875463" y="4724400"/>
          <p14:tracePt t="70049" x="6908800" y="4724400"/>
          <p14:tracePt t="70057" x="6926263" y="4724400"/>
          <p14:tracePt t="70065" x="6951663" y="4724400"/>
          <p14:tracePt t="70074" x="6967538" y="4724400"/>
          <p14:tracePt t="70082" x="7010400" y="4724400"/>
          <p14:tracePt t="70090" x="7043738" y="4724400"/>
          <p14:tracePt t="70098" x="7069138" y="4724400"/>
          <p14:tracePt t="70107" x="7104063" y="4724400"/>
          <p14:tracePt t="70115" x="7119938" y="4724400"/>
          <p14:tracePt t="70123" x="7145338" y="4724400"/>
          <p14:tracePt t="70131" x="7180263" y="4724400"/>
          <p14:tracePt t="70139" x="7188200" y="4724400"/>
          <p14:tracePt t="70147" x="7205663" y="4724400"/>
          <p14:tracePt t="70156" x="7221538" y="4724400"/>
          <p14:tracePt t="70164" x="7239000" y="4724400"/>
          <p14:tracePt t="70188" x="7256463" y="4724400"/>
          <p14:tracePt t="70205" x="7264400" y="4724400"/>
          <p14:tracePt t="70246" x="7281863" y="4724400"/>
          <p14:tracePt t="70442" x="7264400" y="4724400"/>
          <p14:tracePt t="70541" x="7256463" y="4724400"/>
          <p14:tracePt t="70623" x="7239000" y="4724400"/>
          <p14:tracePt t="70647" x="7239000" y="4741863"/>
          <p14:tracePt t="70737" x="7221538" y="4741863"/>
          <p14:tracePt t="71565" x="7239000" y="4741863"/>
          <p14:tracePt t="71598" x="7256463" y="4741863"/>
          <p14:tracePt t="71630" x="7264400" y="4741863"/>
          <p14:tracePt t="71648" x="7297738" y="4741863"/>
          <p14:tracePt t="71655" x="7315200" y="4741863"/>
          <p14:tracePt t="71672" x="7323138" y="4741863"/>
          <p14:tracePt t="71680" x="7340600" y="4741863"/>
          <p14:tracePt t="71688" x="7373938" y="4741863"/>
          <p14:tracePt t="71704" x="7391400" y="4741863"/>
          <p14:tracePt t="71713" x="7399338" y="4724400"/>
          <p14:tracePt t="71721" x="7416800" y="4724400"/>
          <p14:tracePt t="71730" x="7434263" y="4724400"/>
          <p14:tracePt t="71737" x="7450138" y="4724400"/>
          <p14:tracePt t="71753" x="7459663" y="4716463"/>
          <p14:tracePt t="71778" x="7475538" y="4716463"/>
          <p14:tracePt t="71786" x="7493000" y="4716463"/>
          <p14:tracePt t="71811" x="7510463" y="4699000"/>
          <p14:tracePt t="71909" x="7518400" y="4699000"/>
          <p14:tracePt t="74121" x="7551738" y="4699000"/>
          <p14:tracePt t="74130" x="7569200" y="4699000"/>
          <p14:tracePt t="74138" x="7586663" y="4699000"/>
          <p14:tracePt t="74154" x="7594600" y="4699000"/>
          <p14:tracePt t="74163" x="7612063" y="4699000"/>
          <p14:tracePt t="74187" x="7627938" y="4699000"/>
          <p14:tracePt t="74244" x="7645400" y="4699000"/>
          <p14:tracePt t="74294" x="7653338" y="4699000"/>
          <p14:tracePt t="74318" x="7670800" y="4699000"/>
          <p14:tracePt t="74843" x="7535863" y="4800600"/>
          <p14:tracePt t="74851" x="7434263" y="4894263"/>
          <p14:tracePt t="74859" x="7297738" y="4995863"/>
          <p14:tracePt t="74867" x="7053263" y="5224463"/>
          <p14:tracePt t="74875" x="6773863" y="5418138"/>
          <p14:tracePt t="74884" x="6459538" y="5630863"/>
          <p14:tracePt t="74892" x="6172200" y="5867400"/>
          <p14:tracePt t="74900" x="5842000" y="6096000"/>
          <p14:tracePt t="74908" x="5529263" y="6299200"/>
          <p14:tracePt t="74916" x="5257800" y="6469063"/>
          <p14:tracePt t="74925" x="5029200" y="6629400"/>
          <p14:tracePt t="74933" x="4851400" y="6756400"/>
          <p14:tracePt t="74941" x="4792663" y="6781800"/>
        </p14:tracePtLst>
      </p14:laserTraceLst>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94E7-5207-450E-ACA0-FF9FE68B109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BF7644-6DDA-066A-ED4A-86FC0FFC23CA}"/>
              </a:ext>
            </a:extLst>
          </p:cNvPr>
          <p:cNvSpPr>
            <a:spLocks noGrp="1"/>
          </p:cNvSpPr>
          <p:nvPr>
            <p:ph type="sldNum" sz="quarter" idx="13"/>
          </p:nvPr>
        </p:nvSpPr>
        <p:spPr/>
        <p:txBody>
          <a:bodyPr/>
          <a:lstStyle/>
          <a:p>
            <a:fld id="{EB4B8DE2-A4E8-46E4-8BBF-D75455EFF32C}" type="slidenum">
              <a:rPr lang="en-US" smtClean="0"/>
              <a:pPr/>
              <a:t>24</a:t>
            </a:fld>
            <a:endParaRPr lang="en-US" dirty="0"/>
          </a:p>
        </p:txBody>
      </p:sp>
      <p:sp>
        <p:nvSpPr>
          <p:cNvPr id="5" name="Content Placeholder 4">
            <a:extLst>
              <a:ext uri="{FF2B5EF4-FFF2-40B4-BE49-F238E27FC236}">
                <a16:creationId xmlns:a16="http://schemas.microsoft.com/office/drawing/2014/main" id="{FB336E2C-2037-F8D1-C047-80CDEBC84848}"/>
              </a:ext>
            </a:extLst>
          </p:cNvPr>
          <p:cNvSpPr>
            <a:spLocks noGrp="1"/>
          </p:cNvSpPr>
          <p:nvPr>
            <p:ph sz="quarter" idx="14"/>
          </p:nvPr>
        </p:nvSpPr>
        <p:spPr/>
        <p:txBody>
          <a:bodyPr/>
          <a:lstStyle/>
          <a:p>
            <a:endParaRPr lang="en-KR"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7E17E59-9399-BB1A-A862-1517F09A5359}"/>
                  </a:ext>
                </a:extLst>
              </p:cNvPr>
              <p:cNvSpPr txBox="1"/>
              <p:nvPr/>
            </p:nvSpPr>
            <p:spPr>
              <a:xfrm>
                <a:off x="609600" y="686561"/>
                <a:ext cx="3431902" cy="369332"/>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Let’s get posterior</a:t>
                </a:r>
                <a:r>
                  <a:rPr lang="en-KR" dirty="0"/>
                  <a: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oMath>
                </a14:m>
                <a:endParaRPr lang="en-KR" dirty="0"/>
              </a:p>
            </p:txBody>
          </p:sp>
        </mc:Choice>
        <mc:Fallback xmlns="">
          <p:sp>
            <p:nvSpPr>
              <p:cNvPr id="13" name="TextBox 12">
                <a:extLst>
                  <a:ext uri="{FF2B5EF4-FFF2-40B4-BE49-F238E27FC236}">
                    <a16:creationId xmlns:a16="http://schemas.microsoft.com/office/drawing/2014/main" id="{A7E17E59-9399-BB1A-A862-1517F09A5359}"/>
                  </a:ext>
                </a:extLst>
              </p:cNvPr>
              <p:cNvSpPr txBox="1">
                <a:spLocks noRot="1" noChangeAspect="1" noMove="1" noResize="1" noEditPoints="1" noAdjustHandles="1" noChangeArrowheads="1" noChangeShapeType="1" noTextEdit="1"/>
              </p:cNvSpPr>
              <p:nvPr/>
            </p:nvSpPr>
            <p:spPr>
              <a:xfrm>
                <a:off x="609600" y="686561"/>
                <a:ext cx="3431902" cy="369332"/>
              </a:xfrm>
              <a:prstGeom prst="rect">
                <a:avLst/>
              </a:prstGeom>
              <a:blipFill>
                <a:blip r:embed="rId5"/>
                <a:stretch>
                  <a:fillRect l="-4428" t="-10000" b="-2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12FD6F1-8EAA-76FE-530E-2D663C135EFC}"/>
                  </a:ext>
                </a:extLst>
              </p:cNvPr>
              <p:cNvSpPr txBox="1"/>
              <p:nvPr/>
            </p:nvSpPr>
            <p:spPr>
              <a:xfrm>
                <a:off x="609600" y="2079277"/>
                <a:ext cx="3864007" cy="369332"/>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oMath>
                  </m:oMathPara>
                </a14:m>
                <a:endParaRPr lang="en-KR" dirty="0" err="1"/>
              </a:p>
            </p:txBody>
          </p:sp>
        </mc:Choice>
        <mc:Fallback xmlns="">
          <p:sp>
            <p:nvSpPr>
              <p:cNvPr id="15" name="TextBox 14">
                <a:extLst>
                  <a:ext uri="{FF2B5EF4-FFF2-40B4-BE49-F238E27FC236}">
                    <a16:creationId xmlns:a16="http://schemas.microsoft.com/office/drawing/2014/main" id="{E12FD6F1-8EAA-76FE-530E-2D663C135EFC}"/>
                  </a:ext>
                </a:extLst>
              </p:cNvPr>
              <p:cNvSpPr txBox="1">
                <a:spLocks noRot="1" noChangeAspect="1" noMove="1" noResize="1" noEditPoints="1" noAdjustHandles="1" noChangeArrowheads="1" noChangeShapeType="1" noTextEdit="1"/>
              </p:cNvSpPr>
              <p:nvPr/>
            </p:nvSpPr>
            <p:spPr>
              <a:xfrm>
                <a:off x="609600" y="2079277"/>
                <a:ext cx="3864007" cy="369332"/>
              </a:xfrm>
              <a:prstGeom prst="rect">
                <a:avLst/>
              </a:prstGeom>
              <a:blipFill>
                <a:blip r:embed="rId6"/>
                <a:stretch>
                  <a:fillRect l="-1311" b="-1666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 Placeholder 2">
                <a:extLst>
                  <a:ext uri="{FF2B5EF4-FFF2-40B4-BE49-F238E27FC236}">
                    <a16:creationId xmlns:a16="http://schemas.microsoft.com/office/drawing/2014/main" id="{AD92C1C7-358C-1E6A-1174-96D6B901B1B3}"/>
                  </a:ext>
                </a:extLst>
              </p:cNvPr>
              <p:cNvSpPr>
                <a:spLocks noGrp="1"/>
              </p:cNvSpPr>
              <p:nvPr>
                <p:ph type="body" sz="quarter" idx="10"/>
              </p:nvPr>
            </p:nvSpPr>
            <p:spPr>
              <a:xfrm>
                <a:off x="615913" y="1606263"/>
                <a:ext cx="10521412" cy="427874"/>
              </a:xfrm>
            </p:spPr>
            <p:txBody>
              <a:bodyPr/>
              <a:lstStyle/>
              <a:p>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rPr>
                        <m:t>𝑞</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𝑡</m:t>
                              </m:r>
                            </m:sub>
                          </m:sSub>
                        </m:e>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𝒩</m:t>
                      </m:r>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rad>
                            <m:radPr>
                              <m:degHide m:val="on"/>
                              <m:ctrlPr>
                                <a:rPr lang="en-US" sz="2000" b="0" i="1" smtClean="0">
                                  <a:latin typeface="Cambria Math" panose="02040503050406030204" pitchFamily="18" charset="0"/>
                                  <a:ea typeface="Cambria Math" panose="02040503050406030204" pitchFamily="18" charset="0"/>
                                </a:rPr>
                              </m:ctrlPr>
                            </m:radPr>
                            <m:deg/>
                            <m:e>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rad>
                          <m:sSub>
                            <m:sSubPr>
                              <m:ctrlPr>
                                <a:rPr lang="en-US" sz="2000" b="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e>
                          </m:d>
                          <m:r>
                            <a:rPr lang="en-US" sz="2000" b="1" i="0" smtClean="0">
                              <a:latin typeface="Cambria Math" panose="02040503050406030204" pitchFamily="18" charset="0"/>
                              <a:ea typeface="Cambria Math" panose="02040503050406030204" pitchFamily="18" charset="0"/>
                            </a:rPr>
                            <m:t>𝐈</m:t>
                          </m:r>
                        </m:e>
                      </m:d>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≔1−</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acc>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m:rPr>
                              <m:sty m:val="p"/>
                            </m:rPr>
                            <a:rPr lang="en-US" sz="2000" b="0" i="0" smtClean="0">
                              <a:latin typeface="Cambria Math" panose="02040503050406030204" pitchFamily="18" charset="0"/>
                              <a:ea typeface="Cambria Math" panose="02040503050406030204" pitchFamily="18" charset="0"/>
                            </a:rPr>
                            <m:t>Π</m:t>
                          </m:r>
                        </m:e>
                        <m:sub>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𝑡</m:t>
                          </m:r>
                        </m:sup>
                      </m:sSubSup>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𝑠</m:t>
                          </m:r>
                        </m:sub>
                      </m:sSub>
                    </m:oMath>
                  </m:oMathPara>
                </a14:m>
                <a:br>
                  <a:rPr lang="en-US" sz="2000" b="0" dirty="0">
                    <a:ea typeface="Cambria Math" panose="02040503050406030204" pitchFamily="18" charset="0"/>
                  </a:rPr>
                </a:br>
                <a:endParaRPr lang="en-KR" sz="2000" dirty="0"/>
              </a:p>
            </p:txBody>
          </p:sp>
        </mc:Choice>
        <mc:Fallback xmlns="">
          <p:sp>
            <p:nvSpPr>
              <p:cNvPr id="16" name="Text Placeholder 2">
                <a:extLst>
                  <a:ext uri="{FF2B5EF4-FFF2-40B4-BE49-F238E27FC236}">
                    <a16:creationId xmlns:a16="http://schemas.microsoft.com/office/drawing/2014/main" id="{AD92C1C7-358C-1E6A-1174-96D6B901B1B3}"/>
                  </a:ext>
                </a:extLst>
              </p:cNvPr>
              <p:cNvSpPr>
                <a:spLocks noGrp="1" noRot="1" noChangeAspect="1" noMove="1" noResize="1" noEditPoints="1" noAdjustHandles="1" noChangeArrowheads="1" noChangeShapeType="1" noTextEdit="1"/>
              </p:cNvSpPr>
              <p:nvPr>
                <p:ph type="body" sz="quarter" idx="10"/>
              </p:nvPr>
            </p:nvSpPr>
            <p:spPr>
              <a:xfrm>
                <a:off x="615913" y="1606263"/>
                <a:ext cx="10521412" cy="427874"/>
              </a:xfrm>
              <a:blipFill>
                <a:blip r:embed="rId7"/>
                <a:stretch>
                  <a:fillRect l="-844" b="-11429"/>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742465E-2CB5-45BF-2BBF-1148887B1B64}"/>
                  </a:ext>
                </a:extLst>
              </p:cNvPr>
              <p:cNvSpPr txBox="1"/>
              <p:nvPr/>
            </p:nvSpPr>
            <p:spPr>
              <a:xfrm>
                <a:off x="544896" y="1102709"/>
                <a:ext cx="6096000" cy="465064"/>
              </a:xfrm>
              <a:prstGeom prst="rect">
                <a:avLst/>
              </a:prstGeom>
              <a:noFill/>
            </p:spPr>
            <p:txBody>
              <a:bodyPr wrap="square">
                <a:spAutoFit/>
              </a:bodyPr>
              <a:lstStyle/>
              <a:p>
                <a:pPr algn="l"/>
                <a14:m>
                  <m:oMathPara xmlns:m="http://schemas.openxmlformats.org/officeDocument/2006/math">
                    <m:oMathParaPr>
                      <m:jc m:val="left"/>
                    </m:oMathParaPr>
                    <m:oMath xmlns:m="http://schemas.openxmlformats.org/officeDocument/2006/math">
                      <m:r>
                        <a:rPr lang="en-US" sz="2000" b="0" i="1" smtClean="0">
                          <a:solidFill>
                            <a:schemeClr val="accent6">
                              <a:lumMod val="50000"/>
                            </a:schemeClr>
                          </a:solidFill>
                          <a:latin typeface="Cambria Math" panose="02040503050406030204" pitchFamily="18" charset="0"/>
                        </a:rPr>
                        <m:t>𝑞</m:t>
                      </m:r>
                      <m:d>
                        <m:dPr>
                          <m:ctrlPr>
                            <a:rPr lang="en-US" sz="2000" b="0" i="1" smtClean="0">
                              <a:solidFill>
                                <a:schemeClr val="accent6">
                                  <a:lumMod val="50000"/>
                                </a:schemeClr>
                              </a:solidFill>
                              <a:latin typeface="Cambria Math" panose="02040503050406030204" pitchFamily="18" charset="0"/>
                            </a:rPr>
                          </m:ctrlPr>
                        </m:dPr>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sub>
                          </m:sSub>
                        </m:e>
                        <m:e>
                          <m:sSub>
                            <m:sSubPr>
                              <m:ctrlPr>
                                <a:rPr lang="en-US" sz="2000" b="0" i="1" smtClean="0">
                                  <a:solidFill>
                                    <a:schemeClr val="accent6">
                                      <a:lumMod val="50000"/>
                                    </a:schemeClr>
                                  </a:solidFill>
                                  <a:latin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rPr>
                                <m:t>−1</m:t>
                              </m:r>
                            </m:sub>
                          </m:sSub>
                        </m:e>
                      </m:d>
                      <m:r>
                        <a:rPr lang="en-US" sz="2000" b="0" i="1" smtClean="0">
                          <a:solidFill>
                            <a:schemeClr val="accent6">
                              <a:lumMod val="50000"/>
                            </a:schemeClr>
                          </a:solidFill>
                          <a:latin typeface="Cambria Math" panose="02040503050406030204" pitchFamily="18" charset="0"/>
                        </a:rPr>
                        <m:t>≔ </m:t>
                      </m:r>
                      <m:r>
                        <a:rPr lang="en-US" sz="2000" b="0" i="1" smtClean="0">
                          <a:solidFill>
                            <a:schemeClr val="accent6">
                              <a:lumMod val="50000"/>
                            </a:schemeClr>
                          </a:solidFill>
                          <a:latin typeface="Cambria Math" panose="02040503050406030204" pitchFamily="18" charset="0"/>
                          <a:ea typeface="Cambria Math" panose="02040503050406030204" pitchFamily="18" charset="0"/>
                        </a:rPr>
                        <m:t>𝒩</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rad>
                        <m:radPr>
                          <m:degHide m:val="on"/>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radPr>
                        <m:deg/>
                        <m:e>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1" i="1" smtClean="0">
                              <a:solidFill>
                                <a:schemeClr val="accent6">
                                  <a:lumMod val="50000"/>
                                </a:schemeClr>
                              </a:solidFill>
                              <a:latin typeface="Cambria Math" panose="02040503050406030204" pitchFamily="18" charset="0"/>
                              <a:ea typeface="Cambria Math" panose="02040503050406030204" pitchFamily="18" charset="0"/>
                            </a:rPr>
                            <m:t>𝒙</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r>
                            <a:rPr lang="en-US" sz="2000" b="0" i="1" smtClean="0">
                              <a:solidFill>
                                <a:schemeClr val="accent6">
                                  <a:lumMod val="50000"/>
                                </a:schemeClr>
                              </a:solidFill>
                              <a:latin typeface="Cambria Math" panose="02040503050406030204" pitchFamily="18" charset="0"/>
                              <a:ea typeface="Cambria Math" panose="02040503050406030204" pitchFamily="18" charset="0"/>
                            </a:rPr>
                            <m:t>−1</m:t>
                          </m:r>
                        </m:sub>
                      </m:sSub>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sSub>
                        <m:sSubPr>
                          <m:ctrlPr>
                            <a:rPr lang="en-US" sz="2000" b="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000" b="0" i="1" smtClean="0">
                              <a:solidFill>
                                <a:schemeClr val="accent6">
                                  <a:lumMod val="50000"/>
                                </a:schemeClr>
                              </a:solidFill>
                              <a:latin typeface="Cambria Math" panose="02040503050406030204" pitchFamily="18" charset="0"/>
                              <a:ea typeface="Cambria Math" panose="02040503050406030204" pitchFamily="18" charset="0"/>
                            </a:rPr>
                            <m:t>𝛽</m:t>
                          </m:r>
                        </m:e>
                        <m:sub>
                          <m:r>
                            <a:rPr lang="en-US" sz="2000" b="0" i="1" smtClean="0">
                              <a:solidFill>
                                <a:schemeClr val="accent6">
                                  <a:lumMod val="50000"/>
                                </a:schemeClr>
                              </a:solidFill>
                              <a:latin typeface="Cambria Math" panose="02040503050406030204" pitchFamily="18" charset="0"/>
                              <a:ea typeface="Cambria Math" panose="02040503050406030204" pitchFamily="18" charset="0"/>
                            </a:rPr>
                            <m:t>𝑡</m:t>
                          </m:r>
                        </m:sub>
                      </m:sSub>
                      <m:r>
                        <a:rPr lang="en-US" sz="2000" b="1" i="1" smtClean="0">
                          <a:solidFill>
                            <a:schemeClr val="accent6">
                              <a:lumMod val="50000"/>
                            </a:schemeClr>
                          </a:solidFill>
                          <a:latin typeface="Cambria Math" panose="02040503050406030204" pitchFamily="18" charset="0"/>
                          <a:ea typeface="Cambria Math" panose="02040503050406030204" pitchFamily="18" charset="0"/>
                        </a:rPr>
                        <m:t>𝑰</m:t>
                      </m:r>
                      <m:r>
                        <a:rPr lang="en-US" sz="2000" b="0" i="1" smtClean="0">
                          <a:solidFill>
                            <a:schemeClr val="accent6">
                              <a:lumMod val="50000"/>
                            </a:schemeClr>
                          </a:solidFill>
                          <a:latin typeface="Cambria Math" panose="02040503050406030204" pitchFamily="18" charset="0"/>
                          <a:ea typeface="Cambria Math" panose="02040503050406030204" pitchFamily="18" charset="0"/>
                        </a:rPr>
                        <m:t>)</m:t>
                      </m:r>
                    </m:oMath>
                  </m:oMathPara>
                </a14:m>
                <a:endParaRPr lang="en-KR" sz="2000" dirty="0" err="1">
                  <a:solidFill>
                    <a:schemeClr val="accent6">
                      <a:lumMod val="50000"/>
                    </a:schemeClr>
                  </a:solidFill>
                </a:endParaRPr>
              </a:p>
            </p:txBody>
          </p:sp>
        </mc:Choice>
        <mc:Fallback xmlns="">
          <p:sp>
            <p:nvSpPr>
              <p:cNvPr id="17" name="TextBox 16">
                <a:extLst>
                  <a:ext uri="{FF2B5EF4-FFF2-40B4-BE49-F238E27FC236}">
                    <a16:creationId xmlns:a16="http://schemas.microsoft.com/office/drawing/2014/main" id="{1742465E-2CB5-45BF-2BBF-1148887B1B64}"/>
                  </a:ext>
                </a:extLst>
              </p:cNvPr>
              <p:cNvSpPr txBox="1">
                <a:spLocks noRot="1" noChangeAspect="1" noMove="1" noResize="1" noEditPoints="1" noAdjustHandles="1" noChangeArrowheads="1" noChangeShapeType="1" noTextEdit="1"/>
              </p:cNvSpPr>
              <p:nvPr/>
            </p:nvSpPr>
            <p:spPr>
              <a:xfrm>
                <a:off x="544896" y="1102709"/>
                <a:ext cx="6096000" cy="465064"/>
              </a:xfrm>
              <a:prstGeom prst="rect">
                <a:avLst/>
              </a:prstGeom>
              <a:blipFill>
                <a:blip r:embed="rId8"/>
                <a:stretch>
                  <a:fillRect b="-13158"/>
                </a:stretch>
              </a:blipFill>
            </p:spPr>
            <p:txBody>
              <a:bodyPr/>
              <a:lstStyle/>
              <a:p>
                <a:r>
                  <a:rPr lang="en-KR">
                    <a:noFill/>
                  </a:rPr>
                  <a:t> </a:t>
                </a:r>
              </a:p>
            </p:txBody>
          </p:sp>
        </mc:Fallback>
      </mc:AlternateContent>
      <p:cxnSp>
        <p:nvCxnSpPr>
          <p:cNvPr id="22" name="Straight Connector 21">
            <a:extLst>
              <a:ext uri="{FF2B5EF4-FFF2-40B4-BE49-F238E27FC236}">
                <a16:creationId xmlns:a16="http://schemas.microsoft.com/office/drawing/2014/main" id="{0C62E75A-CC30-59E6-1C5E-B5325CF42D17}"/>
              </a:ext>
            </a:extLst>
          </p:cNvPr>
          <p:cNvCxnSpPr>
            <a:cxnSpLocks/>
          </p:cNvCxnSpPr>
          <p:nvPr/>
        </p:nvCxnSpPr>
        <p:spPr>
          <a:xfrm>
            <a:off x="544896" y="2916268"/>
            <a:ext cx="11414884"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4D128BC-5120-E1E3-0EC3-C7AAFF5563EA}"/>
                  </a:ext>
                </a:extLst>
              </p:cNvPr>
              <p:cNvSpPr txBox="1"/>
              <p:nvPr/>
            </p:nvSpPr>
            <p:spPr>
              <a:xfrm>
                <a:off x="544896" y="2478836"/>
                <a:ext cx="8464731" cy="405880"/>
              </a:xfrm>
              <a:prstGeom prst="rect">
                <a:avLst/>
              </a:prstGeom>
              <a:noFill/>
            </p:spPr>
            <p:txBody>
              <a:bodyPr wrap="square">
                <a:spAutoFit/>
              </a:bodyPr>
              <a:lstStyle/>
              <a:p>
                <a:r>
                  <a:rPr lang="en-US" dirty="0">
                    <a:ea typeface="Cambria Math" panose="02040503050406030204" pitchFamily="18" charset="0"/>
                  </a:rPr>
                  <a:t>Let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sSub>
                          <m:sSubPr>
                            <m:ctrlPr>
                              <a:rPr lang="en-US" b="1" i="1" smtClean="0">
                                <a:latin typeface="Cambria Math" panose="02040503050406030204" pitchFamily="18" charset="0"/>
                                <a:ea typeface="Cambria Math" panose="02040503050406030204" pitchFamily="18" charset="0"/>
                              </a:rPr>
                            </m:ctrlPr>
                          </m:sSubPr>
                          <m:e>
                            <m:acc>
                              <m:accPr>
                                <m:chr m:val="̃"/>
                                <m:ctrlPr>
                                  <a:rPr lang="en-US" b="1" i="1" smtClean="0">
                                    <a:latin typeface="Cambria Math" panose="02040503050406030204" pitchFamily="18" charset="0"/>
                                    <a:ea typeface="Cambria Math" panose="02040503050406030204" pitchFamily="18" charset="0"/>
                                  </a:rPr>
                                </m:ctrlPr>
                              </m:accPr>
                              <m:e>
                                <m:r>
                                  <a:rPr lang="en-US" b="1" i="1" smtClean="0">
                                    <a:latin typeface="Cambria Math" panose="02040503050406030204" pitchFamily="18" charset="0"/>
                                    <a:ea typeface="Cambria Math" panose="02040503050406030204" pitchFamily="18" charset="0"/>
                                  </a:rPr>
                                  <m:t>𝝁</m:t>
                                </m:r>
                              </m:e>
                            </m:acc>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Sub>
                          </m:e>
                        </m:acc>
                        <m:r>
                          <a:rPr lang="en-US" b="1" i="0" smtClean="0">
                            <a:latin typeface="Cambria Math" panose="02040503050406030204" pitchFamily="18" charset="0"/>
                            <a:ea typeface="Cambria Math" panose="02040503050406030204" pitchFamily="18" charset="0"/>
                          </a:rPr>
                          <m:t>𝐈</m:t>
                        </m:r>
                      </m:e>
                    </m:d>
                  </m:oMath>
                </a14:m>
                <a:endParaRPr lang="en-KR" dirty="0"/>
              </a:p>
            </p:txBody>
          </p:sp>
        </mc:Choice>
        <mc:Fallback xmlns="">
          <p:sp>
            <p:nvSpPr>
              <p:cNvPr id="31" name="TextBox 30">
                <a:extLst>
                  <a:ext uri="{FF2B5EF4-FFF2-40B4-BE49-F238E27FC236}">
                    <a16:creationId xmlns:a16="http://schemas.microsoft.com/office/drawing/2014/main" id="{94D128BC-5120-E1E3-0EC3-C7AAFF5563EA}"/>
                  </a:ext>
                </a:extLst>
              </p:cNvPr>
              <p:cNvSpPr txBox="1">
                <a:spLocks noRot="1" noChangeAspect="1" noMove="1" noResize="1" noEditPoints="1" noAdjustHandles="1" noChangeArrowheads="1" noChangeShapeType="1" noTextEdit="1"/>
              </p:cNvSpPr>
              <p:nvPr/>
            </p:nvSpPr>
            <p:spPr>
              <a:xfrm>
                <a:off x="544896" y="2478836"/>
                <a:ext cx="8464731" cy="405880"/>
              </a:xfrm>
              <a:prstGeom prst="rect">
                <a:avLst/>
              </a:prstGeom>
              <a:blipFill>
                <a:blip r:embed="rId9"/>
                <a:stretch>
                  <a:fillRect l="-599" t="-3030" b="-2121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1F6FEA4-F934-F2CD-0285-A9110B120FD6}"/>
                  </a:ext>
                </a:extLst>
              </p:cNvPr>
              <p:cNvSpPr txBox="1"/>
              <p:nvPr/>
            </p:nvSpPr>
            <p:spPr>
              <a:xfrm>
                <a:off x="482024" y="3002167"/>
                <a:ext cx="11350180" cy="65960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m:t>
                      </m:r>
                      <m:r>
                        <a:rPr lang="en-US" i="1" smtClean="0">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e>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𝑞</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e>
                      </m:d>
                      <m:func>
                        <m:funcPr>
                          <m:ctrlPr>
                            <a:rPr lang="en-US" b="0" i="1" smtClean="0">
                              <a:latin typeface="Cambria Math" panose="02040503050406030204" pitchFamily="18" charset="0"/>
                            </a:rPr>
                          </m:ctrlPr>
                        </m:funcPr>
                        <m:fName>
                          <m:r>
                            <a:rPr lang="en-US" i="1">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den>
                              </m:f>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m:rPr>
                                  <m:lit/>
                                </m:rP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lit/>
                                    </m:rPr>
                                    <a:rPr lang="en-US" b="0" i="1" smtClean="0">
                                      <a:latin typeface="Cambria Math" panose="02040503050406030204" pitchFamily="18" charset="0"/>
                                    </a:rPr>
                                    <m:t>|</m:t>
                                  </m:r>
                                </m:e>
                                <m:sup>
                                  <m:r>
                                    <a:rPr lang="en-US" b="0" i="1" smtClean="0">
                                      <a:latin typeface="Cambria Math" panose="02040503050406030204" pitchFamily="18" charset="0"/>
                                    </a:rPr>
                                    <m:t>2</m:t>
                                  </m:r>
                                </m:sup>
                              </m:sSup>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den>
                              </m:f>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r>
                                        <a:rPr lang="en-US" b="0" i="1" smtClean="0">
                                          <a:latin typeface="Cambria Math" panose="02040503050406030204" pitchFamily="18" charset="0"/>
                                        </a:rPr>
                                        <m:t>−1</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0</m:t>
                                  </m:r>
                                </m:sub>
                              </m:sSub>
                              <m:r>
                                <m:rPr>
                                  <m:lit/>
                                </m:rP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m:rPr>
                                      <m:lit/>
                                    </m:rP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m:t>
                              </m:r>
                            </m:e>
                          </m:func>
                        </m:e>
                      </m:func>
                    </m:oMath>
                  </m:oMathPara>
                </a14:m>
                <a:endParaRPr lang="en-KR" dirty="0" err="1"/>
              </a:p>
            </p:txBody>
          </p:sp>
        </mc:Choice>
        <mc:Fallback xmlns="">
          <p:sp>
            <p:nvSpPr>
              <p:cNvPr id="3" name="TextBox 2">
                <a:extLst>
                  <a:ext uri="{FF2B5EF4-FFF2-40B4-BE49-F238E27FC236}">
                    <a16:creationId xmlns:a16="http://schemas.microsoft.com/office/drawing/2014/main" id="{E1F6FEA4-F934-F2CD-0285-A9110B120FD6}"/>
                  </a:ext>
                </a:extLst>
              </p:cNvPr>
              <p:cNvSpPr txBox="1">
                <a:spLocks noRot="1" noChangeAspect="1" noMove="1" noResize="1" noEditPoints="1" noAdjustHandles="1" noChangeArrowheads="1" noChangeShapeType="1" noTextEdit="1"/>
              </p:cNvSpPr>
              <p:nvPr/>
            </p:nvSpPr>
            <p:spPr>
              <a:xfrm>
                <a:off x="482024" y="3002167"/>
                <a:ext cx="11350180" cy="659604"/>
              </a:xfrm>
              <a:prstGeom prst="rect">
                <a:avLst/>
              </a:prstGeom>
              <a:blipFill>
                <a:blip r:embed="rId10"/>
                <a:stretch>
                  <a:fillRect b="-754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1ECF03-926F-3B12-3F64-56247BA4A848}"/>
                  </a:ext>
                </a:extLst>
              </p:cNvPr>
              <p:cNvSpPr txBox="1"/>
              <p:nvPr/>
            </p:nvSpPr>
            <p:spPr>
              <a:xfrm>
                <a:off x="4314422" y="3714548"/>
                <a:ext cx="6647525" cy="758862"/>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r>
                                        <a:rPr lang="en-US" b="0" i="1" smtClean="0">
                                          <a:latin typeface="Cambria Math" panose="02040503050406030204" pitchFamily="18" charset="0"/>
                                        </a:rPr>
                                        <m:t>−1</m:t>
                                      </m:r>
                                    </m:sub>
                                  </m:sSub>
                                </m:den>
                              </m:f>
                            </m:e>
                          </m:d>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−2</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e>
                                  </m:ra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0</m:t>
                                      </m:r>
                                    </m:sub>
                                  </m:sSub>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r>
                                        <a:rPr lang="en-US" b="0" i="1" smtClean="0">
                                          <a:latin typeface="Cambria Math" panose="02040503050406030204" pitchFamily="18" charset="0"/>
                                        </a:rPr>
                                        <m:t>−1</m:t>
                                      </m:r>
                                    </m:sub>
                                  </m:sSub>
                                </m:den>
                              </m:f>
                            </m:e>
                          </m:d>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e>
                      </m:func>
                    </m:oMath>
                  </m:oMathPara>
                </a14:m>
                <a:endParaRPr lang="en-KR" dirty="0" err="1"/>
              </a:p>
            </p:txBody>
          </p:sp>
        </mc:Choice>
        <mc:Fallback xmlns="">
          <p:sp>
            <p:nvSpPr>
              <p:cNvPr id="6" name="TextBox 5">
                <a:extLst>
                  <a:ext uri="{FF2B5EF4-FFF2-40B4-BE49-F238E27FC236}">
                    <a16:creationId xmlns:a16="http://schemas.microsoft.com/office/drawing/2014/main" id="{151ECF03-926F-3B12-3F64-56247BA4A848}"/>
                  </a:ext>
                </a:extLst>
              </p:cNvPr>
              <p:cNvSpPr txBox="1">
                <a:spLocks noRot="1" noChangeAspect="1" noMove="1" noResize="1" noEditPoints="1" noAdjustHandles="1" noChangeArrowheads="1" noChangeShapeType="1" noTextEdit="1"/>
              </p:cNvSpPr>
              <p:nvPr/>
            </p:nvSpPr>
            <p:spPr>
              <a:xfrm>
                <a:off x="4314422" y="3714548"/>
                <a:ext cx="6647525" cy="758862"/>
              </a:xfrm>
              <a:prstGeom prst="rect">
                <a:avLst/>
              </a:prstGeom>
              <a:blipFill>
                <a:blip r:embed="rId11"/>
                <a:stretch>
                  <a:fillRect b="-3279"/>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3ADCD5D-FFB7-0327-B7F8-56081DB59CF2}"/>
                  </a:ext>
                </a:extLst>
              </p:cNvPr>
              <p:cNvSpPr txBox="1"/>
              <p:nvPr/>
            </p:nvSpPr>
            <p:spPr>
              <a:xfrm>
                <a:off x="7983101" y="488568"/>
                <a:ext cx="4052205" cy="8705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ea typeface="Cambria Math" panose="02040503050406030204" pitchFamily="18" charset="0"/>
                        </a:rPr>
                        <m:t>𝑝</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𝒙</m:t>
                          </m:r>
                        </m:e>
                      </m:d>
                      <m:r>
                        <a:rPr lang="en-US" sz="1600" b="0" i="1" smtClean="0">
                          <a:latin typeface="Cambria Math" panose="02040503050406030204" pitchFamily="18" charset="0"/>
                          <a:ea typeface="Cambria Math" panose="02040503050406030204" pitchFamily="18" charset="0"/>
                        </a:rPr>
                        <m:t>= </m:t>
                      </m:r>
                      <m:r>
                        <a:rPr lang="en-KR" sz="1600" b="0" i="1" smtClean="0">
                          <a:latin typeface="Cambria Math" panose="02040503050406030204" pitchFamily="18" charset="0"/>
                          <a:ea typeface="Cambria Math" panose="02040503050406030204" pitchFamily="18" charset="0"/>
                        </a:rPr>
                        <m:t>𝒩</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𝒙</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𝝁</m:t>
                          </m:r>
                          <m:r>
                            <a:rPr lang="en-US" sz="1600" b="1" i="1" smtClean="0">
                              <a:latin typeface="Cambria Math" panose="02040503050406030204" pitchFamily="18" charset="0"/>
                              <a:ea typeface="Cambria Math" panose="02040503050406030204" pitchFamily="18" charset="0"/>
                            </a:rPr>
                            <m:t>,</m:t>
                          </m:r>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𝜎</m:t>
                              </m:r>
                            </m:e>
                            <m:sup>
                              <m:r>
                                <a:rPr lang="en-US" sz="1600" i="1">
                                  <a:latin typeface="Cambria Math" panose="02040503050406030204" pitchFamily="18" charset="0"/>
                                  <a:ea typeface="Cambria Math" panose="02040503050406030204" pitchFamily="18" charset="0"/>
                                </a:rPr>
                                <m:t>2</m:t>
                              </m:r>
                            </m:sup>
                          </m:sSup>
                          <m:r>
                            <a:rPr lang="en-US" sz="1600" b="1">
                              <a:latin typeface="Cambria Math" panose="02040503050406030204" pitchFamily="18" charset="0"/>
                              <a:ea typeface="Cambria Math" panose="02040503050406030204" pitchFamily="18" charset="0"/>
                            </a:rPr>
                            <m:t>𝐈</m:t>
                          </m:r>
                        </m:e>
                      </m:d>
                    </m:oMath>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𝑝</m:t>
                      </m:r>
                      <m:d>
                        <m:dPr>
                          <m:ctrlPr>
                            <a:rPr lang="en-US" sz="1600" b="1" i="1">
                              <a:latin typeface="Cambria Math" panose="02040503050406030204" pitchFamily="18" charset="0"/>
                              <a:ea typeface="Cambria Math" panose="02040503050406030204" pitchFamily="18" charset="0"/>
                            </a:rPr>
                          </m:ctrlPr>
                        </m:dPr>
                        <m:e>
                          <m:r>
                            <a:rPr lang="en-US" sz="1600" b="1" i="1">
                              <a:latin typeface="Cambria Math" panose="02040503050406030204" pitchFamily="18" charset="0"/>
                              <a:ea typeface="Cambria Math" panose="02040503050406030204" pitchFamily="18" charset="0"/>
                            </a:rPr>
                            <m:t>𝒙</m:t>
                          </m:r>
                        </m:e>
                      </m:d>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num>
                        <m:den>
                          <m:sSup>
                            <m:sSupPr>
                              <m:ctrlPr>
                                <a:rPr lang="en-US" sz="1600" b="0" i="1" smtClean="0">
                                  <a:latin typeface="Cambria Math" panose="02040503050406030204" pitchFamily="18" charset="0"/>
                                  <a:ea typeface="Cambria Math" panose="02040503050406030204" pitchFamily="18" charset="0"/>
                                </a:rPr>
                              </m:ctrlPr>
                            </m:sSupPr>
                            <m:e>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𝜋</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𝜎</m:t>
                                      </m:r>
                                    </m:e>
                                    <m:sup>
                                      <m:r>
                                        <a:rPr lang="en-US" sz="1600" b="0" i="1" smtClean="0">
                                          <a:latin typeface="Cambria Math" panose="02040503050406030204" pitchFamily="18" charset="0"/>
                                          <a:ea typeface="Cambria Math" panose="02040503050406030204" pitchFamily="18" charset="0"/>
                                        </a:rPr>
                                        <m:t>2</m:t>
                                      </m:r>
                                    </m:sup>
                                  </m:sSup>
                                </m:e>
                              </m:d>
                            </m:e>
                            <m:sup>
                              <m:r>
                                <a:rPr lang="en-US" sz="1600" b="0" i="1" smtClean="0">
                                  <a:latin typeface="Cambria Math" panose="02040503050406030204" pitchFamily="18" charset="0"/>
                                  <a:ea typeface="Cambria Math" panose="02040503050406030204" pitchFamily="18" charset="0"/>
                                </a:rPr>
                                <m:t>𝑑</m:t>
                              </m:r>
                              <m:r>
                                <a:rPr lang="en-US" sz="1600" b="0" i="1" smtClean="0">
                                  <a:latin typeface="Cambria Math" panose="02040503050406030204" pitchFamily="18" charset="0"/>
                                  <a:ea typeface="Cambria Math" panose="02040503050406030204" pitchFamily="18" charset="0"/>
                                </a:rPr>
                                <m:t>/2</m:t>
                              </m:r>
                            </m:sup>
                          </m:sSup>
                        </m:den>
                      </m:f>
                      <m:func>
                        <m:funcPr>
                          <m:ctrlPr>
                            <a:rPr lang="en-US" sz="1600" b="0" i="1" smtClean="0">
                              <a:latin typeface="Cambria Math" panose="02040503050406030204" pitchFamily="18" charset="0"/>
                              <a:ea typeface="Cambria Math" panose="02040503050406030204" pitchFamily="18" charset="0"/>
                            </a:rPr>
                          </m:ctrlPr>
                        </m:funcPr>
                        <m:fName>
                          <m:r>
                            <m:rPr>
                              <m:sty m:val="p"/>
                            </m:rPr>
                            <a:rPr lang="en-US" sz="1600" b="0" i="0" smtClean="0">
                              <a:latin typeface="Cambria Math" panose="02040503050406030204" pitchFamily="18" charset="0"/>
                              <a:ea typeface="Cambria Math" panose="02040503050406030204" pitchFamily="18" charset="0"/>
                            </a:rPr>
                            <m:t>exp</m:t>
                          </m:r>
                        </m:fName>
                        <m:e>
                          <m:r>
                            <a:rPr lang="en-US" sz="1600" i="1">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m:rPr>
                                  <m:lit/>
                                </m:rPr>
                                <a:rPr lang="en-US" sz="1600" b="0"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𝒙</m:t>
                              </m:r>
                              <m:r>
                                <a:rPr lang="en-US" sz="1600" b="0"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𝝁</m:t>
                              </m:r>
                              <m:r>
                                <m:rPr>
                                  <m:lit/>
                                </m:rPr>
                                <a:rPr lang="en-US" sz="1600" b="0" i="1" smtClean="0">
                                  <a:latin typeface="Cambria Math" panose="02040503050406030204" pitchFamily="18" charset="0"/>
                                  <a:ea typeface="Cambria Math" panose="02040503050406030204" pitchFamily="18" charset="0"/>
                                </a:rPr>
                                <m:t>|</m:t>
                              </m:r>
                              <m:sSup>
                                <m:sSupPr>
                                  <m:ctrlPr>
                                    <a:rPr lang="en-US" sz="1600" b="0" i="1" smtClean="0">
                                      <a:latin typeface="Cambria Math" panose="02040503050406030204" pitchFamily="18" charset="0"/>
                                      <a:ea typeface="Cambria Math" panose="02040503050406030204" pitchFamily="18" charset="0"/>
                                    </a:rPr>
                                  </m:ctrlPr>
                                </m:sSupPr>
                                <m:e>
                                  <m:r>
                                    <m:rPr>
                                      <m:lit/>
                                    </m:rPr>
                                    <a:rPr lang="en-US" sz="1600" b="0" i="1" smtClean="0">
                                      <a:latin typeface="Cambria Math" panose="02040503050406030204" pitchFamily="18" charset="0"/>
                                      <a:ea typeface="Cambria Math" panose="02040503050406030204" pitchFamily="18" charset="0"/>
                                    </a:rPr>
                                    <m:t>|</m:t>
                                  </m:r>
                                </m:e>
                                <m:sup>
                                  <m:r>
                                    <a:rPr lang="en-US" sz="1600" b="0" i="1" smtClean="0">
                                      <a:latin typeface="Cambria Math" panose="02040503050406030204" pitchFamily="18" charset="0"/>
                                      <a:ea typeface="Cambria Math" panose="02040503050406030204" pitchFamily="18" charset="0"/>
                                    </a:rPr>
                                    <m:t>2</m:t>
                                  </m:r>
                                </m:sup>
                              </m:sSup>
                            </m:num>
                            <m:den>
                              <m:r>
                                <a:rPr lang="en-US" sz="1600" b="0" i="1" smtClean="0">
                                  <a:latin typeface="Cambria Math" panose="02040503050406030204" pitchFamily="18" charset="0"/>
                                  <a:ea typeface="Cambria Math" panose="02040503050406030204" pitchFamily="18" charset="0"/>
                                </a:rPr>
                                <m:t>2</m:t>
                              </m:r>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𝜎</m:t>
                                  </m:r>
                                </m:e>
                                <m:sup>
                                  <m:r>
                                    <a:rPr lang="en-US" sz="1600" b="0" i="1" smtClean="0">
                                      <a:latin typeface="Cambria Math" panose="02040503050406030204" pitchFamily="18" charset="0"/>
                                      <a:ea typeface="Cambria Math" panose="02040503050406030204" pitchFamily="18" charset="0"/>
                                    </a:rPr>
                                    <m:t>2</m:t>
                                  </m:r>
                                </m:sup>
                              </m:sSup>
                            </m:den>
                          </m:f>
                        </m:e>
                      </m:func>
                      <m:r>
                        <a:rPr lang="en-US" sz="1600" b="0" i="1" smtClean="0">
                          <a:latin typeface="Cambria Math" panose="02040503050406030204" pitchFamily="18" charset="0"/>
                          <a:ea typeface="Cambria Math" panose="02040503050406030204" pitchFamily="18" charset="0"/>
                        </a:rPr>
                        <m:t>)</m:t>
                      </m:r>
                    </m:oMath>
                  </m:oMathPara>
                </a14:m>
                <a:endParaRPr lang="en-KR" sz="2000" dirty="0"/>
              </a:p>
            </p:txBody>
          </p:sp>
        </mc:Choice>
        <mc:Fallback xmlns="">
          <p:sp>
            <p:nvSpPr>
              <p:cNvPr id="8" name="TextBox 7">
                <a:extLst>
                  <a:ext uri="{FF2B5EF4-FFF2-40B4-BE49-F238E27FC236}">
                    <a16:creationId xmlns:a16="http://schemas.microsoft.com/office/drawing/2014/main" id="{73ADCD5D-FFB7-0327-B7F8-56081DB59CF2}"/>
                  </a:ext>
                </a:extLst>
              </p:cNvPr>
              <p:cNvSpPr txBox="1">
                <a:spLocks noRot="1" noChangeAspect="1" noMove="1" noResize="1" noEditPoints="1" noAdjustHandles="1" noChangeArrowheads="1" noChangeShapeType="1" noTextEdit="1"/>
              </p:cNvSpPr>
              <p:nvPr/>
            </p:nvSpPr>
            <p:spPr>
              <a:xfrm>
                <a:off x="7983101" y="488568"/>
                <a:ext cx="4052205" cy="870559"/>
              </a:xfrm>
              <a:prstGeom prst="rect">
                <a:avLst/>
              </a:prstGeom>
              <a:blipFill>
                <a:blip r:embed="rId12"/>
                <a:stretch>
                  <a:fillRect/>
                </a:stretch>
              </a:blipFill>
            </p:spPr>
            <p:txBody>
              <a:bodyPr/>
              <a:lstStyle/>
              <a:p>
                <a:r>
                  <a:rPr lang="en-KR">
                    <a:noFill/>
                  </a:rPr>
                  <a:t> </a:t>
                </a:r>
              </a:p>
            </p:txBody>
          </p:sp>
        </mc:Fallback>
      </mc:AlternateContent>
      <p:sp>
        <p:nvSpPr>
          <p:cNvPr id="9" name="TextBox 8">
            <a:extLst>
              <a:ext uri="{FF2B5EF4-FFF2-40B4-BE49-F238E27FC236}">
                <a16:creationId xmlns:a16="http://schemas.microsoft.com/office/drawing/2014/main" id="{3E9EF50C-7C53-D885-64B9-12987CF193EB}"/>
              </a:ext>
            </a:extLst>
          </p:cNvPr>
          <p:cNvSpPr txBox="1"/>
          <p:nvPr/>
        </p:nvSpPr>
        <p:spPr>
          <a:xfrm>
            <a:off x="9110719" y="226958"/>
            <a:ext cx="1796967" cy="261610"/>
          </a:xfrm>
          <a:prstGeom prst="rect">
            <a:avLst/>
          </a:prstGeom>
          <a:noFill/>
        </p:spPr>
        <p:txBody>
          <a:bodyPr wrap="none" lIns="0" rIns="0" rtlCol="0">
            <a:spAutoFit/>
          </a:bodyPr>
          <a:lstStyle/>
          <a:p>
            <a:pPr algn="l"/>
            <a:r>
              <a:rPr lang="en-KR" sz="1100" dirty="0">
                <a:latin typeface="Pretendard Light" panose="02000403000000020004" pitchFamily="2" charset="-127"/>
                <a:ea typeface="Pretendard Light" panose="02000403000000020004" pitchFamily="2" charset="-127"/>
                <a:cs typeface="Pretendard Light" panose="02000403000000020004" pitchFamily="2" charset="-127"/>
              </a:rPr>
              <a:t>Density of isotropic Gaussian</a:t>
            </a:r>
          </a:p>
        </p:txBody>
      </p:sp>
      <p:sp>
        <p:nvSpPr>
          <p:cNvPr id="14" name="Left Brace 13">
            <a:extLst>
              <a:ext uri="{FF2B5EF4-FFF2-40B4-BE49-F238E27FC236}">
                <a16:creationId xmlns:a16="http://schemas.microsoft.com/office/drawing/2014/main" id="{F385C6DB-B509-FDC9-A314-97E8C217536B}"/>
              </a:ext>
            </a:extLst>
          </p:cNvPr>
          <p:cNvSpPr/>
          <p:nvPr/>
        </p:nvSpPr>
        <p:spPr>
          <a:xfrm rot="16200000">
            <a:off x="8951578" y="3639421"/>
            <a:ext cx="116097" cy="1710802"/>
          </a:xfrm>
          <a:prstGeom prst="leftBrace">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KR"/>
          </a:p>
        </p:txBody>
      </p:sp>
      <p:sp>
        <p:nvSpPr>
          <p:cNvPr id="21" name="Left Brace 20">
            <a:extLst>
              <a:ext uri="{FF2B5EF4-FFF2-40B4-BE49-F238E27FC236}">
                <a16:creationId xmlns:a16="http://schemas.microsoft.com/office/drawing/2014/main" id="{DB1038F4-779F-6F1E-B704-13EF30B4158D}"/>
              </a:ext>
            </a:extLst>
          </p:cNvPr>
          <p:cNvSpPr/>
          <p:nvPr/>
        </p:nvSpPr>
        <p:spPr>
          <a:xfrm rot="16200000">
            <a:off x="6246038" y="3816182"/>
            <a:ext cx="116099" cy="1391167"/>
          </a:xfrm>
          <a:prstGeom prst="leftBrace">
            <a:avLst/>
          </a:pr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23" name="Rectangle 22">
            <a:extLst>
              <a:ext uri="{FF2B5EF4-FFF2-40B4-BE49-F238E27FC236}">
                <a16:creationId xmlns:a16="http://schemas.microsoft.com/office/drawing/2014/main" id="{B7B6E8BD-D8C2-7430-B20D-C3EC83704E99}"/>
              </a:ext>
            </a:extLst>
          </p:cNvPr>
          <p:cNvSpPr/>
          <p:nvPr/>
        </p:nvSpPr>
        <p:spPr>
          <a:xfrm>
            <a:off x="6195123" y="4641973"/>
            <a:ext cx="217928" cy="2198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25" name="Triangle 24">
            <a:extLst>
              <a:ext uri="{FF2B5EF4-FFF2-40B4-BE49-F238E27FC236}">
                <a16:creationId xmlns:a16="http://schemas.microsoft.com/office/drawing/2014/main" id="{7522970A-C3CD-B003-B2E5-B84664A3C7BC}"/>
              </a:ext>
            </a:extLst>
          </p:cNvPr>
          <p:cNvSpPr/>
          <p:nvPr/>
        </p:nvSpPr>
        <p:spPr>
          <a:xfrm>
            <a:off x="8899826" y="4622458"/>
            <a:ext cx="219600" cy="219802"/>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lIns="45720" tIns="45720" rIns="45720" rtlCol="0" anchor="ctr"/>
          <a:lstStyle/>
          <a:p>
            <a:pPr algn="ctr"/>
            <a:endParaRPr lang="en-KR" dirty="0" err="1">
              <a:solidFill>
                <a:schemeClr val="tx1"/>
              </a:solidFill>
            </a:endParaRPr>
          </a:p>
        </p:txBody>
      </p:sp>
      <p:grpSp>
        <p:nvGrpSpPr>
          <p:cNvPr id="43" name="Group 42">
            <a:extLst>
              <a:ext uri="{FF2B5EF4-FFF2-40B4-BE49-F238E27FC236}">
                <a16:creationId xmlns:a16="http://schemas.microsoft.com/office/drawing/2014/main" id="{5BD92A4D-DC59-0880-CE4A-AC4D932D9BD0}"/>
              </a:ext>
            </a:extLst>
          </p:cNvPr>
          <p:cNvGrpSpPr/>
          <p:nvPr/>
        </p:nvGrpSpPr>
        <p:grpSpPr>
          <a:xfrm>
            <a:off x="544896" y="4902055"/>
            <a:ext cx="1058130" cy="430635"/>
            <a:chOff x="544896" y="4902055"/>
            <a:chExt cx="1058130" cy="430635"/>
          </a:xfrm>
        </p:grpSpPr>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822CF18-A43C-4599-4E75-5E10033352BD}"/>
                    </a:ext>
                  </a:extLst>
                </p:cNvPr>
                <p:cNvSpPr txBox="1"/>
                <p:nvPr/>
              </p:nvSpPr>
              <p:spPr>
                <a:xfrm>
                  <a:off x="544896" y="4950982"/>
                  <a:ext cx="502702" cy="381708"/>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𝛽</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26" name="TextBox 25">
                  <a:extLst>
                    <a:ext uri="{FF2B5EF4-FFF2-40B4-BE49-F238E27FC236}">
                      <a16:creationId xmlns:a16="http://schemas.microsoft.com/office/drawing/2014/main" id="{B822CF18-A43C-4599-4E75-5E10033352BD}"/>
                    </a:ext>
                  </a:extLst>
                </p:cNvPr>
                <p:cNvSpPr txBox="1">
                  <a:spLocks noRot="1" noChangeAspect="1" noMove="1" noResize="1" noEditPoints="1" noAdjustHandles="1" noChangeArrowheads="1" noChangeShapeType="1" noTextEdit="1"/>
                </p:cNvSpPr>
                <p:nvPr/>
              </p:nvSpPr>
              <p:spPr>
                <a:xfrm>
                  <a:off x="544896" y="4950982"/>
                  <a:ext cx="502702" cy="381708"/>
                </a:xfrm>
                <a:prstGeom prst="rect">
                  <a:avLst/>
                </a:prstGeom>
                <a:blipFill>
                  <a:blip r:embed="rId13"/>
                  <a:stretch>
                    <a:fillRect l="-14634" r="-4878" b="-12500"/>
                  </a:stretch>
                </a:blipFill>
              </p:spPr>
              <p:txBody>
                <a:bodyPr/>
                <a:lstStyle/>
                <a:p>
                  <a:r>
                    <a:rPr lang="en-KR">
                      <a:noFill/>
                    </a:rPr>
                    <a:t> </a:t>
                  </a:r>
                </a:p>
              </p:txBody>
            </p:sp>
          </mc:Fallback>
        </mc:AlternateContent>
        <p:sp>
          <p:nvSpPr>
            <p:cNvPr id="30" name="Rectangle 29">
              <a:extLst>
                <a:ext uri="{FF2B5EF4-FFF2-40B4-BE49-F238E27FC236}">
                  <a16:creationId xmlns:a16="http://schemas.microsoft.com/office/drawing/2014/main" id="{91D30749-A028-7D6A-C927-7FBFDD9E3728}"/>
                </a:ext>
              </a:extLst>
            </p:cNvPr>
            <p:cNvSpPr/>
            <p:nvPr/>
          </p:nvSpPr>
          <p:spPr>
            <a:xfrm>
              <a:off x="1189532" y="5031935"/>
              <a:ext cx="217928" cy="2198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BE4E90D-5555-7364-8775-FBCF2685E5ED}"/>
                    </a:ext>
                  </a:extLst>
                </p:cNvPr>
                <p:cNvSpPr txBox="1"/>
                <p:nvPr/>
              </p:nvSpPr>
              <p:spPr>
                <a:xfrm>
                  <a:off x="1407460" y="4902055"/>
                  <a:ext cx="195566" cy="246221"/>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−1</m:t>
                        </m:r>
                      </m:oMath>
                    </m:oMathPara>
                  </a14:m>
                  <a:endParaRPr lang="en-KR" dirty="0" err="1"/>
                </a:p>
              </p:txBody>
            </p:sp>
          </mc:Choice>
          <mc:Fallback xmlns="">
            <p:sp>
              <p:nvSpPr>
                <p:cNvPr id="32" name="TextBox 31">
                  <a:extLst>
                    <a:ext uri="{FF2B5EF4-FFF2-40B4-BE49-F238E27FC236}">
                      <a16:creationId xmlns:a16="http://schemas.microsoft.com/office/drawing/2014/main" id="{5BE4E90D-5555-7364-8775-FBCF2685E5ED}"/>
                    </a:ext>
                  </a:extLst>
                </p:cNvPr>
                <p:cNvSpPr txBox="1">
                  <a:spLocks noRot="1" noChangeAspect="1" noMove="1" noResize="1" noEditPoints="1" noAdjustHandles="1" noChangeArrowheads="1" noChangeShapeType="1" noTextEdit="1"/>
                </p:cNvSpPr>
                <p:nvPr/>
              </p:nvSpPr>
              <p:spPr>
                <a:xfrm>
                  <a:off x="1407460" y="4902055"/>
                  <a:ext cx="195566" cy="246221"/>
                </a:xfrm>
                <a:prstGeom prst="rect">
                  <a:avLst/>
                </a:prstGeom>
                <a:blipFill>
                  <a:blip r:embed="rId14"/>
                  <a:stretch>
                    <a:fillRect r="-11765"/>
                  </a:stretch>
                </a:blipFill>
              </p:spPr>
              <p:txBody>
                <a:bodyPr/>
                <a:lstStyle/>
                <a:p>
                  <a:r>
                    <a:rPr lang="en-KR">
                      <a:noFill/>
                    </a:rPr>
                    <a:t> </a:t>
                  </a:r>
                </a:p>
              </p:txBody>
            </p:sp>
          </mc:Fallback>
        </mc:AlternateContent>
      </p:grpSp>
      <p:grpSp>
        <p:nvGrpSpPr>
          <p:cNvPr id="44" name="Group 43">
            <a:extLst>
              <a:ext uri="{FF2B5EF4-FFF2-40B4-BE49-F238E27FC236}">
                <a16:creationId xmlns:a16="http://schemas.microsoft.com/office/drawing/2014/main" id="{5C9B8CED-76D9-9B25-490D-9873D610E67D}"/>
              </a:ext>
            </a:extLst>
          </p:cNvPr>
          <p:cNvGrpSpPr/>
          <p:nvPr/>
        </p:nvGrpSpPr>
        <p:grpSpPr>
          <a:xfrm>
            <a:off x="537070" y="5630235"/>
            <a:ext cx="935901" cy="577293"/>
            <a:chOff x="537070" y="5630235"/>
            <a:chExt cx="935901" cy="577293"/>
          </a:xfrm>
        </p:grpSpPr>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3B382F9-6782-916F-0FF9-7DBC004BACF1}"/>
                    </a:ext>
                  </a:extLst>
                </p:cNvPr>
                <p:cNvSpPr txBox="1"/>
                <p:nvPr/>
              </p:nvSpPr>
              <p:spPr>
                <a:xfrm>
                  <a:off x="537070" y="5719895"/>
                  <a:ext cx="525400" cy="369332"/>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𝝁</m:t>
                                </m:r>
                              </m:e>
                            </m:acc>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29" name="TextBox 28">
                  <a:extLst>
                    <a:ext uri="{FF2B5EF4-FFF2-40B4-BE49-F238E27FC236}">
                      <a16:creationId xmlns:a16="http://schemas.microsoft.com/office/drawing/2014/main" id="{73B382F9-6782-916F-0FF9-7DBC004BACF1}"/>
                    </a:ext>
                  </a:extLst>
                </p:cNvPr>
                <p:cNvSpPr txBox="1">
                  <a:spLocks noRot="1" noChangeAspect="1" noMove="1" noResize="1" noEditPoints="1" noAdjustHandles="1" noChangeArrowheads="1" noChangeShapeType="1" noTextEdit="1"/>
                </p:cNvSpPr>
                <p:nvPr/>
              </p:nvSpPr>
              <p:spPr>
                <a:xfrm>
                  <a:off x="537070" y="5719895"/>
                  <a:ext cx="525400" cy="369332"/>
                </a:xfrm>
                <a:prstGeom prst="rect">
                  <a:avLst/>
                </a:prstGeom>
                <a:blipFill>
                  <a:blip r:embed="rId15"/>
                  <a:stretch>
                    <a:fillRect l="-11905" r="-4762" b="-6667"/>
                  </a:stretch>
                </a:blipFill>
              </p:spPr>
              <p:txBody>
                <a:bodyPr/>
                <a:lstStyle/>
                <a:p>
                  <a:r>
                    <a:rPr lang="en-KR">
                      <a:noFill/>
                    </a:rPr>
                    <a:t> </a:t>
                  </a:r>
                </a:p>
              </p:txBody>
            </p:sp>
          </mc:Fallback>
        </mc:AlternateContent>
        <p:sp>
          <p:nvSpPr>
            <p:cNvPr id="33" name="Rectangle 32">
              <a:extLst>
                <a:ext uri="{FF2B5EF4-FFF2-40B4-BE49-F238E27FC236}">
                  <a16:creationId xmlns:a16="http://schemas.microsoft.com/office/drawing/2014/main" id="{7BE9473A-4747-AC21-686A-D82BA94468FB}"/>
                </a:ext>
              </a:extLst>
            </p:cNvPr>
            <p:cNvSpPr/>
            <p:nvPr/>
          </p:nvSpPr>
          <p:spPr>
            <a:xfrm>
              <a:off x="1200143" y="5987726"/>
              <a:ext cx="217928" cy="2198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endParaRPr lang="en-KR" dirty="0" err="1">
                <a:solidFill>
                  <a:schemeClr val="tx1"/>
                </a:solidFill>
              </a:endParaRPr>
            </a:p>
          </p:txBody>
        </p:sp>
        <p:sp>
          <p:nvSpPr>
            <p:cNvPr id="35" name="Triangle 34">
              <a:extLst>
                <a:ext uri="{FF2B5EF4-FFF2-40B4-BE49-F238E27FC236}">
                  <a16:creationId xmlns:a16="http://schemas.microsoft.com/office/drawing/2014/main" id="{578E2E0A-BCF2-4CFA-1BD3-BD396B1BE2BD}"/>
                </a:ext>
              </a:extLst>
            </p:cNvPr>
            <p:cNvSpPr/>
            <p:nvPr/>
          </p:nvSpPr>
          <p:spPr>
            <a:xfrm>
              <a:off x="1200143" y="5630235"/>
              <a:ext cx="219600" cy="219802"/>
            </a:xfrm>
            <a:prstGeom prst="triangle">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lIns="45720" tIns="45720" rIns="45720" rtlCol="0" anchor="ctr"/>
            <a:lstStyle/>
            <a:p>
              <a:pPr algn="ctr"/>
              <a:endParaRPr lang="en-KR" dirty="0" err="1">
                <a:solidFill>
                  <a:schemeClr val="tx1"/>
                </a:solidFill>
              </a:endParaRPr>
            </a:p>
          </p:txBody>
        </p:sp>
        <p:cxnSp>
          <p:nvCxnSpPr>
            <p:cNvPr id="37" name="Straight Connector 36">
              <a:extLst>
                <a:ext uri="{FF2B5EF4-FFF2-40B4-BE49-F238E27FC236}">
                  <a16:creationId xmlns:a16="http://schemas.microsoft.com/office/drawing/2014/main" id="{1DBA80AC-D054-17D0-20DA-67AE6FBA241E}"/>
                </a:ext>
              </a:extLst>
            </p:cNvPr>
            <p:cNvCxnSpPr>
              <a:cxnSpLocks/>
            </p:cNvCxnSpPr>
            <p:nvPr/>
          </p:nvCxnSpPr>
          <p:spPr>
            <a:xfrm>
              <a:off x="1145242" y="5904561"/>
              <a:ext cx="327729"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945F729-231C-6B29-E610-D8472FABF3B6}"/>
                  </a:ext>
                </a:extLst>
              </p:cNvPr>
              <p:cNvSpPr txBox="1"/>
              <p:nvPr/>
            </p:nvSpPr>
            <p:spPr>
              <a:xfrm>
                <a:off x="1555743" y="4760671"/>
                <a:ext cx="6094926" cy="71365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den>
                              </m:f>
                            </m:e>
                          </m:d>
                        </m:e>
                        <m:sup>
                          <m:r>
                            <a:rPr lang="en-US" b="0" i="1" smtClean="0">
                              <a:latin typeface="Cambria Math" panose="02040503050406030204" pitchFamily="18" charset="0"/>
                            </a:rPr>
                            <m:t>−1</m:t>
                          </m:r>
                        </m:sup>
                      </m:sSup>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1−</m:t>
                              </m:r>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num>
                        <m:den>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sub>
                          </m:sSub>
                        </m:den>
                      </m:f>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oMath>
                  </m:oMathPara>
                </a14:m>
                <a:endParaRPr lang="en-KR" dirty="0"/>
              </a:p>
            </p:txBody>
          </p:sp>
        </mc:Choice>
        <mc:Fallback xmlns="">
          <p:sp>
            <p:nvSpPr>
              <p:cNvPr id="40" name="TextBox 39">
                <a:extLst>
                  <a:ext uri="{FF2B5EF4-FFF2-40B4-BE49-F238E27FC236}">
                    <a16:creationId xmlns:a16="http://schemas.microsoft.com/office/drawing/2014/main" id="{A945F729-231C-6B29-E610-D8472FABF3B6}"/>
                  </a:ext>
                </a:extLst>
              </p:cNvPr>
              <p:cNvSpPr txBox="1">
                <a:spLocks noRot="1" noChangeAspect="1" noMove="1" noResize="1" noEditPoints="1" noAdjustHandles="1" noChangeArrowheads="1" noChangeShapeType="1" noTextEdit="1"/>
              </p:cNvSpPr>
              <p:nvPr/>
            </p:nvSpPr>
            <p:spPr>
              <a:xfrm>
                <a:off x="1555743" y="4760671"/>
                <a:ext cx="6094926" cy="713657"/>
              </a:xfrm>
              <a:prstGeom prst="rect">
                <a:avLst/>
              </a:prstGeom>
              <a:blipFill>
                <a:blip r:embed="rId16"/>
                <a:stretch>
                  <a:fillRect b="-8621"/>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21FD7124-CDAB-20B2-2AE3-628FB9340CFE}"/>
                  </a:ext>
                </a:extLst>
              </p:cNvPr>
              <p:cNvSpPr txBox="1"/>
              <p:nvPr/>
            </p:nvSpPr>
            <p:spPr>
              <a:xfrm>
                <a:off x="1555743" y="5609184"/>
                <a:ext cx="6094926" cy="586507"/>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𝑡</m:t>
                                </m:r>
                              </m:sub>
                            </m:sSub>
                          </m:e>
                        </m:rad>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den>
                    </m:f>
                    <m:r>
                      <a:rPr lang="en-US" i="1">
                        <a:latin typeface="Cambria Math" panose="02040503050406030204" pitchFamily="18" charset="0"/>
                      </a:rPr>
                      <m:t>+</m:t>
                    </m:r>
                    <m:f>
                      <m:fPr>
                        <m:ctrlPr>
                          <a:rPr lang="en-US" i="1">
                            <a:latin typeface="Cambria Math" panose="02040503050406030204" pitchFamily="18" charset="0"/>
                          </a:rPr>
                        </m:ctrlPr>
                      </m:fPr>
                      <m:num>
                        <m:rad>
                          <m:radPr>
                            <m:degHide m:val="on"/>
                            <m:ctrlPr>
                              <a:rPr lang="en-US" i="1">
                                <a:latin typeface="Cambria Math" panose="02040503050406030204" pitchFamily="18" charset="0"/>
                              </a:rPr>
                            </m:ctrlPr>
                          </m:radPr>
                          <m:deg/>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e>
                        </m:rad>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0</m:t>
                            </m:r>
                          </m:sub>
                        </m:sSub>
                      </m:num>
                      <m:den>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den>
                    </m:f>
                  </m:oMath>
                </a14:m>
                <a:r>
                  <a:rPr lang="en-KR" dirty="0"/>
                  <a:t>)</a:t>
                </a:r>
                <a:r>
                  <a:rPr lang="en-US" dirty="0"/>
                  <a: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1−</m:t>
                            </m:r>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num>
                      <m:den>
                        <m:r>
                          <a:rPr lang="en-US" i="1">
                            <a:latin typeface="Cambria Math" panose="02040503050406030204" pitchFamily="18" charset="0"/>
                          </a:rPr>
                          <m:t>1−</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𝛼</m:t>
                                </m:r>
                              </m:e>
                            </m:acc>
                          </m:e>
                          <m:sub>
                            <m:r>
                              <a:rPr lang="en-US" i="1">
                                <a:latin typeface="Cambria Math" panose="02040503050406030204" pitchFamily="18" charset="0"/>
                              </a:rPr>
                              <m:t>𝑡</m:t>
                            </m:r>
                          </m:sub>
                        </m:sSub>
                      </m:den>
                    </m:f>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𝑡</m:t>
                        </m:r>
                      </m:sub>
                    </m:sSub>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ra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num>
                      <m:den>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den>
                    </m:f>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rPr>
                                  <m:t>𝑡</m:t>
                                </m:r>
                                <m:r>
                                  <a:rPr lang="en-US" i="1">
                                    <a:latin typeface="Cambria Math" panose="02040503050406030204" pitchFamily="18" charset="0"/>
                                  </a:rPr>
                                  <m:t>−1</m:t>
                                </m:r>
                              </m:sub>
                            </m:sSub>
                          </m:e>
                        </m:ra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Sub>
                      </m:num>
                      <m:den>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den>
                    </m:f>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oMath>
                </a14:m>
                <a:endParaRPr lang="en-KR" dirty="0"/>
              </a:p>
            </p:txBody>
          </p:sp>
        </mc:Choice>
        <mc:Fallback xmlns="">
          <p:sp>
            <p:nvSpPr>
              <p:cNvPr id="42" name="TextBox 41">
                <a:extLst>
                  <a:ext uri="{FF2B5EF4-FFF2-40B4-BE49-F238E27FC236}">
                    <a16:creationId xmlns:a16="http://schemas.microsoft.com/office/drawing/2014/main" id="{21FD7124-CDAB-20B2-2AE3-628FB9340CFE}"/>
                  </a:ext>
                </a:extLst>
              </p:cNvPr>
              <p:cNvSpPr txBox="1">
                <a:spLocks noRot="1" noChangeAspect="1" noMove="1" noResize="1" noEditPoints="1" noAdjustHandles="1" noChangeArrowheads="1" noChangeShapeType="1" noTextEdit="1"/>
              </p:cNvSpPr>
              <p:nvPr/>
            </p:nvSpPr>
            <p:spPr>
              <a:xfrm>
                <a:off x="1555743" y="5609184"/>
                <a:ext cx="6094926" cy="586507"/>
              </a:xfrm>
              <a:prstGeom prst="rect">
                <a:avLst/>
              </a:prstGeom>
              <a:blipFill>
                <a:blip r:embed="rId17"/>
                <a:stretch>
                  <a:fillRect b="-6383"/>
                </a:stretch>
              </a:blipFill>
            </p:spPr>
            <p:txBody>
              <a:bodyPr/>
              <a:lstStyle/>
              <a:p>
                <a:r>
                  <a:rPr lang="en-KR">
                    <a:noFill/>
                  </a:rPr>
                  <a:t> </a:t>
                </a:r>
              </a:p>
            </p:txBody>
          </p:sp>
        </mc:Fallback>
      </mc:AlternateContent>
      <p:pic>
        <p:nvPicPr>
          <p:cNvPr id="27" name="Audio 26">
            <a:extLst>
              <a:ext uri="{FF2B5EF4-FFF2-40B4-BE49-F238E27FC236}">
                <a16:creationId xmlns:a16="http://schemas.microsoft.com/office/drawing/2014/main" id="{D9532F1D-19F1-D582-702E-0B46EFDD721B}"/>
              </a:ext>
            </a:extLst>
          </p:cNvPr>
          <p:cNvPicPr>
            <a:picLocks noChangeAspect="1"/>
          </p:cNvPicPr>
          <p:nvPr>
            <a:audioFile r:link="rId3"/>
            <p:extLst>
              <p:ext uri="{DAA4B4D4-6D71-4841-9C94-3DE7FCFB9230}">
                <p14:media xmlns:p14="http://schemas.microsoft.com/office/powerpoint/2010/main" r:embed="rId2"/>
              </p:ext>
            </p:extLst>
          </p:nvPr>
        </p:nvPicPr>
        <p:blipFill>
          <a:blip r:embed="rId18"/>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841874666"/>
      </p:ext>
    </p:extLst>
  </p:cSld>
  <p:clrMapOvr>
    <a:masterClrMapping/>
  </p:clrMapOvr>
  <mc:AlternateContent xmlns:mc="http://schemas.openxmlformats.org/markup-compatibility/2006">
    <mc:Choice xmlns:p14="http://schemas.microsoft.com/office/powerpoint/2010/main" Requires="p14">
      <p:transition spd="slow" p14:dur="2000" advTm="33984"/>
    </mc:Choice>
    <mc:Fallback>
      <p:transition spd="slow" advTm="339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27"/>
                </p:tgtEl>
              </p:cMediaNode>
            </p:audio>
          </p:childTnLst>
        </p:cTn>
      </p:par>
    </p:tnLst>
    <p:bldLst>
      <p:bldP spid="3" grpId="0"/>
      <p:bldP spid="6" grpId="0"/>
      <p:bldP spid="14" grpId="0" animBg="1"/>
      <p:bldP spid="21" grpId="0" animBg="1"/>
      <p:bldP spid="23" grpId="0" animBg="1"/>
      <p:bldP spid="25" grpId="0" animBg="1"/>
      <p:bldP spid="40" grpId="0"/>
      <p:bldP spid="42" grpId="0"/>
    </p:bldLst>
  </p:timing>
  <p:extLst>
    <p:ext uri="{3A86A75C-4F4B-4683-9AE1-C65F6400EC91}">
      <p14:laserTraceLst xmlns:p14="http://schemas.microsoft.com/office/powerpoint/2010/main">
        <p14:tracePtLst>
          <p14:tracePt t="22" x="5224463" y="4859338"/>
          <p14:tracePt t="639" x="5062538" y="4970463"/>
          <p14:tracePt t="641" x="4970463" y="5029200"/>
          <p14:tracePt t="654" x="4876800" y="5105400"/>
          <p14:tracePt t="656" x="4732338" y="5240338"/>
          <p14:tracePt t="664" x="4564063" y="5376863"/>
          <p14:tracePt t="673" x="4351338" y="5580063"/>
          <p14:tracePt t="681" x="4114800" y="5808663"/>
          <p14:tracePt t="689" x="3903663" y="6019800"/>
          <p14:tracePt t="697" x="3649663" y="6240463"/>
          <p14:tracePt t="705" x="3436938" y="6451600"/>
          <p14:tracePt t="713" x="3259138" y="6662738"/>
          <p14:tracePt t="721" x="3090863" y="6824663"/>
          <p14:tracePt t="10245" x="3497263" y="6756400"/>
          <p14:tracePt t="10253" x="3614738" y="6629400"/>
          <p14:tracePt t="10261" x="3784600" y="6484938"/>
          <p14:tracePt t="10269" x="3944938" y="6367463"/>
          <p14:tracePt t="10277" x="4081463" y="6215063"/>
          <p14:tracePt t="10287" x="4233863" y="6096000"/>
          <p14:tracePt t="10293" x="4368800" y="5961063"/>
          <p14:tracePt t="10303" x="4521200" y="5824538"/>
          <p14:tracePt t="10309" x="4656138" y="5715000"/>
          <p14:tracePt t="10319" x="4775200" y="5595938"/>
          <p14:tracePt t="10326" x="4876800" y="5494338"/>
          <p14:tracePt t="10335" x="4927600" y="5443538"/>
          <p14:tracePt t="10342" x="5011738" y="5359400"/>
          <p14:tracePt t="10352" x="5105400" y="5283200"/>
          <p14:tracePt t="10358" x="5181600" y="5207000"/>
          <p14:tracePt t="10368" x="5257800" y="5130800"/>
          <p14:tracePt t="10375" x="5300663" y="5087938"/>
          <p14:tracePt t="10385" x="5341938" y="5046663"/>
          <p14:tracePt t="10391" x="5392738" y="4995863"/>
          <p14:tracePt t="10401" x="5435600" y="4953000"/>
          <p14:tracePt t="10407" x="5468938" y="4919663"/>
          <p14:tracePt t="10418" x="5511800" y="4894263"/>
          <p14:tracePt t="10424" x="5537200" y="4859338"/>
          <p14:tracePt t="10435" x="5570538" y="4833938"/>
          <p14:tracePt t="10440" x="5588000" y="4818063"/>
          <p14:tracePt t="10452" x="5613400" y="4783138"/>
          <p14:tracePt t="10457" x="5646738" y="4775200"/>
          <p14:tracePt t="10468" x="5672138" y="4757738"/>
          <p14:tracePt t="10473" x="5672138" y="4741863"/>
          <p14:tracePt t="10485" x="5707063" y="4724400"/>
          <p14:tracePt t="10489" x="5722938" y="4716463"/>
          <p14:tracePt t="10501" x="5732463" y="4699000"/>
          <p14:tracePt t="10506" x="5748338" y="4681538"/>
          <p14:tracePt t="10518" x="5783263" y="4665663"/>
          <p14:tracePt t="10522" x="5799138" y="4648200"/>
          <p14:tracePt t="10536" x="5808663" y="4640263"/>
          <p14:tracePt t="10540" x="5824538" y="4622800"/>
          <p14:tracePt t="10553" x="5859463" y="4605338"/>
          <p14:tracePt t="10556" x="5859463" y="4589463"/>
          <p14:tracePt t="10569" x="5867400" y="4589463"/>
          <p14:tracePt t="10573" x="5884863" y="4579938"/>
          <p14:tracePt t="10588" x="5900738" y="4564063"/>
          <p14:tracePt t="10596" x="5918200" y="4564063"/>
          <p14:tracePt t="10620" x="5926138" y="4564063"/>
          <p14:tracePt t="10629" x="5926138" y="4546600"/>
          <p14:tracePt t="10669" x="5943600" y="4546600"/>
          <p14:tracePt t="17214" x="5900738" y="4564063"/>
          <p14:tracePt t="17222" x="5808663" y="4622800"/>
          <p14:tracePt t="17230" x="5664200" y="4716463"/>
          <p14:tracePt t="17238" x="5554663" y="4775200"/>
          <p14:tracePt t="17247" x="5392738" y="4833938"/>
          <p14:tracePt t="17255" x="5224463" y="4894263"/>
          <p14:tracePt t="17263" x="5029200" y="4953000"/>
          <p14:tracePt t="17271" x="4792663" y="4995863"/>
          <p14:tracePt t="17279" x="4564063" y="5046663"/>
          <p14:tracePt t="17288" x="4275138" y="5087938"/>
          <p14:tracePt t="17296" x="4038600" y="5113338"/>
          <p14:tracePt t="17304" x="3810000" y="5130800"/>
          <p14:tracePt t="17312" x="3573463" y="5130800"/>
          <p14:tracePt t="17320" x="3335338" y="5130800"/>
          <p14:tracePt t="17328" x="3141663" y="5130800"/>
          <p14:tracePt t="17336" x="2946400" y="5087938"/>
          <p14:tracePt t="17345" x="2811463" y="5046663"/>
          <p14:tracePt t="17353" x="2751138" y="5029200"/>
          <p14:tracePt t="17362" x="2489200" y="4910138"/>
          <p14:tracePt t="17370" x="2446338" y="4876800"/>
          <p14:tracePt t="17378" x="2370138" y="4818063"/>
          <p14:tracePt t="17386" x="2286000" y="4757738"/>
          <p14:tracePt t="17394" x="2209800" y="4699000"/>
          <p14:tracePt t="17402" x="2159000" y="4665663"/>
          <p14:tracePt t="17410" x="2100263" y="4640263"/>
          <p14:tracePt t="17419" x="2074863" y="4622800"/>
          <p14:tracePt t="17427" x="2024063" y="4579938"/>
          <p14:tracePt t="17435" x="1981200" y="4579938"/>
          <p14:tracePt t="17443" x="1963738" y="4564063"/>
          <p14:tracePt t="17452" x="1922463" y="4546600"/>
          <p14:tracePt t="17459" x="1905000" y="4546600"/>
          <p14:tracePt t="17469" x="1879600" y="4546600"/>
          <p14:tracePt t="17476" x="1846263" y="4546600"/>
          <p14:tracePt t="17485" x="1828800" y="4546600"/>
          <p14:tracePt t="17492" x="1803400" y="4546600"/>
          <p14:tracePt t="17502" x="1785938" y="4546600"/>
          <p14:tracePt t="17509" x="1770063" y="4546600"/>
          <p14:tracePt t="17525" x="1752600" y="4546600"/>
          <p14:tracePt t="17535" x="1744663" y="4564063"/>
          <p14:tracePt t="17551" x="1727200" y="4564063"/>
          <p14:tracePt t="17567" x="1727200" y="4579938"/>
          <p14:tracePt t="17584" x="1709738" y="4579938"/>
          <p14:tracePt t="17648" x="1709738" y="4589463"/>
          <p14:tracePt t="17706" x="1709738" y="4605338"/>
          <p14:tracePt t="17730" x="1709738" y="4622800"/>
          <p14:tracePt t="17738" x="1709738" y="4640263"/>
          <p14:tracePt t="17746" x="1709738" y="4648200"/>
          <p14:tracePt t="17755" x="1709738" y="4665663"/>
          <p14:tracePt t="17763" x="1709738" y="4681538"/>
          <p14:tracePt t="17771" x="1709738" y="4724400"/>
          <p14:tracePt t="17779" x="1709738" y="4800600"/>
          <p14:tracePt t="17788" x="1709738" y="4876800"/>
          <p14:tracePt t="17796" x="1709738" y="4978400"/>
          <p14:tracePt t="17804" x="1752600" y="5148263"/>
          <p14:tracePt t="17814" x="1922463" y="5494338"/>
          <p14:tracePt t="17821" x="2090738" y="5765800"/>
          <p14:tracePt t="17829" x="2293938" y="6037263"/>
          <p14:tracePt t="17837" x="2430463" y="6197600"/>
          <p14:tracePt t="17845" x="2928938" y="6697663"/>
          <p14:tracePt t="19223" x="1770063" y="6662738"/>
          <p14:tracePt t="19238" x="1684338" y="6561138"/>
          <p14:tracePt t="19239" x="1651000" y="6510338"/>
          <p14:tracePt t="19248" x="1592263" y="6426200"/>
          <p14:tracePt t="19255" x="1531938" y="6332538"/>
          <p14:tracePt t="19263" x="1516063" y="6273800"/>
          <p14:tracePt t="19271" x="1498600" y="6240463"/>
          <p14:tracePt t="19279" x="1473200" y="6197600"/>
          <p14:tracePt t="19287" x="1473200" y="6164263"/>
          <p14:tracePt t="19295" x="1455738" y="6138863"/>
          <p14:tracePt t="19304" x="1455738" y="6103938"/>
          <p14:tracePt t="19312" x="1455738" y="6078538"/>
          <p14:tracePt t="19320" x="1455738" y="6019800"/>
          <p14:tracePt t="20393" x="1422400" y="6019800"/>
          <p14:tracePt t="20402" x="1379538" y="6019800"/>
          <p14:tracePt t="20409" x="1320800" y="6037263"/>
          <p14:tracePt t="20418" x="1262063" y="6037263"/>
          <p14:tracePt t="20436" x="1125538" y="6062663"/>
          <p14:tracePt t="20443" x="1049338" y="6078538"/>
          <p14:tracePt t="20452" x="973138" y="6096000"/>
          <p14:tracePt t="20459" x="889000" y="6096000"/>
          <p14:tracePt t="20468" x="812800" y="6096000"/>
          <p14:tracePt t="20475" x="754063" y="6096000"/>
          <p14:tracePt t="20485" x="677863" y="6096000"/>
          <p14:tracePt t="20492" x="617538" y="6096000"/>
          <p14:tracePt t="20502" x="566738" y="6096000"/>
          <p14:tracePt t="20508" x="508000" y="6096000"/>
          <p14:tracePt t="20518" x="465138" y="6078538"/>
          <p14:tracePt t="20525" x="431800" y="6045200"/>
          <p14:tracePt t="20535" x="423863" y="6037263"/>
          <p14:tracePt t="20541" x="388938" y="6002338"/>
          <p14:tracePt t="20552" x="363538" y="5969000"/>
          <p14:tracePt t="20557" x="347663" y="5961063"/>
          <p14:tracePt t="20568" x="330200" y="5926138"/>
          <p14:tracePt t="20573" x="312738" y="5910263"/>
          <p14:tracePt t="20585" x="296863" y="5867400"/>
          <p14:tracePt t="20590" x="296863" y="5834063"/>
          <p14:tracePt t="20602" x="287338" y="5824538"/>
          <p14:tracePt t="20606" x="287338" y="5773738"/>
          <p14:tracePt t="20618" x="271463" y="5765800"/>
          <p14:tracePt t="20623" x="271463" y="5732463"/>
          <p14:tracePt t="20635" x="271463" y="5707063"/>
          <p14:tracePt t="20639" x="271463" y="5689600"/>
          <p14:tracePt t="20652" x="271463" y="5656263"/>
          <p14:tracePt t="20656" x="271463" y="5638800"/>
          <p14:tracePt t="20668" x="271463" y="5613400"/>
          <p14:tracePt t="20672" x="271463" y="5580063"/>
          <p14:tracePt t="20685" x="271463" y="5570538"/>
          <p14:tracePt t="20688" x="271463" y="5519738"/>
          <p14:tracePt t="20702" x="271463" y="5494338"/>
          <p14:tracePt t="20705" x="271463" y="5443538"/>
          <p14:tracePt t="20718" x="287338" y="5402263"/>
          <p14:tracePt t="20722" x="287338" y="5384800"/>
          <p14:tracePt t="20735" x="296863" y="5376863"/>
          <p14:tracePt t="20738" x="312738" y="5341938"/>
          <p14:tracePt t="20752" x="330200" y="5341938"/>
          <p14:tracePt t="20754" x="330200" y="5326063"/>
          <p14:tracePt t="20768" x="347663" y="5326063"/>
          <p14:tracePt t="20785" x="363538" y="5326063"/>
          <p14:tracePt t="20802" x="373063" y="5326063"/>
          <p14:tracePt t="20811" x="388938" y="5326063"/>
          <p14:tracePt t="20819" x="406400" y="5326063"/>
          <p14:tracePt t="20836" x="423863" y="5326063"/>
          <p14:tracePt t="20844" x="431800" y="5326063"/>
          <p14:tracePt t="20860" x="449263" y="5326063"/>
          <p14:tracePt t="20868" x="465138" y="5326063"/>
          <p14:tracePt t="20877" x="482600" y="5326063"/>
          <p14:tracePt t="20885" x="500063" y="5326063"/>
          <p14:tracePt t="20902" x="508000" y="5341938"/>
          <p14:tracePt t="20909" x="525463" y="5341938"/>
          <p14:tracePt t="20926" x="541338" y="5359400"/>
          <p14:tracePt t="20942" x="558800" y="5359400"/>
          <p14:tracePt t="20975" x="566738" y="5359400"/>
          <p14:tracePt t="20992" x="566738" y="5376863"/>
          <p14:tracePt t="21001" x="584200" y="5376863"/>
          <p14:tracePt t="21278" x="601663" y="5359400"/>
          <p14:tracePt t="21294" x="617538" y="5359400"/>
          <p14:tracePt t="21303" x="627063" y="5341938"/>
          <p14:tracePt t="21311" x="642938" y="5326063"/>
          <p14:tracePt t="21327" x="660400" y="5326063"/>
          <p14:tracePt t="21335" x="677863" y="5308600"/>
          <p14:tracePt t="21344" x="693738" y="5308600"/>
          <p14:tracePt t="21352" x="703263" y="5300663"/>
          <p14:tracePt t="21360" x="719138" y="5300663"/>
          <p14:tracePt t="21368" x="719138" y="5283200"/>
          <p14:tracePt t="21377" x="736600" y="5283200"/>
          <p14:tracePt t="21401" x="754063" y="5283200"/>
          <p14:tracePt t="21442" x="754063" y="5265738"/>
          <p14:tracePt t="21737" x="754063" y="5283200"/>
          <p14:tracePt t="21819" x="754063" y="5300663"/>
          <p14:tracePt t="21860" x="754063" y="5308600"/>
          <p14:tracePt t="21876" x="754063" y="5326063"/>
          <p14:tracePt t="21885" x="754063" y="5341938"/>
          <p14:tracePt t="21893" x="754063" y="5359400"/>
          <p14:tracePt t="21902" x="754063" y="5376863"/>
          <p14:tracePt t="21909" x="754063" y="5384800"/>
          <p14:tracePt t="21918" x="754063" y="5418138"/>
          <p14:tracePt t="21926" x="754063" y="5435600"/>
          <p14:tracePt t="21935" x="754063" y="5461000"/>
          <p14:tracePt t="21942" x="754063" y="5478463"/>
          <p14:tracePt t="21952" x="754063" y="5519738"/>
          <p14:tracePt t="21958" x="754063" y="5537200"/>
          <p14:tracePt t="21968" x="754063" y="5580063"/>
          <p14:tracePt t="21975" x="754063" y="5630863"/>
          <p14:tracePt t="21985" x="754063" y="5672138"/>
          <p14:tracePt t="21991" x="754063" y="5732463"/>
          <p14:tracePt t="22001" x="754063" y="5773738"/>
          <p14:tracePt t="22007" x="754063" y="5834063"/>
          <p14:tracePt t="22017" x="754063" y="5884863"/>
          <p14:tracePt t="22024" x="754063" y="5943600"/>
          <p14:tracePt t="22032" x="754063" y="5986463"/>
          <p14:tracePt t="22040" x="754063" y="6019800"/>
          <p14:tracePt t="22048" x="754063" y="6062663"/>
          <p14:tracePt t="22057" x="754063" y="6078538"/>
          <p14:tracePt t="22065" x="754063" y="6103938"/>
          <p14:tracePt t="22073" x="754063" y="6121400"/>
          <p14:tracePt t="22082" x="754063" y="6138863"/>
          <p14:tracePt t="22098" x="754063" y="6154738"/>
          <p14:tracePt t="22130" x="754063" y="6164263"/>
          <p14:tracePt t="22188" x="736600" y="6164263"/>
          <p14:tracePt t="22253" x="736600" y="6154738"/>
          <p14:tracePt t="22499" x="736600" y="6138863"/>
          <p14:tracePt t="23622" x="762000" y="6138863"/>
          <p14:tracePt t="23630" x="779463" y="6138863"/>
          <p14:tracePt t="23638" x="812800" y="6138863"/>
          <p14:tracePt t="23647" x="855663" y="6138863"/>
          <p14:tracePt t="23655" x="871538" y="6138863"/>
          <p14:tracePt t="23663" x="896938" y="6138863"/>
          <p14:tracePt t="23671" x="914400" y="6138863"/>
          <p14:tracePt t="23680" x="931863" y="6138863"/>
          <p14:tracePt t="23688" x="947738" y="6138863"/>
          <p14:tracePt t="23696" x="973138" y="6138863"/>
          <p14:tracePt t="23712" x="990600" y="6138863"/>
          <p14:tracePt t="23721" x="1008063" y="6138863"/>
          <p14:tracePt t="23737" x="1023938" y="6138863"/>
          <p14:tracePt t="23745" x="1033463" y="6138863"/>
          <p14:tracePt t="23769" x="1049338" y="6138863"/>
          <p14:tracePt t="23786" x="1066800" y="6138863"/>
          <p14:tracePt t="23802" x="1084263" y="6138863"/>
          <p14:tracePt t="23826" x="1092200" y="6138863"/>
          <p14:tracePt t="23851" x="1109663" y="6138863"/>
          <p14:tracePt t="24466" x="1125538" y="6138863"/>
          <p14:tracePt t="24474" x="1185863" y="6138863"/>
          <p14:tracePt t="24482" x="1262063" y="6138863"/>
          <p14:tracePt t="24491" x="1379538" y="6138863"/>
          <p14:tracePt t="24499" x="1516063" y="6121400"/>
          <p14:tracePt t="24507" x="1709738" y="6121400"/>
          <p14:tracePt t="24515" x="1955800" y="6103938"/>
          <p14:tracePt t="24523" x="2235200" y="6078538"/>
          <p14:tracePt t="24531" x="2506663" y="6062663"/>
          <p14:tracePt t="24540" x="3048000" y="5961063"/>
          <p14:tracePt t="24548" x="3243263" y="5926138"/>
          <p14:tracePt t="24556" x="3614738" y="5867400"/>
          <p14:tracePt t="24564" x="3937000" y="5824538"/>
          <p14:tracePt t="24573" x="4267200" y="5765800"/>
          <p14:tracePt t="24581" x="4503738" y="5748338"/>
          <p14:tracePt t="24589" x="4741863" y="5732463"/>
          <p14:tracePt t="24597" x="4818063" y="5732463"/>
          <p14:tracePt t="24605" x="4953000" y="5715000"/>
          <p14:tracePt t="24614" x="5046663" y="5715000"/>
          <p14:tracePt t="24622" x="5105400" y="5707063"/>
          <p14:tracePt t="24630" x="5148263" y="5707063"/>
          <p14:tracePt t="24638" x="5164138" y="5707063"/>
          <p14:tracePt t="24646" x="5181600" y="5707063"/>
          <p14:tracePt t="24654" x="5199063" y="5707063"/>
          <p14:tracePt t="24671" x="5207000" y="5707063"/>
          <p14:tracePt t="25154" x="5199063" y="5707063"/>
          <p14:tracePt t="25187" x="5199063" y="5715000"/>
          <p14:tracePt t="25195" x="5181600" y="5715000"/>
          <p14:tracePt t="25203" x="5164138" y="5748338"/>
          <p14:tracePt t="25212" x="5138738" y="5791200"/>
          <p14:tracePt t="25220" x="5105400" y="5834063"/>
          <p14:tracePt t="25228" x="5046663" y="5926138"/>
          <p14:tracePt t="25236" x="4953000" y="6045200"/>
          <p14:tracePt t="25245" x="4868863" y="6197600"/>
          <p14:tracePt t="25253" x="4716463" y="6375400"/>
          <p14:tracePt t="25261" x="4605338" y="6545263"/>
          <p14:tracePt t="25269" x="4445000" y="6738938"/>
          <p14:tracePt t="26393" x="3243263" y="6494463"/>
          <p14:tracePt t="26406" x="3436938" y="6096000"/>
          <p14:tracePt t="26412" x="3649663" y="5656263"/>
          <p14:tracePt t="26419" x="3767138" y="5435600"/>
          <p14:tracePt t="26425" x="4021138" y="4970463"/>
          <p14:tracePt t="26438" x="4249738" y="4589463"/>
          <p14:tracePt t="26442" x="4470400" y="4275138"/>
          <p14:tracePt t="26452" x="4681538" y="3944938"/>
          <p14:tracePt t="26457" x="4868863" y="3725863"/>
          <p14:tracePt t="26469" x="5003800" y="3573463"/>
          <p14:tracePt t="26473" x="5046663" y="3530600"/>
          <p14:tracePt t="26485" x="5181600" y="3395663"/>
          <p14:tracePt t="26490" x="5240338" y="3319463"/>
          <p14:tracePt t="26504" x="5316538" y="3268663"/>
          <p14:tracePt t="26507" x="5359400" y="3243263"/>
          <p14:tracePt t="26518" x="5392738" y="3208338"/>
          <p14:tracePt t="26523" x="5402263" y="3208338"/>
          <p14:tracePt t="26536" x="5418138" y="3208338"/>
          <p14:tracePt t="26539" x="5435600" y="3208338"/>
          <p14:tracePt t="26568" x="5453063" y="3208338"/>
          <p14:tracePt t="26777" x="5468938" y="3208338"/>
          <p14:tracePt t="26810" x="5478463" y="3208338"/>
          <p14:tracePt t="26859" x="5494338" y="3208338"/>
          <p14:tracePt t="27023" x="5494338" y="3225800"/>
          <p14:tracePt t="27096" x="5494338" y="3243263"/>
          <p14:tracePt t="27121" x="5494338" y="3259138"/>
          <p14:tracePt t="27145" x="5494338" y="3284538"/>
          <p14:tracePt t="27154" x="5494338" y="3344863"/>
          <p14:tracePt t="27162" x="5494338" y="3395663"/>
          <p14:tracePt t="27170" x="5494338" y="3462338"/>
          <p14:tracePt t="27178" x="5494338" y="3573463"/>
          <p14:tracePt t="27186" x="5494338" y="3733800"/>
          <p14:tracePt t="27195" x="5494338" y="3903663"/>
          <p14:tracePt t="27203" x="5494338" y="4097338"/>
          <p14:tracePt t="27211" x="5468938" y="4292600"/>
          <p14:tracePt t="27219" x="5418138" y="4529138"/>
          <p14:tracePt t="27227" x="5392738" y="4699000"/>
          <p14:tracePt t="27236" x="5376863" y="4775200"/>
          <p14:tracePt t="27244" x="5316538" y="4935538"/>
          <p14:tracePt t="27252" x="5283200" y="5072063"/>
          <p14:tracePt t="27260" x="5224463" y="5308600"/>
          <p14:tracePt t="27269" x="5207000" y="5341938"/>
          <p14:tracePt t="27277" x="5181600" y="5443538"/>
          <p14:tracePt t="27285" x="5148263" y="5503863"/>
          <p14:tracePt t="27293" x="5138738" y="5580063"/>
          <p14:tracePt t="27302" x="5105400" y="5630863"/>
          <p14:tracePt t="27309" x="5105400" y="5672138"/>
          <p14:tracePt t="27319" x="5087938" y="5707063"/>
          <p14:tracePt t="27326" x="5072063" y="5748338"/>
          <p14:tracePt t="27335" x="5062538" y="5765800"/>
          <p14:tracePt t="27342" x="5062538" y="5773738"/>
          <p14:tracePt t="27352" x="5062538" y="5791200"/>
          <p14:tracePt t="27359" x="5046663" y="5808663"/>
          <p14:tracePt t="27383" x="5029200" y="5824538"/>
          <p14:tracePt t="27408" x="5029200" y="5834063"/>
          <p14:tracePt t="27432" x="5029200" y="5849938"/>
          <p14:tracePt t="27441" x="5011738" y="5849938"/>
          <p14:tracePt t="27449" x="5011738" y="5867400"/>
          <p14:tracePt t="27457" x="5003800" y="5884863"/>
          <p14:tracePt t="27465" x="5003800" y="5900738"/>
          <p14:tracePt t="27473" x="4986338" y="5926138"/>
          <p14:tracePt t="27482" x="4986338" y="5943600"/>
          <p14:tracePt t="27490" x="4970463" y="5961063"/>
          <p14:tracePt t="27498" x="4953000" y="5986463"/>
          <p14:tracePt t="27506" x="4953000" y="6019800"/>
          <p14:tracePt t="27514" x="4935538" y="6045200"/>
          <p14:tracePt t="27522" x="4935538" y="6062663"/>
          <p14:tracePt t="27531" x="4927600" y="6096000"/>
          <p14:tracePt t="27539" x="4910138" y="6121400"/>
          <p14:tracePt t="27547" x="4894263" y="6138863"/>
          <p14:tracePt t="27555" x="4894263" y="6154738"/>
          <p14:tracePt t="27572" x="4894263" y="6164263"/>
          <p14:tracePt t="27580" x="4894263" y="6180138"/>
          <p14:tracePt t="27596" x="4876800" y="6180138"/>
          <p14:tracePt t="27629" x="4876800" y="6197600"/>
          <p14:tracePt t="28301" x="4868863" y="6197600"/>
          <p14:tracePt t="28318" x="4851400" y="6197600"/>
          <p14:tracePt t="28326" x="4833938" y="6215063"/>
          <p14:tracePt t="28342" x="4818063" y="6230938"/>
          <p14:tracePt t="28351" x="4792663" y="6230938"/>
          <p14:tracePt t="28358" x="4775200" y="6240463"/>
          <p14:tracePt t="28368" x="4757738" y="6256338"/>
          <p14:tracePt t="28375" x="4732338" y="6273800"/>
          <p14:tracePt t="28385" x="4716463" y="6273800"/>
          <p14:tracePt t="28391" x="4673600" y="6291263"/>
          <p14:tracePt t="28401" x="4640263" y="6291263"/>
          <p14:tracePt t="28407" x="4605338" y="6299200"/>
          <p14:tracePt t="28418" x="4579938" y="6299200"/>
          <p14:tracePt t="28424" x="4564063" y="6299200"/>
          <p14:tracePt t="28432" x="4521200" y="6299200"/>
          <p14:tracePt t="28440" x="4487863" y="6299200"/>
          <p14:tracePt t="28449" x="4462463" y="6299200"/>
          <p14:tracePt t="28457" x="4411663" y="6273800"/>
          <p14:tracePt t="28465" x="4343400" y="6197600"/>
          <p14:tracePt t="28473" x="4275138" y="6138863"/>
          <p14:tracePt t="28481" x="4216400" y="6045200"/>
          <p14:tracePt t="28489" x="4140200" y="5926138"/>
          <p14:tracePt t="28498" x="4071938" y="5824538"/>
          <p14:tracePt t="28506" x="3995738" y="5656263"/>
          <p14:tracePt t="28514" x="3937000" y="5494338"/>
          <p14:tracePt t="28522" x="3878263" y="5300663"/>
          <p14:tracePt t="28530" x="3810000" y="5054600"/>
          <p14:tracePt t="28539" x="3767138" y="4818063"/>
          <p14:tracePt t="28547" x="3751263" y="4589463"/>
          <p14:tracePt t="28555" x="3725863" y="4394200"/>
          <p14:tracePt t="28563" x="3725863" y="4191000"/>
          <p14:tracePt t="28571" x="3725863" y="3962400"/>
          <p14:tracePt t="28580" x="3725863" y="3538538"/>
          <p14:tracePt t="28588" x="3751263" y="3378200"/>
          <p14:tracePt t="28596" x="3843338" y="3090863"/>
          <p14:tracePt t="28604" x="3937000" y="2852738"/>
          <p14:tracePt t="28612" x="4038600" y="2598738"/>
          <p14:tracePt t="28621" x="4140200" y="2430463"/>
          <p14:tracePt t="28629" x="4191000" y="2354263"/>
          <p14:tracePt t="28637" x="4267200" y="2268538"/>
          <p14:tracePt t="28645" x="4343400" y="2209800"/>
          <p14:tracePt t="28653" x="4402138" y="2159000"/>
          <p14:tracePt t="28662" x="4538663" y="2116138"/>
          <p14:tracePt t="28670" x="4579938" y="2116138"/>
          <p14:tracePt t="28678" x="4681538" y="2116138"/>
          <p14:tracePt t="28686" x="4757738" y="2116138"/>
          <p14:tracePt t="28695" x="4868863" y="2116138"/>
          <p14:tracePt t="28703" x="4910138" y="2133600"/>
          <p14:tracePt t="28711" x="5062538" y="2217738"/>
          <p14:tracePt t="28719" x="5122863" y="2278063"/>
          <p14:tracePt t="28727" x="5207000" y="2354263"/>
          <p14:tracePt t="28736" x="5265738" y="2446338"/>
          <p14:tracePt t="28744" x="5341938" y="2547938"/>
          <p14:tracePt t="28752" x="5418138" y="2684463"/>
          <p14:tracePt t="28760" x="5478463" y="2819400"/>
          <p14:tracePt t="28769" x="5554663" y="3014663"/>
          <p14:tracePt t="28776" x="5613400" y="3208338"/>
          <p14:tracePt t="28785" x="5664200" y="3497263"/>
          <p14:tracePt t="28793" x="5748338" y="3979863"/>
          <p14:tracePt t="28802" x="5783263" y="4173538"/>
          <p14:tracePt t="28809" x="5799138" y="4503738"/>
          <p14:tracePt t="28820" x="5824538" y="4876800"/>
          <p14:tracePt t="28826" x="5824538" y="5189538"/>
          <p14:tracePt t="28835" x="5824538" y="5478463"/>
          <p14:tracePt t="28842" x="5824538" y="5748338"/>
          <p14:tracePt t="28852" x="5824538" y="5849938"/>
          <p14:tracePt t="28858" x="5808663" y="6062663"/>
          <p14:tracePt t="28868" x="5765800" y="6180138"/>
          <p14:tracePt t="28875" x="5732463" y="6316663"/>
          <p14:tracePt t="28885" x="5707063" y="6426200"/>
          <p14:tracePt t="28891" x="5707063" y="6484938"/>
          <p14:tracePt t="28902" x="5672138" y="6527800"/>
          <p14:tracePt t="28908" x="5672138" y="6561138"/>
          <p14:tracePt t="28918" x="5664200" y="6570663"/>
          <p14:tracePt t="28924" x="5664200" y="6586538"/>
          <p14:tracePt t="28935" x="5646738" y="6586538"/>
          <p14:tracePt t="28965" x="5630863" y="6586538"/>
          <p14:tracePt t="28990" x="5630863" y="6570663"/>
          <p14:tracePt t="28998" x="5613400" y="6561138"/>
          <p14:tracePt t="29014" x="5613400" y="6545263"/>
          <p14:tracePt t="29022" x="5613400" y="6510338"/>
          <p14:tracePt t="29031" x="5595938" y="6494463"/>
          <p14:tracePt t="29039" x="5595938" y="6469063"/>
          <p14:tracePt t="29047" x="5595938" y="6434138"/>
          <p14:tracePt t="29055" x="5588000" y="6426200"/>
          <p14:tracePt t="29063" x="5588000" y="6408738"/>
          <p14:tracePt t="29071" x="5588000" y="6392863"/>
          <p14:tracePt t="29088" x="5570538" y="6375400"/>
          <p14:tracePt t="29104" x="5554663" y="6367463"/>
          <p14:tracePt t="29121" x="5537200" y="6367463"/>
          <p14:tracePt t="29145" x="5529263" y="6350000"/>
          <p14:tracePt t="29170" x="5511800" y="6350000"/>
          <p14:tracePt t="29178" x="5511800" y="6332538"/>
          <p14:tracePt t="29211" x="5494338" y="6316663"/>
          <p14:tracePt t="29227" x="5494338" y="6299200"/>
          <p14:tracePt t="29235" x="5478463" y="6291263"/>
          <p14:tracePt t="29244" x="5478463" y="6256338"/>
          <p14:tracePt t="29252" x="5468938" y="6230938"/>
          <p14:tracePt t="29260" x="5453063" y="6138863"/>
          <p14:tracePt t="29268" x="5435600" y="6045200"/>
          <p14:tracePt t="29276" x="5418138" y="5765800"/>
          <p14:tracePt t="29285" x="5418138" y="5494338"/>
          <p14:tracePt t="29293" x="5418138" y="5164138"/>
          <p14:tracePt t="29302" x="5418138" y="4724400"/>
          <p14:tracePt t="29309" x="5418138" y="4249738"/>
          <p14:tracePt t="29318" x="5435600" y="4021138"/>
          <p14:tracePt t="29325" x="5554663" y="3589338"/>
          <p14:tracePt t="29335" x="5664200" y="3208338"/>
          <p14:tracePt t="29342" x="5783263" y="2913063"/>
          <p14:tracePt t="29352" x="5943600" y="2684463"/>
          <p14:tracePt t="29358" x="6062663" y="2522538"/>
          <p14:tracePt t="29368" x="6215063" y="2405063"/>
          <p14:tracePt t="29375" x="6350000" y="2336800"/>
          <p14:tracePt t="29384" x="6519863" y="2278063"/>
          <p14:tracePt t="29391" x="6713538" y="2252663"/>
          <p14:tracePt t="29401" x="6875463" y="2252663"/>
          <p14:tracePt t="29407" x="7043738" y="2252663"/>
          <p14:tracePt t="29417" x="7188200" y="2252663"/>
          <p14:tracePt t="29424" x="7323138" y="2252663"/>
          <p14:tracePt t="29432" x="7434263" y="2278063"/>
          <p14:tracePt t="29440" x="7551738" y="2336800"/>
          <p14:tracePt t="29448" x="7645400" y="2446338"/>
          <p14:tracePt t="29457" x="7729538" y="2582863"/>
          <p14:tracePt t="29465" x="7881938" y="2878138"/>
          <p14:tracePt t="29473" x="7916863" y="3014663"/>
          <p14:tracePt t="29481" x="7983538" y="3327400"/>
          <p14:tracePt t="29489" x="8051800" y="3657600"/>
          <p14:tracePt t="29498" x="8059738" y="3979863"/>
          <p14:tracePt t="29506" x="8094663" y="4310063"/>
          <p14:tracePt t="29514" x="8094663" y="4640263"/>
          <p14:tracePt t="29522" x="8094663" y="4910138"/>
          <p14:tracePt t="29530" x="8094663" y="5148263"/>
          <p14:tracePt t="29539" x="8034338" y="5341938"/>
          <p14:tracePt t="29547" x="7958138" y="5537200"/>
          <p14:tracePt t="29555" x="7881938" y="5672138"/>
          <p14:tracePt t="29563" x="7848600" y="5715000"/>
          <p14:tracePt t="29571" x="7789863" y="5834063"/>
          <p14:tracePt t="29580" x="7729538" y="5910263"/>
          <p14:tracePt t="29588" x="7688263" y="5969000"/>
          <p14:tracePt t="29596" x="7645400" y="6019800"/>
          <p14:tracePt t="29604" x="7594600" y="6045200"/>
          <p14:tracePt t="29613" x="7551738" y="6045200"/>
          <p14:tracePt t="29620" x="7518400" y="6062663"/>
          <p14:tracePt t="29629" x="7475538" y="6062663"/>
          <p14:tracePt t="29637" x="7450138" y="6062663"/>
          <p14:tracePt t="29645" x="7434263" y="6062663"/>
          <p14:tracePt t="29653" x="7391400" y="6045200"/>
          <p14:tracePt t="29662" x="7373938" y="6045200"/>
          <p14:tracePt t="29670" x="7340600" y="6019800"/>
          <p14:tracePt t="29678" x="7323138" y="5969000"/>
          <p14:tracePt t="29686" x="7315200" y="5943600"/>
          <p14:tracePt t="29694" x="7297738" y="5926138"/>
          <p14:tracePt t="29702" x="7281863" y="5900738"/>
          <p14:tracePt t="29711" x="7264400" y="5884863"/>
          <p14:tracePt t="29719" x="7256463" y="5834063"/>
          <p14:tracePt t="29727" x="7239000" y="5773738"/>
          <p14:tracePt t="29735" x="7239000" y="5707063"/>
          <p14:tracePt t="29743" x="7221538" y="5595938"/>
          <p14:tracePt t="29752" x="7188200" y="5326063"/>
          <p14:tracePt t="29760" x="7188200" y="5046663"/>
          <p14:tracePt t="29769" x="7188200" y="4665663"/>
          <p14:tracePt t="29776" x="7188200" y="4249738"/>
          <p14:tracePt t="29785" x="7188200" y="3767138"/>
          <p14:tracePt t="29793" x="7188200" y="3530600"/>
          <p14:tracePt t="29802" x="7281863" y="3106738"/>
          <p14:tracePt t="29809" x="7391400" y="2735263"/>
          <p14:tracePt t="29820" x="7475538" y="2405063"/>
          <p14:tracePt t="29826" x="7627938" y="2141538"/>
          <p14:tracePt t="29835" x="7670800" y="2082800"/>
          <p14:tracePt t="29842" x="7764463" y="1938338"/>
          <p14:tracePt t="29852" x="7866063" y="1828800"/>
          <p14:tracePt t="29858" x="7958138" y="1770063"/>
          <p14:tracePt t="29868" x="8001000" y="1727200"/>
          <p14:tracePt t="29875" x="8094663" y="1709738"/>
          <p14:tracePt t="29885" x="8135938" y="1693863"/>
          <p14:tracePt t="29891" x="8196263" y="1693863"/>
          <p14:tracePt t="29902" x="8255000" y="1693863"/>
          <p14:tracePt t="29907" x="8305800" y="1693863"/>
          <p14:tracePt t="29918" x="8313738" y="1693863"/>
          <p14:tracePt t="29924" x="8348663" y="1693863"/>
          <p14:tracePt t="29935" x="8382000" y="1727200"/>
          <p14:tracePt t="29940" x="8389938" y="1752600"/>
          <p14:tracePt t="29952" x="8407400" y="1785938"/>
          <p14:tracePt t="29957" x="8440738" y="1846263"/>
          <p14:tracePt t="29969" x="8450263" y="1922463"/>
          <p14:tracePt t="29973" x="8466138" y="2024063"/>
          <p14:tracePt t="29985" x="8483600" y="2141538"/>
          <p14:tracePt t="29989" x="8516938" y="2354263"/>
          <p14:tracePt t="30002" x="8526463" y="2582863"/>
          <p14:tracePt t="30005" x="8526463" y="2819400"/>
          <p14:tracePt t="30018" x="8526463" y="3090863"/>
          <p14:tracePt t="30022" x="8526463" y="3421063"/>
          <p14:tracePt t="30035" x="8526463" y="3690938"/>
          <p14:tracePt t="30038" x="8526463" y="3962400"/>
          <p14:tracePt t="30052" x="8526463" y="4198938"/>
          <p14:tracePt t="30055" x="8526463" y="4275138"/>
          <p14:tracePt t="30068" x="8526463" y="4470400"/>
          <p14:tracePt t="30072" x="8516938" y="4589463"/>
          <p14:tracePt t="30085" x="8501063" y="4724400"/>
          <p14:tracePt t="30088" x="8483600" y="4800600"/>
          <p14:tracePt t="30102" x="8466138" y="4876800"/>
          <p14:tracePt t="30105" x="8466138" y="4935538"/>
          <p14:tracePt t="30118" x="8450263" y="4970463"/>
          <p14:tracePt t="30121" x="8440738" y="4995863"/>
          <p14:tracePt t="30135" x="8440738" y="5029200"/>
          <p14:tracePt t="30145" x="8440738" y="5046663"/>
          <p14:tracePt t="30169" x="8440738" y="5054600"/>
          <p14:tracePt t="30210" x="8424863" y="5054600"/>
          <p14:tracePt t="32055" x="8424863" y="5072063"/>
          <p14:tracePt t="32062" x="8407400" y="5207000"/>
          <p14:tracePt t="32071" x="8364538" y="5300663"/>
          <p14:tracePt t="32079" x="8313738" y="5402263"/>
          <p14:tracePt t="32087" x="8255000" y="5519738"/>
          <p14:tracePt t="32095" x="8196263" y="5613400"/>
          <p14:tracePt t="32104" x="8153400" y="5672138"/>
          <p14:tracePt t="32112" x="8110538" y="5732463"/>
          <p14:tracePt t="32120" x="8001000" y="5849938"/>
          <p14:tracePt t="32128" x="7924800" y="5969000"/>
          <p14:tracePt t="32136" x="7823200" y="6078538"/>
          <p14:tracePt t="32144" x="7729538" y="6164263"/>
          <p14:tracePt t="32153" x="7612063" y="6240463"/>
          <p14:tracePt t="32161" x="7493000" y="6299200"/>
          <p14:tracePt t="32169" x="7459663" y="6316663"/>
          <p14:tracePt t="32177" x="7264400" y="6375400"/>
          <p14:tracePt t="32185" x="7221538" y="6392863"/>
          <p14:tracePt t="32194" x="7119938" y="6408738"/>
          <p14:tracePt t="32202" x="7043738" y="6408738"/>
          <p14:tracePt t="32210" x="6967538" y="6408738"/>
          <p14:tracePt t="32218" x="6875463" y="6408738"/>
          <p14:tracePt t="32226" x="6832600" y="6408738"/>
          <p14:tracePt t="32235" x="6789738" y="6367463"/>
          <p14:tracePt t="32243" x="6738938" y="6316663"/>
          <p14:tracePt t="32252" x="6662738" y="6240463"/>
          <p14:tracePt t="32259" x="6637338" y="6154738"/>
          <p14:tracePt t="32268" x="6596063" y="6045200"/>
          <p14:tracePt t="32276" x="6545263" y="5732463"/>
          <p14:tracePt t="32286" x="6519863" y="5443538"/>
          <p14:tracePt t="32292" x="6519863" y="5249863"/>
          <p14:tracePt t="32302" x="6519863" y="4935538"/>
          <p14:tracePt t="32308" x="6519863" y="4605338"/>
          <p14:tracePt t="32319" x="6519863" y="4318000"/>
          <p14:tracePt t="32325" x="6519863" y="4216400"/>
          <p14:tracePt t="32335" x="6519863" y="4064000"/>
          <p14:tracePt t="32341" x="6545263" y="3929063"/>
          <p14:tracePt t="32352" x="6596063" y="3868738"/>
          <p14:tracePt t="32358" x="6604000" y="3827463"/>
          <p14:tracePt t="32368" x="6621463" y="3827463"/>
          <p14:tracePt t="32374" x="6637338" y="3827463"/>
          <p14:tracePt t="32386" x="6654800" y="3827463"/>
          <p14:tracePt t="32390" x="6662738" y="3827463"/>
          <p14:tracePt t="32402" x="6680200" y="3860800"/>
          <p14:tracePt t="32407" x="6697663" y="3929063"/>
          <p14:tracePt t="32419" x="6713538" y="4173538"/>
          <p14:tracePt t="32423" x="6738938" y="4445000"/>
          <p14:tracePt t="32435" x="6738938" y="4757738"/>
          <p14:tracePt t="32439" x="6738938" y="5173663"/>
          <p14:tracePt t="32452" x="6637338" y="5580063"/>
          <p14:tracePt t="32456" x="6469063" y="6138863"/>
          <p14:tracePt t="32468" x="6291263" y="6629400"/>
          <p14:tracePt t="32472" x="6172200" y="6840538"/>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B937A-0E9E-D7CA-0ADC-1C4F4681D7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7BA73FA-BB05-D562-F7CD-67472ABDD5FA}"/>
              </a:ext>
            </a:extLst>
          </p:cNvPr>
          <p:cNvSpPr>
            <a:spLocks noGrp="1"/>
          </p:cNvSpPr>
          <p:nvPr>
            <p:ph type="sldNum" sz="quarter" idx="13"/>
          </p:nvPr>
        </p:nvSpPr>
        <p:spPr/>
        <p:txBody>
          <a:bodyPr/>
          <a:lstStyle/>
          <a:p>
            <a:fld id="{EB4B8DE2-A4E8-46E4-8BBF-D75455EFF32C}" type="slidenum">
              <a:rPr lang="en-US" smtClean="0"/>
              <a:pPr/>
              <a:t>25</a:t>
            </a:fld>
            <a:endParaRPr lang="en-US" dirty="0"/>
          </a:p>
        </p:txBody>
      </p:sp>
      <p:sp>
        <p:nvSpPr>
          <p:cNvPr id="5" name="Content Placeholder 4">
            <a:extLst>
              <a:ext uri="{FF2B5EF4-FFF2-40B4-BE49-F238E27FC236}">
                <a16:creationId xmlns:a16="http://schemas.microsoft.com/office/drawing/2014/main" id="{FA9F0CAF-7F94-3089-8BB2-4C83561044C5}"/>
              </a:ext>
            </a:extLst>
          </p:cNvPr>
          <p:cNvSpPr>
            <a:spLocks noGrp="1"/>
          </p:cNvSpPr>
          <p:nvPr>
            <p:ph sz="quarter" idx="14"/>
          </p:nvPr>
        </p:nvSpPr>
        <p:spPr/>
        <p:txBody>
          <a:bodyPr/>
          <a:lstStyle/>
          <a:p>
            <a:endParaRPr lang="en-KR"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1217A36-EE3C-9EFC-8CF7-B23F3A492415}"/>
                  </a:ext>
                </a:extLst>
              </p:cNvPr>
              <p:cNvSpPr txBox="1"/>
              <p:nvPr/>
            </p:nvSpPr>
            <p:spPr>
              <a:xfrm>
                <a:off x="609600" y="686561"/>
                <a:ext cx="7070718" cy="369332"/>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Now we have the closed-form solution of the posterior</a:t>
                </a:r>
                <a:r>
                  <a:rPr lang="en-KR" dirty="0"/>
                  <a:t> </a:t>
                </a:r>
                <a14:m>
                  <m:oMath xmlns:m="http://schemas.openxmlformats.org/officeDocument/2006/math">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oMath>
                </a14:m>
                <a:endParaRPr lang="en-KR" dirty="0"/>
              </a:p>
            </p:txBody>
          </p:sp>
        </mc:Choice>
        <mc:Fallback xmlns="">
          <p:sp>
            <p:nvSpPr>
              <p:cNvPr id="13" name="TextBox 12">
                <a:extLst>
                  <a:ext uri="{FF2B5EF4-FFF2-40B4-BE49-F238E27FC236}">
                    <a16:creationId xmlns:a16="http://schemas.microsoft.com/office/drawing/2014/main" id="{41217A36-EE3C-9EFC-8CF7-B23F3A492415}"/>
                  </a:ext>
                </a:extLst>
              </p:cNvPr>
              <p:cNvSpPr txBox="1">
                <a:spLocks noRot="1" noChangeAspect="1" noMove="1" noResize="1" noEditPoints="1" noAdjustHandles="1" noChangeArrowheads="1" noChangeShapeType="1" noTextEdit="1"/>
              </p:cNvSpPr>
              <p:nvPr/>
            </p:nvSpPr>
            <p:spPr>
              <a:xfrm>
                <a:off x="609600" y="686561"/>
                <a:ext cx="7070718" cy="369332"/>
              </a:xfrm>
              <a:prstGeom prst="rect">
                <a:avLst/>
              </a:prstGeom>
              <a:blipFill>
                <a:blip r:embed="rId5"/>
                <a:stretch>
                  <a:fillRect l="-2154" t="-10000" b="-2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20D2743-F061-22CB-5907-99B2F191034C}"/>
                  </a:ext>
                </a:extLst>
              </p:cNvPr>
              <p:cNvSpPr txBox="1"/>
              <p:nvPr/>
            </p:nvSpPr>
            <p:spPr>
              <a:xfrm>
                <a:off x="3596481" y="1423336"/>
                <a:ext cx="4999037" cy="2121671"/>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𝑞</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𝑡</m:t>
                              </m:r>
                              <m:r>
                                <a:rPr lang="en-US" sz="2000" i="1">
                                  <a:latin typeface="Cambria Math" panose="02040503050406030204" pitchFamily="18" charset="0"/>
                                </a:rPr>
                                <m:t>−1</m:t>
                              </m:r>
                            </m:sub>
                          </m:sSub>
                        </m:e>
                        <m:e>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1" i="1">
                                  <a:latin typeface="Cambria Math" panose="02040503050406030204" pitchFamily="18" charset="0"/>
                                </a:rPr>
                                <m:t>𝒙</m:t>
                              </m:r>
                            </m:e>
                            <m:sub>
                              <m:r>
                                <a:rPr lang="en-US" sz="2000" i="1">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𝒩</m:t>
                      </m:r>
                      <m:d>
                        <m:dPr>
                          <m:ctrlPr>
                            <a:rPr lang="en-US" sz="2000" b="0" i="1" smtClean="0">
                              <a:latin typeface="Cambria Math" panose="02040503050406030204" pitchFamily="18" charset="0"/>
                              <a:ea typeface="Cambria Math" panose="02040503050406030204" pitchFamily="18" charset="0"/>
                            </a:rPr>
                          </m:ctrlPr>
                        </m:dPr>
                        <m:e>
                          <m:sSub>
                            <m:sSubPr>
                              <m:ctrlPr>
                                <a:rPr lang="en-US" sz="2000" b="1" i="1" smtClean="0">
                                  <a:latin typeface="Cambria Math" panose="02040503050406030204" pitchFamily="18" charset="0"/>
                                  <a:ea typeface="Cambria Math" panose="02040503050406030204" pitchFamily="18" charset="0"/>
                                </a:rPr>
                              </m:ctrlPr>
                            </m:sSubPr>
                            <m:e>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𝝁</m:t>
                                  </m:r>
                                </m:e>
                              </m:acc>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e>
                          </m:acc>
                          <m:r>
                            <a:rPr lang="en-US" sz="2000" b="1" i="0" smtClean="0">
                              <a:latin typeface="Cambria Math" panose="02040503050406030204" pitchFamily="18" charset="0"/>
                              <a:ea typeface="Cambria Math" panose="02040503050406030204" pitchFamily="18" charset="0"/>
                            </a:rPr>
                            <m:t>𝐈</m:t>
                          </m:r>
                        </m:e>
                      </m:d>
                      <m:r>
                        <a:rPr lang="en-US" sz="2000" b="0" i="1" smtClean="0">
                          <a:latin typeface="Cambria Math" panose="02040503050406030204" pitchFamily="18" charset="0"/>
                          <a:ea typeface="Cambria Math" panose="02040503050406030204" pitchFamily="18" charset="0"/>
                        </a:rPr>
                        <m:t> </m:t>
                      </m:r>
                    </m:oMath>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𝝁</m:t>
                              </m:r>
                            </m:e>
                          </m:acc>
                        </m:e>
                        <m:sub>
                          <m:r>
                            <a:rPr lang="en-US" sz="2000" b="0" i="1">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 </m:t>
                      </m:r>
                      <m:f>
                        <m:fPr>
                          <m:ctrlPr>
                            <a:rPr lang="en-US" sz="2000" i="1" smtClean="0">
                              <a:latin typeface="Cambria Math" panose="02040503050406030204" pitchFamily="18" charset="0"/>
                              <a:ea typeface="Cambria Math" panose="02040503050406030204" pitchFamily="18" charset="0"/>
                            </a:rPr>
                          </m:ctrlPr>
                        </m:fPr>
                        <m:num>
                          <m:rad>
                            <m:radPr>
                              <m:degHide m:val="on"/>
                              <m:ctrlPr>
                                <a:rPr lang="en-US" sz="2000" i="1" smtClean="0">
                                  <a:latin typeface="Cambria Math" panose="02040503050406030204" pitchFamily="18" charset="0"/>
                                  <a:ea typeface="Cambria Math" panose="02040503050406030204" pitchFamily="18" charset="0"/>
                                </a:rPr>
                              </m:ctrlPr>
                            </m:radPr>
                            <m:deg/>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𝛼</m:t>
                                  </m:r>
                                </m:e>
                                <m:sub>
                                  <m:r>
                                    <a:rPr lang="en-US" sz="2000" b="0" i="1" smtClean="0">
                                      <a:latin typeface="Cambria Math" panose="02040503050406030204" pitchFamily="18" charset="0"/>
                                      <a:ea typeface="Cambria Math" panose="02040503050406030204" pitchFamily="18" charset="0"/>
                                    </a:rPr>
                                    <m:t>𝑡</m:t>
                                  </m:r>
                                </m:sub>
                              </m:sSub>
                            </m:e>
                          </m:rad>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1−</m:t>
                              </m:r>
                              <m:sSub>
                                <m:sSubPr>
                                  <m:ctrlPr>
                                    <a:rPr lang="en-US" sz="2000" i="1" smtClean="0">
                                      <a:latin typeface="Cambria Math" panose="02040503050406030204" pitchFamily="18" charset="0"/>
                                      <a:ea typeface="Cambria Math" panose="02040503050406030204" pitchFamily="18" charset="0"/>
                                    </a:rPr>
                                  </m:ctrlPr>
                                </m:sSubPr>
                                <m:e>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𝛼</m:t>
                                      </m:r>
                                    </m:e>
                                  </m:acc>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e>
                          </m:d>
                        </m:num>
                        <m:den>
                          <m:r>
                            <a:rPr lang="en-US" sz="2000" b="0" i="1" smtClean="0">
                              <a:latin typeface="Cambria Math" panose="02040503050406030204" pitchFamily="18" charset="0"/>
                              <a:ea typeface="Cambria Math" panose="02040503050406030204" pitchFamily="18" charset="0"/>
                            </a:rPr>
                            <m:t>1−</m:t>
                          </m:r>
                          <m:sSub>
                            <m:sSubPr>
                              <m:ctrlPr>
                                <a:rPr lang="en-US" sz="2000" i="1" smtClean="0">
                                  <a:latin typeface="Cambria Math" panose="02040503050406030204" pitchFamily="18" charset="0"/>
                                  <a:ea typeface="Cambria Math" panose="02040503050406030204" pitchFamily="18" charset="0"/>
                                </a:rPr>
                              </m:ctrlPr>
                            </m:sSubPr>
                            <m:e>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𝛼</m:t>
                                  </m:r>
                                </m:e>
                              </m:acc>
                            </m:e>
                            <m:sub>
                              <m:r>
                                <a:rPr lang="en-US" sz="2000" b="0" i="1" smtClean="0">
                                  <a:latin typeface="Cambria Math" panose="02040503050406030204" pitchFamily="18" charset="0"/>
                                  <a:ea typeface="Cambria Math" panose="02040503050406030204" pitchFamily="18" charset="0"/>
                                </a:rPr>
                                <m:t>𝑡</m:t>
                              </m:r>
                            </m:sub>
                          </m:sSub>
                        </m:den>
                      </m:f>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f>
                        <m:fPr>
                          <m:ctrlPr>
                            <a:rPr lang="en-US" sz="2000" i="1" smtClean="0">
                              <a:latin typeface="Cambria Math" panose="02040503050406030204" pitchFamily="18" charset="0"/>
                              <a:ea typeface="Cambria Math" panose="02040503050406030204" pitchFamily="18" charset="0"/>
                            </a:rPr>
                          </m:ctrlPr>
                        </m:fPr>
                        <m:num>
                          <m:rad>
                            <m:radPr>
                              <m:degHide m:val="on"/>
                              <m:ctrlPr>
                                <a:rPr lang="en-US" sz="2000" i="1" smtClean="0">
                                  <a:latin typeface="Cambria Math" panose="02040503050406030204" pitchFamily="18" charset="0"/>
                                  <a:ea typeface="Cambria Math" panose="02040503050406030204" pitchFamily="18" charset="0"/>
                                </a:rPr>
                              </m:ctrlPr>
                            </m:radPr>
                            <m:deg/>
                            <m:e>
                              <m:sSub>
                                <m:sSubPr>
                                  <m:ctrlPr>
                                    <a:rPr lang="en-US" sz="2000" i="1" smtClean="0">
                                      <a:latin typeface="Cambria Math" panose="02040503050406030204" pitchFamily="18" charset="0"/>
                                      <a:ea typeface="Cambria Math" panose="02040503050406030204" pitchFamily="18" charset="0"/>
                                    </a:rPr>
                                  </m:ctrlPr>
                                </m:sSubPr>
                                <m:e>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𝛼</m:t>
                                      </m:r>
                                    </m:e>
                                  </m:acc>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e>
                          </m:rad>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num>
                        <m:den>
                          <m:r>
                            <a:rPr lang="en-US" sz="2000" b="0" i="1" smtClean="0">
                              <a:latin typeface="Cambria Math" panose="02040503050406030204" pitchFamily="18" charset="0"/>
                              <a:ea typeface="Cambria Math" panose="02040503050406030204" pitchFamily="18" charset="0"/>
                            </a:rPr>
                            <m:t>1−</m:t>
                          </m:r>
                          <m:sSub>
                            <m:sSubPr>
                              <m:ctrlPr>
                                <a:rPr lang="en-US" sz="2000" i="1" smtClean="0">
                                  <a:latin typeface="Cambria Math" panose="02040503050406030204" pitchFamily="18" charset="0"/>
                                  <a:ea typeface="Cambria Math" panose="02040503050406030204" pitchFamily="18" charset="0"/>
                                </a:rPr>
                              </m:ctrlPr>
                            </m:sSubPr>
                            <m:e>
                              <m:acc>
                                <m:accPr>
                                  <m:chr m:val="̅"/>
                                  <m:ctrlPr>
                                    <a:rPr lang="en-US" sz="200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𝛼</m:t>
                                  </m:r>
                                </m:e>
                              </m:acc>
                            </m:e>
                            <m:sub>
                              <m:r>
                                <a:rPr lang="en-US" sz="2000" b="0" i="1" smtClean="0">
                                  <a:latin typeface="Cambria Math" panose="02040503050406030204" pitchFamily="18" charset="0"/>
                                  <a:ea typeface="Cambria Math" panose="02040503050406030204" pitchFamily="18" charset="0"/>
                                </a:rPr>
                                <m:t>𝑡</m:t>
                              </m:r>
                            </m:sub>
                          </m:sSub>
                        </m:den>
                      </m:f>
                      <m:sSub>
                        <m:sSubPr>
                          <m:ctrlPr>
                            <a:rPr lang="en-US" sz="200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oMath>
                    <m:oMath xmlns:m="http://schemas.openxmlformats.org/officeDocument/2006/math">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ea typeface="Cambria Math" panose="02040503050406030204" pitchFamily="18" charset="0"/>
                                </a:rPr>
                                <m:t>𝑡</m:t>
                              </m:r>
                            </m:sub>
                          </m:sSub>
                        </m:e>
                      </m:acc>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𝛼</m:t>
                                  </m:r>
                                </m:e>
                              </m:acc>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num>
                        <m:den>
                          <m:r>
                            <a:rPr lang="en-US" sz="2000" b="0" i="1" smtClean="0">
                              <a:latin typeface="Cambria Math" panose="02040503050406030204" pitchFamily="18" charset="0"/>
                            </a:rPr>
                            <m:t>1−</m:t>
                          </m:r>
                          <m:sSub>
                            <m:sSubPr>
                              <m:ctrlPr>
                                <a:rPr lang="en-US" sz="2000" b="0" i="1" smtClean="0">
                                  <a:latin typeface="Cambria Math" panose="02040503050406030204" pitchFamily="18" charset="0"/>
                                </a:rPr>
                              </m:ctrlPr>
                            </m:sSub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𝛼</m:t>
                                  </m:r>
                                </m:e>
                              </m:acc>
                            </m:e>
                            <m:sub>
                              <m:r>
                                <a:rPr lang="en-US" sz="2000" b="0" i="1" smtClean="0">
                                  <a:latin typeface="Cambria Math" panose="02040503050406030204" pitchFamily="18" charset="0"/>
                                </a:rPr>
                                <m:t>𝑡</m:t>
                              </m:r>
                            </m:sub>
                          </m:sSub>
                        </m:den>
                      </m:f>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𝛽</m:t>
                          </m:r>
                        </m:e>
                        <m:sub>
                          <m:r>
                            <a:rPr lang="en-US" sz="2000" b="0" i="1" smtClean="0">
                              <a:latin typeface="Cambria Math" panose="02040503050406030204" pitchFamily="18" charset="0"/>
                            </a:rPr>
                            <m:t>𝑡</m:t>
                          </m:r>
                        </m:sub>
                      </m:sSub>
                    </m:oMath>
                  </m:oMathPara>
                </a14:m>
                <a:endParaRPr lang="en-US" sz="2000" dirty="0">
                  <a:ea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720D2743-F061-22CB-5907-99B2F191034C}"/>
                  </a:ext>
                </a:extLst>
              </p:cNvPr>
              <p:cNvSpPr txBox="1">
                <a:spLocks noRot="1" noChangeAspect="1" noMove="1" noResize="1" noEditPoints="1" noAdjustHandles="1" noChangeArrowheads="1" noChangeShapeType="1" noTextEdit="1"/>
              </p:cNvSpPr>
              <p:nvPr/>
            </p:nvSpPr>
            <p:spPr>
              <a:xfrm>
                <a:off x="3596481" y="1423336"/>
                <a:ext cx="4999037" cy="2121671"/>
              </a:xfrm>
              <a:prstGeom prst="rect">
                <a:avLst/>
              </a:prstGeom>
              <a:blipFill>
                <a:blip r:embed="rId6"/>
                <a:stretch>
                  <a:fillRect/>
                </a:stretch>
              </a:blipFill>
            </p:spPr>
            <p:txBody>
              <a:bodyPr/>
              <a:lstStyle/>
              <a:p>
                <a:r>
                  <a:rPr lang="en-KR">
                    <a:noFill/>
                  </a:rPr>
                  <a:t> </a:t>
                </a:r>
              </a:p>
            </p:txBody>
          </p:sp>
        </mc:Fallback>
      </mc:AlternateContent>
      <p:sp>
        <p:nvSpPr>
          <p:cNvPr id="6" name="TextBox 5">
            <a:extLst>
              <a:ext uri="{FF2B5EF4-FFF2-40B4-BE49-F238E27FC236}">
                <a16:creationId xmlns:a16="http://schemas.microsoft.com/office/drawing/2014/main" id="{69959A38-C41B-8429-CC95-C701EDCBBFF3}"/>
              </a:ext>
            </a:extLst>
          </p:cNvPr>
          <p:cNvSpPr txBox="1"/>
          <p:nvPr/>
        </p:nvSpPr>
        <p:spPr>
          <a:xfrm>
            <a:off x="2981460" y="3912450"/>
            <a:ext cx="6261234" cy="369332"/>
          </a:xfrm>
          <a:prstGeom prst="rect">
            <a:avLst/>
          </a:prstGeom>
          <a:noFill/>
        </p:spPr>
        <p:txBody>
          <a:bodyPr wrap="squar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1) </a:t>
            </a:r>
            <a:r>
              <a:rPr lang="en-US" dirty="0">
                <a:latin typeface="Pretendard" panose="02000503000000020004" pitchFamily="2" charset="-127"/>
                <a:ea typeface="Pretendard" panose="02000503000000020004" pitchFamily="2" charset="-127"/>
                <a:cs typeface="Pretendard" panose="02000503000000020004" pitchFamily="2" charset="-127"/>
              </a:rPr>
              <a:t>F</a:t>
            </a:r>
            <a:r>
              <a:rPr lang="en-KR" dirty="0">
                <a:latin typeface="Pretendard" panose="02000503000000020004" pitchFamily="2" charset="-127"/>
                <a:ea typeface="Pretendard" panose="02000503000000020004" pitchFamily="2" charset="-127"/>
                <a:cs typeface="Pretendard" panose="02000503000000020004" pitchFamily="2" charset="-127"/>
              </a:rPr>
              <a:t>orward posterior is also an isotropic Gaussian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795C4C-1AE0-03E7-18B6-B58278443108}"/>
                  </a:ext>
                </a:extLst>
              </p:cNvPr>
              <p:cNvSpPr txBox="1"/>
              <p:nvPr/>
            </p:nvSpPr>
            <p:spPr>
              <a:xfrm>
                <a:off x="1363013" y="4464559"/>
                <a:ext cx="9465972" cy="369332"/>
              </a:xfrm>
              <a:prstGeom prst="rect">
                <a:avLst/>
              </a:prstGeom>
              <a:noFill/>
            </p:spPr>
            <p:txBody>
              <a:bodyPr wrap="square" lIns="0" rIns="0" rtlCol="0">
                <a:spAutoFit/>
              </a:bodyPr>
              <a:lstStyle/>
              <a:p>
                <a:pPr algn="ctr"/>
                <a:r>
                  <a:rPr lang="en-US" dirty="0">
                    <a:latin typeface="Pretendard" panose="02000503000000020004" pitchFamily="2" charset="-127"/>
                    <a:ea typeface="Pretendard" panose="02000503000000020004" pitchFamily="2" charset="-127"/>
                    <a:cs typeface="Pretendard" panose="02000503000000020004" pitchFamily="2" charset="-127"/>
                  </a:rPr>
                  <a:t>2) Its mean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 </m:t>
                    </m:r>
                  </m:oMath>
                </a14:m>
                <a:r>
                  <a:rPr lang="en-US" dirty="0">
                    <a:latin typeface="Pretendard" panose="02000503000000020004" pitchFamily="2" charset="-127"/>
                    <a:ea typeface="Pretendard" panose="02000503000000020004" pitchFamily="2" charset="-127"/>
                    <a:cs typeface="Pretendard" panose="02000503000000020004" pitchFamily="2" charset="-127"/>
                  </a:rPr>
                  <a:t>is a </a:t>
                </a:r>
                <a:r>
                  <a:rPr lang="en-US" b="1" dirty="0">
                    <a:latin typeface="Pretendard" panose="02000503000000020004" pitchFamily="2" charset="-127"/>
                    <a:ea typeface="Pretendard" panose="02000503000000020004" pitchFamily="2" charset="-127"/>
                    <a:cs typeface="Pretendard" panose="02000503000000020004" pitchFamily="2" charset="-127"/>
                  </a:rPr>
                  <a:t>mixture of </a:t>
                </a:r>
                <a14:m>
                  <m:oMath xmlns:m="http://schemas.openxmlformats.org/officeDocument/2006/math">
                    <m:sSub>
                      <m:sSubPr>
                        <m:ctrlPr>
                          <a:rPr lang="en-US" b="1"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b="1" i="1" smtClean="0">
                            <a:latin typeface="Cambria Math" panose="02040503050406030204" pitchFamily="18" charset="0"/>
                            <a:ea typeface="Pretendard" panose="02000503000000020004" pitchFamily="2" charset="-127"/>
                            <a:cs typeface="Pretendard" panose="02000503000000020004" pitchFamily="2" charset="-127"/>
                          </a:rPr>
                          <m:t>𝒕</m:t>
                        </m:r>
                      </m:sub>
                    </m:sSub>
                  </m:oMath>
                </a14:m>
                <a:r>
                  <a:rPr lang="en-KR" b="1" dirty="0">
                    <a:latin typeface="Pretendard" panose="02000503000000020004" pitchFamily="2" charset="-127"/>
                    <a:ea typeface="Pretendard" panose="02000503000000020004" pitchFamily="2" charset="-127"/>
                    <a:cs typeface="Pretendard" panose="02000503000000020004" pitchFamily="2" charset="-127"/>
                  </a:rPr>
                  <a:t> and</a:t>
                </a:r>
                <a:r>
                  <a:rPr lang="en-US" b="1" dirty="0">
                    <a:ea typeface="Pretendard" panose="02000503000000020004" pitchFamily="2" charset="-127"/>
                    <a:cs typeface="Pretendard" panose="02000503000000020004" pitchFamily="2" charset="-127"/>
                  </a:rPr>
                  <a:t> </a:t>
                </a:r>
                <a14:m>
                  <m:oMath xmlns:m="http://schemas.openxmlformats.org/officeDocument/2006/math">
                    <m:sSub>
                      <m:sSubPr>
                        <m:ctrlPr>
                          <a:rPr lang="en-US" b="1" i="1">
                            <a:latin typeface="Cambria Math" panose="02040503050406030204" pitchFamily="18" charset="0"/>
                            <a:ea typeface="Pretendard" panose="02000503000000020004" pitchFamily="2" charset="-127"/>
                            <a:cs typeface="Pretendard" panose="02000503000000020004" pitchFamily="2" charset="-127"/>
                          </a:rPr>
                        </m:ctrlPr>
                      </m:sSubPr>
                      <m:e>
                        <m:r>
                          <a:rPr lang="en-US" b="1" i="1">
                            <a:latin typeface="Cambria Math" panose="02040503050406030204" pitchFamily="18" charset="0"/>
                            <a:ea typeface="Pretendard" panose="02000503000000020004" pitchFamily="2" charset="-127"/>
                            <a:cs typeface="Pretendard" panose="02000503000000020004" pitchFamily="2" charset="-127"/>
                          </a:rPr>
                          <m:t>𝒙</m:t>
                        </m:r>
                      </m:e>
                      <m:sub>
                        <m:r>
                          <a:rPr lang="en-US" b="1" i="1" smtClean="0">
                            <a:latin typeface="Cambria Math" panose="02040503050406030204" pitchFamily="18" charset="0"/>
                            <a:ea typeface="Pretendard" panose="02000503000000020004" pitchFamily="2" charset="-127"/>
                            <a:cs typeface="Pretendard" panose="02000503000000020004" pitchFamily="2" charset="-127"/>
                          </a:rPr>
                          <m:t>𝟎</m:t>
                        </m:r>
                      </m:sub>
                    </m:sSub>
                    <m:r>
                      <a:rPr lang="en-US" b="0" i="0" smtClean="0">
                        <a:latin typeface="Cambria Math" panose="02040503050406030204" pitchFamily="18" charset="0"/>
                        <a:ea typeface="Pretendard" panose="02000503000000020004" pitchFamily="2" charset="-127"/>
                        <a:cs typeface="Pretendard" panose="02000503000000020004" pitchFamily="2" charset="-127"/>
                      </a:rPr>
                      <m:t> </m:t>
                    </m:r>
                  </m:oMath>
                </a14:m>
                <a:r>
                  <a:rPr lang="en-KR" dirty="0">
                    <a:latin typeface="Pretendard" panose="02000503000000020004" pitchFamily="2" charset="-127"/>
                    <a:ea typeface="Pretendard" panose="02000503000000020004" pitchFamily="2" charset="-127"/>
                    <a:cs typeface="Pretendard" panose="02000503000000020004" pitchFamily="2" charset="-127"/>
                  </a:rPr>
                  <a:t>according to the variance schedule </a:t>
                </a:r>
              </a:p>
            </p:txBody>
          </p:sp>
        </mc:Choice>
        <mc:Fallback xmlns="">
          <p:sp>
            <p:nvSpPr>
              <p:cNvPr id="7" name="TextBox 6">
                <a:extLst>
                  <a:ext uri="{FF2B5EF4-FFF2-40B4-BE49-F238E27FC236}">
                    <a16:creationId xmlns:a16="http://schemas.microsoft.com/office/drawing/2014/main" id="{78795C4C-1AE0-03E7-18B6-B58278443108}"/>
                  </a:ext>
                </a:extLst>
              </p:cNvPr>
              <p:cNvSpPr txBox="1">
                <a:spLocks noRot="1" noChangeAspect="1" noMove="1" noResize="1" noEditPoints="1" noAdjustHandles="1" noChangeArrowheads="1" noChangeShapeType="1" noTextEdit="1"/>
              </p:cNvSpPr>
              <p:nvPr/>
            </p:nvSpPr>
            <p:spPr>
              <a:xfrm>
                <a:off x="1363013" y="4464559"/>
                <a:ext cx="9465972" cy="369332"/>
              </a:xfrm>
              <a:prstGeom prst="rect">
                <a:avLst/>
              </a:prstGeom>
              <a:blipFill>
                <a:blip r:embed="rId7"/>
                <a:stretch>
                  <a:fillRect t="-6667" b="-23333"/>
                </a:stretch>
              </a:blipFill>
            </p:spPr>
            <p:txBody>
              <a:bodyPr/>
              <a:lstStyle/>
              <a:p>
                <a:r>
                  <a:rPr lang="en-KR">
                    <a:noFill/>
                  </a:rPr>
                  <a:t> </a:t>
                </a:r>
              </a:p>
            </p:txBody>
          </p:sp>
        </mc:Fallback>
      </mc:AlternateContent>
      <p:pic>
        <p:nvPicPr>
          <p:cNvPr id="9" name="Audio 8">
            <a:extLst>
              <a:ext uri="{FF2B5EF4-FFF2-40B4-BE49-F238E27FC236}">
                <a16:creationId xmlns:a16="http://schemas.microsoft.com/office/drawing/2014/main" id="{757689AC-B989-0D86-AF51-685F3EA12BB2}"/>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32069665"/>
      </p:ext>
    </p:extLst>
  </p:cSld>
  <p:clrMapOvr>
    <a:masterClrMapping/>
  </p:clrMapOvr>
  <mc:AlternateContent xmlns:mc="http://schemas.openxmlformats.org/markup-compatibility/2006">
    <mc:Choice xmlns:p14="http://schemas.microsoft.com/office/powerpoint/2010/main" Requires="p14">
      <p:transition spd="slow" p14:dur="2000" advTm="27904"/>
    </mc:Choice>
    <mc:Fallback>
      <p:transition spd="slow" advTm="279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extLst>
    <p:ext uri="{3A86A75C-4F4B-4683-9AE1-C65F6400EC91}">
      <p14:laserTraceLst xmlns:p14="http://schemas.microsoft.com/office/powerpoint/2010/main">
        <p14:tracePtLst>
          <p14:tracePt t="995" x="3614738" y="6705600"/>
          <p14:tracePt t="1003" x="3741738" y="6604000"/>
          <p14:tracePt t="1010" x="3827463" y="6527800"/>
          <p14:tracePt t="1018" x="3878263" y="6484938"/>
          <p14:tracePt t="1032" x="3962400" y="6408738"/>
          <p14:tracePt t="1174" x="4656138" y="5943600"/>
          <p14:tracePt t="19437" x="4656138" y="5910263"/>
          <p14:tracePt t="19445" x="4775200" y="5791200"/>
          <p14:tracePt t="19453" x="4876800" y="5630863"/>
          <p14:tracePt t="19461" x="5003800" y="5461000"/>
          <p14:tracePt t="19469" x="5122863" y="5283200"/>
          <p14:tracePt t="19477" x="5240338" y="5105400"/>
          <p14:tracePt t="19486" x="5453063" y="4783138"/>
          <p14:tracePt t="19494" x="5664200" y="4503738"/>
          <p14:tracePt t="19502" x="5783263" y="4292600"/>
          <p14:tracePt t="19510" x="5842000" y="4233863"/>
          <p14:tracePt t="19519" x="5961063" y="4056063"/>
          <p14:tracePt t="19527" x="6053138" y="3903663"/>
          <p14:tracePt t="19535" x="6113463" y="3810000"/>
          <p14:tracePt t="19543" x="6138863" y="3751263"/>
          <p14:tracePt t="19551" x="6172200" y="3708400"/>
          <p14:tracePt t="19559" x="6189663" y="3690938"/>
          <p14:tracePt t="19568" x="6197600" y="3675063"/>
          <p14:tracePt t="19576" x="6197600" y="3657600"/>
          <p14:tracePt t="19584" x="6215063" y="3657600"/>
          <p14:tracePt t="19625" x="6215063" y="3649663"/>
          <p14:tracePt t="19723" x="6197600" y="3649663"/>
          <p14:tracePt t="19732" x="6189663" y="3649663"/>
          <p14:tracePt t="19748" x="6172200" y="3649663"/>
          <p14:tracePt t="19757" x="6154738" y="3649663"/>
          <p14:tracePt t="19765" x="6138863" y="3649663"/>
          <p14:tracePt t="19774" x="6129338" y="3649663"/>
          <p14:tracePt t="19791" x="6113463" y="3649663"/>
          <p14:tracePt t="19797" x="6096000" y="3649663"/>
          <p14:tracePt t="19807" x="6062663" y="3649663"/>
          <p14:tracePt t="19814" x="6053138" y="3649663"/>
          <p14:tracePt t="19823" x="6037263" y="3649663"/>
          <p14:tracePt t="19830" x="6002338" y="3632200"/>
          <p14:tracePt t="19840" x="5994400" y="3632200"/>
          <p14:tracePt t="19846" x="5976938" y="3614738"/>
          <p14:tracePt t="19855" x="5961063" y="3598863"/>
          <p14:tracePt t="19863" x="5943600" y="3598863"/>
          <p14:tracePt t="19871" x="5918200" y="3589338"/>
          <p14:tracePt t="19879" x="5918200" y="3573463"/>
          <p14:tracePt t="19888" x="5900738" y="3556000"/>
          <p14:tracePt t="19895" x="5884863" y="3538538"/>
          <p14:tracePt t="19904" x="5884863" y="3530600"/>
          <p14:tracePt t="19912" x="5867400" y="3513138"/>
          <p14:tracePt t="19920" x="5859463" y="3479800"/>
          <p14:tracePt t="19928" x="5842000" y="3454400"/>
          <p14:tracePt t="19937" x="5842000" y="3421063"/>
          <p14:tracePt t="19945" x="5824538" y="3395663"/>
          <p14:tracePt t="19953" x="5824538" y="3378200"/>
          <p14:tracePt t="19961" x="5824538" y="3344863"/>
          <p14:tracePt t="19970" x="5824538" y="3327400"/>
          <p14:tracePt t="19977" x="5824538" y="3302000"/>
          <p14:tracePt t="19986" x="5824538" y="3284538"/>
          <p14:tracePt t="19994" x="5824538" y="3259138"/>
          <p14:tracePt t="20002" x="5824538" y="3243263"/>
          <p14:tracePt t="20010" x="5824538" y="3208338"/>
          <p14:tracePt t="20019" x="5824538" y="3200400"/>
          <p14:tracePt t="20027" x="5824538" y="3167063"/>
          <p14:tracePt t="20035" x="5842000" y="3149600"/>
          <p14:tracePt t="20043" x="5842000" y="3132138"/>
          <p14:tracePt t="20052" x="5859463" y="3132138"/>
          <p14:tracePt t="20059" x="5867400" y="3124200"/>
          <p14:tracePt t="20068" x="5900738" y="3106738"/>
          <p14:tracePt t="20076" x="5926138" y="3090863"/>
          <p14:tracePt t="20084" x="5976938" y="3073400"/>
          <p14:tracePt t="20092" x="6002338" y="3065463"/>
          <p14:tracePt t="20100" x="6062663" y="3048000"/>
          <p14:tracePt t="20108" x="6113463" y="3030538"/>
          <p14:tracePt t="20117" x="6138863" y="3030538"/>
          <p14:tracePt t="20125" x="6172200" y="3030538"/>
          <p14:tracePt t="20133" x="6189663" y="3030538"/>
          <p14:tracePt t="20141" x="6197600" y="3030538"/>
          <p14:tracePt t="20182" x="6197600" y="3065463"/>
          <p14:tracePt t="20199" x="6189663" y="3073400"/>
          <p14:tracePt t="20207" x="6189663" y="3090863"/>
          <p14:tracePt t="20215" x="6172200" y="3090863"/>
          <p14:tracePt t="20224" x="6154738" y="3106738"/>
          <p14:tracePt t="20232" x="6129338" y="3124200"/>
          <p14:tracePt t="20240" x="6113463" y="3124200"/>
          <p14:tracePt t="20248" x="6096000" y="3132138"/>
          <p14:tracePt t="20257" x="6078538" y="3132138"/>
          <p14:tracePt t="20264" x="6053138" y="3132138"/>
          <p14:tracePt t="20274" x="6037263" y="3132138"/>
          <p14:tracePt t="20281" x="6019800" y="3132138"/>
          <p14:tracePt t="20290" x="5976938" y="3132138"/>
          <p14:tracePt t="20297" x="5961063" y="3132138"/>
          <p14:tracePt t="20307" x="5918200" y="3132138"/>
          <p14:tracePt t="20314" x="5884863" y="3132138"/>
          <p14:tracePt t="20323" x="5842000" y="3132138"/>
          <p14:tracePt t="20330" x="5783263" y="3132138"/>
          <p14:tracePt t="20340" x="5748338" y="3132138"/>
          <p14:tracePt t="20346" x="5689600" y="3132138"/>
          <p14:tracePt t="20355" x="5630863" y="3124200"/>
          <p14:tracePt t="20363" x="5595938" y="3106738"/>
          <p14:tracePt t="20371" x="5554663" y="3073400"/>
          <p14:tracePt t="20379" x="5511800" y="3048000"/>
          <p14:tracePt t="20387" x="5478463" y="3030538"/>
          <p14:tracePt t="20396" x="5468938" y="2997200"/>
          <p14:tracePt t="20404" x="5435600" y="2989263"/>
          <p14:tracePt t="20412" x="5435600" y="2938463"/>
          <p14:tracePt t="20420" x="5435600" y="2913063"/>
          <p14:tracePt t="20428" x="5435600" y="2870200"/>
          <p14:tracePt t="20437" x="5435600" y="2776538"/>
          <p14:tracePt t="20445" x="5435600" y="2760663"/>
          <p14:tracePt t="20453" x="5435600" y="2700338"/>
          <p14:tracePt t="20461" x="5494338" y="2598738"/>
          <p14:tracePt t="20469" x="5511800" y="2547938"/>
          <p14:tracePt t="20478" x="5554663" y="2506663"/>
          <p14:tracePt t="20486" x="5595938" y="2463800"/>
          <p14:tracePt t="20494" x="5613400" y="2430463"/>
          <p14:tracePt t="20502" x="5630863" y="2413000"/>
          <p14:tracePt t="20510" x="5646738" y="2413000"/>
          <p14:tracePt t="20519" x="5672138" y="2413000"/>
          <p14:tracePt t="20527" x="5689600" y="2413000"/>
          <p14:tracePt t="20543" x="5707063" y="2413000"/>
          <p14:tracePt t="20551" x="5722938" y="2446338"/>
          <p14:tracePt t="20560" x="5765800" y="2489200"/>
          <p14:tracePt t="20568" x="5799138" y="2540000"/>
          <p14:tracePt t="20576" x="5808663" y="2565400"/>
          <p14:tracePt t="20584" x="5842000" y="2624138"/>
          <p14:tracePt t="20592" x="5884863" y="2684463"/>
          <p14:tracePt t="20600" x="5900738" y="2735263"/>
          <p14:tracePt t="20609" x="5918200" y="2760663"/>
          <p14:tracePt t="20617" x="5926138" y="2819400"/>
          <p14:tracePt t="20625" x="5943600" y="2852738"/>
          <p14:tracePt t="20633" x="5943600" y="2895600"/>
          <p14:tracePt t="20642" x="5943600" y="2938463"/>
          <p14:tracePt t="20650" x="5943600" y="2971800"/>
          <p14:tracePt t="20658" x="5943600" y="3014663"/>
          <p14:tracePt t="20666" x="5943600" y="3030538"/>
          <p14:tracePt t="20674" x="5900738" y="3065463"/>
          <p14:tracePt t="20682" x="5884863" y="3073400"/>
          <p14:tracePt t="20691" x="5842000" y="3073400"/>
          <p14:tracePt t="20699" x="5799138" y="3073400"/>
          <p14:tracePt t="20707" x="5783263" y="3073400"/>
          <p14:tracePt t="20715" x="5748338" y="3073400"/>
          <p14:tracePt t="20724" x="5732463" y="3065463"/>
          <p14:tracePt t="20732" x="5707063" y="2989263"/>
          <p14:tracePt t="20740" x="5707063" y="2895600"/>
          <p14:tracePt t="20748" x="5707063" y="2819400"/>
          <p14:tracePt t="20757" x="5707063" y="2717800"/>
          <p14:tracePt t="20764" x="5707063" y="2608263"/>
          <p14:tracePt t="20774" x="5732463" y="2565400"/>
          <p14:tracePt t="20781" x="5783263" y="2506663"/>
          <p14:tracePt t="20790" x="5842000" y="2471738"/>
          <p14:tracePt t="20797" x="5976938" y="2405063"/>
          <p14:tracePt t="20807" x="6053138" y="2387600"/>
          <p14:tracePt t="20814" x="6189663" y="2387600"/>
          <p14:tracePt t="20823" x="6350000" y="2387600"/>
          <p14:tracePt t="20830" x="6545263" y="2387600"/>
          <p14:tracePt t="20840" x="6713538" y="2446338"/>
          <p14:tracePt t="20846" x="6891338" y="2547938"/>
          <p14:tracePt t="20855" x="7053263" y="2641600"/>
          <p14:tracePt t="20863" x="7221538" y="2760663"/>
          <p14:tracePt t="20871" x="7264400" y="2794000"/>
          <p14:tracePt t="20879" x="7373938" y="2878138"/>
          <p14:tracePt t="20887" x="7450138" y="2928938"/>
          <p14:tracePt t="20895" x="7510463" y="2989263"/>
          <p14:tracePt t="20904" x="7535863" y="3014663"/>
          <p14:tracePt t="20912" x="7569200" y="3030538"/>
          <p14:tracePt t="20920" x="7586663" y="3048000"/>
          <p14:tracePt t="20953" x="7594600" y="3048000"/>
          <p14:tracePt t="20985" x="7612063" y="3030538"/>
          <p14:tracePt t="20994" x="7612063" y="3014663"/>
          <p14:tracePt t="21002" x="7612063" y="2997200"/>
          <p14:tracePt t="21035" x="7627938" y="2997200"/>
          <p14:tracePt t="21084" x="7627938" y="3014663"/>
          <p14:tracePt t="21092" x="7627938" y="3030538"/>
          <p14:tracePt t="21101" x="7627938" y="3065463"/>
          <p14:tracePt t="21108" x="7612063" y="3065463"/>
          <p14:tracePt t="21117" x="7594600" y="3073400"/>
          <p14:tracePt t="21125" x="7535863" y="3124200"/>
          <p14:tracePt t="21133" x="7510463" y="3124200"/>
          <p14:tracePt t="21141" x="7459663" y="3132138"/>
          <p14:tracePt t="21149" x="7416800" y="3132138"/>
          <p14:tracePt t="21158" x="7358063" y="3132138"/>
          <p14:tracePt t="21166" x="7323138" y="3132138"/>
          <p14:tracePt t="21174" x="7281863" y="3124200"/>
          <p14:tracePt t="21183" x="7205663" y="3065463"/>
          <p14:tracePt t="21190" x="7188200" y="2997200"/>
          <p14:tracePt t="21199" x="7162800" y="2895600"/>
          <p14:tracePt t="21207" x="7145338" y="2794000"/>
          <p14:tracePt t="21215" x="7145338" y="2684463"/>
          <p14:tracePt t="21224" x="7145338" y="2624138"/>
          <p14:tracePt t="21231" x="7145338" y="2547938"/>
          <p14:tracePt t="21241" x="7145338" y="2471738"/>
          <p14:tracePt t="21248" x="7145338" y="2430463"/>
          <p14:tracePt t="21257" x="7145338" y="2413000"/>
          <p14:tracePt t="21264" x="7180263" y="2405063"/>
          <p14:tracePt t="21274" x="7180263" y="2387600"/>
          <p14:tracePt t="21281" x="7205663" y="2387600"/>
          <p14:tracePt t="21290" x="7239000" y="2387600"/>
          <p14:tracePt t="21297" x="7256463" y="2387600"/>
          <p14:tracePt t="21307" x="7297738" y="2387600"/>
          <p14:tracePt t="21313" x="7358063" y="2387600"/>
          <p14:tracePt t="21323" x="7399338" y="2430463"/>
          <p14:tracePt t="21330" x="7450138" y="2463800"/>
          <p14:tracePt t="21340" x="7493000" y="2506663"/>
          <p14:tracePt t="21346" x="7535863" y="2547938"/>
          <p14:tracePt t="21355" x="7551738" y="2582863"/>
          <p14:tracePt t="21363" x="7586663" y="2641600"/>
          <p14:tracePt t="21371" x="7594600" y="2684463"/>
          <p14:tracePt t="21379" x="7612063" y="2743200"/>
          <p14:tracePt t="21387" x="7612063" y="2776538"/>
          <p14:tracePt t="21395" x="7612063" y="2836863"/>
          <p14:tracePt t="21404" x="7612063" y="2878138"/>
          <p14:tracePt t="21412" x="7612063" y="2913063"/>
          <p14:tracePt t="21420" x="7612063" y="2954338"/>
          <p14:tracePt t="21428" x="7612063" y="2989263"/>
          <p14:tracePt t="21436" x="7586663" y="3014663"/>
          <p14:tracePt t="21444" x="7586663" y="3030538"/>
          <p14:tracePt t="21453" x="7569200" y="3048000"/>
          <p14:tracePt t="21461" x="7551738" y="3065463"/>
          <p14:tracePt t="21469" x="7475538" y="3149600"/>
          <p14:tracePt t="26812" x="7323138" y="3243263"/>
          <p14:tracePt t="26821" x="7053263" y="3513138"/>
          <p14:tracePt t="26829" x="6697663" y="3843338"/>
          <p14:tracePt t="26837" x="6426200" y="4097338"/>
          <p14:tracePt t="26845" x="6172200" y="4368800"/>
          <p14:tracePt t="26853" x="5926138" y="4564063"/>
          <p14:tracePt t="26861" x="5722938" y="4741863"/>
          <p14:tracePt t="26870" x="5316538" y="5113338"/>
          <p14:tracePt t="26878" x="4953000" y="5443538"/>
          <p14:tracePt t="26887" x="4622800" y="5732463"/>
          <p14:tracePt t="26894" x="4343400" y="5926138"/>
          <p14:tracePt t="26903" x="4132263" y="6121400"/>
          <p14:tracePt t="26911" x="3903663" y="6299200"/>
          <p14:tracePt t="26919" x="3708400" y="6451600"/>
          <p14:tracePt t="26927" x="3530600" y="6570663"/>
          <p14:tracePt t="26935" x="3378200" y="6705600"/>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D20E-E20B-B0CA-F8B7-E95FC62B5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C0DD2-FC5D-73E6-DBC6-E49B1F60C762}"/>
              </a:ext>
            </a:extLst>
          </p:cNvPr>
          <p:cNvSpPr>
            <a:spLocks noGrp="1"/>
          </p:cNvSpPr>
          <p:nvPr>
            <p:ph type="title"/>
          </p:nvPr>
        </p:nvSpPr>
        <p:spPr>
          <a:xfrm>
            <a:off x="609600" y="914401"/>
            <a:ext cx="10972800" cy="535531"/>
          </a:xfrm>
        </p:spPr>
        <p:txBody>
          <a:bodyPr/>
          <a:lstStyle/>
          <a:p>
            <a:r>
              <a:rPr lang="en-KR" dirty="0"/>
              <a:t>Loss function from variational inference</a:t>
            </a:r>
          </a:p>
        </p:txBody>
      </p:sp>
      <p:sp>
        <p:nvSpPr>
          <p:cNvPr id="4" name="Slide Number Placeholder 3">
            <a:extLst>
              <a:ext uri="{FF2B5EF4-FFF2-40B4-BE49-F238E27FC236}">
                <a16:creationId xmlns:a16="http://schemas.microsoft.com/office/drawing/2014/main" id="{F092B8CC-F469-F08C-BDAF-709597EB5B0E}"/>
              </a:ext>
            </a:extLst>
          </p:cNvPr>
          <p:cNvSpPr>
            <a:spLocks noGrp="1"/>
          </p:cNvSpPr>
          <p:nvPr>
            <p:ph type="sldNum" sz="quarter" idx="13"/>
          </p:nvPr>
        </p:nvSpPr>
        <p:spPr/>
        <p:txBody>
          <a:bodyPr/>
          <a:lstStyle/>
          <a:p>
            <a:fld id="{EB4B8DE2-A4E8-46E4-8BBF-D75455EFF32C}" type="slidenum">
              <a:rPr lang="en-US" smtClean="0"/>
              <a:pPr/>
              <a:t>26</a:t>
            </a:fld>
            <a:endParaRPr lang="en-US" dirty="0"/>
          </a:p>
        </p:txBody>
      </p:sp>
      <p:sp>
        <p:nvSpPr>
          <p:cNvPr id="5" name="Content Placeholder 4">
            <a:extLst>
              <a:ext uri="{FF2B5EF4-FFF2-40B4-BE49-F238E27FC236}">
                <a16:creationId xmlns:a16="http://schemas.microsoft.com/office/drawing/2014/main" id="{69B2AA89-C250-ED5D-7089-6E18652005BD}"/>
              </a:ext>
            </a:extLst>
          </p:cNvPr>
          <p:cNvSpPr>
            <a:spLocks noGrp="1"/>
          </p:cNvSpPr>
          <p:nvPr>
            <p:ph sz="quarter" idx="14"/>
          </p:nvPr>
        </p:nvSpPr>
        <p:spPr/>
        <p:txBody>
          <a:bodyPr/>
          <a:lstStyle/>
          <a:p>
            <a:endParaRPr lang="en-KR" dirty="0"/>
          </a:p>
        </p:txBody>
      </p:sp>
      <p:sp>
        <p:nvSpPr>
          <p:cNvPr id="7" name="Left Brace 6">
            <a:extLst>
              <a:ext uri="{FF2B5EF4-FFF2-40B4-BE49-F238E27FC236}">
                <a16:creationId xmlns:a16="http://schemas.microsoft.com/office/drawing/2014/main" id="{F356D479-01F5-E87C-0021-AE73BFA83F56}"/>
              </a:ext>
            </a:extLst>
          </p:cNvPr>
          <p:cNvSpPr/>
          <p:nvPr/>
        </p:nvSpPr>
        <p:spPr>
          <a:xfrm rot="16200000">
            <a:off x="7099662" y="894805"/>
            <a:ext cx="461554" cy="4306389"/>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10" name="TextBox 9">
            <a:extLst>
              <a:ext uri="{FF2B5EF4-FFF2-40B4-BE49-F238E27FC236}">
                <a16:creationId xmlns:a16="http://schemas.microsoft.com/office/drawing/2014/main" id="{B6196F44-B5C0-26C9-1B0A-51FBE0DB1FEF}"/>
              </a:ext>
            </a:extLst>
          </p:cNvPr>
          <p:cNvSpPr txBox="1"/>
          <p:nvPr/>
        </p:nvSpPr>
        <p:spPr>
          <a:xfrm>
            <a:off x="5411645" y="3429000"/>
            <a:ext cx="3837589"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KL divergence between</a:t>
            </a:r>
          </a:p>
          <a:p>
            <a:pPr algn="ctr"/>
            <a:r>
              <a:rPr lang="en-US" dirty="0">
                <a:latin typeface="Pretendard" panose="02000503000000020004" pitchFamily="2" charset="-127"/>
                <a:ea typeface="Pretendard" panose="02000503000000020004" pitchFamily="2" charset="-127"/>
                <a:cs typeface="Pretendard" panose="02000503000000020004" pitchFamily="2" charset="-127"/>
              </a:rPr>
              <a:t>t</a:t>
            </a:r>
            <a:r>
              <a:rPr lang="en-KR" dirty="0">
                <a:latin typeface="Pretendard" panose="02000503000000020004" pitchFamily="2" charset="-127"/>
                <a:ea typeface="Pretendard" panose="02000503000000020004" pitchFamily="2" charset="-127"/>
                <a:cs typeface="Pretendard" panose="02000503000000020004" pitchFamily="2" charset="-127"/>
              </a:rPr>
              <a:t>he forward posterior and the model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53BA7CB-645F-4CCB-570A-82CE916E6E36}"/>
                  </a:ext>
                </a:extLst>
              </p:cNvPr>
              <p:cNvSpPr txBox="1"/>
              <p:nvPr/>
            </p:nvSpPr>
            <p:spPr>
              <a:xfrm>
                <a:off x="2670250" y="2629866"/>
                <a:ext cx="311367"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𝑇</m:t>
                          </m:r>
                        </m:sub>
                      </m:sSub>
                    </m:oMath>
                  </m:oMathPara>
                </a14:m>
                <a:endParaRPr lang="en-KR" dirty="0" err="1"/>
              </a:p>
            </p:txBody>
          </p:sp>
        </mc:Choice>
        <mc:Fallback xmlns="">
          <p:sp>
            <p:nvSpPr>
              <p:cNvPr id="9" name="TextBox 8">
                <a:extLst>
                  <a:ext uri="{FF2B5EF4-FFF2-40B4-BE49-F238E27FC236}">
                    <a16:creationId xmlns:a16="http://schemas.microsoft.com/office/drawing/2014/main" id="{E316A74F-5C02-44E4-C92F-D44F34AB0DDB}"/>
                  </a:ext>
                </a:extLst>
              </p:cNvPr>
              <p:cNvSpPr txBox="1">
                <a:spLocks noRot="1" noChangeAspect="1" noMove="1" noResize="1" noEditPoints="1" noAdjustHandles="1" noChangeArrowheads="1" noChangeShapeType="1" noTextEdit="1"/>
              </p:cNvSpPr>
              <p:nvPr/>
            </p:nvSpPr>
            <p:spPr>
              <a:xfrm>
                <a:off x="2670250" y="2629866"/>
                <a:ext cx="311367" cy="369332"/>
              </a:xfrm>
              <a:prstGeom prst="rect">
                <a:avLst/>
              </a:prstGeom>
              <a:blipFill>
                <a:blip r:embed="rId6"/>
                <a:stretch>
                  <a:fillRect l="-16000" r="-4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F9B7F6-9D8A-6EAD-109D-1927EFDCD858}"/>
                  </a:ext>
                </a:extLst>
              </p:cNvPr>
              <p:cNvSpPr txBox="1"/>
              <p:nvPr/>
            </p:nvSpPr>
            <p:spPr>
              <a:xfrm>
                <a:off x="7096375" y="2629866"/>
                <a:ext cx="491738"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m:oMathPara>
                </a14:m>
                <a:endParaRPr lang="en-KR" dirty="0" err="1"/>
              </a:p>
            </p:txBody>
          </p:sp>
        </mc:Choice>
        <mc:Fallback xmlns="">
          <p:sp>
            <p:nvSpPr>
              <p:cNvPr id="11" name="TextBox 10">
                <a:extLst>
                  <a:ext uri="{FF2B5EF4-FFF2-40B4-BE49-F238E27FC236}">
                    <a16:creationId xmlns:a16="http://schemas.microsoft.com/office/drawing/2014/main" id="{4A462D65-8137-6162-34B5-F6AB6363BCDE}"/>
                  </a:ext>
                </a:extLst>
              </p:cNvPr>
              <p:cNvSpPr txBox="1">
                <a:spLocks noRot="1" noChangeAspect="1" noMove="1" noResize="1" noEditPoints="1" noAdjustHandles="1" noChangeArrowheads="1" noChangeShapeType="1" noTextEdit="1"/>
              </p:cNvSpPr>
              <p:nvPr/>
            </p:nvSpPr>
            <p:spPr>
              <a:xfrm>
                <a:off x="7096375" y="2629866"/>
                <a:ext cx="491738" cy="369332"/>
              </a:xfrm>
              <a:prstGeom prst="rect">
                <a:avLst/>
              </a:prstGeom>
              <a:blipFill>
                <a:blip r:embed="rId7"/>
                <a:stretch>
                  <a:fillRect l="-10000" r="-25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EE8F3D0-9E22-1FC1-0BFE-406371F19CFC}"/>
                  </a:ext>
                </a:extLst>
              </p:cNvPr>
              <p:cNvSpPr txBox="1"/>
              <p:nvPr/>
            </p:nvSpPr>
            <p:spPr>
              <a:xfrm>
                <a:off x="10453531" y="2629866"/>
                <a:ext cx="291683"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0</m:t>
                          </m:r>
                        </m:sub>
                      </m:sSub>
                    </m:oMath>
                  </m:oMathPara>
                </a14:m>
                <a:endParaRPr lang="en-KR" dirty="0" err="1"/>
              </a:p>
            </p:txBody>
          </p:sp>
        </mc:Choice>
        <mc:Fallback xmlns="">
          <p:sp>
            <p:nvSpPr>
              <p:cNvPr id="12" name="TextBox 11">
                <a:extLst>
                  <a:ext uri="{FF2B5EF4-FFF2-40B4-BE49-F238E27FC236}">
                    <a16:creationId xmlns:a16="http://schemas.microsoft.com/office/drawing/2014/main" id="{83576C82-7E5E-97A2-6A4B-51D4CB215A19}"/>
                  </a:ext>
                </a:extLst>
              </p:cNvPr>
              <p:cNvSpPr txBox="1">
                <a:spLocks noRot="1" noChangeAspect="1" noMove="1" noResize="1" noEditPoints="1" noAdjustHandles="1" noChangeArrowheads="1" noChangeShapeType="1" noTextEdit="1"/>
              </p:cNvSpPr>
              <p:nvPr/>
            </p:nvSpPr>
            <p:spPr>
              <a:xfrm>
                <a:off x="10453531" y="2629866"/>
                <a:ext cx="291683" cy="369332"/>
              </a:xfrm>
              <a:prstGeom prst="rect">
                <a:avLst/>
              </a:prstGeom>
              <a:blipFill>
                <a:blip r:embed="rId8"/>
                <a:stretch>
                  <a:fillRect l="-16667" r="-4167"/>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CB6473F-E578-9950-BDE2-313C126E97BE}"/>
                  </a:ext>
                </a:extLst>
              </p:cNvPr>
              <p:cNvSpPr txBox="1"/>
              <p:nvPr/>
            </p:nvSpPr>
            <p:spPr>
              <a:xfrm>
                <a:off x="5338730" y="5160917"/>
                <a:ext cx="4007059" cy="646331"/>
              </a:xfrm>
              <a:prstGeom prst="rect">
                <a:avLst/>
              </a:prstGeom>
              <a:noFill/>
            </p:spPr>
            <p:txBody>
              <a:bodyPr wrap="none" lIns="0" rIns="0" rtlCol="0">
                <a:spAutoFit/>
              </a:bodyPr>
              <a:lstStyle/>
              <a:p>
                <a:pPr marL="342900" indent="-342900" algn="ctr">
                  <a:buAutoNum type="arabicParenR"/>
                </a:pPr>
                <a:r>
                  <a:rPr lang="en-KR" dirty="0">
                    <a:latin typeface="Pretendard" panose="02000503000000020004" pitchFamily="2" charset="-127"/>
                    <a:ea typeface="Pretendard" panose="02000503000000020004" pitchFamily="2" charset="-127"/>
                    <a:cs typeface="Pretendard" panose="02000503000000020004" pitchFamily="2" charset="-127"/>
                  </a:rPr>
                  <a:t>What is the posterior </a:t>
                </a:r>
                <a14:m>
                  <m:oMath xmlns:m="http://schemas.openxmlformats.org/officeDocument/2006/math">
                    <m:r>
                      <a:rPr lang="en-US" b="0"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𝑥</m:t>
                            </m:r>
                          </m:e>
                          <m:sub>
                            <m:r>
                              <a:rPr lang="en-US" b="0" i="1">
                                <a:latin typeface="Cambria Math" panose="02040503050406030204" pitchFamily="18" charset="0"/>
                                <a:ea typeface="Cambria Math" panose="02040503050406030204" pitchFamily="18" charset="0"/>
                              </a:rPr>
                              <m:t>𝑡</m:t>
                            </m:r>
                            <m:r>
                              <a:rPr lang="en-US" b="0"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𝑥</m:t>
                            </m:r>
                          </m:e>
                          <m:sub>
                            <m:r>
                              <a:rPr lang="en-US" b="0" i="1">
                                <a:latin typeface="Cambria Math" panose="02040503050406030204" pitchFamily="18" charset="0"/>
                                <a:ea typeface="Cambria Math" panose="02040503050406030204" pitchFamily="18" charset="0"/>
                              </a:rPr>
                              <m:t>𝑡</m:t>
                            </m:r>
                          </m:sub>
                        </m:sSub>
                        <m:r>
                          <a:rPr lang="en-US" b="0"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a:latin typeface="Cambria Math" panose="02040503050406030204" pitchFamily="18" charset="0"/>
                                <a:ea typeface="Cambria Math" panose="02040503050406030204" pitchFamily="18" charset="0"/>
                              </a:rPr>
                              <m:t>𝑥</m:t>
                            </m:r>
                          </m:e>
                          <m:sub>
                            <m:r>
                              <a:rPr lang="en-US" b="0" i="1">
                                <a:latin typeface="Cambria Math" panose="02040503050406030204" pitchFamily="18" charset="0"/>
                                <a:ea typeface="Cambria Math" panose="02040503050406030204" pitchFamily="18" charset="0"/>
                              </a:rPr>
                              <m:t>0</m:t>
                            </m:r>
                          </m:sub>
                        </m:sSub>
                      </m:e>
                    </m:d>
                  </m:oMath>
                </a14:m>
                <a:r>
                  <a:rPr lang="en-KR" dirty="0">
                    <a:latin typeface="Pretendard" panose="02000503000000020004" pitchFamily="2" charset="-127"/>
                    <a:ea typeface="Pretendard" panose="02000503000000020004" pitchFamily="2" charset="-127"/>
                    <a:cs typeface="Pretendard" panose="02000503000000020004" pitchFamily="2" charset="-127"/>
                  </a:rPr>
                  <a:t>?</a:t>
                </a:r>
              </a:p>
              <a:p>
                <a:pPr marL="342900" indent="-342900" algn="ctr">
                  <a:buAutoNum type="arabicParenR"/>
                </a:pPr>
                <a:r>
                  <a:rPr lang="en-KR" b="1" dirty="0">
                    <a:latin typeface="Pretendard" panose="02000503000000020004" pitchFamily="2" charset="-127"/>
                    <a:ea typeface="Pretendard" panose="02000503000000020004" pitchFamily="2" charset="-127"/>
                    <a:cs typeface="Pretendard" panose="02000503000000020004" pitchFamily="2" charset="-127"/>
                  </a:rPr>
                  <a:t>What is the model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𝒑</m:t>
                        </m:r>
                      </m:e>
                      <m:sub>
                        <m:r>
                          <a:rPr lang="en-US" b="1" i="1">
                            <a:latin typeface="Cambria Math" panose="02040503050406030204" pitchFamily="18" charset="0"/>
                          </a:rPr>
                          <m:t>𝜽</m:t>
                        </m:r>
                      </m:sub>
                    </m:sSub>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𝒕</m:t>
                            </m:r>
                            <m:r>
                              <a:rPr lang="en-US" b="1" i="1">
                                <a:latin typeface="Cambria Math" panose="02040503050406030204" pitchFamily="18" charset="0"/>
                              </a:rPr>
                              <m:t>−</m:t>
                            </m:r>
                            <m:r>
                              <a:rPr lang="en-US" b="1" i="1">
                                <a:latin typeface="Cambria Math" panose="02040503050406030204" pitchFamily="18" charset="0"/>
                              </a:rPr>
                              <m:t>𝟏</m:t>
                            </m:r>
                          </m:sub>
                        </m:sSub>
                      </m:e>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𝒕</m:t>
                            </m:r>
                          </m:sub>
                        </m:sSub>
                      </m:e>
                    </m:d>
                  </m:oMath>
                </a14:m>
                <a:r>
                  <a:rPr lang="en-KR" b="1" dirty="0">
                    <a:latin typeface="Pretendard" panose="02000503000000020004" pitchFamily="2" charset="-127"/>
                    <a:ea typeface="Pretendard" panose="02000503000000020004" pitchFamily="2" charset="-127"/>
                    <a:cs typeface="Pretendard" panose="02000503000000020004" pitchFamily="2" charset="-127"/>
                  </a:rPr>
                  <a:t>?</a:t>
                </a:r>
              </a:p>
            </p:txBody>
          </p:sp>
        </mc:Choice>
        <mc:Fallback xmlns="">
          <p:sp>
            <p:nvSpPr>
              <p:cNvPr id="14" name="TextBox 13">
                <a:extLst>
                  <a:ext uri="{FF2B5EF4-FFF2-40B4-BE49-F238E27FC236}">
                    <a16:creationId xmlns:a16="http://schemas.microsoft.com/office/drawing/2014/main" id="{4CB6473F-E578-9950-BDE2-313C126E97BE}"/>
                  </a:ext>
                </a:extLst>
              </p:cNvPr>
              <p:cNvSpPr txBox="1">
                <a:spLocks noRot="1" noChangeAspect="1" noMove="1" noResize="1" noEditPoints="1" noAdjustHandles="1" noChangeArrowheads="1" noChangeShapeType="1" noTextEdit="1"/>
              </p:cNvSpPr>
              <p:nvPr/>
            </p:nvSpPr>
            <p:spPr>
              <a:xfrm>
                <a:off x="5338730" y="5160917"/>
                <a:ext cx="4007059" cy="646331"/>
              </a:xfrm>
              <a:prstGeom prst="rect">
                <a:avLst/>
              </a:prstGeom>
              <a:blipFill>
                <a:blip r:embed="rId9"/>
                <a:stretch>
                  <a:fillRect l="-2848" t="-3846" r="-3165" b="-13462"/>
                </a:stretch>
              </a:blipFill>
            </p:spPr>
            <p:txBody>
              <a:bodyPr/>
              <a:lstStyle/>
              <a:p>
                <a:r>
                  <a:rPr lang="en-KR">
                    <a:noFill/>
                  </a:rPr>
                  <a:t> </a:t>
                </a:r>
              </a:p>
            </p:txBody>
          </p:sp>
        </mc:Fallback>
      </mc:AlternateContent>
      <p:cxnSp>
        <p:nvCxnSpPr>
          <p:cNvPr id="16" name="Straight Arrow Connector 15">
            <a:extLst>
              <a:ext uri="{FF2B5EF4-FFF2-40B4-BE49-F238E27FC236}">
                <a16:creationId xmlns:a16="http://schemas.microsoft.com/office/drawing/2014/main" id="{0CA501CF-D5E3-6C17-F5CD-0A14446CE2BA}"/>
              </a:ext>
            </a:extLst>
          </p:cNvPr>
          <p:cNvCxnSpPr>
            <a:cxnSpLocks/>
            <a:stCxn id="10" idx="2"/>
            <a:endCxn id="14" idx="0"/>
          </p:cNvCxnSpPr>
          <p:nvPr/>
        </p:nvCxnSpPr>
        <p:spPr>
          <a:xfrm>
            <a:off x="7330440" y="4075331"/>
            <a:ext cx="11820" cy="1085586"/>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3901B3E-3635-067A-5887-27F264338F3D}"/>
              </a:ext>
            </a:extLst>
          </p:cNvPr>
          <p:cNvCxnSpPr>
            <a:cxnSpLocks/>
          </p:cNvCxnSpPr>
          <p:nvPr/>
        </p:nvCxnSpPr>
        <p:spPr>
          <a:xfrm flipV="1">
            <a:off x="1363222" y="1803042"/>
            <a:ext cx="2925423" cy="767029"/>
          </a:xfrm>
          <a:prstGeom prst="line">
            <a:avLst/>
          </a:prstGeom>
          <a:ln w="28575"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 Placeholder 2">
                <a:extLst>
                  <a:ext uri="{FF2B5EF4-FFF2-40B4-BE49-F238E27FC236}">
                    <a16:creationId xmlns:a16="http://schemas.microsoft.com/office/drawing/2014/main" id="{0F6A7FD1-9355-9194-E76E-72EB355DF3D2}"/>
                  </a:ext>
                </a:extLst>
              </p:cNvPr>
              <p:cNvSpPr txBox="1">
                <a:spLocks/>
              </p:cNvSpPr>
              <p:nvPr/>
            </p:nvSpPr>
            <p:spPr>
              <a:xfrm>
                <a:off x="609600" y="1697083"/>
                <a:ext cx="11295017" cy="1411669"/>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𝑇</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r>
                                <a:rPr lang="en-US" i="1" smtClean="0">
                                  <a:latin typeface="Cambria Math" panose="02040503050406030204" pitchFamily="18" charset="0"/>
                                </a:rPr>
                                <m:t>𝑝</m:t>
                              </m:r>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𝑇</m:t>
                                      </m:r>
                                    </m:sub>
                                  </m:sSub>
                                </m:e>
                              </m:d>
                            </m:e>
                          </m:d>
                          <m:r>
                            <a:rPr lang="en-US" i="1" smtClean="0">
                              <a:latin typeface="Cambria Math" panose="02040503050406030204" pitchFamily="18" charset="0"/>
                              <a:ea typeface="Cambria Math" panose="02040503050406030204" pitchFamily="18" charset="0"/>
                            </a:rPr>
                            <m:t>+ </m:t>
                          </m:r>
                          <m:nary>
                            <m:naryPr>
                              <m:chr m:val="∑"/>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=2</m:t>
                              </m:r>
                            </m:sub>
                            <m:sup>
                              <m:r>
                                <a:rPr lang="en-US" i="1" smtClean="0">
                                  <a:latin typeface="Cambria Math" panose="02040503050406030204" pitchFamily="18" charset="0"/>
                                  <a:ea typeface="Cambria Math" panose="02040503050406030204" pitchFamily="18" charset="0"/>
                                </a:rPr>
                                <m:t>𝑇</m:t>
                              </m:r>
                            </m:sup>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𝐷</m:t>
                                  </m:r>
                                </m:e>
                                <m:sub>
                                  <m:r>
                                    <a:rPr lang="en-US" i="1" smtClean="0">
                                      <a:latin typeface="Cambria Math" panose="02040503050406030204" pitchFamily="18" charset="0"/>
                                      <a:ea typeface="Cambria Math" panose="02040503050406030204" pitchFamily="18" charset="0"/>
                                    </a:rPr>
                                    <m:t>𝐾𝐿</m:t>
                                  </m:r>
                                </m:sub>
                              </m:sSub>
                              <m:d>
                                <m:dPr>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𝑞</m:t>
                                  </m:r>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r>
                                            <a:rPr lang="en-US" i="1" smtClean="0">
                                              <a:latin typeface="Cambria Math" panose="02040503050406030204" pitchFamily="18" charset="0"/>
                                              <a:ea typeface="Cambria Math" panose="02040503050406030204" pitchFamily="18" charset="0"/>
                                            </a:rPr>
                                            <m:t>−1</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𝑡</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d>
                                  <m:r>
                                    <a:rPr lang="en-US"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smtClean="0">
                                      <a:latin typeface="Cambria Math" panose="02040503050406030204" pitchFamily="18" charset="0"/>
                                    </a:rPr>
                                    <m:t> </m:t>
                                  </m:r>
                                  <m:sSub>
                                    <m:sSubPr>
                                      <m:ctrlPr>
                                        <a:rPr lang="en-US" i="1" smtClean="0">
                                          <a:latin typeface="Cambria Math" panose="02040503050406030204" pitchFamily="18" charset="0"/>
                                        </a:rPr>
                                      </m:ctrlPr>
                                    </m:sSubPr>
                                    <m:e>
                                      <m:r>
                                        <a:rPr lang="en-US" i="1" smtClean="0">
                                          <a:latin typeface="Cambria Math" panose="02040503050406030204" pitchFamily="18" charset="0"/>
                                        </a:rPr>
                                        <m:t>𝑝</m:t>
                                      </m:r>
                                    </m:e>
                                    <m:sub>
                                      <m:r>
                                        <a:rPr lang="en-US" i="1" smtClean="0">
                                          <a:latin typeface="Cambria Math" panose="02040503050406030204" pitchFamily="18" charset="0"/>
                                        </a:rPr>
                                        <m:t>𝜃</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r>
                                            <a:rPr lang="en-US" i="1" smtClean="0">
                                              <a:latin typeface="Cambria Math" panose="02040503050406030204" pitchFamily="18" charset="0"/>
                                            </a:rPr>
                                            <m:t>−1</m:t>
                                          </m:r>
                                        </m:sub>
                                      </m:sSub>
                                    </m:e>
                                    <m:e>
                                      <m:sSub>
                                        <m:sSubPr>
                                          <m:ctrlPr>
                                            <a:rPr lang="en-US" i="1" smtClean="0">
                                              <a:latin typeface="Cambria Math" panose="02040503050406030204" pitchFamily="18" charset="0"/>
                                            </a:rPr>
                                          </m:ctrlPr>
                                        </m:sSubPr>
                                        <m:e>
                                          <m:r>
                                            <a:rPr lang="en-US" b="1" i="1" smtClean="0">
                                              <a:latin typeface="Cambria Math" panose="02040503050406030204" pitchFamily="18" charset="0"/>
                                            </a:rPr>
                                            <m:t>𝒙</m:t>
                                          </m:r>
                                        </m:e>
                                        <m:sub>
                                          <m:r>
                                            <a:rPr lang="en-US" i="1" smtClean="0">
                                              <a:latin typeface="Cambria Math" panose="02040503050406030204" pitchFamily="18" charset="0"/>
                                            </a:rPr>
                                            <m:t>𝑡</m:t>
                                          </m:r>
                                        </m:sub>
                                      </m:sSub>
                                    </m:e>
                                  </m:d>
                                </m:e>
                              </m:d>
                            </m:e>
                          </m:nary>
                          <m:r>
                            <a:rPr lang="en-US" i="1" smtClean="0">
                              <a:latin typeface="Cambria Math" panose="02040503050406030204" pitchFamily="18" charset="0"/>
                              <a:ea typeface="Cambria Math" panose="02040503050406030204" pitchFamily="18" charset="0"/>
                            </a:rPr>
                            <m:t>−</m:t>
                          </m:r>
                          <m:func>
                            <m:funcPr>
                              <m:ctrlPr>
                                <a:rPr lang="en-US" i="1" smtClean="0">
                                  <a:latin typeface="Cambria Math" panose="02040503050406030204" pitchFamily="18" charset="0"/>
                                  <a:ea typeface="Cambria Math" panose="02040503050406030204" pitchFamily="18" charset="0"/>
                                </a:rPr>
                              </m:ctrlPr>
                            </m:funcPr>
                            <m:fName>
                              <m:r>
                                <m:rPr>
                                  <m:sty m:val="p"/>
                                </m:rPr>
                                <a:rPr lang="en-US" smtClean="0">
                                  <a:latin typeface="Cambria Math" panose="02040503050406030204" pitchFamily="18" charset="0"/>
                                  <a:ea typeface="Cambria Math" panose="02040503050406030204" pitchFamily="18" charset="0"/>
                                </a:rPr>
                                <m:t>log</m:t>
                              </m:r>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𝑝</m:t>
                                  </m:r>
                                </m:e>
                                <m:sub>
                                  <m:r>
                                    <a:rPr lang="en-US" i="1" smtClean="0">
                                      <a:latin typeface="Cambria Math" panose="02040503050406030204" pitchFamily="18" charset="0"/>
                                      <a:ea typeface="Cambria Math" panose="02040503050406030204" pitchFamily="18" charset="0"/>
                                    </a:rPr>
                                    <m:t>𝜃</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e>
                          </m:func>
                        </m:e>
                      </m:d>
                    </m:oMath>
                  </m:oMathPara>
                </a14:m>
                <a:endParaRPr lang="en-KR" dirty="0"/>
              </a:p>
            </p:txBody>
          </p:sp>
        </mc:Choice>
        <mc:Fallback xmlns="">
          <p:sp>
            <p:nvSpPr>
              <p:cNvPr id="19" name="Text Placeholder 2">
                <a:extLst>
                  <a:ext uri="{FF2B5EF4-FFF2-40B4-BE49-F238E27FC236}">
                    <a16:creationId xmlns:a16="http://schemas.microsoft.com/office/drawing/2014/main" id="{0F6A7FD1-9355-9194-E76E-72EB355DF3D2}"/>
                  </a:ext>
                </a:extLst>
              </p:cNvPr>
              <p:cNvSpPr txBox="1">
                <a:spLocks noRot="1" noChangeAspect="1" noMove="1" noResize="1" noEditPoints="1" noAdjustHandles="1" noChangeArrowheads="1" noChangeShapeType="1" noTextEdit="1"/>
              </p:cNvSpPr>
              <p:nvPr/>
            </p:nvSpPr>
            <p:spPr>
              <a:xfrm>
                <a:off x="609600" y="1697083"/>
                <a:ext cx="11295017" cy="1411669"/>
              </a:xfrm>
              <a:prstGeom prst="rect">
                <a:avLst/>
              </a:prstGeom>
              <a:blipFill>
                <a:blip r:embed="rId10"/>
                <a:stretch>
                  <a:fillRect l="-337" t="-86607" b="-101786"/>
                </a:stretch>
              </a:blipFill>
            </p:spPr>
            <p:txBody>
              <a:bodyPr/>
              <a:lstStyle/>
              <a:p>
                <a:r>
                  <a:rPr lang="en-KR">
                    <a:noFill/>
                  </a:rPr>
                  <a:t> </a:t>
                </a:r>
              </a:p>
            </p:txBody>
          </p:sp>
        </mc:Fallback>
      </mc:AlternateContent>
      <p:pic>
        <p:nvPicPr>
          <p:cNvPr id="26" name="Audio 25">
            <a:extLst>
              <a:ext uri="{FF2B5EF4-FFF2-40B4-BE49-F238E27FC236}">
                <a16:creationId xmlns:a16="http://schemas.microsoft.com/office/drawing/2014/main" id="{CD3E43DB-47E9-30E7-652D-295F9F92109A}"/>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877528269"/>
      </p:ext>
    </p:extLst>
  </p:cSld>
  <p:clrMapOvr>
    <a:masterClrMapping/>
  </p:clrMapOvr>
  <mc:AlternateContent xmlns:mc="http://schemas.openxmlformats.org/markup-compatibility/2006">
    <mc:Choice xmlns:p14="http://schemas.microsoft.com/office/powerpoint/2010/main" Requires="p14">
      <p:transition spd="slow" p14:dur="2000" advTm="9973"/>
    </mc:Choice>
    <mc:Fallback>
      <p:transition spd="slow" advTm="99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26"/>
                </p:tgtEl>
              </p:cMediaNode>
            </p:audio>
          </p:childTnLst>
        </p:cTn>
      </p:par>
    </p:tnLst>
    <p:bldLst>
      <p:bldP spid="7" grpId="0" animBg="1"/>
      <p:bldP spid="10" grpId="0"/>
      <p:bldP spid="14" grpId="0"/>
    </p:bldLst>
  </p:timing>
  <p:extLst>
    <p:ext uri="{3A86A75C-4F4B-4683-9AE1-C65F6400EC91}">
      <p14:laserTraceLst xmlns:p14="http://schemas.microsoft.com/office/powerpoint/2010/main">
        <p14:tracePtLst>
          <p14:tracePt t="2556" x="3708400" y="6367463"/>
          <p14:tracePt t="2564" x="3843338" y="6230938"/>
          <p14:tracePt t="2573" x="4081463" y="6002338"/>
          <p14:tracePt t="2578" x="4351338" y="5748338"/>
          <p14:tracePt t="2586" x="4564063" y="5554663"/>
          <p14:tracePt t="2594" x="4640263" y="5478463"/>
          <p14:tracePt t="2602" x="4757738" y="5359400"/>
          <p14:tracePt t="2610" x="4851400" y="5283200"/>
          <p14:tracePt t="2618" x="4927600" y="5207000"/>
          <p14:tracePt t="2626" x="4970463" y="5164138"/>
          <p14:tracePt t="2635" x="5003800" y="5130800"/>
          <p14:tracePt t="2643" x="5011738" y="5130800"/>
          <p14:tracePt t="2651" x="5029200" y="5113338"/>
          <p14:tracePt t="2676" x="5046663" y="5113338"/>
          <p14:tracePt t="3065" x="5062538" y="5113338"/>
          <p14:tracePt t="3110" x="5062538" y="5130800"/>
          <p14:tracePt t="3429" x="5072063" y="5130800"/>
          <p14:tracePt t="3439" x="5138738" y="5130800"/>
          <p14:tracePt t="3446" x="5148263" y="5130800"/>
          <p14:tracePt t="3455" x="5257800" y="5148263"/>
          <p14:tracePt t="3462" x="5359400" y="5164138"/>
          <p14:tracePt t="3472" x="5494338" y="5173663"/>
          <p14:tracePt t="3479" x="5646738" y="5189538"/>
          <p14:tracePt t="3488" x="5859463" y="5207000"/>
          <p14:tracePt t="3495" x="6078538" y="5207000"/>
          <p14:tracePt t="3503" x="6324600" y="5207000"/>
          <p14:tracePt t="3511" x="6561138" y="5207000"/>
          <p14:tracePt t="3520" x="6799263" y="5207000"/>
          <p14:tracePt t="3528" x="6992938" y="5207000"/>
          <p14:tracePt t="3536" x="7069138" y="5207000"/>
          <p14:tracePt t="3544" x="7239000" y="5207000"/>
          <p14:tracePt t="3552" x="7373938" y="5207000"/>
          <p14:tracePt t="3561" x="7475538" y="5207000"/>
          <p14:tracePt t="3569" x="7551738" y="5207000"/>
          <p14:tracePt t="3577" x="7594600" y="5207000"/>
          <p14:tracePt t="3585" x="7645400" y="5207000"/>
          <p14:tracePt t="3593" x="7670800" y="5207000"/>
          <p14:tracePt t="3602" x="7688263" y="5207000"/>
          <p14:tracePt t="3610" x="7704138" y="5207000"/>
          <p14:tracePt t="3626" x="7721600" y="5207000"/>
          <p14:tracePt t="3790" x="7721600" y="5224463"/>
          <p14:tracePt t="3823" x="7721600" y="5240338"/>
          <p14:tracePt t="3856" x="7704138" y="5249863"/>
          <p14:tracePt t="3880" x="7688263" y="5265738"/>
          <p14:tracePt t="3890" x="7688263" y="5283200"/>
          <p14:tracePt t="3906" x="7670800" y="5283200"/>
          <p14:tracePt t="3913" x="7670800" y="5300663"/>
          <p14:tracePt t="3923" x="7653338" y="5300663"/>
          <p14:tracePt t="3929" x="7645400" y="5308600"/>
          <p14:tracePt t="3954" x="7627938" y="5326063"/>
          <p14:tracePt t="4643" x="7627938" y="5341938"/>
          <p14:tracePt t="4700" x="7612063" y="5341938"/>
          <p14:tracePt t="4741" x="7612063" y="5359400"/>
          <p14:tracePt t="5200" x="7612063" y="5376863"/>
          <p14:tracePt t="5216" x="7612063" y="5384800"/>
          <p14:tracePt t="5224" x="7612063" y="5402263"/>
          <p14:tracePt t="5232" x="7612063" y="5418138"/>
          <p14:tracePt t="5249" x="7612063" y="5443538"/>
          <p14:tracePt t="5257" x="7612063" y="5461000"/>
          <p14:tracePt t="5265" x="7612063" y="5478463"/>
          <p14:tracePt t="5274" x="7612063" y="5494338"/>
          <p14:tracePt t="5282" x="7612063" y="5503863"/>
          <p14:tracePt t="5290" x="7612063" y="5519738"/>
          <p14:tracePt t="5298" x="7612063" y="5554663"/>
          <p14:tracePt t="5314" x="7612063" y="5580063"/>
          <p14:tracePt t="5323" x="7612063" y="5595938"/>
          <p14:tracePt t="5331" x="7612063" y="5613400"/>
          <p14:tracePt t="5339" x="7612063" y="5630863"/>
          <p14:tracePt t="5347" x="7612063" y="5638800"/>
          <p14:tracePt t="5364" x="7594600" y="5656263"/>
          <p14:tracePt t="5372" x="7594600" y="5672138"/>
          <p14:tracePt t="5389" x="7594600" y="5689600"/>
          <p14:tracePt t="5413" x="7594600" y="5707063"/>
          <p14:tracePt t="5429" x="7594600" y="5715000"/>
          <p14:tracePt t="5438" x="7594600" y="5732463"/>
          <p14:tracePt t="5454" x="7594600" y="5748338"/>
          <p14:tracePt t="5462" x="7594600" y="5765800"/>
          <p14:tracePt t="5478" x="7594600" y="5773738"/>
          <p14:tracePt t="5503" x="7594600" y="5791200"/>
          <p14:tracePt t="5519" x="7594600" y="5808663"/>
          <p14:tracePt t="5544" x="7594600" y="5824538"/>
          <p14:tracePt t="8519" x="7586663" y="5824538"/>
          <p14:tracePt t="8535" x="7586663" y="5834063"/>
          <p14:tracePt t="8543" x="7569200" y="5834063"/>
          <p14:tracePt t="8560" x="7551738" y="5834063"/>
          <p14:tracePt t="8568" x="7518400" y="5849938"/>
          <p14:tracePt t="8576" x="7475538" y="5900738"/>
          <p14:tracePt t="8584" x="7434263" y="5926138"/>
          <p14:tracePt t="8592" x="7391400" y="5961063"/>
          <p14:tracePt t="8601" x="7323138" y="5986463"/>
          <p14:tracePt t="8609" x="7239000" y="6045200"/>
          <p14:tracePt t="8617" x="7119938" y="6121400"/>
          <p14:tracePt t="8626" x="7010400" y="6180138"/>
          <p14:tracePt t="8633" x="6858000" y="6273800"/>
          <p14:tracePt t="8642" x="6738938" y="6332538"/>
          <p14:tracePt t="8650" x="6604000" y="6426200"/>
          <p14:tracePt t="8658" x="6459538" y="6510338"/>
          <p14:tracePt t="8666" x="6307138" y="6629400"/>
          <p14:tracePt t="8674" x="6129338" y="6738938"/>
          <p14:tracePt t="8683" x="5976938" y="6824663"/>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BF91C8-B1D3-97F2-8346-46118927F138}"/>
              </a:ext>
            </a:extLst>
          </p:cNvPr>
          <p:cNvSpPr>
            <a:spLocks noGrp="1"/>
          </p:cNvSpPr>
          <p:nvPr>
            <p:ph type="sldNum" sz="quarter" idx="13"/>
          </p:nvPr>
        </p:nvSpPr>
        <p:spPr/>
        <p:txBody>
          <a:bodyPr/>
          <a:lstStyle/>
          <a:p>
            <a:fld id="{EB4B8DE2-A4E8-46E4-8BBF-D75455EFF32C}" type="slidenum">
              <a:rPr lang="en-US" smtClean="0"/>
              <a:pPr/>
              <a:t>27</a:t>
            </a:fld>
            <a:endParaRPr lang="en-US" dirty="0"/>
          </a:p>
        </p:txBody>
      </p:sp>
      <p:sp>
        <p:nvSpPr>
          <p:cNvPr id="5" name="Content Placeholder 4">
            <a:extLst>
              <a:ext uri="{FF2B5EF4-FFF2-40B4-BE49-F238E27FC236}">
                <a16:creationId xmlns:a16="http://schemas.microsoft.com/office/drawing/2014/main" id="{13FA273F-F595-B579-76CC-5FF19DDB9FAF}"/>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395BF8-43C0-CDDB-FD4D-0884B2CBB59B}"/>
                  </a:ext>
                </a:extLst>
              </p:cNvPr>
              <p:cNvSpPr txBox="1"/>
              <p:nvPr/>
            </p:nvSpPr>
            <p:spPr>
              <a:xfrm>
                <a:off x="3681268" y="1536706"/>
                <a:ext cx="4829464"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0" smtClean="0">
                              <a:solidFill>
                                <a:schemeClr val="tx1"/>
                              </a:solidFill>
                              <a:latin typeface="Cambria Math" panose="02040503050406030204" pitchFamily="18" charset="0"/>
                              <a:ea typeface="Cambria Math" panose="02040503050406030204" pitchFamily="18" charset="0"/>
                            </a:rPr>
                            <m:t>𝚺</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KR" sz="2000" dirty="0">
                  <a:solidFill>
                    <a:schemeClr val="tx1"/>
                  </a:solidFill>
                </a:endParaRPr>
              </a:p>
            </p:txBody>
          </p:sp>
        </mc:Choice>
        <mc:Fallback xmlns="">
          <p:sp>
            <p:nvSpPr>
              <p:cNvPr id="9" name="TextBox 8">
                <a:extLst>
                  <a:ext uri="{FF2B5EF4-FFF2-40B4-BE49-F238E27FC236}">
                    <a16:creationId xmlns:a16="http://schemas.microsoft.com/office/drawing/2014/main" id="{8C395BF8-43C0-CDDB-FD4D-0884B2CBB59B}"/>
                  </a:ext>
                </a:extLst>
              </p:cNvPr>
              <p:cNvSpPr txBox="1">
                <a:spLocks noRot="1" noChangeAspect="1" noMove="1" noResize="1" noEditPoints="1" noAdjustHandles="1" noChangeArrowheads="1" noChangeShapeType="1" noTextEdit="1"/>
              </p:cNvSpPr>
              <p:nvPr/>
            </p:nvSpPr>
            <p:spPr>
              <a:xfrm>
                <a:off x="3681268" y="1536706"/>
                <a:ext cx="4829464" cy="400110"/>
              </a:xfrm>
              <a:prstGeom prst="rect">
                <a:avLst/>
              </a:prstGeom>
              <a:blipFill>
                <a:blip r:embed="rId6"/>
                <a:stretch>
                  <a:fillRect l="-785" r="-1571" b="-1818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71D5A2-FFF5-F622-B4ED-926549995BFB}"/>
                  </a:ext>
                </a:extLst>
              </p:cNvPr>
              <p:cNvSpPr txBox="1"/>
              <p:nvPr/>
            </p:nvSpPr>
            <p:spPr>
              <a:xfrm>
                <a:off x="687977" y="870857"/>
                <a:ext cx="5719643" cy="369332"/>
              </a:xfrm>
              <a:prstGeom prst="rect">
                <a:avLst/>
              </a:prstGeom>
              <a:noFill/>
            </p:spPr>
            <p:txBody>
              <a:bodyPr wrap="none" lIns="0" rIns="0" rtlCol="0">
                <a:spAutoFit/>
              </a:bodyPr>
              <a:lstStyle/>
              <a:p>
                <a:r>
                  <a:rPr lang="en-US" altLang="ko-KR" dirty="0">
                    <a:latin typeface="Pretendard" panose="02000503000000020004" pitchFamily="2" charset="-127"/>
                    <a:ea typeface="Pretendard" panose="02000503000000020004" pitchFamily="2" charset="-127"/>
                    <a:cs typeface="Pretendard" panose="02000503000000020004" pitchFamily="2" charset="-127"/>
                  </a:rPr>
                  <a:t>Recall</a:t>
                </a:r>
                <a:r>
                  <a:rPr lang="ko-KR" altLang="en-US" dirty="0">
                    <a:latin typeface="Pretendard" panose="02000503000000020004" pitchFamily="2" charset="-127"/>
                    <a:ea typeface="Pretendard" panose="02000503000000020004" pitchFamily="2" charset="-127"/>
                    <a:cs typeface="Pretendard" panose="02000503000000020004" pitchFamily="2" charset="-127"/>
                  </a:rPr>
                  <a:t> </a:t>
                </a:r>
                <a:r>
                  <a:rPr lang="en-US" altLang="ko-KR" dirty="0">
                    <a:latin typeface="Pretendard" panose="02000503000000020004" pitchFamily="2" charset="-127"/>
                    <a:ea typeface="Pretendard" panose="02000503000000020004" pitchFamily="2" charset="-127"/>
                    <a:cs typeface="Pretendard" panose="02000503000000020004" pitchFamily="2" charset="-127"/>
                  </a:rPr>
                  <a:t>that</a:t>
                </a:r>
                <a:r>
                  <a:rPr lang="ko-KR" altLang="en-US" dirty="0">
                    <a:latin typeface="Pretendard" panose="02000503000000020004" pitchFamily="2" charset="-127"/>
                    <a:ea typeface="Pretendard" panose="02000503000000020004" pitchFamily="2" charset="-127"/>
                    <a:cs typeface="Pretendard" panose="02000503000000020004" pitchFamily="2" charset="-127"/>
                  </a:rPr>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𝑝</m:t>
                        </m:r>
                      </m:e>
                      <m:sub>
                        <m:r>
                          <a:rPr lang="en-US" i="1">
                            <a:solidFill>
                              <a:schemeClr val="tx1"/>
                            </a:solidFill>
                            <a:latin typeface="Cambria Math" panose="02040503050406030204" pitchFamily="18" charset="0"/>
                          </a:rPr>
                          <m:t>𝜃</m:t>
                        </m:r>
                      </m:sub>
                    </m:sSub>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r>
                              <a:rPr lang="en-US" i="1">
                                <a:solidFill>
                                  <a:schemeClr val="tx1"/>
                                </a:solidFill>
                                <a:latin typeface="Cambria Math" panose="02040503050406030204" pitchFamily="18" charset="0"/>
                              </a:rPr>
                              <m:t>−1</m:t>
                            </m:r>
                          </m:sub>
                        </m:sSub>
                      </m:e>
                      <m:e>
                        <m:sSub>
                          <m:sSubPr>
                            <m:ctrlPr>
                              <a:rPr lang="en-US"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𝒙</m:t>
                            </m:r>
                          </m:e>
                          <m:sub>
                            <m:r>
                              <a:rPr lang="en-US" i="1">
                                <a:solidFill>
                                  <a:schemeClr val="tx1"/>
                                </a:solidFill>
                                <a:latin typeface="Cambria Math" panose="02040503050406030204" pitchFamily="18" charset="0"/>
                              </a:rPr>
                              <m:t>𝑡</m:t>
                            </m:r>
                          </m:sub>
                        </m:sSub>
                      </m:e>
                    </m:d>
                  </m:oMath>
                </a14:m>
                <a:r>
                  <a:rPr lang="en-KR" dirty="0">
                    <a:solidFill>
                      <a:schemeClr val="tx1"/>
                    </a:solidFill>
                  </a:rPr>
                  <a:t> </a:t>
                </a:r>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is defined as a Gaussian density.</a:t>
                </a:r>
              </a:p>
            </p:txBody>
          </p:sp>
        </mc:Choice>
        <mc:Fallback xmlns="">
          <p:sp>
            <p:nvSpPr>
              <p:cNvPr id="10" name="TextBox 9">
                <a:extLst>
                  <a:ext uri="{FF2B5EF4-FFF2-40B4-BE49-F238E27FC236}">
                    <a16:creationId xmlns:a16="http://schemas.microsoft.com/office/drawing/2014/main" id="{0671D5A2-FFF5-F622-B4ED-926549995BFB}"/>
                  </a:ext>
                </a:extLst>
              </p:cNvPr>
              <p:cNvSpPr txBox="1">
                <a:spLocks noRot="1" noChangeAspect="1" noMove="1" noResize="1" noEditPoints="1" noAdjustHandles="1" noChangeArrowheads="1" noChangeShapeType="1" noTextEdit="1"/>
              </p:cNvSpPr>
              <p:nvPr/>
            </p:nvSpPr>
            <p:spPr>
              <a:xfrm>
                <a:off x="687977" y="870857"/>
                <a:ext cx="5719643" cy="369332"/>
              </a:xfrm>
              <a:prstGeom prst="rect">
                <a:avLst/>
              </a:prstGeom>
              <a:blipFill>
                <a:blip r:embed="rId7"/>
                <a:stretch>
                  <a:fillRect l="-2661" t="-6667" r="-1552"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AE72647-621C-6359-E857-31C97F4553A4}"/>
                  </a:ext>
                </a:extLst>
              </p:cNvPr>
              <p:cNvSpPr txBox="1"/>
              <p:nvPr/>
            </p:nvSpPr>
            <p:spPr>
              <a:xfrm>
                <a:off x="687976" y="2303417"/>
                <a:ext cx="7375802" cy="371127"/>
              </a:xfrm>
              <a:prstGeom prst="rect">
                <a:avLst/>
              </a:prstGeom>
              <a:noFill/>
            </p:spPr>
            <p:txBody>
              <a:bodyPr wrap="none" lIns="0" rIns="0" rtlCol="0">
                <a:spAutoFit/>
              </a:bodyPr>
              <a:lstStyle/>
              <a:p>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In DDPM, we fix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𝚺</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oMath>
                </a14:m>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as an untrained time-dependent constant </a:t>
                </a:r>
                <a14:m>
                  <m:oMath xmlns:m="http://schemas.openxmlformats.org/officeDocument/2006/math">
                    <m:sSubSup>
                      <m:sSubSupPr>
                        <m:ctrlP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ctrlPr>
                      </m:sSubSupPr>
                      <m:e>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𝜎</m:t>
                        </m:r>
                      </m:e>
                      <m:sub>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𝑡</m:t>
                        </m:r>
                      </m:sub>
                      <m:sup>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2</m:t>
                        </m:r>
                      </m:sup>
                    </m:sSubSup>
                    <m:r>
                      <a:rPr lang="en-US" b="1" i="0"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𝐈</m:t>
                    </m:r>
                  </m:oMath>
                </a14:m>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endParaRPr lang="en-KR" b="1"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11" name="TextBox 10">
                <a:extLst>
                  <a:ext uri="{FF2B5EF4-FFF2-40B4-BE49-F238E27FC236}">
                    <a16:creationId xmlns:a16="http://schemas.microsoft.com/office/drawing/2014/main" id="{3AE72647-621C-6359-E857-31C97F4553A4}"/>
                  </a:ext>
                </a:extLst>
              </p:cNvPr>
              <p:cNvSpPr txBox="1">
                <a:spLocks noRot="1" noChangeAspect="1" noMove="1" noResize="1" noEditPoints="1" noAdjustHandles="1" noChangeArrowheads="1" noChangeShapeType="1" noTextEdit="1"/>
              </p:cNvSpPr>
              <p:nvPr/>
            </p:nvSpPr>
            <p:spPr>
              <a:xfrm>
                <a:off x="687976" y="2303417"/>
                <a:ext cx="7375802" cy="371127"/>
              </a:xfrm>
              <a:prstGeom prst="rect">
                <a:avLst/>
              </a:prstGeom>
              <a:blipFill>
                <a:blip r:embed="rId8"/>
                <a:stretch>
                  <a:fillRect l="-2062" t="-6667" r="-172"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A2DB31F-B015-AECE-C3B3-CCD58CE6E157}"/>
                  </a:ext>
                </a:extLst>
              </p:cNvPr>
              <p:cNvSpPr txBox="1"/>
              <p:nvPr/>
            </p:nvSpPr>
            <p:spPr>
              <a:xfrm>
                <a:off x="4002093" y="3041145"/>
                <a:ext cx="4187813" cy="402161"/>
              </a:xfrm>
              <a:prstGeom prst="rect">
                <a:avLst/>
              </a:prstGeom>
              <a:noFill/>
            </p:spPr>
            <p:txBody>
              <a:bodyPr wrap="none" lIns="0" r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Pretendard" panose="02000503000000020004" pitchFamily="2" charset="-127"/>
                            <a:cs typeface="Pretendard" panose="02000503000000020004" pitchFamily="2" charset="-127"/>
                          </a:rPr>
                        </m:ctrlPr>
                      </m:sSubSupPr>
                      <m:e>
                        <m:r>
                          <a:rPr lang="en-US" sz="2000" i="1">
                            <a:latin typeface="Cambria Math" panose="02040503050406030204" pitchFamily="18" charset="0"/>
                            <a:ea typeface="Pretendard" panose="02000503000000020004" pitchFamily="2" charset="-127"/>
                            <a:cs typeface="Pretendard" panose="02000503000000020004" pitchFamily="2" charset="-127"/>
                          </a:rPr>
                          <m:t>𝜎</m:t>
                        </m:r>
                      </m:e>
                      <m:sub>
                        <m:r>
                          <a:rPr lang="en-US" sz="2000" i="1">
                            <a:latin typeface="Cambria Math" panose="02040503050406030204" pitchFamily="18" charset="0"/>
                            <a:ea typeface="Pretendard" panose="02000503000000020004" pitchFamily="2" charset="-127"/>
                            <a:cs typeface="Pretendard" panose="02000503000000020004" pitchFamily="2" charset="-127"/>
                          </a:rPr>
                          <m:t>𝑡</m:t>
                        </m:r>
                      </m:sub>
                      <m:sup>
                        <m:r>
                          <a:rPr lang="en-US" sz="2000" i="1">
                            <a:latin typeface="Cambria Math" panose="02040503050406030204" pitchFamily="18" charset="0"/>
                            <a:ea typeface="Pretendard" panose="02000503000000020004" pitchFamily="2" charset="-127"/>
                            <a:cs typeface="Pretendard" panose="02000503000000020004" pitchFamily="2" charset="-127"/>
                          </a:rPr>
                          <m:t>2</m:t>
                        </m:r>
                      </m:sup>
                    </m:sSubSup>
                    <m:r>
                      <a:rPr lang="en-US" sz="2000" b="1">
                        <a:latin typeface="Cambria Math" panose="02040503050406030204" pitchFamily="18" charset="0"/>
                        <a:ea typeface="Pretendard" panose="02000503000000020004" pitchFamily="2" charset="-127"/>
                        <a:cs typeface="Pretendard" panose="02000503000000020004" pitchFamily="2" charset="-127"/>
                      </a:rPr>
                      <m:t>𝐈</m:t>
                    </m:r>
                  </m:oMath>
                </a14:m>
                <a:r>
                  <a:rPr lang="en-KR" sz="2000" dirty="0">
                    <a:solidFill>
                      <a:schemeClr val="tx1"/>
                    </a:solidFill>
                  </a:rPr>
                  <a:t>)</a:t>
                </a:r>
              </a:p>
            </p:txBody>
          </p:sp>
        </mc:Choice>
        <mc:Fallback xmlns="">
          <p:sp>
            <p:nvSpPr>
              <p:cNvPr id="12" name="TextBox 11">
                <a:extLst>
                  <a:ext uri="{FF2B5EF4-FFF2-40B4-BE49-F238E27FC236}">
                    <a16:creationId xmlns:a16="http://schemas.microsoft.com/office/drawing/2014/main" id="{CA2DB31F-B015-AECE-C3B3-CCD58CE6E157}"/>
                  </a:ext>
                </a:extLst>
              </p:cNvPr>
              <p:cNvSpPr txBox="1">
                <a:spLocks noRot="1" noChangeAspect="1" noMove="1" noResize="1" noEditPoints="1" noAdjustHandles="1" noChangeArrowheads="1" noChangeShapeType="1" noTextEdit="1"/>
              </p:cNvSpPr>
              <p:nvPr/>
            </p:nvSpPr>
            <p:spPr>
              <a:xfrm>
                <a:off x="4002093" y="3041145"/>
                <a:ext cx="4187813" cy="402161"/>
              </a:xfrm>
              <a:prstGeom prst="rect">
                <a:avLst/>
              </a:prstGeom>
              <a:blipFill>
                <a:blip r:embed="rId9"/>
                <a:stretch>
                  <a:fillRect l="-2424" t="-9091" r="-3030" b="-24242"/>
                </a:stretch>
              </a:blipFill>
            </p:spPr>
            <p:txBody>
              <a:bodyPr/>
              <a:lstStyle/>
              <a:p>
                <a:r>
                  <a:rPr lang="en-KR">
                    <a:noFill/>
                  </a:rPr>
                  <a:t> </a:t>
                </a:r>
              </a:p>
            </p:txBody>
          </p:sp>
        </mc:Fallback>
      </mc:AlternateContent>
      <p:sp>
        <p:nvSpPr>
          <p:cNvPr id="13" name="TextBox 12">
            <a:extLst>
              <a:ext uri="{FF2B5EF4-FFF2-40B4-BE49-F238E27FC236}">
                <a16:creationId xmlns:a16="http://schemas.microsoft.com/office/drawing/2014/main" id="{2CC4A79E-C11A-3753-AFCD-75766CE807C8}"/>
              </a:ext>
            </a:extLst>
          </p:cNvPr>
          <p:cNvSpPr txBox="1"/>
          <p:nvPr/>
        </p:nvSpPr>
        <p:spPr>
          <a:xfrm>
            <a:off x="687976" y="3812330"/>
            <a:ext cx="11171328" cy="369332"/>
          </a:xfrm>
          <a:prstGeom prst="rect">
            <a:avLst/>
          </a:prstGeom>
          <a:noFill/>
        </p:spPr>
        <p:txBody>
          <a:bodyPr wrap="none" lIns="0" rIns="0" rtlCol="0">
            <a:spAutoFit/>
          </a:bodyPr>
          <a:lstStyle/>
          <a:p>
            <a:r>
              <a:rPr lang="en-US"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Now we can simplify KL divergence between two </a:t>
            </a:r>
            <a:r>
              <a:rPr lang="en-US" altLang="ko-KR" dirty="0">
                <a:latin typeface="Pretendard" panose="02000503000000020004" pitchFamily="2" charset="-127"/>
                <a:ea typeface="Pretendard" panose="02000503000000020004" pitchFamily="2" charset="-127"/>
                <a:cs typeface="Pretendard" panose="02000503000000020004" pitchFamily="2" charset="-127"/>
              </a:rPr>
              <a:t>isotropic </a:t>
            </a:r>
            <a:r>
              <a:rPr lang="en-US"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Gaussians as a </a:t>
            </a:r>
            <a:r>
              <a:rPr lang="en-US" b="1"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L2 distance between their mean</a:t>
            </a:r>
            <a:r>
              <a:rPr lang="en-US"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endParaRPr lang="en-KR" b="1"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DD4B149-030B-D484-26BF-A6C41BD92FA2}"/>
                  </a:ext>
                </a:extLst>
              </p:cNvPr>
              <p:cNvSpPr txBox="1"/>
              <p:nvPr/>
            </p:nvSpPr>
            <p:spPr>
              <a:xfrm>
                <a:off x="3047999" y="4547635"/>
                <a:ext cx="6096000" cy="84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𝐷</m:t>
                          </m:r>
                        </m:e>
                        <m:sub>
                          <m:r>
                            <a:rPr lang="en-US" b="0" i="1" smtClean="0">
                              <a:latin typeface="Cambria Math" panose="02040503050406030204" pitchFamily="18" charset="0"/>
                              <a:ea typeface="Cambria Math" panose="02040503050406030204" pitchFamily="18" charset="0"/>
                            </a:rPr>
                            <m:t>𝐾𝐿</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𝑞</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e>
                            <m:e>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e>
                          </m:d>
                          <m:r>
                            <a:rPr lang="en-US" b="0" i="1" smtClean="0">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e>
                          </m:d>
                        </m:e>
                      </m:d>
                    </m:oMath>
                  </m:oMathPara>
                </a14:m>
                <a:br>
                  <a:rPr lang="en-US" b="0" dirty="0"/>
                </a:b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𝑞</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2</m:t>
                            </m:r>
                          </m:sup>
                        </m:sSubSup>
                      </m:den>
                    </m:f>
                    <m:r>
                      <m:rPr>
                        <m:lit/>
                      </m:rPr>
                      <a:rPr lang="en-US" b="1" i="1" smtClean="0">
                        <a:latin typeface="Cambria Math" panose="02040503050406030204" pitchFamily="18" charset="0"/>
                        <a:ea typeface="Cambria Math" panose="02040503050406030204" pitchFamily="18" charset="0"/>
                      </a:rPr>
                      <m:t>||</m:t>
                    </m:r>
                  </m:oMath>
                </a14:m>
                <a:r>
                  <a:rPr lang="en-US" b="1" dirty="0">
                    <a:ea typeface="Cambria Math" panose="02040503050406030204" pitchFamily="18" charset="0"/>
                  </a:rPr>
                  <a:t>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d>
                      <m:dPr>
                        <m:ctrlPr>
                          <a:rPr lang="en-US" b="1" i="1" smtClean="0">
                            <a:latin typeface="Cambria Math" panose="02040503050406030204" pitchFamily="18" charset="0"/>
                            <a:ea typeface="Cambria Math" panose="02040503050406030204" pitchFamily="18" charset="0"/>
                          </a:rPr>
                        </m:ctrlPr>
                      </m:dPr>
                      <m:e>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e>
                    </m:d>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𝝁</m:t>
                        </m:r>
                      </m:e>
                      <m:sub>
                        <m:r>
                          <a:rPr lang="en-US" b="0" i="1" smtClean="0">
                            <a:latin typeface="Cambria Math" panose="02040503050406030204" pitchFamily="18" charset="0"/>
                            <a:ea typeface="Cambria Math" panose="02040503050406030204" pitchFamily="18" charset="0"/>
                          </a:rPr>
                          <m:t>𝜃</m:t>
                        </m:r>
                      </m:sub>
                    </m:sSub>
                    <m:d>
                      <m:dPr>
                        <m:ctrlPr>
                          <a:rPr lang="en-US" b="1" i="1" smtClean="0">
                            <a:latin typeface="Cambria Math" panose="02040503050406030204" pitchFamily="18" charset="0"/>
                            <a:ea typeface="Cambria Math" panose="02040503050406030204" pitchFamily="18" charset="0"/>
                          </a:rPr>
                        </m:ctrlPr>
                      </m:dPr>
                      <m:e>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1"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m:rPr>
                        <m:lit/>
                      </m:rPr>
                      <a:rPr lang="en-US" b="1"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m:rPr>
                            <m:lit/>
                          </m:rP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oMath>
                </a14:m>
                <a:endParaRPr lang="en-KR" dirty="0"/>
              </a:p>
            </p:txBody>
          </p:sp>
        </mc:Choice>
        <mc:Fallback xmlns="">
          <p:sp>
            <p:nvSpPr>
              <p:cNvPr id="15" name="TextBox 14">
                <a:extLst>
                  <a:ext uri="{FF2B5EF4-FFF2-40B4-BE49-F238E27FC236}">
                    <a16:creationId xmlns:a16="http://schemas.microsoft.com/office/drawing/2014/main" id="{8DD4B149-030B-D484-26BF-A6C41BD92FA2}"/>
                  </a:ext>
                </a:extLst>
              </p:cNvPr>
              <p:cNvSpPr txBox="1">
                <a:spLocks noRot="1" noChangeAspect="1" noMove="1" noResize="1" noEditPoints="1" noAdjustHandles="1" noChangeArrowheads="1" noChangeShapeType="1" noTextEdit="1"/>
              </p:cNvSpPr>
              <p:nvPr/>
            </p:nvSpPr>
            <p:spPr>
              <a:xfrm>
                <a:off x="3047999" y="4547635"/>
                <a:ext cx="6096000" cy="845424"/>
              </a:xfrm>
              <a:prstGeom prst="rect">
                <a:avLst/>
              </a:prstGeom>
              <a:blipFill>
                <a:blip r:embed="rId10"/>
                <a:stretch>
                  <a:fillRect l="-417"/>
                </a:stretch>
              </a:blipFill>
            </p:spPr>
            <p:txBody>
              <a:bodyPr/>
              <a:lstStyle/>
              <a:p>
                <a:r>
                  <a:rPr lang="en-KR">
                    <a:noFill/>
                  </a:rPr>
                  <a:t> </a:t>
                </a:r>
              </a:p>
            </p:txBody>
          </p:sp>
        </mc:Fallback>
      </mc:AlternateContent>
      <p:sp>
        <p:nvSpPr>
          <p:cNvPr id="2" name="TextBox 1">
            <a:extLst>
              <a:ext uri="{FF2B5EF4-FFF2-40B4-BE49-F238E27FC236}">
                <a16:creationId xmlns:a16="http://schemas.microsoft.com/office/drawing/2014/main" id="{D673997B-A955-9AE7-F6EF-043CFDFCEC42}"/>
              </a:ext>
            </a:extLst>
          </p:cNvPr>
          <p:cNvSpPr txBox="1"/>
          <p:nvPr/>
        </p:nvSpPr>
        <p:spPr>
          <a:xfrm>
            <a:off x="5597554" y="5638351"/>
            <a:ext cx="1199046" cy="276999"/>
          </a:xfrm>
          <a:prstGeom prst="rect">
            <a:avLst/>
          </a:prstGeom>
          <a:noFill/>
        </p:spPr>
        <p:txBody>
          <a:bodyPr wrap="none" lIns="0" rIns="0" rtlCol="0">
            <a:spAutoFit/>
          </a:bodyPr>
          <a:lstStyle/>
          <a:p>
            <a:pPr algn="l"/>
            <a:r>
              <a:rPr lang="en-KR" sz="1200" dirty="0">
                <a:latin typeface="Pretendard" panose="02000503000000020004" pitchFamily="2" charset="-127"/>
                <a:ea typeface="Pretendard" panose="02000503000000020004" pitchFamily="2" charset="-127"/>
                <a:cs typeface="Pretendard" panose="02000503000000020004" pitchFamily="2" charset="-127"/>
              </a:rPr>
              <a:t>forward posterior</a:t>
            </a:r>
          </a:p>
        </p:txBody>
      </p:sp>
      <p:sp>
        <p:nvSpPr>
          <p:cNvPr id="3" name="TextBox 2">
            <a:extLst>
              <a:ext uri="{FF2B5EF4-FFF2-40B4-BE49-F238E27FC236}">
                <a16:creationId xmlns:a16="http://schemas.microsoft.com/office/drawing/2014/main" id="{BCA7C983-3CD1-5753-EE4F-E16D3E3DDC8E}"/>
              </a:ext>
            </a:extLst>
          </p:cNvPr>
          <p:cNvSpPr txBox="1"/>
          <p:nvPr/>
        </p:nvSpPr>
        <p:spPr>
          <a:xfrm>
            <a:off x="7165777" y="5638350"/>
            <a:ext cx="424796" cy="276999"/>
          </a:xfrm>
          <a:prstGeom prst="rect">
            <a:avLst/>
          </a:prstGeom>
          <a:noFill/>
        </p:spPr>
        <p:txBody>
          <a:bodyPr wrap="none" lIns="0" rIns="0" rtlCol="0">
            <a:spAutoFit/>
          </a:bodyPr>
          <a:lstStyle/>
          <a:p>
            <a:pPr algn="l"/>
            <a:r>
              <a:rPr lang="en-KR" sz="1200" dirty="0">
                <a:latin typeface="Pretendard" panose="02000503000000020004" pitchFamily="2" charset="-127"/>
                <a:ea typeface="Pretendard" panose="02000503000000020004" pitchFamily="2" charset="-127"/>
                <a:cs typeface="Pretendard" panose="02000503000000020004" pitchFamily="2" charset="-127"/>
              </a:rPr>
              <a:t>model</a:t>
            </a:r>
          </a:p>
        </p:txBody>
      </p:sp>
      <p:sp>
        <p:nvSpPr>
          <p:cNvPr id="6" name="Left Brace 5">
            <a:extLst>
              <a:ext uri="{FF2B5EF4-FFF2-40B4-BE49-F238E27FC236}">
                <a16:creationId xmlns:a16="http://schemas.microsoft.com/office/drawing/2014/main" id="{C4952517-C0BC-C1BB-6901-75C8194181CD}"/>
              </a:ext>
            </a:extLst>
          </p:cNvPr>
          <p:cNvSpPr/>
          <p:nvPr/>
        </p:nvSpPr>
        <p:spPr>
          <a:xfrm rot="16200000">
            <a:off x="6089806" y="4963736"/>
            <a:ext cx="214542" cy="949318"/>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7" name="Left Brace 6">
            <a:extLst>
              <a:ext uri="{FF2B5EF4-FFF2-40B4-BE49-F238E27FC236}">
                <a16:creationId xmlns:a16="http://schemas.microsoft.com/office/drawing/2014/main" id="{69315FC5-59EE-413C-A95D-71129C9BA897}"/>
              </a:ext>
            </a:extLst>
          </p:cNvPr>
          <p:cNvSpPr/>
          <p:nvPr/>
        </p:nvSpPr>
        <p:spPr>
          <a:xfrm rot="16200000">
            <a:off x="7270904" y="5018769"/>
            <a:ext cx="214542" cy="839251"/>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pic>
        <p:nvPicPr>
          <p:cNvPr id="17" name="Audio 16">
            <a:extLst>
              <a:ext uri="{FF2B5EF4-FFF2-40B4-BE49-F238E27FC236}">
                <a16:creationId xmlns:a16="http://schemas.microsoft.com/office/drawing/2014/main" id="{514F8BA0-F60D-6DE4-F9FF-C6013A2463F1}"/>
              </a:ext>
            </a:extLst>
          </p:cNvPr>
          <p:cNvPicPr>
            <a:picLocks noChangeAspect="1"/>
          </p:cNvPicPr>
          <p:nvPr>
            <a:audioFile r:link="rId3"/>
            <p:extLst>
              <p:ext uri="{DAA4B4D4-6D71-4841-9C94-3DE7FCFB9230}">
                <p14:media xmlns:p14="http://schemas.microsoft.com/office/powerpoint/2010/main" r:embed="rId2"/>
              </p:ext>
            </p:extLst>
          </p:nvPr>
        </p:nvPicPr>
        <p:blipFill>
          <a:blip r:embed="rId11"/>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125190321"/>
      </p:ext>
    </p:extLst>
  </p:cSld>
  <p:clrMapOvr>
    <a:masterClrMapping/>
  </p:clrMapOvr>
  <mc:AlternateContent xmlns:mc="http://schemas.openxmlformats.org/markup-compatibility/2006">
    <mc:Choice xmlns:p14="http://schemas.microsoft.com/office/powerpoint/2010/main" Requires="p14">
      <p:transition spd="slow" p14:dur="2000" advTm="57717"/>
    </mc:Choice>
    <mc:Fallback>
      <p:transition spd="slow" advTm="5771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par>
                          <p:cTn id="7" fill="hold">
                            <p:stCondLst>
                              <p:cond delay="0"/>
                            </p:stCondLst>
                            <p:childTnLst>
                              <p:par>
                                <p:cTn id="8" presetID="1" presetClass="mediacall" presetSubtype="0" fill="hold" nodeType="afterEffect">
                                  <p:stCondLst>
                                    <p:cond delay="0"/>
                                  </p:stCondLst>
                                  <p:childTnLst>
                                    <p:cmd type="call" cmd="playFrom(0.0)">
                                      <p:cBhvr>
                                        <p:cTn id="9" dur="1" fill="hold"/>
                                        <p:tgtEl>
                                          <p:spTgt spid="17"/>
                                        </p:tgtEl>
                                      </p:cBhvr>
                                    </p:cmd>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0" fill="hold" display="0">
                  <p:stCondLst>
                    <p:cond delay="indefinite"/>
                  </p:stCondLst>
                  <p:endCondLst>
                    <p:cond evt="onStopAudio" delay="0">
                      <p:tgtEl>
                        <p:sldTgt/>
                      </p:tgtEl>
                    </p:cond>
                  </p:endCondLst>
                </p:cTn>
                <p:tgtEl>
                  <p:spTgt spid="17"/>
                </p:tgtEl>
              </p:cMediaNode>
            </p:audio>
          </p:childTnLst>
        </p:cTn>
      </p:par>
    </p:tnLst>
    <p:bldLst>
      <p:bldP spid="11" grpId="0"/>
      <p:bldP spid="12" grpId="0"/>
      <p:bldP spid="13" grpId="0"/>
      <p:bldP spid="15" grpId="0"/>
      <p:bldP spid="2" grpId="0"/>
      <p:bldP spid="3" grpId="0"/>
      <p:bldP spid="6" grpId="0" animBg="1"/>
      <p:bldP spid="7" grpId="0" animBg="1"/>
    </p:bldLst>
  </p:timing>
  <p:extLst>
    <p:ext uri="{3A86A75C-4F4B-4683-9AE1-C65F6400EC91}">
      <p14:laserTraceLst xmlns:p14="http://schemas.microsoft.com/office/powerpoint/2010/main">
        <p14:tracePtLst>
          <p14:tracePt t="1892" x="3106738" y="6291263"/>
          <p14:tracePt t="1901" x="3182938" y="6121400"/>
          <p14:tracePt t="1908" x="3436938" y="5418138"/>
          <p14:tracePt t="1916" x="3513138" y="5224463"/>
          <p14:tracePt t="1924" x="3690938" y="4775200"/>
          <p14:tracePt t="1932" x="3827463" y="4394200"/>
          <p14:tracePt t="1940" x="3995738" y="4056063"/>
          <p14:tracePt t="1948" x="4038600" y="3919538"/>
          <p14:tracePt t="1957" x="4114800" y="3725863"/>
          <p14:tracePt t="1965" x="4173538" y="3556000"/>
          <p14:tracePt t="1973" x="4216400" y="3479800"/>
          <p14:tracePt t="1981" x="4233863" y="3421063"/>
          <p14:tracePt t="1989" x="4249738" y="3395663"/>
          <p14:tracePt t="1998" x="4249738" y="3360738"/>
          <p14:tracePt t="2006" x="4267200" y="3360738"/>
          <p14:tracePt t="2014" x="4267200" y="3344863"/>
          <p14:tracePt t="16166" x="4249738" y="3462338"/>
          <p14:tracePt t="16174" x="4097338" y="4005263"/>
          <p14:tracePt t="16183" x="3979863" y="4386263"/>
          <p14:tracePt t="16191" x="3919538" y="4605338"/>
          <p14:tracePt t="16199" x="3886200" y="4741863"/>
          <p14:tracePt t="16207" x="3860800" y="4818063"/>
          <p14:tracePt t="16215" x="3843338" y="4894263"/>
          <p14:tracePt t="16224" x="3827463" y="4953000"/>
          <p14:tracePt t="16232" x="3810000" y="4978400"/>
          <p14:tracePt t="16240" x="3802063" y="5011738"/>
          <p14:tracePt t="16248" x="3802063" y="5046663"/>
          <p14:tracePt t="16256" x="3725863" y="5207000"/>
          <p14:tracePt t="16265" x="3690938" y="5283200"/>
          <p14:tracePt t="16273" x="3632200" y="5376863"/>
          <p14:tracePt t="16281" x="3606800" y="5443538"/>
          <p14:tracePt t="16289" x="3556000" y="5494338"/>
          <p14:tracePt t="16297" x="3530600" y="5554663"/>
          <p14:tracePt t="16306" x="3471863" y="5638800"/>
          <p14:tracePt t="16314" x="3421063" y="5689600"/>
          <p14:tracePt t="16322" x="3378200" y="5765800"/>
          <p14:tracePt t="16330" x="3335338" y="5808663"/>
          <p14:tracePt t="16338" x="3284538" y="5834063"/>
          <p14:tracePt t="16347" x="3259138" y="5867400"/>
          <p14:tracePt t="16355" x="3225800" y="5884863"/>
          <p14:tracePt t="16363" x="3200400" y="5900738"/>
          <p14:tracePt t="16371" x="3182938" y="5910263"/>
          <p14:tracePt t="16379" x="3149600" y="5926138"/>
          <p14:tracePt t="16388" x="3124200" y="5943600"/>
          <p14:tracePt t="16396" x="3124200" y="5961063"/>
          <p14:tracePt t="16404" x="3106738" y="5961063"/>
          <p14:tracePt t="16412" x="3090863" y="5961063"/>
          <p14:tracePt t="16420" x="3081338" y="5969000"/>
          <p14:tracePt t="16445" x="3065463" y="5986463"/>
          <p14:tracePt t="16469" x="3048000" y="6002338"/>
          <p14:tracePt t="16478" x="3048000" y="6019800"/>
          <p14:tracePt t="16486" x="3030538" y="6045200"/>
          <p14:tracePt t="16494" x="3014663" y="6078538"/>
          <p14:tracePt t="16502" x="3005138" y="6121400"/>
          <p14:tracePt t="16511" x="2971800" y="6164263"/>
          <p14:tracePt t="16519" x="2954338" y="6215063"/>
          <p14:tracePt t="16527" x="2946400" y="6240463"/>
          <p14:tracePt t="16535" x="2928938" y="6291263"/>
          <p14:tracePt t="16543" x="2928938" y="6332538"/>
          <p14:tracePt t="16552" x="2895600" y="6367463"/>
          <p14:tracePt t="16560" x="2895600" y="6392863"/>
          <p14:tracePt t="16569" x="2878138" y="6426200"/>
          <p14:tracePt t="16576" x="2878138" y="6451600"/>
          <p14:tracePt t="16585" x="2870200" y="6484938"/>
          <p14:tracePt t="16593" x="2852738" y="6510338"/>
          <p14:tracePt t="16603" x="2852738" y="6561138"/>
          <p14:tracePt t="16609" x="2836863" y="6570663"/>
          <p14:tracePt t="16619" x="2836863" y="6621463"/>
          <p14:tracePt t="16625" x="2836863" y="6646863"/>
          <p14:tracePt t="16635" x="2836863" y="6697663"/>
          <p14:tracePt t="16642" x="2836863" y="6723063"/>
          <p14:tracePt t="16650" x="2819400" y="6756400"/>
          <p14:tracePt t="16658" x="2819400" y="6799263"/>
          <p14:tracePt t="16668" x="2811463" y="6824663"/>
          <p14:tracePt t="17199" x="3243263" y="6561138"/>
          <p14:tracePt t="17262" x="4427538" y="4640263"/>
          <p14:tracePt t="17270" x="4462463" y="4579938"/>
          <p14:tracePt t="17274" x="4546600" y="4445000"/>
          <p14:tracePt t="17281" x="4622800" y="4318000"/>
          <p14:tracePt t="17306" x="4775200" y="4122738"/>
          <p14:tracePt t="17314" x="4800600" y="4114800"/>
          <p14:tracePt t="17322" x="4800600" y="4081463"/>
          <p14:tracePt t="17330" x="4818063" y="4081463"/>
          <p14:tracePt t="17338" x="4833938" y="4064000"/>
          <p14:tracePt t="17354" x="4851400" y="4064000"/>
          <p14:tracePt t="17363" x="4876800" y="4038600"/>
          <p14:tracePt t="21138" x="5148263" y="4191000"/>
          <p14:tracePt t="21146" x="5435600" y="4335463"/>
          <p14:tracePt t="21154" x="5842000" y="4529138"/>
          <p14:tracePt t="21162" x="6324600" y="4681538"/>
          <p14:tracePt t="21171" x="6799263" y="4833938"/>
          <p14:tracePt t="21178" x="7916863" y="5189538"/>
          <p14:tracePt t="21187" x="9101138" y="5580063"/>
          <p14:tracePt t="21195" x="10253663" y="5900738"/>
          <p14:tracePt t="21203" x="10795000" y="6037263"/>
          <p14:tracePt t="21211" x="11844338" y="6291263"/>
          <p14:tracePt t="22155" x="10693400" y="6375400"/>
          <p14:tracePt t="22163" x="10091738" y="6037263"/>
          <p14:tracePt t="22171" x="9491663" y="5672138"/>
          <p14:tracePt t="22179" x="9263063" y="5503863"/>
          <p14:tracePt t="22189" x="8856663" y="5249863"/>
          <p14:tracePt t="22195" x="8483600" y="4995863"/>
          <p14:tracePt t="22204" x="8389938" y="4919663"/>
          <p14:tracePt t="22212" x="8170863" y="4757738"/>
          <p14:tracePt t="22220" x="8001000" y="4640263"/>
          <p14:tracePt t="22228" x="7881938" y="4564063"/>
          <p14:tracePt t="22236" x="7823200" y="4503738"/>
          <p14:tracePt t="22244" x="7780338" y="4470400"/>
          <p14:tracePt t="22253" x="7747000" y="4452938"/>
          <p14:tracePt t="22260" x="7729538" y="4445000"/>
          <p14:tracePt t="23687" x="7840663" y="4445000"/>
          <p14:tracePt t="23695" x="8135938" y="4579938"/>
          <p14:tracePt t="23703" x="8542338" y="4741863"/>
          <p14:tracePt t="23711" x="9550400" y="5130800"/>
          <p14:tracePt t="23719" x="10329863" y="5494338"/>
          <p14:tracePt t="23727" x="11379200" y="5943600"/>
          <p14:tracePt t="29206" x="11955463" y="6164263"/>
          <p14:tracePt t="29215" x="11498263" y="5961063"/>
          <p14:tracePt t="29222" x="11107738" y="5765800"/>
          <p14:tracePt t="29230" x="10812463" y="5595938"/>
          <p14:tracePt t="29256" x="10253663" y="5326063"/>
          <p14:tracePt t="29262" x="10152063" y="5283200"/>
          <p14:tracePt t="29271" x="10075863" y="5249863"/>
          <p14:tracePt t="29279" x="10015538" y="5240338"/>
          <p14:tracePt t="29287" x="9974263" y="5224463"/>
          <p14:tracePt t="29295" x="9956800" y="5224463"/>
          <p14:tracePt t="29303" x="9939338" y="5224463"/>
          <p14:tracePt t="29320" x="9923463" y="5224463"/>
          <p14:tracePt t="29344" x="9906000" y="5224463"/>
          <p14:tracePt t="29368" x="9898063" y="5224463"/>
          <p14:tracePt t="29393" x="9880600" y="5224463"/>
          <p14:tracePt t="29410" x="9863138" y="5224463"/>
          <p14:tracePt t="29419" x="9847263" y="5224463"/>
          <p14:tracePt t="29426" x="9837738" y="5224463"/>
          <p14:tracePt t="29436" x="9804400" y="5224463"/>
          <p14:tracePt t="29442" x="9771063" y="5224463"/>
          <p14:tracePt t="29452" x="9728200" y="5224463"/>
          <p14:tracePt t="29459" x="9669463" y="5224463"/>
          <p14:tracePt t="29469" x="9626600" y="5224463"/>
          <p14:tracePt t="29475" x="9532938" y="5224463"/>
          <p14:tracePt t="29485" x="9507538" y="5224463"/>
          <p14:tracePt t="29492" x="9440863" y="5224463"/>
          <p14:tracePt t="29502" x="9398000" y="5224463"/>
          <p14:tracePt t="29508" x="9372600" y="5224463"/>
          <p14:tracePt t="29516" x="9339263" y="5224463"/>
          <p14:tracePt t="29533" x="9321800" y="5224463"/>
          <p14:tracePt t="37655" x="9313863" y="5224463"/>
          <p14:tracePt t="37663" x="9296400" y="5207000"/>
          <p14:tracePt t="37671" x="9245600" y="5164138"/>
          <p14:tracePt t="37680" x="9220200" y="5130800"/>
          <p14:tracePt t="37688" x="9202738" y="5105400"/>
          <p14:tracePt t="37696" x="9177338" y="5054600"/>
          <p14:tracePt t="37704" x="9126538" y="4995863"/>
          <p14:tracePt t="37712" x="9067800" y="4919663"/>
          <p14:tracePt t="37720" x="9024938" y="4859338"/>
          <p14:tracePt t="37729" x="8991600" y="4800600"/>
          <p14:tracePt t="37737" x="8948738" y="4757738"/>
          <p14:tracePt t="37745" x="8915400" y="4724400"/>
          <p14:tracePt t="37753" x="8890000" y="4699000"/>
          <p14:tracePt t="37762" x="8847138" y="4665663"/>
          <p14:tracePt t="37770" x="8813800" y="4648200"/>
          <p14:tracePt t="37778" x="8780463" y="4640263"/>
          <p14:tracePt t="37786" x="8770938" y="4622800"/>
          <p14:tracePt t="37794" x="8720138" y="4605338"/>
          <p14:tracePt t="37803" x="8712200" y="4589463"/>
          <p14:tracePt t="37811" x="8678863" y="4579938"/>
          <p14:tracePt t="37819" x="8643938" y="4546600"/>
          <p14:tracePt t="37827" x="8602663" y="4521200"/>
          <p14:tracePt t="37836" x="8577263" y="4487863"/>
          <p14:tracePt t="37844" x="8542338" y="4452938"/>
          <p14:tracePt t="37853" x="8501063" y="4411663"/>
          <p14:tracePt t="37860" x="8466138" y="4368800"/>
          <p14:tracePt t="37870" x="8424863" y="4335463"/>
          <p14:tracePt t="37876" x="8389938" y="4292600"/>
          <p14:tracePt t="37888" x="8348663" y="4249738"/>
          <p14:tracePt t="37893" x="8313738" y="4233863"/>
          <p14:tracePt t="37903" x="8288338" y="4198938"/>
          <p14:tracePt t="37909" x="8255000" y="4191000"/>
          <p14:tracePt t="37919" x="8229600" y="4157663"/>
          <p14:tracePt t="37926" x="8212138" y="4140200"/>
          <p14:tracePt t="37936" x="8196263" y="4122738"/>
          <p14:tracePt t="37942" x="8186738" y="4114800"/>
          <p14:tracePt t="37953" x="8186738" y="4097338"/>
          <p14:tracePt t="37958" x="8170863" y="4097338"/>
          <p14:tracePt t="37969" x="8153400" y="4081463"/>
          <p14:tracePt t="37999" x="8135938" y="4081463"/>
          <p14:tracePt t="45403" x="8059738" y="4097338"/>
          <p14:tracePt t="45410" x="7924800" y="4173538"/>
          <p14:tracePt t="45421" x="7789863" y="4233863"/>
          <p14:tracePt t="45427" x="7670800" y="4292600"/>
          <p14:tracePt t="45436" x="7518400" y="4386263"/>
          <p14:tracePt t="45443" x="7221538" y="4564063"/>
          <p14:tracePt t="45452" x="6799263" y="4800600"/>
          <p14:tracePt t="45459" x="6383338" y="5046663"/>
          <p14:tracePt t="45469" x="5961063" y="5308600"/>
          <p14:tracePt t="45476" x="5478463" y="5595938"/>
          <p14:tracePt t="45485" x="5283200" y="5748338"/>
          <p14:tracePt t="45492" x="4564063" y="6273800"/>
          <p14:tracePt t="45502" x="4402138" y="6426200"/>
          <p14:tracePt t="45509" x="4005263" y="6705600"/>
        </p14:tracePtLst>
      </p14:laserTraceLst>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B60E-53FD-7667-4E3E-BF12D60590A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4853E8B-370C-3B0C-7EB0-C3F7C7CBFE71}"/>
              </a:ext>
            </a:extLst>
          </p:cNvPr>
          <p:cNvSpPr>
            <a:spLocks noGrp="1"/>
          </p:cNvSpPr>
          <p:nvPr>
            <p:ph type="sldNum" sz="quarter" idx="13"/>
          </p:nvPr>
        </p:nvSpPr>
        <p:spPr/>
        <p:txBody>
          <a:bodyPr/>
          <a:lstStyle/>
          <a:p>
            <a:fld id="{EB4B8DE2-A4E8-46E4-8BBF-D75455EFF32C}" type="slidenum">
              <a:rPr lang="en-US" smtClean="0"/>
              <a:pPr/>
              <a:t>28</a:t>
            </a:fld>
            <a:endParaRPr lang="en-US" dirty="0"/>
          </a:p>
        </p:txBody>
      </p:sp>
      <p:sp>
        <p:nvSpPr>
          <p:cNvPr id="5" name="Content Placeholder 4">
            <a:extLst>
              <a:ext uri="{FF2B5EF4-FFF2-40B4-BE49-F238E27FC236}">
                <a16:creationId xmlns:a16="http://schemas.microsoft.com/office/drawing/2014/main" id="{D0CC10E7-7682-8B3E-B7B0-D2DBCEBF007E}"/>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8F574D0-B87D-DB81-2E74-17DA6D563B1B}"/>
                  </a:ext>
                </a:extLst>
              </p:cNvPr>
              <p:cNvSpPr txBox="1"/>
              <p:nvPr/>
            </p:nvSpPr>
            <p:spPr>
              <a:xfrm>
                <a:off x="3895646" y="2047557"/>
                <a:ext cx="5573485" cy="947311"/>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sSub>
                        <m:sSubPr>
                          <m:ctrlPr>
                            <a:rPr lang="en-US" sz="2000" b="1" i="1" smtClean="0">
                              <a:solidFill>
                                <a:schemeClr val="tx1"/>
                              </a:solidFill>
                              <a:latin typeface="Cambria Math" panose="02040503050406030204" pitchFamily="18" charset="0"/>
                              <a:ea typeface="Cambria Math" panose="02040503050406030204" pitchFamily="18" charset="0"/>
                            </a:rPr>
                          </m:ctrlPr>
                        </m:sSubPr>
                        <m:e>
                          <m:acc>
                            <m:accPr>
                              <m:chr m:val="̃"/>
                              <m:ctrlPr>
                                <a:rPr lang="en-US" sz="2000" b="1" i="1">
                                  <a:solidFill>
                                    <a:schemeClr val="tx1"/>
                                  </a:solidFill>
                                  <a:latin typeface="Cambria Math" panose="02040503050406030204" pitchFamily="18" charset="0"/>
                                  <a:ea typeface="Cambria Math" panose="02040503050406030204" pitchFamily="18" charset="0"/>
                                </a:rPr>
                              </m:ctrlPr>
                            </m:accPr>
                            <m:e>
                              <m:r>
                                <a:rPr lang="en-US" sz="2000" b="1" i="1">
                                  <a:solidFill>
                                    <a:schemeClr val="tx1"/>
                                  </a:solidFill>
                                  <a:latin typeface="Cambria Math" panose="02040503050406030204" pitchFamily="18" charset="0"/>
                                  <a:ea typeface="Cambria Math" panose="02040503050406030204" pitchFamily="18" charset="0"/>
                                </a:rPr>
                                <m:t>𝝁</m:t>
                              </m:r>
                            </m:e>
                          </m:acc>
                        </m:e>
                        <m:sub>
                          <m:r>
                            <a:rPr lang="en-US" sz="2000" i="1">
                              <a:solidFill>
                                <a:schemeClr val="tx1"/>
                              </a:solidFill>
                              <a:latin typeface="Cambria Math" panose="02040503050406030204" pitchFamily="18" charset="0"/>
                              <a:ea typeface="Cambria Math" panose="02040503050406030204" pitchFamily="18" charset="0"/>
                            </a:rPr>
                            <m:t>𝑡</m:t>
                          </m:r>
                        </m:sub>
                      </m:sSub>
                      <m:d>
                        <m:dPr>
                          <m:ctrlPr>
                            <a:rPr lang="en-US" sz="2000" b="1" i="1">
                              <a:solidFill>
                                <a:schemeClr val="tx1"/>
                              </a:solidFill>
                              <a:latin typeface="Cambria Math" panose="02040503050406030204" pitchFamily="18" charset="0"/>
                              <a:ea typeface="Cambria Math" panose="02040503050406030204" pitchFamily="18" charset="0"/>
                            </a:rPr>
                          </m:ctrlPr>
                        </m:dPr>
                        <m:e>
                          <m:sSub>
                            <m:sSubPr>
                              <m:ctrlPr>
                                <a:rPr lang="en-US" sz="2000" b="1" i="1">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𝒙</m:t>
                              </m:r>
                            </m:e>
                            <m:sub>
                              <m:r>
                                <a:rPr lang="en-US" sz="2000" i="1">
                                  <a:solidFill>
                                    <a:schemeClr val="tx1"/>
                                  </a:solidFill>
                                  <a:latin typeface="Cambria Math" panose="02040503050406030204" pitchFamily="18" charset="0"/>
                                  <a:ea typeface="Cambria Math" panose="02040503050406030204" pitchFamily="18" charset="0"/>
                                </a:rPr>
                                <m:t>𝑡</m:t>
                              </m:r>
                            </m:sub>
                          </m:sSub>
                          <m:r>
                            <a:rPr lang="en-US" sz="2000" b="1" i="1">
                              <a:solidFill>
                                <a:schemeClr val="tx1"/>
                              </a:solidFill>
                              <a:latin typeface="Cambria Math" panose="02040503050406030204" pitchFamily="18" charset="0"/>
                              <a:ea typeface="Cambria Math" panose="02040503050406030204" pitchFamily="18" charset="0"/>
                            </a:rPr>
                            <m:t>,</m:t>
                          </m:r>
                          <m:sSub>
                            <m:sSubPr>
                              <m:ctrlPr>
                                <a:rPr lang="en-US" sz="2000" b="1" i="1">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𝒙</m:t>
                              </m:r>
                            </m:e>
                            <m:sub>
                              <m:r>
                                <a:rPr lang="en-US" sz="2000" i="1">
                                  <a:solidFill>
                                    <a:schemeClr val="tx1"/>
                                  </a:solidFill>
                                  <a:latin typeface="Cambria Math" panose="02040503050406030204" pitchFamily="18" charset="0"/>
                                  <a:ea typeface="Cambria Math" panose="02040503050406030204" pitchFamily="18" charset="0"/>
                                </a:rPr>
                                <m:t>0</m:t>
                              </m:r>
                            </m:sub>
                          </m:sSub>
                        </m:e>
                      </m:d>
                      <m:r>
                        <a:rPr lang="en-US" sz="2000" b="0" i="1" smtClean="0">
                          <a:solidFill>
                            <a:schemeClr val="tx1"/>
                          </a:solidFill>
                          <a:latin typeface="Cambria Math" panose="02040503050406030204" pitchFamily="18" charset="0"/>
                          <a:ea typeface="Cambria Math" panose="02040503050406030204" pitchFamily="18" charset="0"/>
                        </a:rPr>
                        <m:t>≔ </m:t>
                      </m:r>
                      <m:f>
                        <m:fPr>
                          <m:ctrlPr>
                            <a:rPr lang="en-US" sz="2000" i="1" smtClean="0">
                              <a:solidFill>
                                <a:schemeClr val="tx1"/>
                              </a:solidFill>
                              <a:latin typeface="Cambria Math" panose="02040503050406030204" pitchFamily="18" charset="0"/>
                              <a:ea typeface="Cambria Math" panose="02040503050406030204" pitchFamily="18" charset="0"/>
                            </a:rPr>
                          </m:ctrlPr>
                        </m:fPr>
                        <m:num>
                          <m:rad>
                            <m:radPr>
                              <m:degHide m:val="on"/>
                              <m:ctrlPr>
                                <a:rPr lang="en-US" sz="2000" i="1" smtClean="0">
                                  <a:solidFill>
                                    <a:schemeClr val="tx1"/>
                                  </a:solidFill>
                                  <a:latin typeface="Cambria Math" panose="02040503050406030204" pitchFamily="18" charset="0"/>
                                  <a:ea typeface="Cambria Math" panose="02040503050406030204" pitchFamily="18" charset="0"/>
                                </a:rPr>
                              </m:ctrlPr>
                            </m:radPr>
                            <m:deg/>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𝛼</m:t>
                                  </m:r>
                                </m:e>
                                <m:sub>
                                  <m:r>
                                    <a:rPr lang="en-US" sz="2000" b="0" i="1" smtClean="0">
                                      <a:solidFill>
                                        <a:schemeClr val="tx1"/>
                                      </a:solidFill>
                                      <a:latin typeface="Cambria Math" panose="02040503050406030204" pitchFamily="18" charset="0"/>
                                      <a:ea typeface="Cambria Math" panose="02040503050406030204" pitchFamily="18" charset="0"/>
                                    </a:rPr>
                                    <m:t>𝑡</m:t>
                                  </m:r>
                                </m:sub>
                              </m:sSub>
                            </m:e>
                          </m:rad>
                          <m:d>
                            <m:dPr>
                              <m:ctrlPr>
                                <a:rPr lang="en-US" sz="2000" i="1" smtClean="0">
                                  <a:solidFill>
                                    <a:schemeClr val="tx1"/>
                                  </a:solidFill>
                                  <a:latin typeface="Cambria Math" panose="02040503050406030204" pitchFamily="18" charset="0"/>
                                  <a:ea typeface="Cambria Math" panose="02040503050406030204" pitchFamily="18" charset="0"/>
                                </a:rPr>
                              </m:ctrlPr>
                            </m:dPr>
                            <m:e>
                              <m:r>
                                <a:rPr lang="en-US" sz="2000" b="0" i="1" smtClean="0">
                                  <a:solidFill>
                                    <a:schemeClr val="tx1"/>
                                  </a:solidFill>
                                  <a:latin typeface="Cambria Math" panose="02040503050406030204" pitchFamily="18" charset="0"/>
                                  <a:ea typeface="Cambria Math" panose="02040503050406030204" pitchFamily="18" charset="0"/>
                                </a:rPr>
                                <m:t>1−</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acc>
                                    <m:accPr>
                                      <m:chr m:val="̅"/>
                                      <m:ctrlPr>
                                        <a:rPr lang="en-US" sz="2000" i="1" smtClean="0">
                                          <a:solidFill>
                                            <a:schemeClr val="tx1"/>
                                          </a:solidFill>
                                          <a:latin typeface="Cambria Math" panose="02040503050406030204" pitchFamily="18" charset="0"/>
                                          <a:ea typeface="Cambria Math" panose="02040503050406030204" pitchFamily="18" charset="0"/>
                                        </a:rPr>
                                      </m:ctrlPr>
                                    </m:accPr>
                                    <m:e>
                                      <m:r>
                                        <a:rPr lang="en-US" sz="2000" b="0" i="1" smtClean="0">
                                          <a:solidFill>
                                            <a:schemeClr val="tx1"/>
                                          </a:solidFill>
                                          <a:latin typeface="Cambria Math" panose="02040503050406030204" pitchFamily="18" charset="0"/>
                                          <a:ea typeface="Cambria Math" panose="02040503050406030204" pitchFamily="18" charset="0"/>
                                        </a:rPr>
                                        <m:t>𝛼</m:t>
                                      </m:r>
                                    </m:e>
                                  </m:acc>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e>
                          </m:d>
                        </m:num>
                        <m:den>
                          <m:r>
                            <a:rPr lang="en-US" sz="2000" b="0" i="1" smtClean="0">
                              <a:solidFill>
                                <a:schemeClr val="tx1"/>
                              </a:solidFill>
                              <a:latin typeface="Cambria Math" panose="02040503050406030204" pitchFamily="18" charset="0"/>
                              <a:ea typeface="Cambria Math" panose="02040503050406030204" pitchFamily="18" charset="0"/>
                            </a:rPr>
                            <m:t>1−</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acc>
                                <m:accPr>
                                  <m:chr m:val="̅"/>
                                  <m:ctrlPr>
                                    <a:rPr lang="en-US" sz="2000" i="1" smtClean="0">
                                      <a:solidFill>
                                        <a:schemeClr val="tx1"/>
                                      </a:solidFill>
                                      <a:latin typeface="Cambria Math" panose="02040503050406030204" pitchFamily="18" charset="0"/>
                                      <a:ea typeface="Cambria Math" panose="02040503050406030204" pitchFamily="18" charset="0"/>
                                    </a:rPr>
                                  </m:ctrlPr>
                                </m:accPr>
                                <m:e>
                                  <m:r>
                                    <a:rPr lang="en-US" sz="2000" b="0" i="1" smtClean="0">
                                      <a:solidFill>
                                        <a:schemeClr val="tx1"/>
                                      </a:solidFill>
                                      <a:latin typeface="Cambria Math" panose="02040503050406030204" pitchFamily="18" charset="0"/>
                                      <a:ea typeface="Cambria Math" panose="02040503050406030204" pitchFamily="18" charset="0"/>
                                    </a:rPr>
                                    <m:t>𝛼</m:t>
                                  </m:r>
                                </m:e>
                              </m:acc>
                            </m:e>
                            <m:sub>
                              <m:r>
                                <a:rPr lang="en-US" sz="2000" b="0" i="1" smtClean="0">
                                  <a:solidFill>
                                    <a:schemeClr val="tx1"/>
                                  </a:solidFill>
                                  <a:latin typeface="Cambria Math" panose="02040503050406030204" pitchFamily="18" charset="0"/>
                                  <a:ea typeface="Cambria Math" panose="02040503050406030204" pitchFamily="18" charset="0"/>
                                </a:rPr>
                                <m:t>𝑡</m:t>
                              </m:r>
                            </m:sub>
                          </m:sSub>
                        </m:den>
                      </m:f>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m:t>
                      </m:r>
                      <m:f>
                        <m:fPr>
                          <m:ctrlPr>
                            <a:rPr lang="en-US" sz="2000" i="1" smtClean="0">
                              <a:solidFill>
                                <a:schemeClr val="tx1"/>
                              </a:solidFill>
                              <a:latin typeface="Cambria Math" panose="02040503050406030204" pitchFamily="18" charset="0"/>
                              <a:ea typeface="Cambria Math" panose="02040503050406030204" pitchFamily="18" charset="0"/>
                            </a:rPr>
                          </m:ctrlPr>
                        </m:fPr>
                        <m:num>
                          <m:rad>
                            <m:radPr>
                              <m:degHide m:val="on"/>
                              <m:ctrlPr>
                                <a:rPr lang="en-US" sz="2000" i="1" smtClean="0">
                                  <a:solidFill>
                                    <a:schemeClr val="tx1"/>
                                  </a:solidFill>
                                  <a:latin typeface="Cambria Math" panose="02040503050406030204" pitchFamily="18" charset="0"/>
                                  <a:ea typeface="Cambria Math" panose="02040503050406030204" pitchFamily="18" charset="0"/>
                                </a:rPr>
                              </m:ctrlPr>
                            </m:radPr>
                            <m:deg/>
                            <m:e>
                              <m:sSub>
                                <m:sSubPr>
                                  <m:ctrlPr>
                                    <a:rPr lang="en-US" sz="2000" i="1" smtClean="0">
                                      <a:solidFill>
                                        <a:schemeClr val="tx1"/>
                                      </a:solidFill>
                                      <a:latin typeface="Cambria Math" panose="02040503050406030204" pitchFamily="18" charset="0"/>
                                      <a:ea typeface="Cambria Math" panose="02040503050406030204" pitchFamily="18" charset="0"/>
                                    </a:rPr>
                                  </m:ctrlPr>
                                </m:sSubPr>
                                <m:e>
                                  <m:acc>
                                    <m:accPr>
                                      <m:chr m:val="̅"/>
                                      <m:ctrlPr>
                                        <a:rPr lang="en-US" sz="2000" i="1" smtClean="0">
                                          <a:solidFill>
                                            <a:schemeClr val="tx1"/>
                                          </a:solidFill>
                                          <a:latin typeface="Cambria Math" panose="02040503050406030204" pitchFamily="18" charset="0"/>
                                          <a:ea typeface="Cambria Math" panose="02040503050406030204" pitchFamily="18" charset="0"/>
                                        </a:rPr>
                                      </m:ctrlPr>
                                    </m:accPr>
                                    <m:e>
                                      <m:r>
                                        <a:rPr lang="en-US" sz="2000" b="0" i="1" smtClean="0">
                                          <a:solidFill>
                                            <a:schemeClr val="tx1"/>
                                          </a:solidFill>
                                          <a:latin typeface="Cambria Math" panose="02040503050406030204" pitchFamily="18" charset="0"/>
                                          <a:ea typeface="Cambria Math" panose="02040503050406030204" pitchFamily="18" charset="0"/>
                                        </a:rPr>
                                        <m:t>𝛼</m:t>
                                      </m:r>
                                    </m:e>
                                  </m:acc>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rad>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0" i="1" smtClean="0">
                                  <a:solidFill>
                                    <a:schemeClr val="tx1"/>
                                  </a:solidFill>
                                  <a:latin typeface="Cambria Math" panose="02040503050406030204" pitchFamily="18" charset="0"/>
                                  <a:ea typeface="Cambria Math" panose="02040503050406030204" pitchFamily="18" charset="0"/>
                                </a:rPr>
                                <m:t>𝛽</m:t>
                              </m:r>
                            </m:e>
                            <m:sub>
                              <m:r>
                                <a:rPr lang="en-US" sz="2000" b="0" i="1" smtClean="0">
                                  <a:solidFill>
                                    <a:schemeClr val="tx1"/>
                                  </a:solidFill>
                                  <a:latin typeface="Cambria Math" panose="02040503050406030204" pitchFamily="18" charset="0"/>
                                  <a:ea typeface="Cambria Math" panose="02040503050406030204" pitchFamily="18" charset="0"/>
                                </a:rPr>
                                <m:t>𝑡</m:t>
                              </m:r>
                            </m:sub>
                          </m:sSub>
                        </m:num>
                        <m:den>
                          <m:r>
                            <a:rPr lang="en-US" sz="2000" b="0" i="1" smtClean="0">
                              <a:solidFill>
                                <a:schemeClr val="tx1"/>
                              </a:solidFill>
                              <a:latin typeface="Cambria Math" panose="02040503050406030204" pitchFamily="18" charset="0"/>
                              <a:ea typeface="Cambria Math" panose="02040503050406030204" pitchFamily="18" charset="0"/>
                            </a:rPr>
                            <m:t>1−</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acc>
                                <m:accPr>
                                  <m:chr m:val="̅"/>
                                  <m:ctrlPr>
                                    <a:rPr lang="en-US" sz="2000" i="1" smtClean="0">
                                      <a:solidFill>
                                        <a:schemeClr val="tx1"/>
                                      </a:solidFill>
                                      <a:latin typeface="Cambria Math" panose="02040503050406030204" pitchFamily="18" charset="0"/>
                                      <a:ea typeface="Cambria Math" panose="02040503050406030204" pitchFamily="18" charset="0"/>
                                    </a:rPr>
                                  </m:ctrlPr>
                                </m:accPr>
                                <m:e>
                                  <m:r>
                                    <a:rPr lang="en-US" sz="2000" b="0" i="1" smtClean="0">
                                      <a:solidFill>
                                        <a:schemeClr val="tx1"/>
                                      </a:solidFill>
                                      <a:latin typeface="Cambria Math" panose="02040503050406030204" pitchFamily="18" charset="0"/>
                                      <a:ea typeface="Cambria Math" panose="02040503050406030204" pitchFamily="18" charset="0"/>
                                    </a:rPr>
                                    <m:t>𝛼</m:t>
                                  </m:r>
                                </m:e>
                              </m:acc>
                            </m:e>
                            <m:sub>
                              <m:r>
                                <a:rPr lang="en-US" sz="2000" b="0" i="1" smtClean="0">
                                  <a:solidFill>
                                    <a:schemeClr val="tx1"/>
                                  </a:solidFill>
                                  <a:latin typeface="Cambria Math" panose="02040503050406030204" pitchFamily="18" charset="0"/>
                                  <a:ea typeface="Cambria Math" panose="02040503050406030204" pitchFamily="18" charset="0"/>
                                </a:rPr>
                                <m:t>𝑡</m:t>
                              </m:r>
                            </m:sub>
                          </m:sSub>
                        </m:den>
                      </m:f>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sz="2000" dirty="0">
                  <a:solidFill>
                    <a:schemeClr val="tx1"/>
                  </a:solidFill>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28F574D0-B87D-DB81-2E74-17DA6D563B1B}"/>
                  </a:ext>
                </a:extLst>
              </p:cNvPr>
              <p:cNvSpPr txBox="1">
                <a:spLocks noRot="1" noChangeAspect="1" noMove="1" noResize="1" noEditPoints="1" noAdjustHandles="1" noChangeArrowheads="1" noChangeShapeType="1" noTextEdit="1"/>
              </p:cNvSpPr>
              <p:nvPr/>
            </p:nvSpPr>
            <p:spPr>
              <a:xfrm>
                <a:off x="3895646" y="2047557"/>
                <a:ext cx="5573485" cy="947311"/>
              </a:xfrm>
              <a:prstGeom prst="rect">
                <a:avLst/>
              </a:prstGeom>
              <a:blipFill>
                <a:blip r:embed="rId6"/>
                <a:stretch>
                  <a:fillRect b="-1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6C563ED-DCFF-C5FA-7917-526111B02AA0}"/>
                  </a:ext>
                </a:extLst>
              </p:cNvPr>
              <p:cNvSpPr txBox="1"/>
              <p:nvPr/>
            </p:nvSpPr>
            <p:spPr>
              <a:xfrm>
                <a:off x="609600" y="1394855"/>
                <a:ext cx="11376309" cy="679673"/>
              </a:xfrm>
              <a:prstGeom prst="rect">
                <a:avLst/>
              </a:prstGeom>
              <a:noFill/>
            </p:spPr>
            <p:txBody>
              <a:bodyPr wrap="square">
                <a:spAutoFit/>
              </a:bodyPr>
              <a:lstStyle/>
              <a:p>
                <a14:m>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𝐾𝐿</m:t>
                        </m:r>
                      </m:sub>
                    </m:s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en-US" sz="2400" b="1" i="1" smtClean="0">
                                    <a:solidFill>
                                      <a:srgbClr val="FF0000"/>
                                    </a:solidFill>
                                    <a:latin typeface="Cambria Math" panose="02040503050406030204" pitchFamily="18" charset="0"/>
                                    <a:ea typeface="Cambria Math" panose="02040503050406030204" pitchFamily="18" charset="0"/>
                                  </a:rPr>
                                  <m:t>𝒙</m:t>
                                </m:r>
                              </m:e>
                              <m:sub>
                                <m: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−1</m:t>
                                </m:r>
                              </m:sub>
                            </m:sSub>
                          </m:e>
                          <m:e>
                            <m:sSub>
                              <m:sSubPr>
                                <m:ctrlPr>
                                  <a:rPr lang="en-US" sz="2400" b="0"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𝒙</m:t>
                                </m:r>
                              </m:e>
                              <m:sub>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𝒙</m:t>
                                </m:r>
                              </m:e>
                              <m:sub>
                                <m:r>
                                  <a:rPr lang="en-US" sz="2400" b="0" i="1" smtClean="0">
                                    <a:latin typeface="Cambria Math" panose="02040503050406030204" pitchFamily="18" charset="0"/>
                                    <a:ea typeface="Cambria Math" panose="02040503050406030204" pitchFamily="18" charset="0"/>
                                  </a:rPr>
                                  <m:t>0</m:t>
                                </m:r>
                              </m:sub>
                            </m:sSub>
                          </m:e>
                        </m:d>
                        <m:r>
                          <a:rPr lang="en-US" sz="2400" b="0" i="1" smtClean="0">
                            <a:latin typeface="Cambria Math" panose="02040503050406030204" pitchFamily="18" charset="0"/>
                            <a:ea typeface="Cambria Math" panose="02040503050406030204" pitchFamily="18" charset="0"/>
                          </a:rPr>
                          <m:t> </m:t>
                        </m:r>
                        <m:r>
                          <m:rPr>
                            <m:lit/>
                          </m:rPr>
                          <a:rPr lang="en-US" sz="2400" i="1">
                            <a:latin typeface="Cambria Math" panose="02040503050406030204" pitchFamily="18" charset="0"/>
                          </a:rPr>
                          <m:t>||</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𝒙</m:t>
                                </m:r>
                              </m:e>
                              <m:sub>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𝒙</m:t>
                                </m:r>
                              </m:e>
                              <m:sub>
                                <m:r>
                                  <a:rPr lang="en-US" sz="2400" b="0" i="1" smtClean="0">
                                    <a:latin typeface="Cambria Math" panose="02040503050406030204" pitchFamily="18" charset="0"/>
                                  </a:rPr>
                                  <m:t>𝑡</m:t>
                                </m:r>
                              </m:sub>
                            </m:sSub>
                          </m:e>
                        </m:d>
                      </m:e>
                    </m:d>
                    <m:r>
                      <a:rPr lang="en-US" sz="2400" i="1">
                        <a:latin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𝑞</m:t>
                        </m:r>
                      </m:sub>
                    </m:sSub>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2</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ea typeface="Cambria Math" panose="02040503050406030204" pitchFamily="18" charset="0"/>
                              </a:rPr>
                              <m:t>𝑡</m:t>
                            </m:r>
                          </m:sub>
                          <m:sup>
                            <m:r>
                              <a:rPr lang="en-US" sz="2400" i="1">
                                <a:latin typeface="Cambria Math" panose="02040503050406030204" pitchFamily="18" charset="0"/>
                                <a:ea typeface="Cambria Math" panose="02040503050406030204" pitchFamily="18" charset="0"/>
                              </a:rPr>
                              <m:t>2</m:t>
                            </m:r>
                          </m:sup>
                        </m:sSubSup>
                      </m:den>
                    </m:f>
                    <m:r>
                      <m:rPr>
                        <m:lit/>
                      </m:rPr>
                      <a:rPr lang="en-US" sz="2400" b="1" i="1">
                        <a:latin typeface="Cambria Math" panose="02040503050406030204" pitchFamily="18" charset="0"/>
                        <a:ea typeface="Cambria Math" panose="02040503050406030204" pitchFamily="18" charset="0"/>
                      </a:rPr>
                      <m:t>||</m:t>
                    </m:r>
                  </m:oMath>
                </a14:m>
                <a:r>
                  <a:rPr lang="en-US" sz="2400" b="1" dirty="0">
                    <a:ea typeface="Cambria Math" panose="02040503050406030204" pitchFamily="18" charset="0"/>
                  </a:rPr>
                  <a:t> </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acc>
                          <m:accPr>
                            <m:chr m:val="̃"/>
                            <m:ctrlPr>
                              <a:rPr lang="en-US" sz="2400" b="1" i="1">
                                <a:latin typeface="Cambria Math" panose="02040503050406030204" pitchFamily="18" charset="0"/>
                                <a:ea typeface="Cambria Math" panose="02040503050406030204" pitchFamily="18" charset="0"/>
                              </a:rPr>
                            </m:ctrlPr>
                          </m:accPr>
                          <m:e>
                            <m:r>
                              <a:rPr lang="en-US" sz="2400" b="1" i="1">
                                <a:latin typeface="Cambria Math" panose="02040503050406030204" pitchFamily="18" charset="0"/>
                                <a:ea typeface="Cambria Math" panose="02040503050406030204" pitchFamily="18" charset="0"/>
                              </a:rPr>
                              <m:t>𝝁</m:t>
                            </m:r>
                          </m:e>
                        </m:acc>
                      </m:e>
                      <m:sub>
                        <m:r>
                          <a:rPr lang="en-US" sz="2400" i="1">
                            <a:latin typeface="Cambria Math" panose="02040503050406030204" pitchFamily="18" charset="0"/>
                            <a:ea typeface="Cambria Math" panose="02040503050406030204" pitchFamily="18" charset="0"/>
                          </a:rPr>
                          <m:t>𝑡</m:t>
                        </m:r>
                      </m:sub>
                    </m:sSub>
                    <m:d>
                      <m:dPr>
                        <m:ctrlPr>
                          <a:rPr lang="en-US" sz="2400" b="1" i="1">
                            <a:latin typeface="Cambria Math" panose="02040503050406030204" pitchFamily="18" charset="0"/>
                            <a:ea typeface="Cambria Math" panose="02040503050406030204" pitchFamily="18" charset="0"/>
                          </a:rPr>
                        </m:ctrlPr>
                      </m:dPr>
                      <m:e>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𝑡</m:t>
                            </m:r>
                          </m:sub>
                        </m:sSub>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0</m:t>
                            </m:r>
                          </m:sub>
                        </m:sSub>
                      </m:e>
                    </m:d>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𝝁</m:t>
                        </m:r>
                      </m:e>
                      <m:sub>
                        <m:r>
                          <a:rPr lang="en-US" sz="2400" i="1">
                            <a:latin typeface="Cambria Math" panose="02040503050406030204" pitchFamily="18" charset="0"/>
                            <a:ea typeface="Cambria Math" panose="02040503050406030204" pitchFamily="18" charset="0"/>
                          </a:rPr>
                          <m:t>𝜃</m:t>
                        </m:r>
                      </m:sub>
                    </m:sSub>
                    <m:d>
                      <m:dPr>
                        <m:ctrlPr>
                          <a:rPr lang="en-US" sz="2400" b="1" i="1">
                            <a:latin typeface="Cambria Math" panose="02040503050406030204" pitchFamily="18" charset="0"/>
                            <a:ea typeface="Cambria Math" panose="02040503050406030204" pitchFamily="18" charset="0"/>
                          </a:rPr>
                        </m:ctrlPr>
                      </m:dPr>
                      <m:e>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𝑡</m:t>
                            </m:r>
                          </m:sub>
                        </m:sSub>
                        <m:r>
                          <a:rPr lang="en-US" sz="2400" b="1"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d>
                    <m:r>
                      <m:rPr>
                        <m:lit/>
                      </m:rPr>
                      <a:rPr lang="en-US" sz="2400" b="1"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m:rPr>
                            <m:lit/>
                          </m:rPr>
                          <a:rPr lang="en-US" sz="2400" i="1">
                            <a:latin typeface="Cambria Math" panose="02040503050406030204" pitchFamily="18" charset="0"/>
                            <a:ea typeface="Cambria Math" panose="02040503050406030204" pitchFamily="18" charset="0"/>
                          </a:rPr>
                          <m:t>|</m:t>
                        </m:r>
                      </m:e>
                      <m:sup>
                        <m:r>
                          <a:rPr lang="en-US" sz="2400" i="1">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oMath>
                </a14:m>
                <a:endParaRPr lang="en-KR" dirty="0"/>
              </a:p>
            </p:txBody>
          </p:sp>
        </mc:Choice>
        <mc:Fallback xmlns="">
          <p:sp>
            <p:nvSpPr>
              <p:cNvPr id="3" name="TextBox 2">
                <a:extLst>
                  <a:ext uri="{FF2B5EF4-FFF2-40B4-BE49-F238E27FC236}">
                    <a16:creationId xmlns:a16="http://schemas.microsoft.com/office/drawing/2014/main" id="{86C563ED-DCFF-C5FA-7917-526111B02AA0}"/>
                  </a:ext>
                </a:extLst>
              </p:cNvPr>
              <p:cNvSpPr txBox="1">
                <a:spLocks noRot="1" noChangeAspect="1" noMove="1" noResize="1" noEditPoints="1" noAdjustHandles="1" noChangeArrowheads="1" noChangeShapeType="1" noTextEdit="1"/>
              </p:cNvSpPr>
              <p:nvPr/>
            </p:nvSpPr>
            <p:spPr>
              <a:xfrm>
                <a:off x="609600" y="1394855"/>
                <a:ext cx="11376309" cy="679673"/>
              </a:xfrm>
              <a:prstGeom prst="rect">
                <a:avLst/>
              </a:prstGeom>
              <a:blipFill>
                <a:blip r:embed="rId7"/>
                <a:stretch>
                  <a:fillRect l="-112" b="-1818"/>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52252CC-CF40-ABF9-242B-F5D4C2AAECA1}"/>
                  </a:ext>
                </a:extLst>
              </p:cNvPr>
              <p:cNvSpPr txBox="1"/>
              <p:nvPr/>
            </p:nvSpPr>
            <p:spPr>
              <a:xfrm>
                <a:off x="4152884" y="3269155"/>
                <a:ext cx="6096000" cy="400110"/>
              </a:xfrm>
              <a:prstGeom prst="rect">
                <a:avLst/>
              </a:prstGeom>
              <a:noFill/>
            </p:spPr>
            <p:txBody>
              <a:bodyPr wrap="square">
                <a:spAutoFit/>
              </a:bodyPr>
              <a:lstStyle/>
              <a:p>
                <a14:m>
                  <m:oMath xmlns:m="http://schemas.openxmlformats.org/officeDocument/2006/math">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𝝁</m:t>
                        </m:r>
                      </m:e>
                      <m:sub>
                        <m:r>
                          <a:rPr lang="en-US" sz="2000" i="1">
                            <a:solidFill>
                              <a:schemeClr val="tx1"/>
                            </a:solidFill>
                            <a:latin typeface="Cambria Math" panose="02040503050406030204" pitchFamily="18" charset="0"/>
                            <a:ea typeface="Cambria Math" panose="02040503050406030204" pitchFamily="18" charset="0"/>
                          </a:rPr>
                          <m:t>𝜃</m:t>
                        </m:r>
                      </m:sub>
                    </m:sSub>
                    <m:d>
                      <m:dPr>
                        <m:ctrlPr>
                          <a:rPr lang="en-US" sz="2000" b="1" i="1">
                            <a:solidFill>
                              <a:schemeClr val="tx1"/>
                            </a:solidFill>
                            <a:latin typeface="Cambria Math" panose="02040503050406030204" pitchFamily="18" charset="0"/>
                            <a:ea typeface="Cambria Math" panose="02040503050406030204" pitchFamily="18" charset="0"/>
                          </a:rPr>
                        </m:ctrlPr>
                      </m:dPr>
                      <m:e>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𝒙</m:t>
                            </m:r>
                          </m:e>
                          <m:sub>
                            <m:r>
                              <a:rPr lang="en-US" sz="2000" i="1">
                                <a:solidFill>
                                  <a:schemeClr val="tx1"/>
                                </a:solidFill>
                                <a:latin typeface="Cambria Math" panose="02040503050406030204" pitchFamily="18" charset="0"/>
                                <a:ea typeface="Cambria Math" panose="02040503050406030204" pitchFamily="18" charset="0"/>
                              </a:rPr>
                              <m:t>𝑡</m:t>
                            </m:r>
                          </m:sub>
                        </m:sSub>
                        <m:r>
                          <a:rPr lang="en-US" sz="2000" b="1"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𝑡</m:t>
                        </m:r>
                      </m:e>
                    </m:d>
                    <m:r>
                      <a:rPr lang="en-US" sz="2000" b="1" i="1" smtClean="0">
                        <a:solidFill>
                          <a:schemeClr val="tx1"/>
                        </a:solidFill>
                        <a:latin typeface="Cambria Math" panose="02040503050406030204" pitchFamily="18" charset="0"/>
                        <a:ea typeface="Cambria Math" panose="02040503050406030204" pitchFamily="18" charset="0"/>
                      </a:rPr>
                      <m:t>≔ </m:t>
                    </m:r>
                  </m:oMath>
                </a14:m>
                <a:r>
                  <a:rPr lang="en-KR" sz="20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a:t>
                </a:r>
                <a:endParaRPr lang="en-KR" sz="2000" dirty="0">
                  <a:latin typeface="Pretendard Medium" panose="02000503000000020004" pitchFamily="2" charset="-127"/>
                  <a:ea typeface="Pretendard Medium" panose="02000503000000020004" pitchFamily="2" charset="-127"/>
                  <a:cs typeface="Pretendard Medium" panose="02000503000000020004" pitchFamily="2" charset="-127"/>
                </a:endParaRPr>
              </a:p>
            </p:txBody>
          </p:sp>
        </mc:Choice>
        <mc:Fallback xmlns="">
          <p:sp>
            <p:nvSpPr>
              <p:cNvPr id="10" name="TextBox 9">
                <a:extLst>
                  <a:ext uri="{FF2B5EF4-FFF2-40B4-BE49-F238E27FC236}">
                    <a16:creationId xmlns:a16="http://schemas.microsoft.com/office/drawing/2014/main" id="{752252CC-CF40-ABF9-242B-F5D4C2AAECA1}"/>
                  </a:ext>
                </a:extLst>
              </p:cNvPr>
              <p:cNvSpPr txBox="1">
                <a:spLocks noRot="1" noChangeAspect="1" noMove="1" noResize="1" noEditPoints="1" noAdjustHandles="1" noChangeArrowheads="1" noChangeShapeType="1" noTextEdit="1"/>
              </p:cNvSpPr>
              <p:nvPr/>
            </p:nvSpPr>
            <p:spPr>
              <a:xfrm>
                <a:off x="4152884" y="3269155"/>
                <a:ext cx="6096000" cy="400110"/>
              </a:xfrm>
              <a:prstGeom prst="rect">
                <a:avLst/>
              </a:prstGeom>
              <a:blipFill>
                <a:blip r:embed="rId8"/>
                <a:stretch>
                  <a:fillRect t="-9375" b="-28125"/>
                </a:stretch>
              </a:blipFill>
            </p:spPr>
            <p:txBody>
              <a:bodyPr/>
              <a:lstStyle/>
              <a:p>
                <a:r>
                  <a:rPr lang="en-KR">
                    <a:noFill/>
                  </a:rPr>
                  <a:t> </a:t>
                </a:r>
              </a:p>
            </p:txBody>
          </p:sp>
        </mc:Fallback>
      </mc:AlternateContent>
      <p:cxnSp>
        <p:nvCxnSpPr>
          <p:cNvPr id="12" name="Elbow Connector 11">
            <a:extLst>
              <a:ext uri="{FF2B5EF4-FFF2-40B4-BE49-F238E27FC236}">
                <a16:creationId xmlns:a16="http://schemas.microsoft.com/office/drawing/2014/main" id="{C3B81CD7-2625-3DC6-4F2B-AC42EA4CD00C}"/>
              </a:ext>
            </a:extLst>
          </p:cNvPr>
          <p:cNvCxnSpPr>
            <a:cxnSpLocks/>
            <a:stCxn id="10" idx="1"/>
            <a:endCxn id="8" idx="1"/>
          </p:cNvCxnSpPr>
          <p:nvPr/>
        </p:nvCxnSpPr>
        <p:spPr>
          <a:xfrm rot="10800000">
            <a:off x="3895646" y="2521214"/>
            <a:ext cx="257238" cy="947997"/>
          </a:xfrm>
          <a:prstGeom prst="bentConnector3">
            <a:avLst>
              <a:gd name="adj1" fmla="val 188867"/>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FF96662-70D8-D60D-FDB0-97219DF224C3}"/>
              </a:ext>
            </a:extLst>
          </p:cNvPr>
          <p:cNvSpPr txBox="1"/>
          <p:nvPr/>
        </p:nvSpPr>
        <p:spPr>
          <a:xfrm>
            <a:off x="859574" y="2755947"/>
            <a:ext cx="2558393"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1) Directly approximating</a:t>
            </a:r>
          </a:p>
          <a:p>
            <a:pPr algn="ctr"/>
            <a:r>
              <a:rPr lang="en-KR" dirty="0">
                <a:latin typeface="Pretendard" panose="02000503000000020004" pitchFamily="2" charset="-127"/>
                <a:ea typeface="Pretendard" panose="02000503000000020004" pitchFamily="2" charset="-127"/>
                <a:cs typeface="Pretendard" panose="02000503000000020004" pitchFamily="2" charset="-127"/>
              </a:rPr>
              <a:t>the mean is possible</a:t>
            </a:r>
          </a:p>
        </p:txBody>
      </p:sp>
      <p:sp>
        <p:nvSpPr>
          <p:cNvPr id="16" name="Text Placeholder 2">
            <a:extLst>
              <a:ext uri="{FF2B5EF4-FFF2-40B4-BE49-F238E27FC236}">
                <a16:creationId xmlns:a16="http://schemas.microsoft.com/office/drawing/2014/main" id="{F5B6E052-2FC8-2B11-4DAE-8E9ADF9C553B}"/>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Motivation for reparameterization</a:t>
            </a:r>
            <a:endParaRPr lang="en-KR" sz="2000" dirty="0"/>
          </a:p>
        </p:txBody>
      </p:sp>
      <p:pic>
        <p:nvPicPr>
          <p:cNvPr id="19" name="Audio 18">
            <a:extLst>
              <a:ext uri="{FF2B5EF4-FFF2-40B4-BE49-F238E27FC236}">
                <a16:creationId xmlns:a16="http://schemas.microsoft.com/office/drawing/2014/main" id="{0F403D67-047D-37D4-260B-EFBEB1B45552}"/>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2798814872"/>
      </p:ext>
    </p:extLst>
  </p:cSld>
  <p:clrMapOvr>
    <a:masterClrMapping/>
  </p:clrMapOvr>
  <mc:AlternateContent xmlns:mc="http://schemas.openxmlformats.org/markup-compatibility/2006">
    <mc:Choice xmlns:p14="http://schemas.microsoft.com/office/powerpoint/2010/main" Requires="p14">
      <p:transition spd="slow" p14:dur="2000" advTm="36660"/>
    </mc:Choice>
    <mc:Fallback>
      <p:transition spd="slow" advTm="36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19"/>
                </p:tgtEl>
              </p:cMediaNode>
            </p:audio>
          </p:childTnLst>
        </p:cTn>
      </p:par>
    </p:tnLst>
    <p:bldLst>
      <p:bldP spid="8" grpId="0"/>
      <p:bldP spid="10" grpId="0"/>
      <p:bldP spid="17" grpId="0"/>
    </p:bldLst>
  </p:timing>
  <p:extLst>
    <p:ext uri="{3A86A75C-4F4B-4683-9AE1-C65F6400EC91}">
      <p14:laserTraceLst xmlns:p14="http://schemas.microsoft.com/office/powerpoint/2010/main">
        <p14:tracePtLst>
          <p14:tracePt t="19" x="11760200" y="5834063"/>
          <p14:tracePt t="25" x="11768138" y="5824538"/>
          <p14:tracePt t="26" x="11785600" y="5824538"/>
          <p14:tracePt t="295" x="11803063" y="5570538"/>
          <p14:tracePt t="302" x="11768138" y="5554663"/>
          <p14:tracePt t="312" x="11742738" y="5519738"/>
          <p14:tracePt t="317" x="11691938" y="5494338"/>
          <p14:tracePt t="326" x="11650663" y="5461000"/>
          <p14:tracePt t="334" x="11590338" y="5418138"/>
          <p14:tracePt t="342" x="11564938" y="5402263"/>
          <p14:tracePt t="350" x="11514138" y="5359400"/>
          <p14:tracePt t="358" x="11472863" y="5308600"/>
          <p14:tracePt t="367" x="11430000" y="5265738"/>
          <p14:tracePt t="374" x="11361738" y="5240338"/>
          <p14:tracePt t="383" x="11320463" y="5207000"/>
          <p14:tracePt t="1396" x="7399338" y="2794000"/>
          <p14:tracePt t="1400" x="7340600" y="2667000"/>
          <p14:tracePt t="1409" x="7281863" y="2540000"/>
          <p14:tracePt t="1415" x="7256463" y="2471738"/>
          <p14:tracePt t="1423" x="7188200" y="2370138"/>
          <p14:tracePt t="1431" x="7145338" y="2268538"/>
          <p14:tracePt t="1440" x="7104063" y="2176463"/>
          <p14:tracePt t="1448" x="7069138" y="2133600"/>
          <p14:tracePt t="1456" x="7043738" y="2074863"/>
          <p14:tracePt t="1464" x="7027863" y="2014538"/>
          <p14:tracePt t="1472" x="7010400" y="1981200"/>
          <p14:tracePt t="1480" x="6985000" y="1938338"/>
          <p14:tracePt t="1489" x="6967538" y="1905000"/>
          <p14:tracePt t="1497" x="6951663" y="1887538"/>
          <p14:tracePt t="1505" x="6951663" y="1879600"/>
          <p14:tracePt t="1513" x="6934200" y="1846263"/>
          <p14:tracePt t="1521" x="6926263" y="1828800"/>
          <p14:tracePt t="1538" x="6908800" y="1803400"/>
          <p14:tracePt t="1546" x="6908800" y="1785938"/>
          <p14:tracePt t="2046" x="6891338" y="1785938"/>
          <p14:tracePt t="2055" x="6815138" y="1785938"/>
          <p14:tracePt t="2062" x="6654800" y="1785938"/>
          <p14:tracePt t="2073" x="6459538" y="1828800"/>
          <p14:tracePt t="2079" x="6215063" y="1879600"/>
          <p14:tracePt t="2089" x="5943600" y="1887538"/>
          <p14:tracePt t="2095" x="5613400" y="1922463"/>
          <p14:tracePt t="2105" x="5300663" y="1922463"/>
          <p14:tracePt t="2112" x="4970463" y="1922463"/>
          <p14:tracePt t="2121" x="4640263" y="1922463"/>
          <p14:tracePt t="2128" x="4368800" y="1922463"/>
          <p14:tracePt t="2138" x="4132263" y="1922463"/>
          <p14:tracePt t="2144" x="3886200" y="1887538"/>
          <p14:tracePt t="2153" x="3690938" y="1879600"/>
          <p14:tracePt t="2161" x="3497263" y="1828800"/>
          <p14:tracePt t="2169" x="3335338" y="1828800"/>
          <p14:tracePt t="2177" x="3259138" y="1828800"/>
          <p14:tracePt t="2185" x="3124200" y="1828800"/>
          <p14:tracePt t="2194" x="3005138" y="1828800"/>
          <p14:tracePt t="2202" x="2794000" y="1828800"/>
          <p14:tracePt t="2210" x="2684463" y="1828800"/>
          <p14:tracePt t="2218" x="2565400" y="1846263"/>
          <p14:tracePt t="2226" x="2420938" y="1938338"/>
          <p14:tracePt t="2235" x="2235200" y="2024063"/>
          <p14:tracePt t="2243" x="2057400" y="2141538"/>
          <p14:tracePt t="2251" x="1922463" y="2235200"/>
          <p14:tracePt t="2259" x="1862138" y="2268538"/>
          <p14:tracePt t="2267" x="1709738" y="2370138"/>
          <p14:tracePt t="2276" x="1608138" y="2430463"/>
          <p14:tracePt t="2284" x="1516063" y="2489200"/>
          <p14:tracePt t="2292" x="1439863" y="2522538"/>
          <p14:tracePt t="2300" x="1277938" y="2641600"/>
          <p14:tracePt t="2309" x="1185863" y="2700338"/>
          <p14:tracePt t="2316" x="1109663" y="2794000"/>
          <p14:tracePt t="2325" x="1023938" y="2895600"/>
          <p14:tracePt t="2333" x="889000" y="2997200"/>
          <p14:tracePt t="2341" x="762000" y="3124200"/>
          <p14:tracePt t="2349" x="627063" y="3243263"/>
          <p14:tracePt t="2358" x="482600" y="3344863"/>
          <p14:tracePt t="2366" x="363538" y="3421063"/>
          <p14:tracePt t="2374" x="228600" y="3479800"/>
          <p14:tracePt t="2382" x="195263" y="3497263"/>
          <p14:tracePt t="2390" x="58738" y="3513138"/>
          <p14:tracePt t="2496" x="627063" y="2700338"/>
          <p14:tracePt t="2505" x="1608138" y="2700338"/>
          <p14:tracePt t="2513" x="2506663" y="2700338"/>
          <p14:tracePt t="2522" x="3030538" y="2700338"/>
          <p14:tracePt t="2529" x="4005263" y="2700338"/>
          <p14:tracePt t="2539" x="5072063" y="2794000"/>
          <p14:tracePt t="2546" x="5976938" y="2997200"/>
          <p14:tracePt t="2555" x="6248400" y="3090863"/>
          <p14:tracePt t="2562" x="6891338" y="3327400"/>
          <p14:tracePt t="2572" x="7340600" y="3538538"/>
          <p14:tracePt t="2579" x="7688263" y="3792538"/>
          <p14:tracePt t="2588" x="7924800" y="4021138"/>
          <p14:tracePt t="2595" x="8059738" y="4275138"/>
          <p14:tracePt t="2605" x="8212138" y="4716463"/>
          <p14:tracePt t="2612" x="8212138" y="4978400"/>
          <p14:tracePt t="2621" x="8212138" y="5308600"/>
          <p14:tracePt t="2628" x="8135938" y="5630863"/>
          <p14:tracePt t="2637" x="7881938" y="5986463"/>
          <p14:tracePt t="2644" x="7594600" y="6332538"/>
          <p14:tracePt t="2654" x="7188200" y="6705600"/>
          <p14:tracePt t="3915" x="3767138" y="6434138"/>
          <p14:tracePt t="3925" x="3995738" y="6180138"/>
          <p14:tracePt t="3931" x="4249738" y="5961063"/>
          <p14:tracePt t="3939" x="4521200" y="5707063"/>
          <p14:tracePt t="3947" x="4775200" y="5435600"/>
          <p14:tracePt t="3956" x="5029200" y="5207000"/>
          <p14:tracePt t="3964" x="5240338" y="5011738"/>
          <p14:tracePt t="3972" x="5392738" y="4876800"/>
          <p14:tracePt t="3980" x="5570538" y="4757738"/>
          <p14:tracePt t="3988" x="5613400" y="4724400"/>
          <p14:tracePt t="3997" x="5732463" y="4648200"/>
          <p14:tracePt t="4005" x="5824538" y="4589463"/>
          <p14:tracePt t="4013" x="5918200" y="4529138"/>
          <p14:tracePt t="4021" x="5961063" y="4487863"/>
          <p14:tracePt t="4029" x="5994400" y="4470400"/>
          <p14:tracePt t="4038" x="6002338" y="4470400"/>
          <p14:tracePt t="4046" x="6037263" y="4452938"/>
          <p14:tracePt t="4071" x="6053138" y="4452938"/>
          <p14:tracePt t="4349" x="6053138" y="4470400"/>
          <p14:tracePt t="4865" x="6053138" y="4452938"/>
          <p14:tracePt t="4873" x="6129338" y="4368800"/>
          <p14:tracePt t="4882" x="6172200" y="4292600"/>
          <p14:tracePt t="4890" x="6248400" y="4216400"/>
          <p14:tracePt t="4898" x="6324600" y="4140200"/>
          <p14:tracePt t="4906" x="6392863" y="4056063"/>
          <p14:tracePt t="4914" x="6502400" y="3944938"/>
          <p14:tracePt t="4923" x="6596063" y="3860800"/>
          <p14:tracePt t="4931" x="6723063" y="3725863"/>
          <p14:tracePt t="4939" x="6815138" y="3632200"/>
          <p14:tracePt t="4947" x="6850063" y="3598863"/>
          <p14:tracePt t="4956" x="6951663" y="3497263"/>
          <p14:tracePt t="4963" x="7010400" y="3454400"/>
          <p14:tracePt t="4972" x="7053263" y="3378200"/>
          <p14:tracePt t="4980" x="7104063" y="3327400"/>
          <p14:tracePt t="4988" x="7129463" y="3302000"/>
          <p14:tracePt t="4996" x="7162800" y="3268663"/>
          <p14:tracePt t="5005" x="7180263" y="3259138"/>
          <p14:tracePt t="5013" x="7188200" y="3225800"/>
          <p14:tracePt t="5022" x="7205663" y="3208338"/>
          <p14:tracePt t="5029" x="7221538" y="3200400"/>
          <p14:tracePt t="5038" x="7239000" y="3182938"/>
          <p14:tracePt t="5045" x="7239000" y="3167063"/>
          <p14:tracePt t="5055" x="7256463" y="3149600"/>
          <p14:tracePt t="5062" x="7256463" y="3132138"/>
          <p14:tracePt t="5072" x="7264400" y="3132138"/>
          <p14:tracePt t="5078" x="7281863" y="3124200"/>
          <p14:tracePt t="5088" x="7297738" y="3106738"/>
          <p14:tracePt t="5095" x="7297738" y="3090863"/>
          <p14:tracePt t="5104" x="7315200" y="3073400"/>
          <p14:tracePt t="5111" x="7323138" y="3065463"/>
          <p14:tracePt t="5121" x="7340600" y="3048000"/>
          <p14:tracePt t="5127" x="7358063" y="3048000"/>
          <p14:tracePt t="5136" x="7373938" y="3030538"/>
          <p14:tracePt t="5152" x="7399338" y="3014663"/>
          <p14:tracePt t="5160" x="7434263" y="2997200"/>
          <p14:tracePt t="5168" x="7450138" y="2997200"/>
          <p14:tracePt t="5177" x="7493000" y="2971800"/>
          <p14:tracePt t="5185" x="7518400" y="2954338"/>
          <p14:tracePt t="5193" x="7569200" y="2938463"/>
          <p14:tracePt t="5201" x="7627938" y="2928938"/>
          <p14:tracePt t="5210" x="7653338" y="2913063"/>
          <p14:tracePt t="5218" x="7704138" y="2913063"/>
          <p14:tracePt t="5226" x="7721600" y="2913063"/>
          <p14:tracePt t="5234" x="7747000" y="2913063"/>
          <p14:tracePt t="5242" x="7780338" y="2913063"/>
          <p14:tracePt t="5259" x="7789863" y="2913063"/>
          <p14:tracePt t="5267" x="7805738" y="2913063"/>
          <p14:tracePt t="5283" x="7823200" y="2928938"/>
          <p14:tracePt t="5316" x="7823200" y="2938463"/>
          <p14:tracePt t="5406" x="7823200" y="2954338"/>
          <p14:tracePt t="5619" x="7823200" y="2971800"/>
          <p14:tracePt t="5709" x="7823200" y="2989263"/>
          <p14:tracePt t="5734" x="7805738" y="2989263"/>
          <p14:tracePt t="5750" x="7789863" y="2997200"/>
          <p14:tracePt t="5758" x="7780338" y="2997200"/>
          <p14:tracePt t="5775" x="7764463" y="2997200"/>
          <p14:tracePt t="5783" x="7747000" y="3014663"/>
          <p14:tracePt t="5791" x="7721600" y="3014663"/>
          <p14:tracePt t="5799" x="7704138" y="3014663"/>
          <p14:tracePt t="5808" x="7670800" y="3030538"/>
          <p14:tracePt t="5816" x="7645400" y="3030538"/>
          <p14:tracePt t="5824" x="7627938" y="3048000"/>
          <p14:tracePt t="5832" x="7586663" y="3065463"/>
          <p14:tracePt t="5840" x="7569200" y="3065463"/>
          <p14:tracePt t="5849" x="7518400" y="3065463"/>
          <p14:tracePt t="5857" x="7510463" y="3073400"/>
          <p14:tracePt t="5865" x="7459663" y="3073400"/>
          <p14:tracePt t="5873" x="7416800" y="3090863"/>
          <p14:tracePt t="5881" x="7391400" y="3106738"/>
          <p14:tracePt t="5890" x="7323138" y="3106738"/>
          <p14:tracePt t="5898" x="7264400" y="3124200"/>
          <p14:tracePt t="5906" x="7205663" y="3132138"/>
          <p14:tracePt t="5914" x="7119938" y="3149600"/>
          <p14:tracePt t="5923" x="7069138" y="3167063"/>
          <p14:tracePt t="5931" x="6992938" y="3167063"/>
          <p14:tracePt t="5939" x="6926263" y="3167063"/>
          <p14:tracePt t="5947" x="6832600" y="3182938"/>
          <p14:tracePt t="5955" x="6756400" y="3182938"/>
          <p14:tracePt t="5963" x="6680200" y="3200400"/>
          <p14:tracePt t="5972" x="6621463" y="3200400"/>
          <p14:tracePt t="5979" x="6545263" y="3208338"/>
          <p14:tracePt t="5988" x="6484938" y="3225800"/>
          <p14:tracePt t="5996" x="6426200" y="3225800"/>
          <p14:tracePt t="6005" x="6383338" y="3243263"/>
          <p14:tracePt t="6012" x="6332538" y="3243263"/>
          <p14:tracePt t="6022" x="6291263" y="3243263"/>
          <p14:tracePt t="6029" x="6265863" y="3243263"/>
          <p14:tracePt t="6039" x="6230938" y="3259138"/>
          <p14:tracePt t="6045" x="6197600" y="3259138"/>
          <p14:tracePt t="6055" x="6189663" y="3259138"/>
          <p14:tracePt t="6061" x="6154738" y="3259138"/>
          <p14:tracePt t="6071" x="6138863" y="3259138"/>
          <p14:tracePt t="6088" x="6129338" y="3259138"/>
          <p14:tracePt t="6094" x="6113463" y="3259138"/>
          <p14:tracePt t="6119" x="6096000" y="3259138"/>
          <p14:tracePt t="6193" x="6078538" y="3259138"/>
          <p14:tracePt t="6234" x="6062663" y="3259138"/>
          <p14:tracePt t="6242" x="6053138" y="3259138"/>
          <p14:tracePt t="6250" x="6053138" y="3243263"/>
          <p14:tracePt t="6259" x="6037263" y="3243263"/>
          <p14:tracePt t="6266" x="6019800" y="3243263"/>
          <p14:tracePt t="6275" x="6002338" y="3225800"/>
          <p14:tracePt t="6283" x="5976938" y="3225800"/>
          <p14:tracePt t="6291" x="5976938" y="3208338"/>
          <p14:tracePt t="6299" x="5961063" y="3208338"/>
          <p14:tracePt t="6307" x="5926138" y="3200400"/>
          <p14:tracePt t="6316" x="5918200" y="3200400"/>
          <p14:tracePt t="6324" x="5900738" y="3182938"/>
          <p14:tracePt t="6340" x="5884863" y="3167063"/>
          <p14:tracePt t="6348" x="5867400" y="3167063"/>
          <p14:tracePt t="6357" x="5859463" y="3149600"/>
          <p14:tracePt t="6365" x="5842000" y="3149600"/>
          <p14:tracePt t="6373" x="5842000" y="3132138"/>
          <p14:tracePt t="6381" x="5824538" y="3132138"/>
          <p14:tracePt t="6397" x="5808663" y="3124200"/>
          <p14:tracePt t="6422" x="5808663" y="3106738"/>
          <p14:tracePt t="6562" x="5824538" y="3106738"/>
          <p14:tracePt t="6578" x="5842000" y="3106738"/>
          <p14:tracePt t="6594" x="5867400" y="3106738"/>
          <p14:tracePt t="6603" x="5884863" y="3106738"/>
          <p14:tracePt t="6611" x="5900738" y="3106738"/>
          <p14:tracePt t="6619" x="5943600" y="3106738"/>
          <p14:tracePt t="6627" x="5976938" y="3106738"/>
          <p14:tracePt t="6635" x="6078538" y="3106738"/>
          <p14:tracePt t="6644" x="6138863" y="3106738"/>
          <p14:tracePt t="6652" x="6248400" y="3106738"/>
          <p14:tracePt t="6660" x="6324600" y="3106738"/>
          <p14:tracePt t="6668" x="6459538" y="3106738"/>
          <p14:tracePt t="6676" x="6561138" y="3106738"/>
          <p14:tracePt t="6684" x="6680200" y="3106738"/>
          <p14:tracePt t="6693" x="6789738" y="3106738"/>
          <p14:tracePt t="6701" x="6850063" y="3106738"/>
          <p14:tracePt t="6709" x="6926263" y="3106738"/>
          <p14:tracePt t="6717" x="7027863" y="3106738"/>
          <p14:tracePt t="6725" x="7104063" y="3106738"/>
          <p14:tracePt t="6734" x="7162800" y="3106738"/>
          <p14:tracePt t="6742" x="7221538" y="3106738"/>
          <p14:tracePt t="6750" x="7281863" y="3090863"/>
          <p14:tracePt t="6758" x="7315200" y="3090863"/>
          <p14:tracePt t="6766" x="7358063" y="3073400"/>
          <p14:tracePt t="6774" x="7373938" y="3073400"/>
          <p14:tracePt t="6783" x="7416800" y="3065463"/>
          <p14:tracePt t="6791" x="7434263" y="3065463"/>
          <p14:tracePt t="6799" x="7450138" y="3065463"/>
          <p14:tracePt t="6807" x="7475538" y="3065463"/>
          <p14:tracePt t="6816" x="7493000" y="3065463"/>
          <p14:tracePt t="6824" x="7518400" y="3065463"/>
          <p14:tracePt t="6832" x="7569200" y="3065463"/>
          <p14:tracePt t="6840" x="7594600" y="3065463"/>
          <p14:tracePt t="6848" x="7670800" y="3065463"/>
          <p14:tracePt t="6856" x="7729538" y="3065463"/>
          <p14:tracePt t="6865" x="7805738" y="3065463"/>
          <p14:tracePt t="6873" x="7916863" y="3065463"/>
          <p14:tracePt t="6881" x="8018463" y="3065463"/>
          <p14:tracePt t="6889" x="8153400" y="3065463"/>
          <p14:tracePt t="6898" x="8272463" y="3048000"/>
          <p14:tracePt t="6906" x="8331200" y="3048000"/>
          <p14:tracePt t="6914" x="8466138" y="3048000"/>
          <p14:tracePt t="6922" x="8577263" y="3048000"/>
          <p14:tracePt t="6930" x="8678863" y="3048000"/>
          <p14:tracePt t="6939" x="8780463" y="3048000"/>
          <p14:tracePt t="6947" x="8856663" y="3048000"/>
          <p14:tracePt t="6955" x="8915400" y="3048000"/>
          <p14:tracePt t="6963" x="8966200" y="3048000"/>
          <p14:tracePt t="6972" x="9024938" y="3030538"/>
          <p14:tracePt t="6980" x="9067800" y="3030538"/>
          <p14:tracePt t="6989" x="9085263" y="3030538"/>
          <p14:tracePt t="6996" x="9101138" y="3030538"/>
          <p14:tracePt t="7005" x="9110663" y="3030538"/>
          <p14:tracePt t="7012" x="9126538" y="3030538"/>
          <p14:tracePt t="7038" x="9144000" y="3030538"/>
          <p14:tracePt t="10006" x="9126538" y="3030538"/>
          <p14:tracePt t="10011" x="9101138" y="3048000"/>
          <p14:tracePt t="10022" x="9050338" y="3073400"/>
          <p14:tracePt t="10028" x="9009063" y="3106738"/>
          <p14:tracePt t="10038" x="8966200" y="3124200"/>
          <p14:tracePt t="10044" x="8915400" y="3149600"/>
          <p14:tracePt t="10055" x="8872538" y="3149600"/>
          <p14:tracePt t="10060" x="8831263" y="3182938"/>
          <p14:tracePt t="10072" x="8780463" y="3200400"/>
          <p14:tracePt t="10077" x="8737600" y="3208338"/>
          <p14:tracePt t="10089" x="8678863" y="3225800"/>
          <p14:tracePt t="10093" x="8643938" y="3225800"/>
          <p14:tracePt t="10106" x="8585200" y="3259138"/>
          <p14:tracePt t="10109" x="8542338" y="3259138"/>
          <p14:tracePt t="10123" x="8501063" y="3268663"/>
          <p14:tracePt t="10127" x="8440738" y="3284538"/>
          <p14:tracePt t="10139" x="8389938" y="3302000"/>
          <p14:tracePt t="10143" x="8382000" y="3302000"/>
          <p14:tracePt t="10156" x="8331200" y="3319463"/>
          <p14:tracePt t="10160" x="8305800" y="3319463"/>
          <p14:tracePt t="10176" x="8288338" y="3327400"/>
          <p14:tracePt t="10190" x="8272463" y="3327400"/>
          <p14:tracePt t="10192" x="8255000" y="3327400"/>
          <p14:tracePt t="10207" x="8247063" y="3327400"/>
          <p14:tracePt t="10314" x="8229600" y="3327400"/>
          <p14:tracePt t="10347" x="8212138" y="3327400"/>
          <p14:tracePt t="10356" x="8196263" y="3302000"/>
          <p14:tracePt t="10363" x="8186738" y="3284538"/>
          <p14:tracePt t="10372" x="8153400" y="3208338"/>
          <p14:tracePt t="10379" x="8120063" y="3106738"/>
          <p14:tracePt t="10389" x="8077200" y="2971800"/>
          <p14:tracePt t="10986" x="8059738" y="2989263"/>
          <p14:tracePt t="10994" x="7983538" y="3030538"/>
          <p14:tracePt t="11003" x="7958138" y="3065463"/>
          <p14:tracePt t="11011" x="7916863" y="3090863"/>
          <p14:tracePt t="11019" x="7840663" y="3149600"/>
          <p14:tracePt t="11027" x="7789863" y="3182938"/>
          <p14:tracePt t="11035" x="7729538" y="3208338"/>
          <p14:tracePt t="11043" x="7653338" y="3259138"/>
          <p14:tracePt t="11052" x="7612063" y="3284538"/>
          <p14:tracePt t="11060" x="7551738" y="3327400"/>
          <p14:tracePt t="11068" x="7493000" y="3360738"/>
          <p14:tracePt t="11076" x="7434263" y="3395663"/>
          <p14:tracePt t="11084" x="7373938" y="3421063"/>
          <p14:tracePt t="11093" x="7323138" y="3462338"/>
          <p14:tracePt t="11101" x="7281863" y="3497263"/>
          <p14:tracePt t="11109" x="7221538" y="3530600"/>
          <p14:tracePt t="11117" x="7180263" y="3556000"/>
          <p14:tracePt t="11126" x="7129463" y="3589338"/>
          <p14:tracePt t="11134" x="7086600" y="3614738"/>
          <p14:tracePt t="11142" x="7053263" y="3632200"/>
          <p14:tracePt t="11150" x="7027863" y="3649663"/>
          <p14:tracePt t="11158" x="6992938" y="3657600"/>
          <p14:tracePt t="11166" x="6985000" y="3657600"/>
          <p14:tracePt t="11175" x="6967538" y="3675063"/>
          <p14:tracePt t="11183" x="6951663" y="3675063"/>
          <p14:tracePt t="11191" x="6934200" y="3675063"/>
          <p14:tracePt t="11199" x="6926263" y="3690938"/>
          <p14:tracePt t="11207" x="6908800" y="3690938"/>
          <p14:tracePt t="11216" x="6891338" y="3690938"/>
          <p14:tracePt t="11224" x="6858000" y="3690938"/>
          <p14:tracePt t="11240" x="6832600" y="3708400"/>
          <p14:tracePt t="11248" x="6815138" y="3708400"/>
          <p14:tracePt t="11256" x="6799263" y="3725863"/>
          <p14:tracePt t="11265" x="6789738" y="3725863"/>
          <p14:tracePt t="11273" x="6773863" y="3725863"/>
          <p14:tracePt t="11289" x="6756400" y="3725863"/>
          <p14:tracePt t="11338" x="6756400" y="3733800"/>
          <p14:tracePt t="11347" x="6738938" y="3733800"/>
          <p14:tracePt t="12330" x="6697663" y="3733800"/>
          <p14:tracePt t="12339" x="6654800" y="3733800"/>
          <p14:tracePt t="12347" x="6561138" y="3733800"/>
          <p14:tracePt t="12358" x="6459538" y="3733800"/>
          <p14:tracePt t="12363" x="6350000" y="3733800"/>
          <p14:tracePt t="12372" x="6215063" y="3733800"/>
          <p14:tracePt t="12379" x="6053138" y="3733800"/>
          <p14:tracePt t="12389" x="5918200" y="3733800"/>
          <p14:tracePt t="12396" x="5799138" y="3733800"/>
          <p14:tracePt t="12405" x="5707063" y="3733800"/>
          <p14:tracePt t="12412" x="5478463" y="3733800"/>
          <p14:tracePt t="12422" x="5435600" y="3733800"/>
          <p14:tracePt t="12428" x="5334000" y="3733800"/>
          <p14:tracePt t="12439" x="5257800" y="3733800"/>
          <p14:tracePt t="12445" x="5181600" y="3733800"/>
          <p14:tracePt t="12455" x="5122863" y="3733800"/>
          <p14:tracePt t="12461" x="5087938" y="3733800"/>
          <p14:tracePt t="12471" x="5062538" y="3725863"/>
          <p14:tracePt t="12478" x="5029200" y="3725863"/>
          <p14:tracePt t="12488" x="5011738" y="3725863"/>
          <p14:tracePt t="12494" x="5003800" y="3725863"/>
          <p14:tracePt t="12502" x="5003800" y="3708400"/>
          <p14:tracePt t="12511" x="4986338" y="3708400"/>
          <p14:tracePt t="12535" x="4970463" y="3690938"/>
          <p14:tracePt t="12543" x="4970463" y="3675063"/>
          <p14:tracePt t="12568" x="4970463" y="3657600"/>
          <p14:tracePt t="12576" x="4953000" y="3657600"/>
          <p14:tracePt t="12584" x="4935538" y="3649663"/>
          <p14:tracePt t="12593" x="4927600" y="3614738"/>
          <p14:tracePt t="12601" x="4910138" y="3598863"/>
          <p14:tracePt t="12609" x="4894263" y="3573463"/>
          <p14:tracePt t="12617" x="4868863" y="3538538"/>
          <p14:tracePt t="12625" x="4851400" y="3538538"/>
          <p14:tracePt t="12633" x="4818063" y="3497263"/>
          <p14:tracePt t="12641" x="4792663" y="3462338"/>
          <p14:tracePt t="12650" x="4775200" y="3436938"/>
          <p14:tracePt t="12658" x="4757738" y="3403600"/>
          <p14:tracePt t="12666" x="4732338" y="3378200"/>
          <p14:tracePt t="12674" x="4732338" y="3344863"/>
          <p14:tracePt t="12683" x="4716463" y="3327400"/>
          <p14:tracePt t="12691" x="4699000" y="3302000"/>
          <p14:tracePt t="12699" x="4699000" y="3284538"/>
          <p14:tracePt t="12707" x="4681538" y="3268663"/>
          <p14:tracePt t="12716" x="4681538" y="3243263"/>
          <p14:tracePt t="12723" x="4681538" y="3208338"/>
          <p14:tracePt t="12740" x="4673600" y="3200400"/>
          <p14:tracePt t="12748" x="4673600" y="3182938"/>
          <p14:tracePt t="12756" x="4673600" y="3167063"/>
          <p14:tracePt t="12773" x="4673600" y="3149600"/>
          <p14:tracePt t="12814" x="4673600" y="3132138"/>
          <p14:tracePt t="12855" x="4673600" y="3124200"/>
          <p14:tracePt t="12888" x="4673600" y="3106738"/>
          <p14:tracePt t="12896" x="4673600" y="3090863"/>
          <p14:tracePt t="12912" x="4673600" y="3073400"/>
          <p14:tracePt t="12922" x="4673600" y="3065463"/>
          <p14:tracePt t="12929" x="4673600" y="3048000"/>
          <p14:tracePt t="12938" x="4673600" y="3030538"/>
          <p14:tracePt t="12945" x="4673600" y="2997200"/>
          <p14:tracePt t="12955" x="4673600" y="2989263"/>
          <p14:tracePt t="12961" x="4673600" y="2971800"/>
          <p14:tracePt t="12971" x="4673600" y="2938463"/>
          <p14:tracePt t="12978" x="4673600" y="2928938"/>
          <p14:tracePt t="12986" x="4673600" y="2913063"/>
          <p14:tracePt t="13002" x="4673600" y="2895600"/>
          <p14:tracePt t="13010" x="4673600" y="2878138"/>
          <p14:tracePt t="13076" x="4673600" y="2870200"/>
          <p14:tracePt t="13084" x="4656138" y="2870200"/>
          <p14:tracePt t="13100" x="4640263" y="2870200"/>
          <p14:tracePt t="13117" x="4622800" y="2852738"/>
          <p14:tracePt t="13125" x="4605338" y="2852738"/>
          <p14:tracePt t="13133" x="4597400" y="2852738"/>
          <p14:tracePt t="13141" x="4579938" y="2836863"/>
          <p14:tracePt t="13150" x="4564063" y="2836863"/>
          <p14:tracePt t="13158" x="4546600" y="2819400"/>
          <p14:tracePt t="13166" x="4521200" y="2819400"/>
          <p14:tracePt t="13174" x="4503738" y="2819400"/>
          <p14:tracePt t="13182" x="4462463" y="2801938"/>
          <p14:tracePt t="13191" x="4445000" y="2794000"/>
          <p14:tracePt t="13199" x="4411663" y="2794000"/>
          <p14:tracePt t="13207" x="4402138" y="2794000"/>
          <p14:tracePt t="13215" x="4351338" y="2776538"/>
          <p14:tracePt t="13223" x="4325938" y="2776538"/>
          <p14:tracePt t="13232" x="4310063" y="2776538"/>
          <p14:tracePt t="13240" x="4292600" y="2776538"/>
          <p14:tracePt t="13248" x="4275138" y="2776538"/>
          <p14:tracePt t="13256" x="4267200" y="2776538"/>
          <p14:tracePt t="13264" x="4249738" y="2776538"/>
          <p14:tracePt t="13289" x="4233863" y="2776538"/>
          <p14:tracePt t="13314" x="4216400" y="2776538"/>
          <p14:tracePt t="13330" x="4216400" y="2794000"/>
          <p14:tracePt t="13362" x="4208463" y="2794000"/>
          <p14:tracePt t="13379" x="4208463" y="2801938"/>
          <p14:tracePt t="13420" x="4208463" y="2819400"/>
          <p14:tracePt t="13502" x="4216400" y="2819400"/>
          <p14:tracePt t="13510" x="4249738" y="2819400"/>
          <p14:tracePt t="13518" x="4292600" y="2819400"/>
          <p14:tracePt t="13527" x="4351338" y="2836863"/>
          <p14:tracePt t="13535" x="4445000" y="2852738"/>
          <p14:tracePt t="13543" x="4546600" y="2870200"/>
          <p14:tracePt t="13551" x="4681538" y="2870200"/>
          <p14:tracePt t="13560" x="4818063" y="2878138"/>
          <p14:tracePt t="13568" x="4876800" y="2878138"/>
          <p14:tracePt t="13576" x="4970463" y="2878138"/>
          <p14:tracePt t="13584" x="5072063" y="2878138"/>
          <p14:tracePt t="13592" x="5148263" y="2878138"/>
          <p14:tracePt t="13600" x="5240338" y="2878138"/>
          <p14:tracePt t="13608" x="5265738" y="2878138"/>
          <p14:tracePt t="13617" x="5300663" y="2878138"/>
          <p14:tracePt t="13625" x="5316538" y="2878138"/>
          <p14:tracePt t="13633" x="5334000" y="2878138"/>
          <p14:tracePt t="13641" x="5341938" y="2878138"/>
          <p14:tracePt t="13723" x="5341938" y="2870200"/>
          <p14:tracePt t="13756" x="5334000" y="2870200"/>
          <p14:tracePt t="13846" x="5316538" y="2870200"/>
          <p14:tracePt t="14846" x="5300663" y="2870200"/>
          <p14:tracePt t="14888" x="5300663" y="2878138"/>
          <p14:tracePt t="14912" x="5300663" y="2895600"/>
          <p14:tracePt t="14928" x="5283200" y="2913063"/>
          <p14:tracePt t="14936" x="5283200" y="2928938"/>
          <p14:tracePt t="14953" x="5265738" y="2938463"/>
          <p14:tracePt t="14961" x="5265738" y="2954338"/>
          <p14:tracePt t="14969" x="5257800" y="2989263"/>
          <p14:tracePt t="14977" x="5240338" y="2997200"/>
          <p14:tracePt t="14985" x="5224463" y="3030538"/>
          <p14:tracePt t="14993" x="5181600" y="3073400"/>
          <p14:tracePt t="15002" x="5148263" y="3124200"/>
          <p14:tracePt t="15010" x="5087938" y="3182938"/>
          <p14:tracePt t="15018" x="5046663" y="3225800"/>
          <p14:tracePt t="15026" x="5011738" y="3284538"/>
          <p14:tracePt t="15035" x="4970463" y="3327400"/>
          <p14:tracePt t="15043" x="4927600" y="3378200"/>
          <p14:tracePt t="15051" x="4894263" y="3421063"/>
          <p14:tracePt t="15059" x="4851400" y="3454400"/>
          <p14:tracePt t="15067" x="4833938" y="3479800"/>
          <p14:tracePt t="15076" x="4800600" y="3497263"/>
          <p14:tracePt t="15084" x="4792663" y="3513138"/>
          <p14:tracePt t="15108" x="4775200" y="3530600"/>
          <p14:tracePt t="15133" x="4775200" y="3538538"/>
          <p14:tracePt t="15182" x="4775200" y="3556000"/>
          <p14:tracePt t="15223" x="4775200" y="3573463"/>
          <p14:tracePt t="15248" x="4757738" y="3573463"/>
          <p14:tracePt t="15264" x="4757738" y="3589338"/>
          <p14:tracePt t="15280" x="4741863" y="3589338"/>
          <p14:tracePt t="15289" x="4741863" y="3598863"/>
          <p14:tracePt t="15297" x="4732338" y="3614738"/>
          <p14:tracePt t="15305" x="4716463" y="3614738"/>
          <p14:tracePt t="15313" x="4699000" y="3632200"/>
          <p14:tracePt t="15322" x="4699000" y="3649663"/>
          <p14:tracePt t="15330" x="4673600" y="3649663"/>
          <p14:tracePt t="15339" x="4656138" y="3657600"/>
          <p14:tracePt t="15346" x="4640263" y="3657600"/>
          <p14:tracePt t="15355" x="4622800" y="3675063"/>
          <p14:tracePt t="15372" x="4605338" y="3675063"/>
          <p14:tracePt t="15379" x="4597400" y="3690938"/>
          <p14:tracePt t="15395" x="4579938" y="3690938"/>
          <p14:tracePt t="15405" x="4579938" y="3708400"/>
          <p14:tracePt t="15411" x="4564063" y="3708400"/>
          <p14:tracePt t="15436" x="4546600" y="3708400"/>
          <p14:tracePt t="15477" x="4538663" y="3708400"/>
          <p14:tracePt t="16428" x="4546600" y="3708400"/>
          <p14:tracePt t="16461" x="4564063" y="3725863"/>
          <p14:tracePt t="16477" x="4579938" y="3725863"/>
          <p14:tracePt t="16485" x="4597400" y="3751263"/>
          <p14:tracePt t="16493" x="4622800" y="3784600"/>
          <p14:tracePt t="16501" x="4656138" y="3810000"/>
          <p14:tracePt t="16510" x="4681538" y="3860800"/>
          <p14:tracePt t="16518" x="4716463" y="3903663"/>
          <p14:tracePt t="16526" x="4757738" y="3962400"/>
          <p14:tracePt t="16534" x="4792663" y="4005263"/>
          <p14:tracePt t="16542" x="4818063" y="4064000"/>
          <p14:tracePt t="16551" x="4851400" y="4140200"/>
          <p14:tracePt t="16559" x="4894263" y="4275138"/>
          <p14:tracePt t="16567" x="4910138" y="4318000"/>
          <p14:tracePt t="16575" x="4927600" y="4470400"/>
          <p14:tracePt t="16583" x="4927600" y="4521200"/>
          <p14:tracePt t="16592" x="4927600" y="4681538"/>
          <p14:tracePt t="16600" x="4927600" y="4783138"/>
          <p14:tracePt t="16608" x="4927600" y="4919663"/>
          <p14:tracePt t="16616" x="4876800" y="5011738"/>
          <p14:tracePt t="16624" x="4818063" y="5148263"/>
          <p14:tracePt t="16632" x="4732338" y="5300663"/>
          <p14:tracePt t="16641" x="4640263" y="5443538"/>
          <p14:tracePt t="16649" x="4538663" y="5613400"/>
          <p14:tracePt t="16657" x="4411663" y="5773738"/>
          <p14:tracePt t="16665" x="4325938" y="5926138"/>
          <p14:tracePt t="16673" x="4208463" y="6078538"/>
          <p14:tracePt t="16681" x="4173538" y="6138863"/>
          <p14:tracePt t="16690" x="4097338" y="6230938"/>
          <p14:tracePt t="16698" x="4021138" y="6299200"/>
          <p14:tracePt t="16706" x="3979863" y="6350000"/>
          <p14:tracePt t="16715" x="3944938" y="6375400"/>
          <p14:tracePt t="16723" x="3937000" y="6392863"/>
          <p14:tracePt t="16731" x="3919538" y="6392863"/>
          <p14:tracePt t="16739" x="3903663" y="6392863"/>
          <p14:tracePt t="17140" x="3903663" y="6451600"/>
          <p14:tracePt t="17148" x="3903663" y="6510338"/>
          <p14:tracePt t="17157" x="3886200" y="6586538"/>
          <p14:tracePt t="17165" x="3878263" y="6629400"/>
          <p14:tracePt t="17173" x="3843338" y="6705600"/>
          <p14:tracePt t="17181" x="3810000" y="6764338"/>
          <p14:tracePt t="17190" x="3784600" y="6840538"/>
          <p14:tracePt t="17494" x="3589338" y="6697663"/>
          <p14:tracePt t="17502" x="3589338" y="6604000"/>
          <p14:tracePt t="17510" x="3589338" y="6469063"/>
          <p14:tracePt t="17518" x="3632200" y="6299200"/>
          <p14:tracePt t="17526" x="3675063" y="6103938"/>
          <p14:tracePt t="17534" x="3741738" y="5910263"/>
          <p14:tracePt t="17542" x="3802063" y="5748338"/>
          <p14:tracePt t="17550" x="3827463" y="5656263"/>
          <p14:tracePt t="17558" x="3878263" y="5537200"/>
          <p14:tracePt t="17567" x="3903663" y="5435600"/>
          <p14:tracePt t="17575" x="3944938" y="5359400"/>
          <p14:tracePt t="17583" x="3962400" y="5265738"/>
          <p14:tracePt t="17591" x="3995738" y="5240338"/>
          <p14:tracePt t="17599" x="4005263" y="5207000"/>
          <p14:tracePt t="17608" x="4005263" y="5189538"/>
          <p14:tracePt t="17624" x="4021138" y="5189538"/>
          <p14:tracePt t="17632" x="4021138" y="5173663"/>
          <p14:tracePt t="17731" x="4021138" y="5189538"/>
          <p14:tracePt t="17788" x="4021138" y="5207000"/>
          <p14:tracePt t="17806" x="4038600" y="5207000"/>
          <p14:tracePt t="17829" x="4056063" y="5207000"/>
          <p14:tracePt t="17838" x="4071938" y="5189538"/>
          <p14:tracePt t="18345" x="4132263" y="5189538"/>
          <p14:tracePt t="18355" x="4208463" y="5173663"/>
          <p14:tracePt t="18361" x="4343400" y="5148263"/>
          <p14:tracePt t="18370" x="4470400" y="5113338"/>
          <p14:tracePt t="18378" x="4597400" y="5072063"/>
          <p14:tracePt t="18386" x="4732338" y="5029200"/>
          <p14:tracePt t="18394" x="4800600" y="4995863"/>
          <p14:tracePt t="18402" x="4935538" y="4970463"/>
          <p14:tracePt t="18411" x="5046663" y="4919663"/>
          <p14:tracePt t="18419" x="5122863" y="4910138"/>
          <p14:tracePt t="18427" x="5199063" y="4876800"/>
          <p14:tracePt t="18435" x="5257800" y="4843463"/>
          <p14:tracePt t="18443" x="5300663" y="4843463"/>
          <p14:tracePt t="18451" x="5316538" y="4833938"/>
          <p14:tracePt t="18460" x="5341938" y="4818063"/>
          <p14:tracePt t="18468" x="5359400" y="4818063"/>
          <p14:tracePt t="18476" x="5359400" y="4800600"/>
          <p14:tracePt t="18492" x="5376863" y="4800600"/>
          <p14:tracePt t="18501" x="5376863" y="4783138"/>
          <p14:tracePt t="18763" x="5359400" y="4783138"/>
          <p14:tracePt t="19000" x="5341938" y="4783138"/>
          <p14:tracePt t="34573" x="5918200" y="4445000"/>
          <p14:tracePt t="34578" x="6459538" y="4097338"/>
          <p14:tracePt t="34592" x="7027863" y="3792538"/>
          <p14:tracePt t="34593" x="7569200" y="3497263"/>
          <p14:tracePt t="34600" x="7983538" y="3225800"/>
          <p14:tracePt t="34608" x="8305800" y="3014663"/>
          <p14:tracePt t="34616" x="8542338" y="2819400"/>
          <p14:tracePt t="34624" x="8720138" y="2667000"/>
          <p14:tracePt t="34632" x="8856663" y="2565400"/>
          <p14:tracePt t="34641" x="9202738" y="2278063"/>
          <p14:tracePt t="34649" x="9431338" y="2100263"/>
          <p14:tracePt t="34657" x="9626600" y="1947863"/>
          <p14:tracePt t="34665" x="9786938" y="1828800"/>
          <p14:tracePt t="34673" x="9821863" y="1785938"/>
          <p14:tracePt t="34682" x="9906000" y="1709738"/>
          <p14:tracePt t="34690" x="9974263" y="1668463"/>
          <p14:tracePt t="34698" x="10015538" y="1608138"/>
          <p14:tracePt t="34706" x="10040938" y="1592263"/>
          <p14:tracePt t="34714" x="10058400" y="1574800"/>
          <p14:tracePt t="34723" x="10058400" y="1557338"/>
          <p14:tracePt t="34731" x="10058400" y="1549400"/>
          <p14:tracePt t="34739" x="10075863" y="1549400"/>
          <p14:tracePt t="34747" x="10075863" y="1531938"/>
          <p14:tracePt t="34756" x="10091738" y="1531938"/>
          <p14:tracePt t="34764" x="10091738" y="1516063"/>
          <p14:tracePt t="34772" x="10091738" y="1498600"/>
          <p14:tracePt t="34780" x="10091738" y="1481138"/>
          <p14:tracePt t="34790" x="10101263" y="1473200"/>
          <p14:tracePt t="34796" x="10101263" y="1439863"/>
          <p14:tracePt t="34806" x="10134600" y="1397000"/>
          <p14:tracePt t="34813" x="10152063" y="1379538"/>
          <p14:tracePt t="34823" x="10177463" y="1320800"/>
          <p14:tracePt t="34829" x="10236200" y="1227138"/>
          <p14:tracePt t="34839" x="10269538" y="1150938"/>
          <p14:tracePt t="34846" x="10345738" y="1066800"/>
          <p14:tracePt t="34856" x="10439400" y="914400"/>
          <p14:tracePt t="34862" x="10693400" y="584200"/>
          <p14:tracePt t="34872" x="10896600" y="271463"/>
          <p14:tracePt t="35151" x="9296400" y="914400"/>
          <p14:tracePt t="35158" x="8932863" y="1277938"/>
          <p14:tracePt t="35166" x="7493000" y="2717800"/>
          <p14:tracePt t="35174" x="7129463" y="3073400"/>
          <p14:tracePt t="35182" x="6350000" y="3944938"/>
          <p14:tracePt t="35191" x="5595938" y="4699000"/>
          <p14:tracePt t="35198" x="4986338" y="5384800"/>
          <p14:tracePt t="35206" x="4833938" y="5580063"/>
          <p14:tracePt t="35214" x="4699000" y="5732463"/>
          <p14:tracePt t="35223" x="4411663" y="6078538"/>
          <p14:tracePt t="35231" x="4208463" y="6291263"/>
          <p14:tracePt t="35239" x="4071938" y="6434138"/>
          <p14:tracePt t="35247" x="3995738" y="6510338"/>
          <p14:tracePt t="35256" x="3944938" y="6561138"/>
          <p14:tracePt t="35264" x="3937000" y="6570663"/>
          <p14:tracePt t="35272" x="3919538" y="6586538"/>
          <p14:tracePt t="35280" x="3903663" y="6586538"/>
          <p14:tracePt t="35313" x="3886200" y="6570663"/>
          <p14:tracePt t="35322" x="3886200" y="6561138"/>
          <p14:tracePt t="35329" x="3886200" y="6545263"/>
          <p14:tracePt t="35345" x="3886200" y="6527800"/>
          <p14:tracePt t="35395" x="3878263" y="6527800"/>
          <p14:tracePt t="35403" x="3843338" y="6586538"/>
          <p14:tracePt t="35411" x="3810000" y="6646863"/>
          <p14:tracePt t="35419" x="3690938" y="6824663"/>
          <p14:tracePt t="35740" x="3962400" y="5402263"/>
          <p14:tracePt t="35748" x="4233863" y="5054600"/>
          <p14:tracePt t="35756" x="4800600" y="4368800"/>
          <p14:tracePt t="35764" x="5392738" y="3751263"/>
          <p14:tracePt t="35773" x="5613400" y="3513138"/>
          <p14:tracePt t="35780" x="6053138" y="3065463"/>
          <p14:tracePt t="35789" x="6469063" y="2684463"/>
          <p14:tracePt t="35796" x="6756400" y="2413000"/>
          <p14:tracePt t="35806" x="7043738" y="2217738"/>
          <p14:tracePt t="35813" x="7264400" y="2057400"/>
          <p14:tracePt t="35822" x="7434263" y="1938338"/>
          <p14:tracePt t="35829" x="7475538" y="1905000"/>
          <p14:tracePt t="35839" x="7594600" y="1811338"/>
          <p14:tracePt t="35846" x="7721600" y="1752600"/>
          <p14:tracePt t="35855" x="7805738" y="1693863"/>
          <p14:tracePt t="35862" x="7983538" y="1592263"/>
          <p14:tracePt t="35872" x="8059738" y="1557338"/>
          <p14:tracePt t="35878" x="8196263" y="1481138"/>
          <p14:tracePt t="35886" x="8313738" y="1439863"/>
          <p14:tracePt t="35895" x="8483600" y="1363663"/>
          <p14:tracePt t="35903" x="8661400" y="1277938"/>
          <p14:tracePt t="35911" x="8831263" y="1201738"/>
          <p14:tracePt t="35919" x="8991600" y="1125538"/>
          <p14:tracePt t="35927" x="9144000" y="1049338"/>
          <p14:tracePt t="35936" x="9278938" y="990600"/>
          <p14:tracePt t="35944" x="9440863" y="914400"/>
          <p14:tracePt t="35952" x="9593263" y="820738"/>
          <p14:tracePt t="35960" x="9710738" y="762000"/>
          <p14:tracePt t="35968" x="9898063" y="660400"/>
          <p14:tracePt t="35977" x="10040938" y="566738"/>
          <p14:tracePt t="35985" x="10117138" y="541338"/>
          <p14:tracePt t="35993" x="10228263" y="449263"/>
          <p14:tracePt t="36001" x="10312400" y="388938"/>
          <p14:tracePt t="36009" x="10371138" y="363538"/>
          <p14:tracePt t="36018" x="10421938" y="347663"/>
          <p14:tracePt t="36026" x="10439400" y="330200"/>
          <p14:tracePt t="36034" x="10447338" y="312738"/>
          <p14:tracePt t="36050" x="10464800" y="312738"/>
          <p14:tracePt t="36124" x="10447338" y="312738"/>
          <p14:tracePt t="36157" x="10447338" y="296863"/>
          <p14:tracePt t="36165" x="10447338" y="287338"/>
          <p14:tracePt t="36173" x="10447338" y="271463"/>
          <p14:tracePt t="36182" x="10447338" y="211138"/>
          <p14:tracePt t="36190" x="10447338" y="152400"/>
          <p14:tracePt t="36198" x="10464800" y="42863"/>
        </p14:tracePtLst>
      </p14:laserTraceLst>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AB5DF-2A17-582A-674D-41B7DEA4FF1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177AAF-A9CF-667A-057B-7A9D31DDF7E6}"/>
              </a:ext>
            </a:extLst>
          </p:cNvPr>
          <p:cNvSpPr>
            <a:spLocks noGrp="1"/>
          </p:cNvSpPr>
          <p:nvPr>
            <p:ph type="sldNum" sz="quarter" idx="13"/>
          </p:nvPr>
        </p:nvSpPr>
        <p:spPr/>
        <p:txBody>
          <a:bodyPr/>
          <a:lstStyle/>
          <a:p>
            <a:fld id="{EB4B8DE2-A4E8-46E4-8BBF-D75455EFF32C}" type="slidenum">
              <a:rPr lang="en-US" smtClean="0"/>
              <a:pPr/>
              <a:t>29</a:t>
            </a:fld>
            <a:endParaRPr lang="en-US" dirty="0"/>
          </a:p>
        </p:txBody>
      </p:sp>
      <p:sp>
        <p:nvSpPr>
          <p:cNvPr id="5" name="Content Placeholder 4">
            <a:extLst>
              <a:ext uri="{FF2B5EF4-FFF2-40B4-BE49-F238E27FC236}">
                <a16:creationId xmlns:a16="http://schemas.microsoft.com/office/drawing/2014/main" id="{04F1B604-9B5D-3BB5-61AE-3405C053AFE1}"/>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46150F3-42FD-8B43-C0C0-090E2D19DA4A}"/>
                  </a:ext>
                </a:extLst>
              </p:cNvPr>
              <p:cNvSpPr txBox="1"/>
              <p:nvPr/>
            </p:nvSpPr>
            <p:spPr>
              <a:xfrm>
                <a:off x="3895646" y="2047557"/>
                <a:ext cx="5573485" cy="947311"/>
              </a:xfrm>
              <a:prstGeom prst="rect">
                <a:avLst/>
              </a:prstGeom>
              <a:no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ea typeface="Cambria Math" panose="02040503050406030204" pitchFamily="18" charset="0"/>
                            </a:rPr>
                          </m:ctrlPr>
                        </m:sSubPr>
                        <m:e>
                          <m:acc>
                            <m:accPr>
                              <m:chr m:val="̃"/>
                              <m:ctrlPr>
                                <a:rPr lang="en-US" sz="2000" b="1" i="1">
                                  <a:latin typeface="Cambria Math" panose="02040503050406030204" pitchFamily="18" charset="0"/>
                                  <a:ea typeface="Cambria Math" panose="02040503050406030204" pitchFamily="18" charset="0"/>
                                </a:rPr>
                              </m:ctrlPr>
                            </m:accPr>
                            <m:e>
                              <m:r>
                                <a:rPr lang="en-US" sz="2000" b="1" i="1">
                                  <a:latin typeface="Cambria Math" panose="02040503050406030204" pitchFamily="18" charset="0"/>
                                  <a:ea typeface="Cambria Math" panose="02040503050406030204" pitchFamily="18" charset="0"/>
                                </a:rPr>
                                <m:t>𝝁</m:t>
                              </m:r>
                            </m:e>
                          </m:acc>
                        </m:e>
                        <m:sub>
                          <m:r>
                            <a:rPr lang="en-US" sz="2000" i="1">
                              <a:latin typeface="Cambria Math" panose="02040503050406030204" pitchFamily="18" charset="0"/>
                              <a:ea typeface="Cambria Math" panose="02040503050406030204" pitchFamily="18" charset="0"/>
                            </a:rPr>
                            <m:t>𝑡</m:t>
                          </m:r>
                        </m:sub>
                      </m:sSub>
                      <m:d>
                        <m:dPr>
                          <m:ctrlPr>
                            <a:rPr lang="en-US" sz="2000" b="1" i="1">
                              <a:latin typeface="Cambria Math" panose="02040503050406030204" pitchFamily="18" charset="0"/>
                              <a:ea typeface="Cambria Math" panose="02040503050406030204" pitchFamily="18" charset="0"/>
                            </a:rPr>
                          </m:ctrlPr>
                        </m:dPr>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𝒙</m:t>
                              </m:r>
                            </m:e>
                            <m:sub>
                              <m:r>
                                <a:rPr lang="en-US" sz="2000" i="1">
                                  <a:latin typeface="Cambria Math" panose="02040503050406030204" pitchFamily="18" charset="0"/>
                                  <a:ea typeface="Cambria Math" panose="02040503050406030204" pitchFamily="18" charset="0"/>
                                </a:rPr>
                                <m:t>𝑡</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𝒙</m:t>
                              </m:r>
                            </m:e>
                            <m:sub>
                              <m:r>
                                <a:rPr lang="en-US" sz="2000" i="1">
                                  <a:latin typeface="Cambria Math" panose="02040503050406030204" pitchFamily="18" charset="0"/>
                                  <a:ea typeface="Cambria Math" panose="02040503050406030204" pitchFamily="18" charset="0"/>
                                </a:rPr>
                                <m:t>0</m:t>
                              </m:r>
                            </m:sub>
                          </m:sSub>
                        </m:e>
                      </m:d>
                      <m:r>
                        <a:rPr lang="en-US" sz="2000" b="0" i="1" smtClean="0">
                          <a:latin typeface="Cambria Math" panose="02040503050406030204" pitchFamily="18" charset="0"/>
                          <a:ea typeface="Cambria Math" panose="02040503050406030204" pitchFamily="18" charset="0"/>
                        </a:rPr>
                        <m:t>≔ </m:t>
                      </m:r>
                      <m:f>
                        <m:fPr>
                          <m:ctrlPr>
                            <a:rPr lang="en-US" sz="2000" i="1" smtClean="0">
                              <a:solidFill>
                                <a:srgbClr val="0070C0"/>
                              </a:solidFill>
                              <a:latin typeface="Cambria Math" panose="02040503050406030204" pitchFamily="18" charset="0"/>
                              <a:ea typeface="Cambria Math" panose="02040503050406030204" pitchFamily="18" charset="0"/>
                            </a:rPr>
                          </m:ctrlPr>
                        </m:fPr>
                        <m:num>
                          <m:rad>
                            <m:radPr>
                              <m:degHide m:val="on"/>
                              <m:ctrlPr>
                                <a:rPr lang="en-US" sz="2000" i="1" smtClean="0">
                                  <a:solidFill>
                                    <a:srgbClr val="0070C0"/>
                                  </a:solidFill>
                                  <a:latin typeface="Cambria Math" panose="02040503050406030204" pitchFamily="18" charset="0"/>
                                  <a:ea typeface="Cambria Math" panose="02040503050406030204" pitchFamily="18" charset="0"/>
                                </a:rPr>
                              </m:ctrlPr>
                            </m:radPr>
                            <m:deg/>
                            <m:e>
                              <m:sSub>
                                <m:sSubPr>
                                  <m:ctrlPr>
                                    <a:rPr lang="en-US" sz="200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𝛼</m:t>
                                  </m:r>
                                </m:e>
                                <m:sub>
                                  <m:r>
                                    <a:rPr lang="en-US" sz="2000" b="0" i="1" smtClean="0">
                                      <a:solidFill>
                                        <a:srgbClr val="0070C0"/>
                                      </a:solidFill>
                                      <a:latin typeface="Cambria Math" panose="02040503050406030204" pitchFamily="18" charset="0"/>
                                      <a:ea typeface="Cambria Math" panose="02040503050406030204" pitchFamily="18" charset="0"/>
                                    </a:rPr>
                                    <m:t>𝑡</m:t>
                                  </m:r>
                                </m:sub>
                              </m:sSub>
                            </m:e>
                          </m:rad>
                          <m:d>
                            <m:dPr>
                              <m:ctrlPr>
                                <a:rPr lang="en-US" sz="2000" i="1" smtClean="0">
                                  <a:solidFill>
                                    <a:srgbClr val="0070C0"/>
                                  </a:solidFill>
                                  <a:latin typeface="Cambria Math" panose="02040503050406030204" pitchFamily="18" charset="0"/>
                                  <a:ea typeface="Cambria Math" panose="02040503050406030204" pitchFamily="18" charset="0"/>
                                </a:rPr>
                              </m:ctrlPr>
                            </m:dPr>
                            <m:e>
                              <m:r>
                                <a:rPr lang="en-US" sz="2000" b="0" i="1" smtClean="0">
                                  <a:solidFill>
                                    <a:srgbClr val="0070C0"/>
                                  </a:solidFill>
                                  <a:latin typeface="Cambria Math" panose="02040503050406030204" pitchFamily="18" charset="0"/>
                                  <a:ea typeface="Cambria Math" panose="02040503050406030204" pitchFamily="18" charset="0"/>
                                </a:rPr>
                                <m:t>1−</m:t>
                              </m:r>
                              <m:sSub>
                                <m:sSubPr>
                                  <m:ctrlPr>
                                    <a:rPr lang="en-US" sz="2000" i="1" smtClean="0">
                                      <a:solidFill>
                                        <a:srgbClr val="0070C0"/>
                                      </a:solidFill>
                                      <a:latin typeface="Cambria Math" panose="02040503050406030204" pitchFamily="18" charset="0"/>
                                      <a:ea typeface="Cambria Math" panose="02040503050406030204" pitchFamily="18" charset="0"/>
                                    </a:rPr>
                                  </m:ctrlPr>
                                </m:sSubPr>
                                <m:e>
                                  <m:acc>
                                    <m:accPr>
                                      <m:chr m:val="̅"/>
                                      <m:ctrlPr>
                                        <a:rPr lang="en-US" sz="2000" i="1" smtClean="0">
                                          <a:solidFill>
                                            <a:srgbClr val="0070C0"/>
                                          </a:solidFill>
                                          <a:latin typeface="Cambria Math" panose="02040503050406030204" pitchFamily="18" charset="0"/>
                                          <a:ea typeface="Cambria Math" panose="02040503050406030204" pitchFamily="18" charset="0"/>
                                        </a:rPr>
                                      </m:ctrlPr>
                                    </m:accPr>
                                    <m:e>
                                      <m:r>
                                        <a:rPr lang="en-US" sz="2000" b="0" i="1" smtClean="0">
                                          <a:solidFill>
                                            <a:srgbClr val="0070C0"/>
                                          </a:solidFill>
                                          <a:latin typeface="Cambria Math" panose="02040503050406030204" pitchFamily="18" charset="0"/>
                                          <a:ea typeface="Cambria Math" panose="02040503050406030204" pitchFamily="18" charset="0"/>
                                        </a:rPr>
                                        <m:t>𝛼</m:t>
                                      </m:r>
                                    </m:e>
                                  </m:acc>
                                </m:e>
                                <m:sub>
                                  <m:r>
                                    <a:rPr lang="en-US" sz="2000" b="0" i="1" smtClean="0">
                                      <a:solidFill>
                                        <a:srgbClr val="0070C0"/>
                                      </a:solidFill>
                                      <a:latin typeface="Cambria Math" panose="02040503050406030204" pitchFamily="18" charset="0"/>
                                      <a:ea typeface="Cambria Math" panose="02040503050406030204" pitchFamily="18" charset="0"/>
                                    </a:rPr>
                                    <m:t>𝑡</m:t>
                                  </m:r>
                                  <m:r>
                                    <a:rPr lang="en-US" sz="2000" b="0" i="1" smtClean="0">
                                      <a:solidFill>
                                        <a:srgbClr val="0070C0"/>
                                      </a:solidFill>
                                      <a:latin typeface="Cambria Math" panose="02040503050406030204" pitchFamily="18" charset="0"/>
                                      <a:ea typeface="Cambria Math" panose="02040503050406030204" pitchFamily="18" charset="0"/>
                                    </a:rPr>
                                    <m:t>−1</m:t>
                                  </m:r>
                                </m:sub>
                              </m:sSub>
                            </m:e>
                          </m:d>
                        </m:num>
                        <m:den>
                          <m:r>
                            <a:rPr lang="en-US" sz="2000" b="0" i="1" smtClean="0">
                              <a:solidFill>
                                <a:srgbClr val="0070C0"/>
                              </a:solidFill>
                              <a:latin typeface="Cambria Math" panose="02040503050406030204" pitchFamily="18" charset="0"/>
                              <a:ea typeface="Cambria Math" panose="02040503050406030204" pitchFamily="18" charset="0"/>
                            </a:rPr>
                            <m:t>1−</m:t>
                          </m:r>
                          <m:sSub>
                            <m:sSubPr>
                              <m:ctrlPr>
                                <a:rPr lang="en-US" sz="2000" i="1" smtClean="0">
                                  <a:solidFill>
                                    <a:srgbClr val="0070C0"/>
                                  </a:solidFill>
                                  <a:latin typeface="Cambria Math" panose="02040503050406030204" pitchFamily="18" charset="0"/>
                                  <a:ea typeface="Cambria Math" panose="02040503050406030204" pitchFamily="18" charset="0"/>
                                </a:rPr>
                              </m:ctrlPr>
                            </m:sSubPr>
                            <m:e>
                              <m:acc>
                                <m:accPr>
                                  <m:chr m:val="̅"/>
                                  <m:ctrlPr>
                                    <a:rPr lang="en-US" sz="2000" i="1" smtClean="0">
                                      <a:solidFill>
                                        <a:srgbClr val="0070C0"/>
                                      </a:solidFill>
                                      <a:latin typeface="Cambria Math" panose="02040503050406030204" pitchFamily="18" charset="0"/>
                                      <a:ea typeface="Cambria Math" panose="02040503050406030204" pitchFamily="18" charset="0"/>
                                    </a:rPr>
                                  </m:ctrlPr>
                                </m:accPr>
                                <m:e>
                                  <m:r>
                                    <a:rPr lang="en-US" sz="2000" b="0" i="1" smtClean="0">
                                      <a:solidFill>
                                        <a:srgbClr val="0070C0"/>
                                      </a:solidFill>
                                      <a:latin typeface="Cambria Math" panose="02040503050406030204" pitchFamily="18" charset="0"/>
                                      <a:ea typeface="Cambria Math" panose="02040503050406030204" pitchFamily="18" charset="0"/>
                                    </a:rPr>
                                    <m:t>𝛼</m:t>
                                  </m:r>
                                </m:e>
                              </m:acc>
                            </m:e>
                            <m:sub>
                              <m:r>
                                <a:rPr lang="en-US" sz="2000" b="0" i="1" smtClean="0">
                                  <a:solidFill>
                                    <a:srgbClr val="0070C0"/>
                                  </a:solidFill>
                                  <a:latin typeface="Cambria Math" panose="02040503050406030204" pitchFamily="18" charset="0"/>
                                  <a:ea typeface="Cambria Math" panose="02040503050406030204" pitchFamily="18" charset="0"/>
                                </a:rPr>
                                <m:t>𝑡</m:t>
                              </m:r>
                            </m:sub>
                          </m:sSub>
                        </m:den>
                      </m:f>
                      <m:sSub>
                        <m:sSubPr>
                          <m:ctrlPr>
                            <a:rPr lang="en-US" sz="2000" b="1" i="1" smtClean="0">
                              <a:solidFill>
                                <a:srgbClr val="0070C0"/>
                              </a:solidFill>
                              <a:latin typeface="Cambria Math" panose="02040503050406030204" pitchFamily="18" charset="0"/>
                              <a:ea typeface="Cambria Math" panose="02040503050406030204" pitchFamily="18" charset="0"/>
                            </a:rPr>
                          </m:ctrlPr>
                        </m:sSubPr>
                        <m:e>
                          <m:r>
                            <a:rPr lang="en-US" sz="2000" b="1" i="1" smtClean="0">
                              <a:solidFill>
                                <a:srgbClr val="0070C0"/>
                              </a:solidFill>
                              <a:latin typeface="Cambria Math" panose="02040503050406030204" pitchFamily="18" charset="0"/>
                              <a:ea typeface="Cambria Math" panose="02040503050406030204" pitchFamily="18" charset="0"/>
                            </a:rPr>
                            <m:t>𝒙</m:t>
                          </m:r>
                        </m:e>
                        <m:sub>
                          <m:r>
                            <a:rPr lang="en-US" sz="2000" b="0" i="1" smtClean="0">
                              <a:solidFill>
                                <a:srgbClr val="0070C0"/>
                              </a:solidFill>
                              <a:latin typeface="Cambria Math" panose="02040503050406030204" pitchFamily="18" charset="0"/>
                              <a:ea typeface="Cambria Math" panose="02040503050406030204" pitchFamily="18" charset="0"/>
                            </a:rPr>
                            <m:t>𝑡</m:t>
                          </m:r>
                        </m:sub>
                      </m:sSub>
                      <m:r>
                        <a:rPr lang="en-US" sz="2000" b="0" i="1" smtClean="0">
                          <a:latin typeface="Cambria Math" panose="02040503050406030204" pitchFamily="18" charset="0"/>
                          <a:ea typeface="Cambria Math" panose="02040503050406030204" pitchFamily="18" charset="0"/>
                        </a:rPr>
                        <m:t>+</m:t>
                      </m:r>
                      <m:f>
                        <m:fPr>
                          <m:ctrlPr>
                            <a:rPr lang="en-US" sz="2000" i="1" smtClean="0">
                              <a:solidFill>
                                <a:srgbClr val="0070C0"/>
                              </a:solidFill>
                              <a:latin typeface="Cambria Math" panose="02040503050406030204" pitchFamily="18" charset="0"/>
                              <a:ea typeface="Cambria Math" panose="02040503050406030204" pitchFamily="18" charset="0"/>
                            </a:rPr>
                          </m:ctrlPr>
                        </m:fPr>
                        <m:num>
                          <m:rad>
                            <m:radPr>
                              <m:degHide m:val="on"/>
                              <m:ctrlPr>
                                <a:rPr lang="en-US" sz="2000" i="1" smtClean="0">
                                  <a:solidFill>
                                    <a:srgbClr val="0070C0"/>
                                  </a:solidFill>
                                  <a:latin typeface="Cambria Math" panose="02040503050406030204" pitchFamily="18" charset="0"/>
                                  <a:ea typeface="Cambria Math" panose="02040503050406030204" pitchFamily="18" charset="0"/>
                                </a:rPr>
                              </m:ctrlPr>
                            </m:radPr>
                            <m:deg/>
                            <m:e>
                              <m:sSub>
                                <m:sSubPr>
                                  <m:ctrlPr>
                                    <a:rPr lang="en-US" sz="2000" i="1" smtClean="0">
                                      <a:solidFill>
                                        <a:srgbClr val="0070C0"/>
                                      </a:solidFill>
                                      <a:latin typeface="Cambria Math" panose="02040503050406030204" pitchFamily="18" charset="0"/>
                                      <a:ea typeface="Cambria Math" panose="02040503050406030204" pitchFamily="18" charset="0"/>
                                    </a:rPr>
                                  </m:ctrlPr>
                                </m:sSubPr>
                                <m:e>
                                  <m:acc>
                                    <m:accPr>
                                      <m:chr m:val="̅"/>
                                      <m:ctrlPr>
                                        <a:rPr lang="en-US" sz="2000" i="1" smtClean="0">
                                          <a:solidFill>
                                            <a:srgbClr val="0070C0"/>
                                          </a:solidFill>
                                          <a:latin typeface="Cambria Math" panose="02040503050406030204" pitchFamily="18" charset="0"/>
                                          <a:ea typeface="Cambria Math" panose="02040503050406030204" pitchFamily="18" charset="0"/>
                                        </a:rPr>
                                      </m:ctrlPr>
                                    </m:accPr>
                                    <m:e>
                                      <m:r>
                                        <a:rPr lang="en-US" sz="2000" b="0" i="1" smtClean="0">
                                          <a:solidFill>
                                            <a:srgbClr val="0070C0"/>
                                          </a:solidFill>
                                          <a:latin typeface="Cambria Math" panose="02040503050406030204" pitchFamily="18" charset="0"/>
                                          <a:ea typeface="Cambria Math" panose="02040503050406030204" pitchFamily="18" charset="0"/>
                                        </a:rPr>
                                        <m:t>𝛼</m:t>
                                      </m:r>
                                    </m:e>
                                  </m:acc>
                                </m:e>
                                <m:sub>
                                  <m:r>
                                    <a:rPr lang="en-US" sz="2000" b="0" i="1" smtClean="0">
                                      <a:solidFill>
                                        <a:srgbClr val="0070C0"/>
                                      </a:solidFill>
                                      <a:latin typeface="Cambria Math" panose="02040503050406030204" pitchFamily="18" charset="0"/>
                                    </a:rPr>
                                    <m:t>𝑡</m:t>
                                  </m:r>
                                  <m:r>
                                    <a:rPr lang="en-US" sz="2000" b="0" i="1" smtClean="0">
                                      <a:solidFill>
                                        <a:srgbClr val="0070C0"/>
                                      </a:solidFill>
                                      <a:latin typeface="Cambria Math" panose="02040503050406030204" pitchFamily="18" charset="0"/>
                                    </a:rPr>
                                    <m:t>−1</m:t>
                                  </m:r>
                                </m:sub>
                              </m:sSub>
                            </m:e>
                          </m:rad>
                          <m:sSub>
                            <m:sSubPr>
                              <m:ctrlPr>
                                <a:rPr lang="en-US" sz="200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num>
                        <m:den>
                          <m:r>
                            <a:rPr lang="en-US" sz="2000" b="0" i="1" smtClean="0">
                              <a:solidFill>
                                <a:srgbClr val="0070C0"/>
                              </a:solidFill>
                              <a:latin typeface="Cambria Math" panose="02040503050406030204" pitchFamily="18" charset="0"/>
                              <a:ea typeface="Cambria Math" panose="02040503050406030204" pitchFamily="18" charset="0"/>
                            </a:rPr>
                            <m:t>1−</m:t>
                          </m:r>
                          <m:sSub>
                            <m:sSubPr>
                              <m:ctrlPr>
                                <a:rPr lang="en-US" sz="2000" i="1" smtClean="0">
                                  <a:solidFill>
                                    <a:srgbClr val="0070C0"/>
                                  </a:solidFill>
                                  <a:latin typeface="Cambria Math" panose="02040503050406030204" pitchFamily="18" charset="0"/>
                                  <a:ea typeface="Cambria Math" panose="02040503050406030204" pitchFamily="18" charset="0"/>
                                </a:rPr>
                              </m:ctrlPr>
                            </m:sSubPr>
                            <m:e>
                              <m:acc>
                                <m:accPr>
                                  <m:chr m:val="̅"/>
                                  <m:ctrlPr>
                                    <a:rPr lang="en-US" sz="2000" i="1" smtClean="0">
                                      <a:solidFill>
                                        <a:srgbClr val="0070C0"/>
                                      </a:solidFill>
                                      <a:latin typeface="Cambria Math" panose="02040503050406030204" pitchFamily="18" charset="0"/>
                                      <a:ea typeface="Cambria Math" panose="02040503050406030204" pitchFamily="18" charset="0"/>
                                    </a:rPr>
                                  </m:ctrlPr>
                                </m:accPr>
                                <m:e>
                                  <m:r>
                                    <a:rPr lang="en-US" sz="2000" b="0" i="1" smtClean="0">
                                      <a:solidFill>
                                        <a:srgbClr val="0070C0"/>
                                      </a:solidFill>
                                      <a:latin typeface="Cambria Math" panose="02040503050406030204" pitchFamily="18" charset="0"/>
                                      <a:ea typeface="Cambria Math" panose="02040503050406030204" pitchFamily="18" charset="0"/>
                                    </a:rPr>
                                    <m:t>𝛼</m:t>
                                  </m:r>
                                </m:e>
                              </m:acc>
                            </m:e>
                            <m:sub>
                              <m:r>
                                <a:rPr lang="en-US" sz="2000" b="0" i="1" smtClean="0">
                                  <a:solidFill>
                                    <a:srgbClr val="0070C0"/>
                                  </a:solidFill>
                                  <a:latin typeface="Cambria Math" panose="02040503050406030204" pitchFamily="18" charset="0"/>
                                  <a:ea typeface="Cambria Math" panose="02040503050406030204" pitchFamily="18" charset="0"/>
                                </a:rPr>
                                <m:t>𝑡</m:t>
                              </m:r>
                            </m:sub>
                          </m:sSub>
                        </m:den>
                      </m:f>
                      <m:sSub>
                        <m:sSubPr>
                          <m:ctrlPr>
                            <a:rPr lang="en-US" sz="2000"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𝒙</m:t>
                          </m:r>
                        </m:e>
                        <m:sub>
                          <m:r>
                            <a:rPr lang="en-US" sz="2000" b="0" i="1" smtClean="0">
                              <a:latin typeface="Cambria Math" panose="02040503050406030204" pitchFamily="18" charset="0"/>
                              <a:ea typeface="Cambria Math" panose="02040503050406030204" pitchFamily="18" charset="0"/>
                            </a:rPr>
                            <m:t>0</m:t>
                          </m:r>
                        </m:sub>
                      </m:sSub>
                    </m:oMath>
                  </m:oMathPara>
                </a14:m>
                <a:endParaRPr lang="en-US" sz="2000" dirty="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28F574D0-B87D-DB81-2E74-17DA6D563B1B}"/>
                  </a:ext>
                </a:extLst>
              </p:cNvPr>
              <p:cNvSpPr txBox="1">
                <a:spLocks noRot="1" noChangeAspect="1" noMove="1" noResize="1" noEditPoints="1" noAdjustHandles="1" noChangeArrowheads="1" noChangeShapeType="1" noTextEdit="1"/>
              </p:cNvSpPr>
              <p:nvPr/>
            </p:nvSpPr>
            <p:spPr>
              <a:xfrm>
                <a:off x="3895646" y="2047557"/>
                <a:ext cx="5573485" cy="947311"/>
              </a:xfrm>
              <a:prstGeom prst="rect">
                <a:avLst/>
              </a:prstGeom>
              <a:blipFill>
                <a:blip r:embed="rId6"/>
                <a:stretch>
                  <a:fillRect b="-1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5D7259-4774-D54B-E1A4-0F9193F54857}"/>
                  </a:ext>
                </a:extLst>
              </p:cNvPr>
              <p:cNvSpPr txBox="1"/>
              <p:nvPr/>
            </p:nvSpPr>
            <p:spPr>
              <a:xfrm>
                <a:off x="609600" y="1394855"/>
                <a:ext cx="11376309" cy="679673"/>
              </a:xfrm>
              <a:prstGeom prst="rect">
                <a:avLst/>
              </a:prstGeom>
              <a:noFill/>
            </p:spPr>
            <p:txBody>
              <a:bodyPr wrap="square">
                <a:spAutoFit/>
              </a:bodyPr>
              <a:lstStyle/>
              <a:p>
                <a14:m>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m:t>
                        </m:r>
                      </m:e>
                      <m:sub>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sub>
                    </m:sSub>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𝐷</m:t>
                        </m:r>
                      </m:e>
                      <m:sub>
                        <m:r>
                          <a:rPr lang="en-US" sz="2400" b="0" i="1" smtClean="0">
                            <a:latin typeface="Cambria Math" panose="02040503050406030204" pitchFamily="18" charset="0"/>
                            <a:ea typeface="Cambria Math" panose="02040503050406030204" pitchFamily="18" charset="0"/>
                          </a:rPr>
                          <m:t>𝐾𝐿</m:t>
                        </m:r>
                      </m:sub>
                    </m:sSub>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d>
                          <m:dPr>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en-US" sz="2400" b="1" i="1" smtClean="0">
                                    <a:solidFill>
                                      <a:srgbClr val="FF0000"/>
                                    </a:solidFill>
                                    <a:latin typeface="Cambria Math" panose="02040503050406030204" pitchFamily="18" charset="0"/>
                                    <a:ea typeface="Cambria Math" panose="02040503050406030204" pitchFamily="18" charset="0"/>
                                  </a:rPr>
                                  <m:t>𝒙</m:t>
                                </m:r>
                              </m:e>
                              <m:sub>
                                <m: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−1</m:t>
                                </m:r>
                              </m:sub>
                            </m:sSub>
                          </m:e>
                          <m:e>
                            <m:sSub>
                              <m:sSubPr>
                                <m:ctrlPr>
                                  <a:rPr lang="en-US" sz="2400" b="0"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𝒙</m:t>
                                </m:r>
                              </m:e>
                              <m:sub>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𝒙</m:t>
                                </m:r>
                              </m:e>
                              <m:sub>
                                <m:r>
                                  <a:rPr lang="en-US" sz="2400" b="0" i="1" smtClean="0">
                                    <a:latin typeface="Cambria Math" panose="02040503050406030204" pitchFamily="18" charset="0"/>
                                    <a:ea typeface="Cambria Math" panose="02040503050406030204" pitchFamily="18" charset="0"/>
                                  </a:rPr>
                                  <m:t>0</m:t>
                                </m:r>
                              </m:sub>
                            </m:sSub>
                          </m:e>
                        </m:d>
                        <m:r>
                          <a:rPr lang="en-US" sz="2400" b="0" i="1" smtClean="0">
                            <a:latin typeface="Cambria Math" panose="02040503050406030204" pitchFamily="18" charset="0"/>
                            <a:ea typeface="Cambria Math" panose="02040503050406030204" pitchFamily="18" charset="0"/>
                          </a:rPr>
                          <m:t> </m:t>
                        </m:r>
                        <m:r>
                          <m:rPr>
                            <m:lit/>
                          </m:rPr>
                          <a:rPr lang="en-US" sz="2400" i="1">
                            <a:latin typeface="Cambria Math" panose="02040503050406030204" pitchFamily="18" charset="0"/>
                          </a:rPr>
                          <m:t>||</m:t>
                        </m:r>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𝜃</m:t>
                            </m:r>
                          </m:sub>
                        </m:sSub>
                        <m:d>
                          <m:dPr>
                            <m:ctrlPr>
                              <a:rPr lang="en-US" sz="2400" b="0" i="1" smtClean="0">
                                <a:latin typeface="Cambria Math" panose="02040503050406030204" pitchFamily="18" charset="0"/>
                              </a:rPr>
                            </m:ctrlPr>
                          </m:dPr>
                          <m:e>
                            <m:sSub>
                              <m:sSubPr>
                                <m:ctrlPr>
                                  <a:rPr lang="en-US" sz="2400" b="0"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𝒙</m:t>
                                </m:r>
                              </m:e>
                              <m:sub>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1" i="1" smtClean="0">
                                    <a:latin typeface="Cambria Math" panose="02040503050406030204" pitchFamily="18" charset="0"/>
                                  </a:rPr>
                                  <m:t>𝒙</m:t>
                                </m:r>
                              </m:e>
                              <m:sub>
                                <m:r>
                                  <a:rPr lang="en-US" sz="2400" b="0" i="1" smtClean="0">
                                    <a:latin typeface="Cambria Math" panose="02040503050406030204" pitchFamily="18" charset="0"/>
                                  </a:rPr>
                                  <m:t>𝑡</m:t>
                                </m:r>
                              </m:sub>
                            </m:sSub>
                          </m:e>
                        </m:d>
                      </m:e>
                    </m:d>
                    <m:r>
                      <a:rPr lang="en-US" sz="2400" i="1">
                        <a:latin typeface="Cambria Math" panose="02040503050406030204" pitchFamily="18" charset="0"/>
                      </a:rPr>
                      <m:t>= </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𝔼</m:t>
                        </m:r>
                      </m:e>
                      <m:sub>
                        <m:r>
                          <a:rPr lang="en-US" sz="2400" i="1">
                            <a:latin typeface="Cambria Math" panose="02040503050406030204" pitchFamily="18" charset="0"/>
                            <a:ea typeface="Cambria Math" panose="02040503050406030204" pitchFamily="18" charset="0"/>
                          </a:rPr>
                          <m:t>𝑞</m:t>
                        </m:r>
                      </m:sub>
                    </m:sSub>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2</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𝜎</m:t>
                            </m:r>
                          </m:e>
                          <m:sub>
                            <m:r>
                              <a:rPr lang="en-US" sz="2400" i="1">
                                <a:latin typeface="Cambria Math" panose="02040503050406030204" pitchFamily="18" charset="0"/>
                                <a:ea typeface="Cambria Math" panose="02040503050406030204" pitchFamily="18" charset="0"/>
                              </a:rPr>
                              <m:t>𝑡</m:t>
                            </m:r>
                          </m:sub>
                          <m:sup>
                            <m:r>
                              <a:rPr lang="en-US" sz="2400" i="1">
                                <a:latin typeface="Cambria Math" panose="02040503050406030204" pitchFamily="18" charset="0"/>
                                <a:ea typeface="Cambria Math" panose="02040503050406030204" pitchFamily="18" charset="0"/>
                              </a:rPr>
                              <m:t>2</m:t>
                            </m:r>
                          </m:sup>
                        </m:sSubSup>
                      </m:den>
                    </m:f>
                    <m:r>
                      <m:rPr>
                        <m:lit/>
                      </m:rPr>
                      <a:rPr lang="en-US" sz="2400" b="1" i="1">
                        <a:latin typeface="Cambria Math" panose="02040503050406030204" pitchFamily="18" charset="0"/>
                        <a:ea typeface="Cambria Math" panose="02040503050406030204" pitchFamily="18" charset="0"/>
                      </a:rPr>
                      <m:t>||</m:t>
                    </m:r>
                  </m:oMath>
                </a14:m>
                <a:r>
                  <a:rPr lang="en-US" sz="2400" b="1" dirty="0">
                    <a:ea typeface="Cambria Math" panose="02040503050406030204" pitchFamily="18" charset="0"/>
                  </a:rPr>
                  <a:t> </a:t>
                </a:r>
                <a14:m>
                  <m:oMath xmlns:m="http://schemas.openxmlformats.org/officeDocument/2006/math">
                    <m:sSub>
                      <m:sSubPr>
                        <m:ctrlPr>
                          <a:rPr lang="en-US" sz="2400" b="1" i="1">
                            <a:latin typeface="Cambria Math" panose="02040503050406030204" pitchFamily="18" charset="0"/>
                            <a:ea typeface="Cambria Math" panose="02040503050406030204" pitchFamily="18" charset="0"/>
                          </a:rPr>
                        </m:ctrlPr>
                      </m:sSubPr>
                      <m:e>
                        <m:acc>
                          <m:accPr>
                            <m:chr m:val="̃"/>
                            <m:ctrlPr>
                              <a:rPr lang="en-US" sz="2400" b="1" i="1">
                                <a:latin typeface="Cambria Math" panose="02040503050406030204" pitchFamily="18" charset="0"/>
                                <a:ea typeface="Cambria Math" panose="02040503050406030204" pitchFamily="18" charset="0"/>
                              </a:rPr>
                            </m:ctrlPr>
                          </m:accPr>
                          <m:e>
                            <m:r>
                              <a:rPr lang="en-US" sz="2400" b="1" i="1">
                                <a:latin typeface="Cambria Math" panose="02040503050406030204" pitchFamily="18" charset="0"/>
                                <a:ea typeface="Cambria Math" panose="02040503050406030204" pitchFamily="18" charset="0"/>
                              </a:rPr>
                              <m:t>𝝁</m:t>
                            </m:r>
                          </m:e>
                        </m:acc>
                      </m:e>
                      <m:sub>
                        <m:r>
                          <a:rPr lang="en-US" sz="2400" i="1">
                            <a:latin typeface="Cambria Math" panose="02040503050406030204" pitchFamily="18" charset="0"/>
                            <a:ea typeface="Cambria Math" panose="02040503050406030204" pitchFamily="18" charset="0"/>
                          </a:rPr>
                          <m:t>𝑡</m:t>
                        </m:r>
                      </m:sub>
                    </m:sSub>
                    <m:d>
                      <m:dPr>
                        <m:ctrlPr>
                          <a:rPr lang="en-US" sz="2400" b="1" i="1">
                            <a:latin typeface="Cambria Math" panose="02040503050406030204" pitchFamily="18" charset="0"/>
                            <a:ea typeface="Cambria Math" panose="02040503050406030204" pitchFamily="18" charset="0"/>
                          </a:rPr>
                        </m:ctrlPr>
                      </m:dPr>
                      <m:e>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𝑡</m:t>
                            </m:r>
                          </m:sub>
                        </m:sSub>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0</m:t>
                            </m:r>
                          </m:sub>
                        </m:sSub>
                      </m:e>
                    </m:d>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𝝁</m:t>
                        </m:r>
                      </m:e>
                      <m:sub>
                        <m:r>
                          <a:rPr lang="en-US" sz="2400" i="1">
                            <a:latin typeface="Cambria Math" panose="02040503050406030204" pitchFamily="18" charset="0"/>
                            <a:ea typeface="Cambria Math" panose="02040503050406030204" pitchFamily="18" charset="0"/>
                          </a:rPr>
                          <m:t>𝜃</m:t>
                        </m:r>
                      </m:sub>
                    </m:sSub>
                    <m:d>
                      <m:dPr>
                        <m:ctrlPr>
                          <a:rPr lang="en-US" sz="2400" b="1" i="1">
                            <a:latin typeface="Cambria Math" panose="02040503050406030204" pitchFamily="18" charset="0"/>
                            <a:ea typeface="Cambria Math" panose="02040503050406030204" pitchFamily="18" charset="0"/>
                          </a:rPr>
                        </m:ctrlPr>
                      </m:dPr>
                      <m:e>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𝒙</m:t>
                            </m:r>
                          </m:e>
                          <m:sub>
                            <m:r>
                              <a:rPr lang="en-US" sz="2400" i="1">
                                <a:latin typeface="Cambria Math" panose="02040503050406030204" pitchFamily="18" charset="0"/>
                                <a:ea typeface="Cambria Math" panose="02040503050406030204" pitchFamily="18" charset="0"/>
                              </a:rPr>
                              <m:t>𝑡</m:t>
                            </m:r>
                          </m:sub>
                        </m:sSub>
                        <m:r>
                          <a:rPr lang="en-US" sz="2400" b="1"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𝑡</m:t>
                        </m:r>
                      </m:e>
                    </m:d>
                    <m:r>
                      <m:rPr>
                        <m:lit/>
                      </m:rPr>
                      <a:rPr lang="en-US" sz="2400" b="1"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m:rPr>
                            <m:lit/>
                          </m:rPr>
                          <a:rPr lang="en-US" sz="2400" i="1">
                            <a:latin typeface="Cambria Math" panose="02040503050406030204" pitchFamily="18" charset="0"/>
                            <a:ea typeface="Cambria Math" panose="02040503050406030204" pitchFamily="18" charset="0"/>
                          </a:rPr>
                          <m:t>|</m:t>
                        </m:r>
                      </m:e>
                      <m:sup>
                        <m:r>
                          <a:rPr lang="en-US" sz="2400" i="1">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𝐶</m:t>
                    </m:r>
                  </m:oMath>
                </a14:m>
                <a:endParaRPr lang="en-KR" dirty="0"/>
              </a:p>
            </p:txBody>
          </p:sp>
        </mc:Choice>
        <mc:Fallback xmlns="">
          <p:sp>
            <p:nvSpPr>
              <p:cNvPr id="3" name="TextBox 2">
                <a:extLst>
                  <a:ext uri="{FF2B5EF4-FFF2-40B4-BE49-F238E27FC236}">
                    <a16:creationId xmlns:a16="http://schemas.microsoft.com/office/drawing/2014/main" id="{86C563ED-DCFF-C5FA-7917-526111B02AA0}"/>
                  </a:ext>
                </a:extLst>
              </p:cNvPr>
              <p:cNvSpPr txBox="1">
                <a:spLocks noRot="1" noChangeAspect="1" noMove="1" noResize="1" noEditPoints="1" noAdjustHandles="1" noChangeArrowheads="1" noChangeShapeType="1" noTextEdit="1"/>
              </p:cNvSpPr>
              <p:nvPr/>
            </p:nvSpPr>
            <p:spPr>
              <a:xfrm>
                <a:off x="609600" y="1394855"/>
                <a:ext cx="11376309" cy="679673"/>
              </a:xfrm>
              <a:prstGeom prst="rect">
                <a:avLst/>
              </a:prstGeom>
              <a:blipFill>
                <a:blip r:embed="rId7"/>
                <a:stretch>
                  <a:fillRect l="-112" b="-1818"/>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B020B12-0142-9778-2EE0-576C608B1C0D}"/>
                  </a:ext>
                </a:extLst>
              </p:cNvPr>
              <p:cNvSpPr txBox="1"/>
              <p:nvPr/>
            </p:nvSpPr>
            <p:spPr>
              <a:xfrm>
                <a:off x="4152884" y="3269155"/>
                <a:ext cx="6096000" cy="400110"/>
              </a:xfrm>
              <a:prstGeom prst="rect">
                <a:avLst/>
              </a:prstGeom>
              <a:noFill/>
            </p:spPr>
            <p:txBody>
              <a:bodyPr wrap="square">
                <a:spAutoFit/>
              </a:bodyPr>
              <a:lstStyle/>
              <a:p>
                <a14:m>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𝝁</m:t>
                        </m:r>
                      </m:e>
                      <m:sub>
                        <m:r>
                          <a:rPr lang="en-US" sz="2000" i="1">
                            <a:latin typeface="Cambria Math" panose="02040503050406030204" pitchFamily="18" charset="0"/>
                            <a:ea typeface="Cambria Math" panose="02040503050406030204" pitchFamily="18" charset="0"/>
                          </a:rPr>
                          <m:t>𝜃</m:t>
                        </m:r>
                      </m:sub>
                    </m:sSub>
                    <m:d>
                      <m:dPr>
                        <m:ctrlPr>
                          <a:rPr lang="en-US" sz="2000" b="1" i="1">
                            <a:latin typeface="Cambria Math" panose="02040503050406030204" pitchFamily="18" charset="0"/>
                            <a:ea typeface="Cambria Math" panose="02040503050406030204" pitchFamily="18" charset="0"/>
                          </a:rPr>
                        </m:ctrlPr>
                      </m:dPr>
                      <m:e>
                        <m:sSub>
                          <m:sSubPr>
                            <m:ctrlPr>
                              <a:rPr lang="en-US" sz="2000" b="1" i="1" smtClean="0">
                                <a:solidFill>
                                  <a:srgbClr val="0070C0"/>
                                </a:solidFill>
                                <a:latin typeface="Cambria Math" panose="02040503050406030204" pitchFamily="18" charset="0"/>
                                <a:ea typeface="Cambria Math" panose="02040503050406030204" pitchFamily="18" charset="0"/>
                              </a:rPr>
                            </m:ctrlPr>
                          </m:sSubPr>
                          <m:e>
                            <m:r>
                              <a:rPr lang="en-US" sz="2000" b="1" i="1">
                                <a:solidFill>
                                  <a:srgbClr val="0070C0"/>
                                </a:solidFill>
                                <a:latin typeface="Cambria Math" panose="02040503050406030204" pitchFamily="18" charset="0"/>
                                <a:ea typeface="Cambria Math" panose="02040503050406030204" pitchFamily="18" charset="0"/>
                              </a:rPr>
                              <m:t>𝒙</m:t>
                            </m:r>
                          </m:e>
                          <m:sub>
                            <m:r>
                              <a:rPr lang="en-US" sz="2000" i="1">
                                <a:solidFill>
                                  <a:srgbClr val="0070C0"/>
                                </a:solidFill>
                                <a:latin typeface="Cambria Math" panose="02040503050406030204" pitchFamily="18" charset="0"/>
                                <a:ea typeface="Cambria Math" panose="02040503050406030204" pitchFamily="18" charset="0"/>
                              </a:rPr>
                              <m:t>𝑡</m:t>
                            </m:r>
                          </m:sub>
                        </m:sSub>
                        <m: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𝑡</m:t>
                        </m:r>
                      </m:e>
                    </m:d>
                    <m:r>
                      <a:rPr lang="en-US" sz="2000" b="1" i="1" smtClean="0">
                        <a:latin typeface="Cambria Math" panose="02040503050406030204" pitchFamily="18" charset="0"/>
                        <a:ea typeface="Cambria Math" panose="02040503050406030204" pitchFamily="18" charset="0"/>
                      </a:rPr>
                      <m:t>≔ </m:t>
                    </m:r>
                  </m:oMath>
                </a14:m>
                <a:r>
                  <a:rPr lang="en-KR" sz="2000" dirty="0">
                    <a:latin typeface="Pretendard Medium" panose="02000503000000020004" pitchFamily="2" charset="-127"/>
                    <a:ea typeface="Pretendard Medium" panose="02000503000000020004" pitchFamily="2" charset="-127"/>
                    <a:cs typeface="Pretendard Medium" panose="02000503000000020004" pitchFamily="2" charset="-127"/>
                  </a:rPr>
                  <a:t>??</a:t>
                </a:r>
              </a:p>
            </p:txBody>
          </p:sp>
        </mc:Choice>
        <mc:Fallback xmlns="">
          <p:sp>
            <p:nvSpPr>
              <p:cNvPr id="10" name="TextBox 9">
                <a:extLst>
                  <a:ext uri="{FF2B5EF4-FFF2-40B4-BE49-F238E27FC236}">
                    <a16:creationId xmlns:a16="http://schemas.microsoft.com/office/drawing/2014/main" id="{752252CC-CF40-ABF9-242B-F5D4C2AAECA1}"/>
                  </a:ext>
                </a:extLst>
              </p:cNvPr>
              <p:cNvSpPr txBox="1">
                <a:spLocks noRot="1" noChangeAspect="1" noMove="1" noResize="1" noEditPoints="1" noAdjustHandles="1" noChangeArrowheads="1" noChangeShapeType="1" noTextEdit="1"/>
              </p:cNvSpPr>
              <p:nvPr/>
            </p:nvSpPr>
            <p:spPr>
              <a:xfrm>
                <a:off x="4152884" y="3269155"/>
                <a:ext cx="6096000" cy="400110"/>
              </a:xfrm>
              <a:prstGeom prst="rect">
                <a:avLst/>
              </a:prstGeom>
              <a:blipFill>
                <a:blip r:embed="rId8"/>
                <a:stretch>
                  <a:fillRect t="-9375" b="-28125"/>
                </a:stretch>
              </a:blipFill>
            </p:spPr>
            <p:txBody>
              <a:bodyPr/>
              <a:lstStyle/>
              <a:p>
                <a:r>
                  <a:rPr lang="en-KR">
                    <a:noFill/>
                  </a:rPr>
                  <a:t> </a:t>
                </a:r>
              </a:p>
            </p:txBody>
          </p:sp>
        </mc:Fallback>
      </mc:AlternateContent>
      <p:cxnSp>
        <p:nvCxnSpPr>
          <p:cNvPr id="12" name="Elbow Connector 11">
            <a:extLst>
              <a:ext uri="{FF2B5EF4-FFF2-40B4-BE49-F238E27FC236}">
                <a16:creationId xmlns:a16="http://schemas.microsoft.com/office/drawing/2014/main" id="{31A0053B-673A-6A1F-BCC4-E54851956289}"/>
              </a:ext>
            </a:extLst>
          </p:cNvPr>
          <p:cNvCxnSpPr>
            <a:cxnSpLocks/>
            <a:stCxn id="10" idx="1"/>
            <a:endCxn id="8" idx="1"/>
          </p:cNvCxnSpPr>
          <p:nvPr/>
        </p:nvCxnSpPr>
        <p:spPr>
          <a:xfrm rot="10800000">
            <a:off x="3895646" y="2521214"/>
            <a:ext cx="257238" cy="947997"/>
          </a:xfrm>
          <a:prstGeom prst="bentConnector3">
            <a:avLst>
              <a:gd name="adj1" fmla="val 188867"/>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8091908-D373-893C-1B5A-4574D889EBB6}"/>
              </a:ext>
            </a:extLst>
          </p:cNvPr>
          <p:cNvSpPr txBox="1"/>
          <p:nvPr/>
        </p:nvSpPr>
        <p:spPr>
          <a:xfrm>
            <a:off x="859574" y="2755947"/>
            <a:ext cx="2558393" cy="646331"/>
          </a:xfrm>
          <a:prstGeom prst="rect">
            <a:avLst/>
          </a:prstGeom>
          <a:noFill/>
        </p:spPr>
        <p:txBody>
          <a:bodyPr wrap="non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1) Directly approximating</a:t>
            </a:r>
          </a:p>
          <a:p>
            <a:pPr algn="ctr"/>
            <a:r>
              <a:rPr lang="en-KR" dirty="0">
                <a:latin typeface="Pretendard" panose="02000503000000020004" pitchFamily="2" charset="-127"/>
                <a:ea typeface="Pretendard" panose="02000503000000020004" pitchFamily="2" charset="-127"/>
                <a:cs typeface="Pretendard" panose="02000503000000020004" pitchFamily="2" charset="-127"/>
              </a:rPr>
              <a:t>the mean is possible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DE7A03A-F6FF-1D8C-4E32-56F43EFD3C15}"/>
                  </a:ext>
                </a:extLst>
              </p:cNvPr>
              <p:cNvSpPr txBox="1"/>
              <p:nvPr/>
            </p:nvSpPr>
            <p:spPr>
              <a:xfrm>
                <a:off x="7062654" y="3125003"/>
                <a:ext cx="4026359" cy="646331"/>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2) But we know the coeffcients and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0" i="1">
                            <a:latin typeface="Cambria Math" panose="02040503050406030204" pitchFamily="18" charset="0"/>
                            <a:ea typeface="Cambria Math" panose="02040503050406030204" pitchFamily="18" charset="0"/>
                          </a:rPr>
                          <m:t>𝑡</m:t>
                        </m:r>
                      </m:sub>
                    </m:sSub>
                  </m:oMath>
                </a14:m>
                <a:r>
                  <a:rPr lang="en-KR" dirty="0">
                    <a:latin typeface="Pretendard" panose="02000503000000020004" pitchFamily="2" charset="-127"/>
                    <a:ea typeface="Pretendard" panose="02000503000000020004" pitchFamily="2" charset="-127"/>
                    <a:cs typeface="Pretendard" panose="02000503000000020004" pitchFamily="2" charset="-127"/>
                  </a:rPr>
                  <a:t>! </a:t>
                </a:r>
              </a:p>
              <a:p>
                <a:r>
                  <a:rPr lang="en-KR" dirty="0">
                    <a:latin typeface="Pretendard" panose="02000503000000020004" pitchFamily="2" charset="-127"/>
                    <a:ea typeface="Pretendard" panose="02000503000000020004" pitchFamily="2" charset="-127"/>
                    <a:cs typeface="Pretendard" panose="02000503000000020004" pitchFamily="2" charset="-127"/>
                  </a:rPr>
                  <a:t>We only don’t know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0" i="1">
                            <a:latin typeface="Cambria Math" panose="02040503050406030204" pitchFamily="18" charset="0"/>
                            <a:ea typeface="Cambria Math" panose="02040503050406030204" pitchFamily="18" charset="0"/>
                          </a:rPr>
                          <m:t>0</m:t>
                        </m:r>
                      </m:sub>
                    </m:sSub>
                  </m:oMath>
                </a14:m>
                <a:endParaRPr lang="en-KR" i="1" dirty="0">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2" name="TextBox 1">
                <a:extLst>
                  <a:ext uri="{FF2B5EF4-FFF2-40B4-BE49-F238E27FC236}">
                    <a16:creationId xmlns:a16="http://schemas.microsoft.com/office/drawing/2014/main" id="{B5A4479C-90F1-CF80-A0C6-BFE7DC9D0347}"/>
                  </a:ext>
                </a:extLst>
              </p:cNvPr>
              <p:cNvSpPr txBox="1">
                <a:spLocks noRot="1" noChangeAspect="1" noMove="1" noResize="1" noEditPoints="1" noAdjustHandles="1" noChangeArrowheads="1" noChangeShapeType="1" noTextEdit="1"/>
              </p:cNvSpPr>
              <p:nvPr/>
            </p:nvSpPr>
            <p:spPr>
              <a:xfrm>
                <a:off x="7062654" y="3125003"/>
                <a:ext cx="4026359" cy="646331"/>
              </a:xfrm>
              <a:prstGeom prst="rect">
                <a:avLst/>
              </a:prstGeom>
              <a:blipFill>
                <a:blip r:embed="rId9"/>
                <a:stretch>
                  <a:fillRect l="-3774" t="-5769" r="-3145" b="-11538"/>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53E63DEC-A4DF-351B-EFE9-5819DEF2ED68}"/>
                  </a:ext>
                </a:extLst>
              </p:cNvPr>
              <p:cNvSpPr>
                <a:spLocks noGrp="1"/>
              </p:cNvSpPr>
              <p:nvPr>
                <p:ph type="body" sz="quarter" idx="10"/>
              </p:nvPr>
            </p:nvSpPr>
            <p:spPr>
              <a:xfrm>
                <a:off x="227912" y="4308814"/>
                <a:ext cx="10521412" cy="778931"/>
              </a:xfrm>
            </p:spPr>
            <p:txBody>
              <a:bodyPr/>
              <a:lstStyle/>
              <a:p>
                <a:pPr/>
                <a14:m>
                  <m:oMathPara xmlns:m="http://schemas.openxmlformats.org/officeDocument/2006/math">
                    <m:oMathParaPr>
                      <m:jc m:val="left"/>
                    </m:oMathParaPr>
                    <m:oMath xmlns:m="http://schemas.openxmlformats.org/officeDocument/2006/math">
                      <m:r>
                        <a:rPr lang="en-US" sz="1800" i="1" smtClean="0">
                          <a:latin typeface="Cambria Math" panose="02040503050406030204" pitchFamily="18" charset="0"/>
                        </a:rPr>
                        <m:t>𝑞</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b="1" i="1">
                                  <a:latin typeface="Cambria Math" panose="02040503050406030204" pitchFamily="18" charset="0"/>
                                </a:rPr>
                                <m:t>𝒙</m:t>
                              </m:r>
                            </m:e>
                            <m:sub>
                              <m:r>
                                <a:rPr lang="en-US" sz="1800" i="1">
                                  <a:latin typeface="Cambria Math" panose="02040503050406030204" pitchFamily="18" charset="0"/>
                                </a:rPr>
                                <m:t>𝑡</m:t>
                              </m:r>
                            </m:sub>
                          </m:sSub>
                        </m:e>
                        <m:e>
                          <m:sSub>
                            <m:sSubPr>
                              <m:ctrlPr>
                                <a:rPr lang="en-US" sz="1800" i="1">
                                  <a:latin typeface="Cambria Math" panose="02040503050406030204" pitchFamily="18" charset="0"/>
                                </a:rPr>
                              </m:ctrlPr>
                            </m:sSubPr>
                            <m:e>
                              <m:r>
                                <a:rPr lang="en-US" sz="1800" b="1" i="1">
                                  <a:latin typeface="Cambria Math" panose="02040503050406030204" pitchFamily="18" charset="0"/>
                                </a:rPr>
                                <m:t>𝒙</m:t>
                              </m:r>
                            </m:e>
                            <m:sub>
                              <m:r>
                                <a:rPr lang="en-US" sz="1800" i="1">
                                  <a:latin typeface="Cambria Math" panose="02040503050406030204" pitchFamily="18" charset="0"/>
                                </a:rPr>
                                <m:t>0</m:t>
                              </m:r>
                            </m:sub>
                          </m:sSub>
                        </m:e>
                      </m:d>
                      <m:r>
                        <a:rPr lang="en-US" sz="1800" i="1">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𝒩</m:t>
                      </m:r>
                      <m:d>
                        <m:dPr>
                          <m:ctrlPr>
                            <a:rPr lang="en-US" sz="1800" i="1">
                              <a:latin typeface="Cambria Math" panose="02040503050406030204" pitchFamily="18" charset="0"/>
                              <a:ea typeface="Cambria Math" panose="02040503050406030204" pitchFamily="18" charset="0"/>
                            </a:rPr>
                          </m:ctrlPr>
                        </m:dPr>
                        <m:e>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 </m:t>
                          </m:r>
                          <m:rad>
                            <m:radPr>
                              <m:degHide m:val="on"/>
                              <m:ctrlPr>
                                <a:rPr lang="en-US" sz="1800" i="1">
                                  <a:latin typeface="Cambria Math" panose="02040503050406030204" pitchFamily="18" charset="0"/>
                                  <a:ea typeface="Cambria Math" panose="02040503050406030204" pitchFamily="18" charset="0"/>
                                </a:rPr>
                              </m:ctrlPr>
                            </m:radPr>
                            <m:deg/>
                            <m:e>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0</m:t>
                              </m:r>
                            </m:sub>
                          </m:sSub>
                          <m:r>
                            <a:rPr lang="en-US" sz="1800" i="1">
                              <a:latin typeface="Cambria Math" panose="02040503050406030204" pitchFamily="18" charset="0"/>
                              <a:ea typeface="Cambria Math" panose="02040503050406030204" pitchFamily="18" charset="0"/>
                            </a:rPr>
                            <m:t>,</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d>
                          <m:r>
                            <a:rPr lang="en-US" sz="1800" b="1">
                              <a:latin typeface="Cambria Math" panose="02040503050406030204" pitchFamily="18" charset="0"/>
                              <a:ea typeface="Cambria Math" panose="02040503050406030204" pitchFamily="18" charset="0"/>
                            </a:rPr>
                            <m:t>𝐈</m:t>
                          </m:r>
                        </m:e>
                      </m:d>
                      <m:r>
                        <a:rPr lang="en-US" sz="1800" b="0" i="1" smtClean="0">
                          <a:latin typeface="Cambria Math" panose="02040503050406030204" pitchFamily="18" charset="0"/>
                          <a:ea typeface="Cambria Math" panose="02040503050406030204" pitchFamily="18" charset="0"/>
                        </a:rPr>
                        <m:t>,  </m:t>
                      </m:r>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𝑡</m:t>
                          </m:r>
                        </m:sub>
                      </m:sSub>
                      <m:r>
                        <a:rPr lang="en-US" sz="1800" b="0" i="1" smtClean="0">
                          <a:solidFill>
                            <a:schemeClr val="tx1"/>
                          </a:solidFill>
                          <a:latin typeface="Cambria Math" panose="02040503050406030204" pitchFamily="18" charset="0"/>
                          <a:ea typeface="Cambria Math" panose="02040503050406030204" pitchFamily="18" charset="0"/>
                        </a:rPr>
                        <m:t>≔1−</m:t>
                      </m:r>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𝛽</m:t>
                          </m:r>
                        </m:e>
                        <m:sub>
                          <m:r>
                            <a:rPr lang="en-US" sz="1800" b="0" i="1" smtClean="0">
                              <a:solidFill>
                                <a:schemeClr val="tx1"/>
                              </a:solidFill>
                              <a:latin typeface="Cambria Math" panose="02040503050406030204" pitchFamily="18" charset="0"/>
                              <a:ea typeface="Cambria Math" panose="02040503050406030204" pitchFamily="18" charset="0"/>
                            </a:rPr>
                            <m:t>𝑡</m:t>
                          </m:r>
                        </m:sub>
                      </m:sSub>
                      <m:r>
                        <a:rPr lang="en-US" sz="1800" b="0" i="1" smtClean="0">
                          <a:solidFill>
                            <a:schemeClr val="tx1"/>
                          </a:solidFill>
                          <a:latin typeface="Cambria Math" panose="02040503050406030204" pitchFamily="18" charset="0"/>
                          <a:ea typeface="Cambria Math" panose="02040503050406030204" pitchFamily="18" charset="0"/>
                        </a:rPr>
                        <m:t>, </m:t>
                      </m:r>
                      <m:acc>
                        <m:accPr>
                          <m:chr m:val="̅"/>
                          <m:ctrlPr>
                            <a:rPr lang="en-US" sz="1800" b="0" i="1" smtClean="0">
                              <a:solidFill>
                                <a:schemeClr val="tx1"/>
                              </a:solidFill>
                              <a:latin typeface="Cambria Math" panose="02040503050406030204" pitchFamily="18" charset="0"/>
                              <a:ea typeface="Cambria Math" panose="02040503050406030204" pitchFamily="18" charset="0"/>
                            </a:rPr>
                          </m:ctrlPr>
                        </m:accPr>
                        <m:e>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𝑡</m:t>
                              </m:r>
                            </m:sub>
                          </m:sSub>
                        </m:e>
                      </m:acc>
                      <m:r>
                        <a:rPr lang="en-US" sz="1800" b="0" i="1" smtClean="0">
                          <a:solidFill>
                            <a:schemeClr val="tx1"/>
                          </a:solidFill>
                          <a:latin typeface="Cambria Math" panose="02040503050406030204" pitchFamily="18" charset="0"/>
                          <a:ea typeface="Cambria Math" panose="02040503050406030204" pitchFamily="18" charset="0"/>
                        </a:rPr>
                        <m:t>≔</m:t>
                      </m:r>
                      <m:sSubSup>
                        <m:sSubSupPr>
                          <m:ctrlPr>
                            <a:rPr lang="en-US" sz="1800" b="0" i="1" smtClean="0">
                              <a:solidFill>
                                <a:schemeClr val="tx1"/>
                              </a:solidFill>
                              <a:latin typeface="Cambria Math" panose="02040503050406030204" pitchFamily="18" charset="0"/>
                              <a:ea typeface="Cambria Math" panose="02040503050406030204" pitchFamily="18" charset="0"/>
                            </a:rPr>
                          </m:ctrlPr>
                        </m:sSubSupPr>
                        <m:e>
                          <m:r>
                            <m:rPr>
                              <m:sty m:val="p"/>
                            </m:rPr>
                            <a:rPr lang="en-US" sz="1800" b="0" i="0" smtClean="0">
                              <a:solidFill>
                                <a:schemeClr val="tx1"/>
                              </a:solidFill>
                              <a:latin typeface="Cambria Math" panose="02040503050406030204" pitchFamily="18" charset="0"/>
                              <a:ea typeface="Cambria Math" panose="02040503050406030204" pitchFamily="18" charset="0"/>
                            </a:rPr>
                            <m:t>Π</m:t>
                          </m:r>
                        </m:e>
                        <m:sub>
                          <m:r>
                            <a:rPr lang="en-US" sz="1800" b="0" i="1" smtClean="0">
                              <a:solidFill>
                                <a:schemeClr val="tx1"/>
                              </a:solidFill>
                              <a:latin typeface="Cambria Math" panose="02040503050406030204" pitchFamily="18" charset="0"/>
                              <a:ea typeface="Cambria Math" panose="02040503050406030204" pitchFamily="18" charset="0"/>
                            </a:rPr>
                            <m:t>𝑠</m:t>
                          </m:r>
                          <m:r>
                            <a:rPr lang="en-US" sz="1800" b="0" i="1" smtClean="0">
                              <a:solidFill>
                                <a:schemeClr val="tx1"/>
                              </a:solidFill>
                              <a:latin typeface="Cambria Math" panose="02040503050406030204" pitchFamily="18" charset="0"/>
                              <a:ea typeface="Cambria Math" panose="02040503050406030204" pitchFamily="18" charset="0"/>
                            </a:rPr>
                            <m:t>=1</m:t>
                          </m:r>
                        </m:sub>
                        <m:sup>
                          <m:r>
                            <a:rPr lang="en-US" sz="1800" b="0" i="1" smtClean="0">
                              <a:solidFill>
                                <a:schemeClr val="tx1"/>
                              </a:solidFill>
                              <a:latin typeface="Cambria Math" panose="02040503050406030204" pitchFamily="18" charset="0"/>
                              <a:ea typeface="Cambria Math" panose="02040503050406030204" pitchFamily="18" charset="0"/>
                            </a:rPr>
                            <m:t>𝑡</m:t>
                          </m:r>
                        </m:sup>
                      </m:sSubSup>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𝑠</m:t>
                          </m:r>
                        </m:sub>
                      </m:sSub>
                    </m:oMath>
                  </m:oMathPara>
                </a14:m>
                <a:endParaRPr lang="en-KR" sz="1800" dirty="0">
                  <a:solidFill>
                    <a:schemeClr val="tx1"/>
                  </a:solidFill>
                </a:endParaRPr>
              </a:p>
            </p:txBody>
          </p:sp>
        </mc:Choice>
        <mc:Fallback xmlns="">
          <p:sp>
            <p:nvSpPr>
              <p:cNvPr id="6" name="Text Placeholder 2">
                <a:extLst>
                  <a:ext uri="{FF2B5EF4-FFF2-40B4-BE49-F238E27FC236}">
                    <a16:creationId xmlns:a16="http://schemas.microsoft.com/office/drawing/2014/main" id="{1D8D97D1-650B-B19D-AF1A-CD35C67576BE}"/>
                  </a:ext>
                </a:extLst>
              </p:cNvPr>
              <p:cNvSpPr>
                <a:spLocks noGrp="1" noRot="1" noChangeAspect="1" noMove="1" noResize="1" noEditPoints="1" noAdjustHandles="1" noChangeArrowheads="1" noChangeShapeType="1" noTextEdit="1"/>
              </p:cNvSpPr>
              <p:nvPr>
                <p:ph type="body" sz="quarter" idx="10"/>
              </p:nvPr>
            </p:nvSpPr>
            <p:spPr>
              <a:xfrm>
                <a:off x="227912" y="4308814"/>
                <a:ext cx="10521412" cy="778931"/>
              </a:xfrm>
              <a:blipFill>
                <a:blip r:embed="rId10"/>
                <a:stretch>
                  <a:fillRect l="-72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B1CA5E-F770-30DD-7FFB-92BA34B680AE}"/>
                  </a:ext>
                </a:extLst>
              </p:cNvPr>
              <p:cNvSpPr txBox="1"/>
              <p:nvPr/>
            </p:nvSpPr>
            <p:spPr>
              <a:xfrm>
                <a:off x="194733" y="4724104"/>
                <a:ext cx="6096000" cy="440698"/>
              </a:xfrm>
              <a:prstGeom prst="rect">
                <a:avLst/>
              </a:prstGeom>
              <a:noFill/>
            </p:spPr>
            <p:txBody>
              <a:bodyPr wrap="square">
                <a:spAutoFit/>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ad>
                      <m:radPr>
                        <m:degHide m:val="on"/>
                        <m:ctrlPr>
                          <a:rPr lang="en-US" i="1">
                            <a:latin typeface="Cambria Math" panose="02040503050406030204" pitchFamily="18" charset="0"/>
                            <a:ea typeface="Cambria Math" panose="02040503050406030204" pitchFamily="18" charset="0"/>
                          </a:rPr>
                        </m:ctrlPr>
                      </m:radPr>
                      <m:deg/>
                      <m:e>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ad>
                      <m:radPr>
                        <m:degHide m:val="on"/>
                        <m:ctrlPr>
                          <a:rPr lang="en-US" b="0" i="1" smtClean="0">
                            <a:latin typeface="Cambria Math" panose="02040503050406030204" pitchFamily="18" charset="0"/>
                            <a:ea typeface="Cambria Math" panose="02040503050406030204" pitchFamily="18" charset="0"/>
                          </a:rPr>
                        </m:ctrlPr>
                      </m:radPr>
                      <m:deg/>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d>
                      </m:e>
                    </m:rad>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𝟎</m:t>
                        </m:r>
                        <m:r>
                          <a:rPr lang="en-US" b="0" i="1" smtClean="0">
                            <a:latin typeface="Cambria Math" panose="02040503050406030204" pitchFamily="18" charset="0"/>
                            <a:ea typeface="Cambria Math" panose="02040503050406030204" pitchFamily="18" charset="0"/>
                          </a:rPr>
                          <m:t>,</m:t>
                        </m:r>
                        <m:r>
                          <a:rPr lang="en-US" b="1" i="0" smtClean="0">
                            <a:latin typeface="Cambria Math" panose="02040503050406030204" pitchFamily="18" charset="0"/>
                            <a:ea typeface="Cambria Math" panose="02040503050406030204" pitchFamily="18" charset="0"/>
                          </a:rPr>
                          <m:t>𝐈</m:t>
                        </m:r>
                      </m:e>
                    </m:d>
                  </m:oMath>
                </a14:m>
                <a:endParaRPr lang="en-KR" dirty="0"/>
              </a:p>
            </p:txBody>
          </p:sp>
        </mc:Choice>
        <mc:Fallback xmlns="">
          <p:sp>
            <p:nvSpPr>
              <p:cNvPr id="11" name="TextBox 10">
                <a:extLst>
                  <a:ext uri="{FF2B5EF4-FFF2-40B4-BE49-F238E27FC236}">
                    <a16:creationId xmlns:a16="http://schemas.microsoft.com/office/drawing/2014/main" id="{F415DCA5-49C0-AD02-B39A-7F2BCAF742EB}"/>
                  </a:ext>
                </a:extLst>
              </p:cNvPr>
              <p:cNvSpPr txBox="1">
                <a:spLocks noRot="1" noChangeAspect="1" noMove="1" noResize="1" noEditPoints="1" noAdjustHandles="1" noChangeArrowheads="1" noChangeShapeType="1" noTextEdit="1"/>
              </p:cNvSpPr>
              <p:nvPr/>
            </p:nvSpPr>
            <p:spPr>
              <a:xfrm>
                <a:off x="194733" y="4724104"/>
                <a:ext cx="6096000" cy="440698"/>
              </a:xfrm>
              <a:prstGeom prst="rect">
                <a:avLst/>
              </a:prstGeom>
              <a:blipFill>
                <a:blip r:embed="rId11"/>
                <a:stretch>
                  <a:fillRect b="-8571"/>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88F7F2B-837C-E3A6-5E06-3BB925C4CEE2}"/>
                  </a:ext>
                </a:extLst>
              </p:cNvPr>
              <p:cNvSpPr txBox="1"/>
              <p:nvPr/>
            </p:nvSpPr>
            <p:spPr>
              <a:xfrm>
                <a:off x="1387846" y="5529201"/>
                <a:ext cx="6096000" cy="694742"/>
              </a:xfrm>
              <a:prstGeom prst="rect">
                <a:avLst/>
              </a:prstGeom>
              <a:noFill/>
            </p:spPr>
            <p:txBody>
              <a:bodyPr wrap="square">
                <a:spAutoFit/>
              </a:bodyPr>
              <a:lstStyle/>
              <a:p>
                <a:pPr algn="ctr"/>
                <a14:m>
                  <m:oMath xmlns:m="http://schemas.openxmlformats.org/officeDocument/2006/math">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𝒙</m:t>
                        </m:r>
                      </m:e>
                      <m:sub>
                        <m:r>
                          <a:rPr lang="en-US" sz="2400" b="0" i="1" smtClean="0">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f>
                      <m:fPr>
                        <m:ctrlPr>
                          <a:rPr lang="en-US" sz="2400" b="0" i="1" smtClean="0">
                            <a:solidFill>
                              <a:srgbClr val="0070C0"/>
                            </a:solidFill>
                            <a:latin typeface="Cambria Math" panose="02040503050406030204" pitchFamily="18" charset="0"/>
                            <a:ea typeface="Cambria Math" panose="02040503050406030204" pitchFamily="18" charset="0"/>
                          </a:rPr>
                        </m:ctrlPr>
                      </m:fPr>
                      <m:num>
                        <m:r>
                          <a:rPr lang="en-US" sz="2400" b="0" i="1" smtClean="0">
                            <a:solidFill>
                              <a:srgbClr val="0070C0"/>
                            </a:solidFill>
                            <a:latin typeface="Cambria Math" panose="02040503050406030204" pitchFamily="18" charset="0"/>
                            <a:ea typeface="Cambria Math" panose="02040503050406030204" pitchFamily="18" charset="0"/>
                          </a:rPr>
                          <m:t>1</m:t>
                        </m:r>
                      </m:num>
                      <m:den>
                        <m:rad>
                          <m:radPr>
                            <m:degHide m:val="on"/>
                            <m:ctrlPr>
                              <a:rPr lang="en-US" sz="2400" b="0" i="1" smtClean="0">
                                <a:solidFill>
                                  <a:srgbClr val="0070C0"/>
                                </a:solidFill>
                                <a:latin typeface="Cambria Math" panose="02040503050406030204" pitchFamily="18" charset="0"/>
                                <a:ea typeface="Cambria Math" panose="02040503050406030204" pitchFamily="18" charset="0"/>
                              </a:rPr>
                            </m:ctrlPr>
                          </m:radPr>
                          <m:deg/>
                          <m:e>
                            <m:sSub>
                              <m:sSubPr>
                                <m:ctrlPr>
                                  <a:rPr lang="en-US" sz="2400" b="0" i="1" smtClean="0">
                                    <a:solidFill>
                                      <a:srgbClr val="0070C0"/>
                                    </a:solidFill>
                                    <a:latin typeface="Cambria Math" panose="02040503050406030204" pitchFamily="18" charset="0"/>
                                    <a:ea typeface="Cambria Math" panose="02040503050406030204" pitchFamily="18" charset="0"/>
                                  </a:rPr>
                                </m:ctrlPr>
                              </m:sSubPr>
                              <m:e>
                                <m:acc>
                                  <m:accPr>
                                    <m:chr m:val="̅"/>
                                    <m:ctrlPr>
                                      <a:rPr lang="en-US" sz="2400" b="0" i="1" smtClean="0">
                                        <a:solidFill>
                                          <a:srgbClr val="0070C0"/>
                                        </a:solidFill>
                                        <a:latin typeface="Cambria Math" panose="02040503050406030204" pitchFamily="18" charset="0"/>
                                        <a:ea typeface="Cambria Math" panose="02040503050406030204" pitchFamily="18" charset="0"/>
                                      </a:rPr>
                                    </m:ctrlPr>
                                  </m:accPr>
                                  <m:e>
                                    <m:r>
                                      <a:rPr lang="en-US" sz="2400" b="0" i="1" smtClean="0">
                                        <a:solidFill>
                                          <a:srgbClr val="0070C0"/>
                                        </a:solidFill>
                                        <a:latin typeface="Cambria Math" panose="02040503050406030204" pitchFamily="18" charset="0"/>
                                        <a:ea typeface="Cambria Math" panose="02040503050406030204" pitchFamily="18" charset="0"/>
                                      </a:rPr>
                                      <m:t>𝛼</m:t>
                                    </m:r>
                                  </m:e>
                                </m:acc>
                              </m:e>
                              <m:sub>
                                <m:r>
                                  <a:rPr lang="en-US" sz="2400" b="0" i="1" smtClean="0">
                                    <a:solidFill>
                                      <a:srgbClr val="0070C0"/>
                                    </a:solidFill>
                                    <a:latin typeface="Cambria Math" panose="02040503050406030204" pitchFamily="18" charset="0"/>
                                  </a:rPr>
                                  <m:t>𝑡</m:t>
                                </m:r>
                              </m:sub>
                            </m:sSub>
                          </m:e>
                        </m:rad>
                      </m:den>
                    </m:f>
                    <m:r>
                      <a:rPr lang="en-US" sz="2400" b="0" i="1" smtClean="0">
                        <a:latin typeface="Cambria Math" panose="02040503050406030204" pitchFamily="18" charset="0"/>
                        <a:ea typeface="Cambria Math" panose="02040503050406030204" pitchFamily="18" charset="0"/>
                      </a:rPr>
                      <m:t>(</m:t>
                    </m:r>
                    <m:sSub>
                      <m:sSubPr>
                        <m:ctrlPr>
                          <a:rPr lang="en-US" sz="2400" b="0" i="1" smtClean="0">
                            <a:solidFill>
                              <a:srgbClr val="0070C0"/>
                            </a:solidFill>
                            <a:latin typeface="Cambria Math" panose="02040503050406030204" pitchFamily="18" charset="0"/>
                            <a:ea typeface="Cambria Math" panose="02040503050406030204" pitchFamily="18" charset="0"/>
                          </a:rPr>
                        </m:ctrlPr>
                      </m:sSubPr>
                      <m:e>
                        <m:r>
                          <a:rPr lang="en-US" sz="2400" b="1" i="1" smtClean="0">
                            <a:solidFill>
                              <a:srgbClr val="0070C0"/>
                            </a:solidFill>
                            <a:latin typeface="Cambria Math" panose="02040503050406030204" pitchFamily="18" charset="0"/>
                            <a:ea typeface="Cambria Math" panose="02040503050406030204" pitchFamily="18" charset="0"/>
                          </a:rPr>
                          <m:t>𝒙</m:t>
                        </m:r>
                      </m:e>
                      <m:sub>
                        <m:r>
                          <a:rPr lang="en-US" sz="2400" b="0" i="1" smtClean="0">
                            <a:solidFill>
                              <a:srgbClr val="0070C0"/>
                            </a:solidFill>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rad>
                      <m:radPr>
                        <m:degHide m:val="on"/>
                        <m:ctrlPr>
                          <a:rPr lang="en-US" sz="2400" i="1" smtClean="0">
                            <a:solidFill>
                              <a:srgbClr val="0070C0"/>
                            </a:solidFill>
                            <a:latin typeface="Cambria Math" panose="02040503050406030204" pitchFamily="18" charset="0"/>
                            <a:ea typeface="Cambria Math" panose="02040503050406030204" pitchFamily="18" charset="0"/>
                          </a:rPr>
                        </m:ctrlPr>
                      </m:radPr>
                      <m:deg/>
                      <m:e>
                        <m:d>
                          <m:dPr>
                            <m:ctrlPr>
                              <a:rPr lang="en-US" sz="2400" i="1">
                                <a:solidFill>
                                  <a:srgbClr val="0070C0"/>
                                </a:solidFill>
                                <a:latin typeface="Cambria Math" panose="02040503050406030204" pitchFamily="18" charset="0"/>
                                <a:ea typeface="Cambria Math" panose="02040503050406030204" pitchFamily="18" charset="0"/>
                              </a:rPr>
                            </m:ctrlPr>
                          </m:dPr>
                          <m:e>
                            <m:r>
                              <a:rPr lang="en-US" sz="2400" i="1">
                                <a:solidFill>
                                  <a:srgbClr val="0070C0"/>
                                </a:solidFill>
                                <a:latin typeface="Cambria Math" panose="02040503050406030204" pitchFamily="18" charset="0"/>
                                <a:ea typeface="Cambria Math" panose="02040503050406030204" pitchFamily="18" charset="0"/>
                              </a:rPr>
                              <m:t>1−</m:t>
                            </m:r>
                            <m:acc>
                              <m:accPr>
                                <m:chr m:val="̅"/>
                                <m:ctrlPr>
                                  <a:rPr lang="en-US" sz="2400" i="1">
                                    <a:solidFill>
                                      <a:srgbClr val="0070C0"/>
                                    </a:solidFill>
                                    <a:latin typeface="Cambria Math" panose="02040503050406030204" pitchFamily="18" charset="0"/>
                                    <a:ea typeface="Cambria Math" panose="02040503050406030204" pitchFamily="18" charset="0"/>
                                  </a:rPr>
                                </m:ctrlPr>
                              </m:accPr>
                              <m:e>
                                <m:sSub>
                                  <m:sSubPr>
                                    <m:ctrlPr>
                                      <a:rPr lang="en-US" sz="2400" i="1">
                                        <a:solidFill>
                                          <a:srgbClr val="0070C0"/>
                                        </a:solidFill>
                                        <a:latin typeface="Cambria Math" panose="02040503050406030204" pitchFamily="18" charset="0"/>
                                        <a:ea typeface="Cambria Math" panose="02040503050406030204" pitchFamily="18" charset="0"/>
                                      </a:rPr>
                                    </m:ctrlPr>
                                  </m:sSubPr>
                                  <m:e>
                                    <m:r>
                                      <a:rPr lang="en-US" sz="2400" i="1">
                                        <a:solidFill>
                                          <a:srgbClr val="0070C0"/>
                                        </a:solidFill>
                                        <a:latin typeface="Cambria Math" panose="02040503050406030204" pitchFamily="18" charset="0"/>
                                        <a:ea typeface="Cambria Math" panose="02040503050406030204" pitchFamily="18" charset="0"/>
                                      </a:rPr>
                                      <m:t>𝛼</m:t>
                                    </m:r>
                                  </m:e>
                                  <m:sub>
                                    <m:r>
                                      <a:rPr lang="en-US" sz="2400" i="1">
                                        <a:solidFill>
                                          <a:srgbClr val="0070C0"/>
                                        </a:solidFill>
                                        <a:latin typeface="Cambria Math" panose="02040503050406030204" pitchFamily="18" charset="0"/>
                                        <a:ea typeface="Cambria Math" panose="02040503050406030204" pitchFamily="18" charset="0"/>
                                      </a:rPr>
                                      <m:t>𝑡</m:t>
                                    </m:r>
                                  </m:sub>
                                </m:sSub>
                              </m:e>
                            </m:acc>
                          </m:e>
                        </m:d>
                      </m:e>
                    </m:rad>
                    <m:sSub>
                      <m:sSubPr>
                        <m:ctrlPr>
                          <a:rPr lang="en-US" sz="2400" i="1" smtClean="0">
                            <a:solidFill>
                              <a:schemeClr val="accent6">
                                <a:lumMod val="50000"/>
                              </a:schemeClr>
                            </a:solidFill>
                            <a:latin typeface="Cambria Math" panose="02040503050406030204" pitchFamily="18" charset="0"/>
                            <a:ea typeface="Cambria Math" panose="02040503050406030204" pitchFamily="18" charset="0"/>
                          </a:rPr>
                        </m:ctrlPr>
                      </m:sSubPr>
                      <m:e>
                        <m:r>
                          <a:rPr lang="en-US" sz="2400" b="1" i="1">
                            <a:solidFill>
                              <a:schemeClr val="accent6">
                                <a:lumMod val="50000"/>
                              </a:schemeClr>
                            </a:solidFill>
                            <a:latin typeface="Cambria Math" panose="02040503050406030204" pitchFamily="18" charset="0"/>
                            <a:ea typeface="Cambria Math" panose="02040503050406030204" pitchFamily="18" charset="0"/>
                          </a:rPr>
                          <m:t>𝝐</m:t>
                        </m:r>
                      </m:e>
                      <m:sub>
                        <m:r>
                          <a:rPr lang="en-US" sz="2400" i="1">
                            <a:solidFill>
                              <a:schemeClr val="accent6">
                                <a:lumMod val="50000"/>
                              </a:schemeClr>
                            </a:solidFill>
                            <a:latin typeface="Cambria Math" panose="02040503050406030204" pitchFamily="18" charset="0"/>
                            <a:ea typeface="Cambria Math" panose="02040503050406030204" pitchFamily="18" charset="0"/>
                          </a:rPr>
                          <m:t>𝑡</m:t>
                        </m:r>
                      </m:sub>
                    </m:sSub>
                  </m:oMath>
                </a14:m>
                <a:r>
                  <a:rPr lang="en-US" sz="2400" b="0" dirty="0">
                    <a:ea typeface="Cambria Math" panose="02040503050406030204" pitchFamily="18" charset="0"/>
                  </a:rPr>
                  <a:t>)</a:t>
                </a:r>
                <a:endParaRPr lang="en-KR" sz="2400" dirty="0"/>
              </a:p>
            </p:txBody>
          </p:sp>
        </mc:Choice>
        <mc:Fallback xmlns="">
          <p:sp>
            <p:nvSpPr>
              <p:cNvPr id="14" name="TextBox 13">
                <a:extLst>
                  <a:ext uri="{FF2B5EF4-FFF2-40B4-BE49-F238E27FC236}">
                    <a16:creationId xmlns:a16="http://schemas.microsoft.com/office/drawing/2014/main" id="{9BF35D40-E465-CEE2-C006-ECD4C3DA6CC2}"/>
                  </a:ext>
                </a:extLst>
              </p:cNvPr>
              <p:cNvSpPr txBox="1">
                <a:spLocks noRot="1" noChangeAspect="1" noMove="1" noResize="1" noEditPoints="1" noAdjustHandles="1" noChangeArrowheads="1" noChangeShapeType="1" noTextEdit="1"/>
              </p:cNvSpPr>
              <p:nvPr/>
            </p:nvSpPr>
            <p:spPr>
              <a:xfrm>
                <a:off x="1387846" y="5529201"/>
                <a:ext cx="6096000" cy="694742"/>
              </a:xfrm>
              <a:prstGeom prst="rect">
                <a:avLst/>
              </a:prstGeom>
              <a:blipFill>
                <a:blip r:embed="rId12"/>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18FEDAE-F05B-C114-1478-93E692DDBC13}"/>
                  </a:ext>
                </a:extLst>
              </p:cNvPr>
              <p:cNvSpPr txBox="1"/>
              <p:nvPr/>
            </p:nvSpPr>
            <p:spPr>
              <a:xfrm>
                <a:off x="6972767" y="5529201"/>
                <a:ext cx="3955827" cy="646331"/>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3) Actually we only don’t know </a:t>
                </a:r>
                <a14:m>
                  <m:oMath xmlns:m="http://schemas.openxmlformats.org/officeDocument/2006/math">
                    <m:sSub>
                      <m:sSubPr>
                        <m:ctrlPr>
                          <a:rPr lang="en-US" i="1" smtClean="0">
                            <a:latin typeface="Cambria Math" panose="02040503050406030204" pitchFamily="18" charset="0"/>
                            <a:ea typeface="Pretendard Medium" panose="02000503000000020004" pitchFamily="2" charset="-127"/>
                            <a:cs typeface="Pretendard Medium" panose="02000503000000020004" pitchFamily="2" charset="-127"/>
                          </a:rPr>
                        </m:ctrlPr>
                      </m:sSubPr>
                      <m:e>
                        <m:r>
                          <a:rPr lang="en-US" b="1" i="1" smtClean="0">
                            <a:latin typeface="Cambria Math" panose="02040503050406030204" pitchFamily="18" charset="0"/>
                            <a:ea typeface="Pretendard Medium" panose="02000503000000020004" pitchFamily="2" charset="-127"/>
                            <a:cs typeface="Pretendard Medium" panose="02000503000000020004" pitchFamily="2" charset="-127"/>
                          </a:rPr>
                          <m:t>𝝐</m:t>
                        </m:r>
                      </m:e>
                      <m:sub>
                        <m:r>
                          <a:rPr lang="en-US" b="0" i="1" smtClean="0">
                            <a:latin typeface="Cambria Math" panose="02040503050406030204" pitchFamily="18" charset="0"/>
                            <a:ea typeface="Pretendard Medium" panose="02000503000000020004" pitchFamily="2" charset="-127"/>
                            <a:cs typeface="Pretendard Medium" panose="02000503000000020004" pitchFamily="2" charset="-127"/>
                          </a:rPr>
                          <m:t>𝑡</m:t>
                        </m:r>
                      </m:sub>
                    </m:sSub>
                  </m:oMath>
                </a14:m>
                <a:r>
                  <a:rPr lang="en-US" dirty="0">
                    <a:latin typeface="Pretendard" panose="02000503000000020004" pitchFamily="2" charset="-127"/>
                    <a:ea typeface="Pretendard Medium" panose="02000503000000020004" pitchFamily="2" charset="-127"/>
                    <a:cs typeface="Pretendard Medium" panose="02000503000000020004" pitchFamily="2" charset="-127"/>
                  </a:rPr>
                  <a:t> ,</a:t>
                </a:r>
              </a:p>
              <a:p>
                <a14:m>
                  <m:oMath xmlns:m="http://schemas.openxmlformats.org/officeDocument/2006/math">
                    <m:sSub>
                      <m:sSubPr>
                        <m:ctrlPr>
                          <a:rPr lang="en-US" i="1">
                            <a:latin typeface="Cambria Math" panose="02040503050406030204" pitchFamily="18" charset="0"/>
                            <a:ea typeface="Pretendard Medium" panose="02000503000000020004" pitchFamily="2" charset="-127"/>
                            <a:cs typeface="Pretendard Medium" panose="02000503000000020004" pitchFamily="2" charset="-127"/>
                          </a:rPr>
                        </m:ctrlPr>
                      </m:sSubPr>
                      <m:e>
                        <m:r>
                          <a:rPr lang="en-US" b="1" i="1">
                            <a:latin typeface="Cambria Math" panose="02040503050406030204" pitchFamily="18" charset="0"/>
                            <a:ea typeface="Pretendard Medium" panose="02000503000000020004" pitchFamily="2" charset="-127"/>
                            <a:cs typeface="Pretendard Medium" panose="02000503000000020004" pitchFamily="2" charset="-127"/>
                          </a:rPr>
                          <m:t>𝝐</m:t>
                        </m:r>
                      </m:e>
                      <m:sub>
                        <m:r>
                          <a:rPr lang="en-US" i="1">
                            <a:latin typeface="Cambria Math" panose="02040503050406030204" pitchFamily="18" charset="0"/>
                            <a:ea typeface="Pretendard Medium" panose="02000503000000020004" pitchFamily="2" charset="-127"/>
                            <a:cs typeface="Pretendard Medium" panose="02000503000000020004" pitchFamily="2" charset="-127"/>
                          </a:rPr>
                          <m:t>𝑡</m:t>
                        </m:r>
                      </m:sub>
                    </m:sSub>
                    <m:r>
                      <a:rPr lang="en-US" i="1">
                        <a:latin typeface="Cambria Math" panose="02040503050406030204" pitchFamily="18" charset="0"/>
                        <a:ea typeface="Pretendard Medium" panose="02000503000000020004" pitchFamily="2" charset="-127"/>
                        <a:cs typeface="Pretendard Medium" panose="02000503000000020004" pitchFamily="2" charset="-127"/>
                      </a:rPr>
                      <m:t> </m:t>
                    </m:r>
                  </m:oMath>
                </a14:m>
                <a:r>
                  <a:rPr lang="en-KR" dirty="0">
                    <a:latin typeface="Pretendard" panose="02000503000000020004" pitchFamily="2" charset="-127"/>
                    <a:ea typeface="Pretendard" panose="02000503000000020004" pitchFamily="2" charset="-127"/>
                    <a:cs typeface="Pretendard" panose="02000503000000020004" pitchFamily="2" charset="-127"/>
                  </a:rPr>
                  <a:t>is the </a:t>
                </a:r>
                <a:r>
                  <a:rPr lang="en-KR" b="1" dirty="0">
                    <a:latin typeface="Pretendard" panose="02000503000000020004" pitchFamily="2" charset="-127"/>
                    <a:ea typeface="Pretendard" panose="02000503000000020004" pitchFamily="2" charset="-127"/>
                    <a:cs typeface="Pretendard" panose="02000503000000020004" pitchFamily="2" charset="-127"/>
                  </a:rPr>
                  <a:t>only </a:t>
                </a:r>
                <a:r>
                  <a:rPr lang="en-KR" dirty="0">
                    <a:latin typeface="Pretendard" panose="02000503000000020004" pitchFamily="2" charset="-127"/>
                    <a:ea typeface="Pretendard" panose="02000503000000020004" pitchFamily="2" charset="-127"/>
                    <a:cs typeface="Pretendard" panose="02000503000000020004" pitchFamily="2" charset="-127"/>
                  </a:rPr>
                  <a:t>vector we need to model</a:t>
                </a:r>
              </a:p>
            </p:txBody>
          </p:sp>
        </mc:Choice>
        <mc:Fallback xmlns="">
          <p:sp>
            <p:nvSpPr>
              <p:cNvPr id="18" name="TextBox 17">
                <a:extLst>
                  <a:ext uri="{FF2B5EF4-FFF2-40B4-BE49-F238E27FC236}">
                    <a16:creationId xmlns:a16="http://schemas.microsoft.com/office/drawing/2014/main" id="{7ACA7FA3-A8CD-DCF8-026B-E123A08529E2}"/>
                  </a:ext>
                </a:extLst>
              </p:cNvPr>
              <p:cNvSpPr txBox="1">
                <a:spLocks noRot="1" noChangeAspect="1" noMove="1" noResize="1" noEditPoints="1" noAdjustHandles="1" noChangeArrowheads="1" noChangeShapeType="1" noTextEdit="1"/>
              </p:cNvSpPr>
              <p:nvPr/>
            </p:nvSpPr>
            <p:spPr>
              <a:xfrm>
                <a:off x="6972767" y="5529201"/>
                <a:ext cx="3955827" cy="646331"/>
              </a:xfrm>
              <a:prstGeom prst="rect">
                <a:avLst/>
              </a:prstGeom>
              <a:blipFill>
                <a:blip r:embed="rId13"/>
                <a:stretch>
                  <a:fillRect l="-3846" t="-3846" r="-2564" b="-13462"/>
                </a:stretch>
              </a:blipFill>
            </p:spPr>
            <p:txBody>
              <a:bodyPr/>
              <a:lstStyle/>
              <a:p>
                <a:r>
                  <a:rPr lang="en-KR">
                    <a:noFill/>
                  </a:rPr>
                  <a:t> </a:t>
                </a:r>
              </a:p>
            </p:txBody>
          </p:sp>
        </mc:Fallback>
      </mc:AlternateContent>
      <p:cxnSp>
        <p:nvCxnSpPr>
          <p:cNvPr id="9" name="Straight Connector 8">
            <a:extLst>
              <a:ext uri="{FF2B5EF4-FFF2-40B4-BE49-F238E27FC236}">
                <a16:creationId xmlns:a16="http://schemas.microsoft.com/office/drawing/2014/main" id="{15A4B68E-C331-7EEE-FA31-9B361C51579C}"/>
              </a:ext>
            </a:extLst>
          </p:cNvPr>
          <p:cNvCxnSpPr/>
          <p:nvPr/>
        </p:nvCxnSpPr>
        <p:spPr>
          <a:xfrm>
            <a:off x="194733" y="4140203"/>
            <a:ext cx="11853334"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B4F8607C-77A7-3085-1C25-1776F350B562}"/>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Motivation for reparameterization</a:t>
            </a:r>
            <a:endParaRPr lang="en-KR" sz="2000" dirty="0"/>
          </a:p>
        </p:txBody>
      </p:sp>
      <p:pic>
        <p:nvPicPr>
          <p:cNvPr id="34" name="Audio 33">
            <a:extLst>
              <a:ext uri="{FF2B5EF4-FFF2-40B4-BE49-F238E27FC236}">
                <a16:creationId xmlns:a16="http://schemas.microsoft.com/office/drawing/2014/main" id="{2BFA0954-EF95-670C-AC15-E13D62AA30D3}"/>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774321855"/>
      </p:ext>
    </p:extLst>
  </p:cSld>
  <p:clrMapOvr>
    <a:masterClrMapping/>
  </p:clrMapOvr>
  <mc:AlternateContent xmlns:mc="http://schemas.openxmlformats.org/markup-compatibility/2006">
    <mc:Choice xmlns:p14="http://schemas.microsoft.com/office/powerpoint/2010/main" Requires="p14">
      <p:transition spd="slow" p14:dur="2000" advTm="113162"/>
    </mc:Choice>
    <mc:Fallback>
      <p:transition spd="slow" advTm="1131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9" fill="hold" display="0">
                  <p:stCondLst>
                    <p:cond delay="indefinite"/>
                  </p:stCondLst>
                  <p:endCondLst>
                    <p:cond evt="onStopAudio" delay="0">
                      <p:tgtEl>
                        <p:sldTgt/>
                      </p:tgtEl>
                    </p:cond>
                  </p:endCondLst>
                </p:cTn>
                <p:tgtEl>
                  <p:spTgt spid="34"/>
                </p:tgtEl>
              </p:cMediaNode>
            </p:audio>
          </p:childTnLst>
        </p:cTn>
      </p:par>
    </p:tnLst>
    <p:bldLst>
      <p:bldP spid="2" grpId="0"/>
      <p:bldP spid="6" grpId="0" build="p"/>
      <p:bldP spid="11" grpId="0"/>
      <p:bldP spid="14" grpId="0"/>
      <p:bldP spid="18" grpId="0"/>
    </p:bldLst>
  </p:timing>
  <p:extLst>
    <p:ext uri="{3A86A75C-4F4B-4683-9AE1-C65F6400EC91}">
      <p14:laserTraceLst xmlns:p14="http://schemas.microsoft.com/office/powerpoint/2010/main">
        <p14:tracePtLst>
          <p14:tracePt t="4295" x="4868863" y="6375400"/>
          <p14:tracePt t="4307" x="5029200" y="6240463"/>
          <p14:tracePt t="4314" x="5283200" y="5943600"/>
          <p14:tracePt t="4321" x="5588000" y="5672138"/>
          <p14:tracePt t="4327" x="5884863" y="5418138"/>
          <p14:tracePt t="4355" x="6621463" y="4699000"/>
          <p14:tracePt t="4359" x="6832600" y="4487863"/>
          <p14:tracePt t="4368" x="6875463" y="4445000"/>
          <p14:tracePt t="4374" x="7027863" y="4310063"/>
          <p14:tracePt t="4384" x="7119938" y="4233863"/>
          <p14:tracePt t="4391" x="7188200" y="4157663"/>
          <p14:tracePt t="4401" x="7239000" y="4114800"/>
          <p14:tracePt t="4407" x="7281863" y="4097338"/>
          <p14:tracePt t="4417" x="7297738" y="4081463"/>
          <p14:tracePt t="4423" x="7315200" y="4064000"/>
          <p14:tracePt t="4434" x="7323138" y="4056063"/>
          <p14:tracePt t="4440" x="7340600" y="4056063"/>
          <p14:tracePt t="4450" x="7340600" y="4038600"/>
          <p14:tracePt t="4456" x="7358063" y="4038600"/>
          <p14:tracePt t="4467" x="7373938" y="4038600"/>
          <p14:tracePt t="4473" x="7391400" y="4038600"/>
          <p14:tracePt t="4484" x="7399338" y="4021138"/>
          <p14:tracePt t="4489" x="7416800" y="4005263"/>
          <p14:tracePt t="4503" x="7450138" y="3987800"/>
          <p14:tracePt t="4506" x="7459663" y="3979863"/>
          <p14:tracePt t="4518" x="7510463" y="3962400"/>
          <p14:tracePt t="4522" x="7535863" y="3929063"/>
          <p14:tracePt t="4534" x="7569200" y="3919538"/>
          <p14:tracePt t="4538" x="7645400" y="3843338"/>
          <p14:tracePt t="4550" x="7704138" y="3784600"/>
          <p14:tracePt t="4554" x="7780338" y="3733800"/>
          <p14:tracePt t="4567" x="7805738" y="3708400"/>
          <p14:tracePt t="4571" x="7866063" y="3632200"/>
          <p14:tracePt t="4584" x="7942263" y="3589338"/>
          <p14:tracePt t="4587" x="7983538" y="3538538"/>
          <p14:tracePt t="4603" x="8018463" y="3513138"/>
          <p14:tracePt t="4604" x="8051800" y="3497263"/>
          <p14:tracePt t="4612" x="8059738" y="3462338"/>
          <p14:tracePt t="4620" x="8077200" y="3462338"/>
          <p14:tracePt t="4636" x="8094663" y="3454400"/>
          <p14:tracePt t="4816" x="8094663" y="3436938"/>
          <p14:tracePt t="4834" x="8077200" y="3436938"/>
          <p14:tracePt t="4850" x="8077200" y="3421063"/>
          <p14:tracePt t="4857" x="8059738" y="3421063"/>
          <p14:tracePt t="4874" x="8034338" y="3403600"/>
          <p14:tracePt t="4884" x="8001000" y="3403600"/>
          <p14:tracePt t="4890" x="7958138" y="3395663"/>
          <p14:tracePt t="4900" x="7899400" y="3378200"/>
          <p14:tracePt t="4907" x="7840663" y="3378200"/>
          <p14:tracePt t="4917" x="7729538" y="3344863"/>
          <p14:tracePt t="4923" x="7653338" y="3319463"/>
          <p14:tracePt t="4933" x="7518400" y="3284538"/>
          <p14:tracePt t="4940" x="7391400" y="3259138"/>
          <p14:tracePt t="4950" x="7188200" y="3225800"/>
          <p14:tracePt t="4956" x="6992938" y="3225800"/>
          <p14:tracePt t="4964" x="6756400" y="3225800"/>
          <p14:tracePt t="4973" x="6519863" y="3225800"/>
          <p14:tracePt t="4981" x="6324600" y="3225800"/>
          <p14:tracePt t="4989" x="6129338" y="3225800"/>
          <p14:tracePt t="4997" x="6053138" y="3225800"/>
          <p14:tracePt t="5005" x="5884863" y="3225800"/>
          <p14:tracePt t="5014" x="5722938" y="3225800"/>
          <p14:tracePt t="5022" x="5613400" y="3225800"/>
          <p14:tracePt t="5030" x="5537200" y="3225800"/>
          <p14:tracePt t="5038" x="5468938" y="3225800"/>
          <p14:tracePt t="5046" x="5402263" y="3225800"/>
          <p14:tracePt t="5055" x="5359400" y="3225800"/>
          <p14:tracePt t="5063" x="5334000" y="3225800"/>
          <p14:tracePt t="5071" x="5300663" y="3225800"/>
          <p14:tracePt t="5079" x="5265738" y="3225800"/>
          <p14:tracePt t="5087" x="5224463" y="3225800"/>
          <p14:tracePt t="5096" x="5207000" y="3225800"/>
          <p14:tracePt t="5104" x="5164138" y="3225800"/>
          <p14:tracePt t="5112" x="5122863" y="3225800"/>
          <p14:tracePt t="5120" x="5087938" y="3208338"/>
          <p14:tracePt t="5128" x="5029200" y="3208338"/>
          <p14:tracePt t="5136" x="4986338" y="3200400"/>
          <p14:tracePt t="5145" x="4953000" y="3200400"/>
          <p14:tracePt t="5153" x="4910138" y="3182938"/>
          <p14:tracePt t="5161" x="4876800" y="3167063"/>
          <p14:tracePt t="5169" x="4818063" y="3149600"/>
          <p14:tracePt t="5177" x="4775200" y="3149600"/>
          <p14:tracePt t="5186" x="4732338" y="3132138"/>
          <p14:tracePt t="5194" x="4681538" y="3132138"/>
          <p14:tracePt t="5202" x="4622800" y="3106738"/>
          <p14:tracePt t="5210" x="4579938" y="3090863"/>
          <p14:tracePt t="5219" x="4521200" y="3090863"/>
          <p14:tracePt t="5226" x="4462463" y="3065463"/>
          <p14:tracePt t="5235" x="4411663" y="3048000"/>
          <p14:tracePt t="5243" x="4386263" y="3030538"/>
          <p14:tracePt t="5251" x="4351338" y="3014663"/>
          <p14:tracePt t="5260" x="4343400" y="3014663"/>
          <p14:tracePt t="5268" x="4325938" y="2997200"/>
          <p14:tracePt t="5276" x="4310063" y="2989263"/>
          <p14:tracePt t="5292" x="4292600" y="2989263"/>
          <p14:tracePt t="5301" x="4292600" y="2971800"/>
          <p14:tracePt t="5326" x="4275138" y="2971800"/>
          <p14:tracePt t="5366" x="4275138" y="2954338"/>
          <p14:tracePt t="5636" x="4275138" y="2971800"/>
          <p14:tracePt t="6554" x="4351338" y="2971800"/>
          <p14:tracePt t="6562" x="4487863" y="2971800"/>
          <p14:tracePt t="6571" x="4732338" y="3014663"/>
          <p14:tracePt t="6579" x="4970463" y="3090863"/>
          <p14:tracePt t="6587" x="5240338" y="3132138"/>
          <p14:tracePt t="6595" x="5570538" y="3208338"/>
          <p14:tracePt t="6603" x="5900738" y="3259138"/>
          <p14:tracePt t="6612" x="6215063" y="3302000"/>
          <p14:tracePt t="6620" x="6502400" y="3327400"/>
          <p14:tracePt t="6628" x="6738938" y="3344863"/>
          <p14:tracePt t="6636" x="6967538" y="3344863"/>
          <p14:tracePt t="6644" x="7053263" y="3344863"/>
          <p14:tracePt t="6652" x="7180263" y="3344863"/>
          <p14:tracePt t="6661" x="7315200" y="3344863"/>
          <p14:tracePt t="6669" x="7391400" y="3344863"/>
          <p14:tracePt t="6677" x="7450138" y="3344863"/>
          <p14:tracePt t="6685" x="7493000" y="3344863"/>
          <p14:tracePt t="6694" x="7510463" y="3344863"/>
          <p14:tracePt t="6702" x="7535863" y="3344863"/>
          <p14:tracePt t="6726" x="7551738" y="3344863"/>
          <p14:tracePt t="6751" x="7551738" y="3327400"/>
          <p14:tracePt t="6759" x="7569200" y="3327400"/>
          <p14:tracePt t="6784" x="7586663" y="3327400"/>
          <p14:tracePt t="6792" x="7586663" y="3319463"/>
          <p14:tracePt t="6824" x="7594600" y="3319463"/>
          <p14:tracePt t="6857" x="7612063" y="3319463"/>
          <p14:tracePt t="6890" x="7627938" y="3319463"/>
          <p14:tracePt t="6907" x="7627938" y="3302000"/>
          <p14:tracePt t="6923" x="7645400" y="3302000"/>
          <p14:tracePt t="6947" x="7653338" y="3284538"/>
          <p14:tracePt t="6956" x="7670800" y="3268663"/>
          <p14:tracePt t="6964" x="7688263" y="3268663"/>
          <p14:tracePt t="6972" x="7704138" y="3259138"/>
          <p14:tracePt t="6980" x="7721600" y="3259138"/>
          <p14:tracePt t="6988" x="7729538" y="3225800"/>
          <p14:tracePt t="6997" x="7747000" y="3225800"/>
          <p14:tracePt t="7005" x="7764463" y="3225800"/>
          <p14:tracePt t="7013" x="7780338" y="3208338"/>
          <p14:tracePt t="7021" x="7789863" y="3208338"/>
          <p14:tracePt t="7030" x="7805738" y="3200400"/>
          <p14:tracePt t="7046" x="7823200" y="3200400"/>
          <p14:tracePt t="7070" x="7840663" y="3200400"/>
          <p14:tracePt t="7218" x="7823200" y="3200400"/>
          <p14:tracePt t="7235" x="7805738" y="3200400"/>
          <p14:tracePt t="7242" x="7789863" y="3200400"/>
          <p14:tracePt t="7251" x="7764463" y="3200400"/>
          <p14:tracePt t="7259" x="7729538" y="3200400"/>
          <p14:tracePt t="7267" x="7645400" y="3200400"/>
          <p14:tracePt t="7276" x="7569200" y="3200400"/>
          <p14:tracePt t="7284" x="7434263" y="3200400"/>
          <p14:tracePt t="7292" x="7315200" y="3200400"/>
          <p14:tracePt t="7300" x="7145338" y="3200400"/>
          <p14:tracePt t="7308" x="6951663" y="3200400"/>
          <p14:tracePt t="7317" x="6738938" y="3200400"/>
          <p14:tracePt t="7325" x="6596063" y="3167063"/>
          <p14:tracePt t="7334" x="6426200" y="3132138"/>
          <p14:tracePt t="7341" x="6367463" y="3132138"/>
          <p14:tracePt t="7351" x="6230938" y="3073400"/>
          <p14:tracePt t="7358" x="6154738" y="3048000"/>
          <p14:tracePt t="7367" x="6096000" y="3014663"/>
          <p14:tracePt t="7374" x="6062663" y="2971800"/>
          <p14:tracePt t="7384" x="6037263" y="2938463"/>
          <p14:tracePt t="7390" x="6019800" y="2895600"/>
          <p14:tracePt t="7399" x="6019800" y="2819400"/>
          <p14:tracePt t="7407" x="6019800" y="2760663"/>
          <p14:tracePt t="7416" x="6062663" y="2624138"/>
          <p14:tracePt t="7423" x="6197600" y="2471738"/>
          <p14:tracePt t="7431" x="6291263" y="2370138"/>
          <p14:tracePt t="7439" x="6527800" y="2192338"/>
          <p14:tracePt t="7447" x="6756400" y="2024063"/>
          <p14:tracePt t="7456" x="7010400" y="1905000"/>
          <p14:tracePt t="7464" x="7297738" y="1811338"/>
          <p14:tracePt t="7472" x="7586663" y="1744663"/>
          <p14:tracePt t="7480" x="7848600" y="1744663"/>
          <p14:tracePt t="7488" x="8120063" y="1744663"/>
          <p14:tracePt t="7497" x="8313738" y="1744663"/>
          <p14:tracePt t="7505" x="8389938" y="1744663"/>
          <p14:tracePt t="7513" x="8559800" y="1803400"/>
          <p14:tracePt t="7521" x="8678863" y="1862138"/>
          <p14:tracePt t="7529" x="8755063" y="1938338"/>
          <p14:tracePt t="7538" x="8796338" y="2014538"/>
          <p14:tracePt t="7546" x="8856663" y="2116138"/>
          <p14:tracePt t="7554" x="8872538" y="2217738"/>
          <p14:tracePt t="7562" x="8872538" y="2328863"/>
          <p14:tracePt t="7570" x="8872538" y="2489200"/>
          <p14:tracePt t="7579" x="8847138" y="2641600"/>
          <p14:tracePt t="7587" x="8770938" y="2801938"/>
          <p14:tracePt t="7595" x="8643938" y="2971800"/>
          <p14:tracePt t="7603" x="8602663" y="3030538"/>
          <p14:tracePt t="7611" x="8526463" y="3124200"/>
          <p14:tracePt t="7620" x="8450263" y="3200400"/>
          <p14:tracePt t="7628" x="8389938" y="3225800"/>
          <p14:tracePt t="7636" x="8331200" y="3268663"/>
          <p14:tracePt t="7644" x="8288338" y="3268663"/>
          <p14:tracePt t="7652" x="8255000" y="3284538"/>
          <p14:tracePt t="7661" x="8229600" y="3284538"/>
          <p14:tracePt t="7669" x="8212138" y="3284538"/>
          <p14:tracePt t="7685" x="8196263" y="3284538"/>
          <p14:tracePt t="7693" x="8196263" y="3268663"/>
          <p14:tracePt t="7710" x="8196263" y="3259138"/>
          <p14:tracePt t="7718" x="8196263" y="3243263"/>
          <p14:tracePt t="7743" x="8196263" y="3225800"/>
          <p14:tracePt t="7833" x="8196263" y="3243263"/>
          <p14:tracePt t="7850" x="8212138" y="3243263"/>
          <p14:tracePt t="7874" x="8212138" y="3259138"/>
          <p14:tracePt t="15701" x="8153400" y="3259138"/>
          <p14:tracePt t="15710" x="8077200" y="3259138"/>
          <p14:tracePt t="15719" x="7983538" y="3243263"/>
          <p14:tracePt t="15726" x="7916863" y="3208338"/>
          <p14:tracePt t="15734" x="7848600" y="3200400"/>
          <p14:tracePt t="15742" x="7729538" y="3149600"/>
          <p14:tracePt t="15750" x="7688263" y="3124200"/>
          <p14:tracePt t="15758" x="7612063" y="3090863"/>
          <p14:tracePt t="15767" x="7535863" y="3048000"/>
          <p14:tracePt t="15775" x="7475538" y="3014663"/>
          <p14:tracePt t="15784" x="7416800" y="2989263"/>
          <p14:tracePt t="15791" x="7373938" y="2938463"/>
          <p14:tracePt t="15801" x="7323138" y="2913063"/>
          <p14:tracePt t="15808" x="7264400" y="2895600"/>
          <p14:tracePt t="15817" x="7239000" y="2870200"/>
          <p14:tracePt t="15824" x="7205663" y="2836863"/>
          <p14:tracePt t="15834" x="7162800" y="2801938"/>
          <p14:tracePt t="15840" x="7129463" y="2794000"/>
          <p14:tracePt t="15850" x="7119938" y="2776538"/>
          <p14:tracePt t="15857" x="7086600" y="2760663"/>
          <p14:tracePt t="15867" x="7069138" y="2760663"/>
          <p14:tracePt t="15873" x="7053263" y="2743200"/>
          <p14:tracePt t="15883" x="7043738" y="2743200"/>
          <p14:tracePt t="15898" x="7027863" y="2735263"/>
          <p14:tracePt t="15931" x="7010400" y="2735263"/>
          <p14:tracePt t="16004" x="6992938" y="2735263"/>
          <p14:tracePt t="16357" x="6992938" y="2743200"/>
          <p14:tracePt t="16471" x="6992938" y="2760663"/>
          <p14:tracePt t="16537" x="6985000" y="2760663"/>
          <p14:tracePt t="16668" x="6985000" y="2776538"/>
          <p14:tracePt t="16775" x="6985000" y="2794000"/>
          <p14:tracePt t="16784" x="6967538" y="2794000"/>
          <p14:tracePt t="16866" x="6967538" y="2801938"/>
          <p14:tracePt t="16889" x="6951663" y="2801938"/>
          <p14:tracePt t="16930" x="6951663" y="2819400"/>
          <p14:tracePt t="16988" x="6934200" y="2819400"/>
          <p14:tracePt t="16996" x="6934200" y="2836863"/>
          <p14:tracePt t="17037" x="6934200" y="2852738"/>
          <p14:tracePt t="17053" x="6926263" y="2852738"/>
          <p14:tracePt t="17062" x="6926263" y="2870200"/>
          <p14:tracePt t="17086" x="6908800" y="2878138"/>
          <p14:tracePt t="17103" x="6908800" y="2895600"/>
          <p14:tracePt t="17111" x="6891338" y="2913063"/>
          <p14:tracePt t="17119" x="6891338" y="2928938"/>
          <p14:tracePt t="17127" x="6891338" y="2938463"/>
          <p14:tracePt t="17135" x="6875463" y="2954338"/>
          <p14:tracePt t="17143" x="6858000" y="2954338"/>
          <p14:tracePt t="17152" x="6858000" y="2971800"/>
          <p14:tracePt t="17168" x="6850063" y="2989263"/>
          <p14:tracePt t="17177" x="6832600" y="2997200"/>
          <p14:tracePt t="17193" x="6832600" y="3014663"/>
          <p14:tracePt t="17201" x="6815138" y="3030538"/>
          <p14:tracePt t="17217" x="6815138" y="3048000"/>
          <p14:tracePt t="17225" x="6799263" y="3048000"/>
          <p14:tracePt t="17234" x="6799263" y="3065463"/>
          <p14:tracePt t="17251" x="6799263" y="3073400"/>
          <p14:tracePt t="17258" x="6789738" y="3073400"/>
          <p14:tracePt t="17283" x="6773863" y="3090863"/>
          <p14:tracePt t="17308" x="6773863" y="3106738"/>
          <p14:tracePt t="17317" x="6756400" y="3106738"/>
          <p14:tracePt t="17334" x="6756400" y="3124200"/>
          <p14:tracePt t="17356" x="6756400" y="3132138"/>
          <p14:tracePt t="17366" x="6738938" y="3132138"/>
          <p14:tracePt t="17463" x="6738938" y="3149600"/>
          <p14:tracePt t="17545" x="6723063" y="3149600"/>
          <p14:tracePt t="17553" x="6723063" y="3167063"/>
          <p14:tracePt t="17594" x="6723063" y="3182938"/>
          <p14:tracePt t="17660" x="6723063" y="3200400"/>
          <p14:tracePt t="17782" x="6773863" y="3200400"/>
          <p14:tracePt t="17791" x="6799263" y="3200400"/>
          <p14:tracePt t="17800" x="6858000" y="3200400"/>
          <p14:tracePt t="17807" x="6934200" y="3200400"/>
          <p14:tracePt t="17818" x="7027863" y="3200400"/>
          <p14:tracePt t="17824" x="7129463" y="3200400"/>
          <p14:tracePt t="17834" x="7221538" y="3200400"/>
          <p14:tracePt t="17840" x="7358063" y="3200400"/>
          <p14:tracePt t="17850" x="7459663" y="3200400"/>
          <p14:tracePt t="17856" x="7594600" y="3208338"/>
          <p14:tracePt t="17865" x="7653338" y="3225800"/>
          <p14:tracePt t="17873" x="7747000" y="3243263"/>
          <p14:tracePt t="17881" x="7848600" y="3259138"/>
          <p14:tracePt t="17889" x="7958138" y="3268663"/>
          <p14:tracePt t="17898" x="8018463" y="3268663"/>
          <p14:tracePt t="17906" x="8077200" y="3268663"/>
          <p14:tracePt t="17914" x="8135938" y="3268663"/>
          <p14:tracePt t="17922" x="8170863" y="3268663"/>
          <p14:tracePt t="17930" x="8196263" y="3268663"/>
          <p14:tracePt t="17939" x="8212138" y="3268663"/>
          <p14:tracePt t="17947" x="8247063" y="3268663"/>
          <p14:tracePt t="17955" x="8255000" y="3268663"/>
          <p14:tracePt t="17971" x="8272463" y="3268663"/>
          <p14:tracePt t="17988" x="8288338" y="3259138"/>
          <p14:tracePt t="18004" x="8305800" y="3259138"/>
          <p14:tracePt t="18012" x="8313738" y="3243263"/>
          <p14:tracePt t="18029" x="8331200" y="3243263"/>
          <p14:tracePt t="18037" x="8331200" y="3225800"/>
          <p14:tracePt t="18053" x="8348663" y="3225800"/>
          <p14:tracePt t="18062" x="8348663" y="3208338"/>
          <p14:tracePt t="18078" x="8364538" y="3208338"/>
          <p14:tracePt t="18086" x="8382000" y="3200400"/>
          <p14:tracePt t="18094" x="8382000" y="3182938"/>
          <p14:tracePt t="18102" x="8389938" y="3167063"/>
          <p14:tracePt t="18111" x="8407400" y="3167063"/>
          <p14:tracePt t="18119" x="8424863" y="3149600"/>
          <p14:tracePt t="18127" x="8424863" y="3132138"/>
          <p14:tracePt t="18135" x="8440738" y="3132138"/>
          <p14:tracePt t="18144" x="8450263" y="3124200"/>
          <p14:tracePt t="18151" x="8450263" y="3106738"/>
          <p14:tracePt t="18160" x="8466138" y="3090863"/>
          <p14:tracePt t="18168" x="8483600" y="3090863"/>
          <p14:tracePt t="18176" x="8501063" y="3073400"/>
          <p14:tracePt t="18184" x="8501063" y="3065463"/>
          <p14:tracePt t="18192" x="8516938" y="3065463"/>
          <p14:tracePt t="18209" x="8526463" y="3048000"/>
          <p14:tracePt t="18217" x="8526463" y="3030538"/>
          <p14:tracePt t="18225" x="8542338" y="3030538"/>
          <p14:tracePt t="20545" x="8483600" y="3030538"/>
          <p14:tracePt t="20553" x="8382000" y="3030538"/>
          <p14:tracePt t="20562" x="8272463" y="3073400"/>
          <p14:tracePt t="20570" x="8153400" y="3124200"/>
          <p14:tracePt t="20578" x="7983538" y="3182938"/>
          <p14:tracePt t="20586" x="7789863" y="3243263"/>
          <p14:tracePt t="20595" x="7594600" y="3319463"/>
          <p14:tracePt t="20602" x="7399338" y="3378200"/>
          <p14:tracePt t="20611" x="7188200" y="3436938"/>
          <p14:tracePt t="20619" x="6967538" y="3497263"/>
          <p14:tracePt t="20627" x="6756400" y="3556000"/>
          <p14:tracePt t="20635" x="6527800" y="3598863"/>
          <p14:tracePt t="20643" x="6324600" y="3657600"/>
          <p14:tracePt t="20652" x="6129338" y="3675063"/>
          <p14:tracePt t="20660" x="5976938" y="3725863"/>
          <p14:tracePt t="20668" x="5884863" y="3733800"/>
          <p14:tracePt t="20676" x="5765800" y="3751263"/>
          <p14:tracePt t="20685" x="5664200" y="3767138"/>
          <p14:tracePt t="20693" x="5554663" y="3784600"/>
          <p14:tracePt t="20702" x="5478463" y="3792538"/>
          <p14:tracePt t="20709" x="5418138" y="3792538"/>
          <p14:tracePt t="20717" x="5376863" y="3792538"/>
          <p14:tracePt t="20726" x="5341938" y="3792538"/>
          <p14:tracePt t="20734" x="5316538" y="3792538"/>
          <p14:tracePt t="20742" x="5300663" y="3792538"/>
          <p14:tracePt t="20751" x="5283200" y="3792538"/>
          <p14:tracePt t="20767" x="5265738" y="3792538"/>
          <p14:tracePt t="20807" x="5257800" y="3792538"/>
          <p14:tracePt t="20840" x="5257800" y="3784600"/>
          <p14:tracePt t="20865" x="5240338" y="3784600"/>
          <p14:tracePt t="20873" x="5224463" y="3784600"/>
          <p14:tracePt t="20881" x="5207000" y="3784600"/>
          <p14:tracePt t="20889" x="5181600" y="3784600"/>
          <p14:tracePt t="20898" x="5164138" y="3784600"/>
          <p14:tracePt t="20906" x="5138738" y="3784600"/>
          <p14:tracePt t="20914" x="5105400" y="3784600"/>
          <p14:tracePt t="20922" x="5062538" y="3784600"/>
          <p14:tracePt t="20931" x="5003800" y="3784600"/>
          <p14:tracePt t="20938" x="4970463" y="3784600"/>
          <p14:tracePt t="20947" x="4927600" y="3784600"/>
          <p14:tracePt t="20955" x="4876800" y="3784600"/>
          <p14:tracePt t="20963" x="4833938" y="3784600"/>
          <p14:tracePt t="20971" x="4792663" y="3784600"/>
          <p14:tracePt t="20980" x="4757738" y="3784600"/>
          <p14:tracePt t="20988" x="4732338" y="3784600"/>
          <p14:tracePt t="20996" x="4716463" y="3784600"/>
          <p14:tracePt t="21004" x="4699000" y="3784600"/>
          <p14:tracePt t="21012" x="4681538" y="3784600"/>
          <p14:tracePt t="21020" x="4681538" y="3767138"/>
          <p14:tracePt t="21029" x="4673600" y="3767138"/>
          <p14:tracePt t="21118" x="4673600" y="3751263"/>
          <p14:tracePt t="21233" x="4681538" y="3751263"/>
          <p14:tracePt t="21275" x="4699000" y="3751263"/>
          <p14:tracePt t="21455" x="4699000" y="3733800"/>
          <p14:tracePt t="21520" x="4681538" y="3733800"/>
          <p14:tracePt t="21627" x="4673600" y="3733800"/>
          <p14:tracePt t="21750" x="4681538" y="3733800"/>
          <p14:tracePt t="21758" x="4699000" y="3733800"/>
          <p14:tracePt t="21775" x="4732338" y="3751263"/>
          <p14:tracePt t="21784" x="4741863" y="3751263"/>
          <p14:tracePt t="21791" x="4757738" y="3751263"/>
          <p14:tracePt t="21801" x="4792663" y="3751263"/>
          <p14:tracePt t="21807" x="4818063" y="3767138"/>
          <p14:tracePt t="21823" x="4851400" y="3767138"/>
          <p14:tracePt t="21840" x="4868863" y="3784600"/>
          <p14:tracePt t="21850" x="4876800" y="3784600"/>
          <p14:tracePt t="21897" x="4876800" y="3792538"/>
          <p14:tracePt t="21971" x="4868863" y="3792538"/>
          <p14:tracePt t="21980" x="4851400" y="3792538"/>
          <p14:tracePt t="21996" x="4833938" y="3792538"/>
          <p14:tracePt t="22012" x="4818063" y="3792538"/>
          <p14:tracePt t="22020" x="4800600" y="3792538"/>
          <p14:tracePt t="22029" x="4792663" y="3792538"/>
          <p14:tracePt t="22045" x="4775200" y="3792538"/>
          <p14:tracePt t="22061" x="4757738" y="3792538"/>
          <p14:tracePt t="22070" x="4741863" y="3792538"/>
          <p14:tracePt t="22102" x="4732338" y="3792538"/>
          <p14:tracePt t="24758" x="4716463" y="3792538"/>
          <p14:tracePt t="24767" x="4681538" y="3792538"/>
          <p14:tracePt t="24774" x="4640263" y="3792538"/>
          <p14:tracePt t="24784" x="4538663" y="3792538"/>
          <p14:tracePt t="24791" x="4503738" y="3784600"/>
          <p14:tracePt t="24802" x="4368800" y="3751263"/>
          <p14:tracePt t="24807" x="4267200" y="3733800"/>
          <p14:tracePt t="24817" x="4157663" y="3708400"/>
          <p14:tracePt t="24824" x="4071938" y="3657600"/>
          <p14:tracePt t="24833" x="3937000" y="3632200"/>
          <p14:tracePt t="24840" x="3827463" y="3589338"/>
          <p14:tracePt t="24848" x="3708400" y="3530600"/>
          <p14:tracePt t="24856" x="3675063" y="3497263"/>
          <p14:tracePt t="24865" x="3556000" y="3436938"/>
          <p14:tracePt t="24873" x="3479800" y="3395663"/>
          <p14:tracePt t="24881" x="3421063" y="3344863"/>
          <p14:tracePt t="24889" x="3360738" y="3319463"/>
          <p14:tracePt t="24897" x="3319463" y="3268663"/>
          <p14:tracePt t="24905" x="3284538" y="3243263"/>
          <p14:tracePt t="24914" x="3276600" y="3243263"/>
          <p14:tracePt t="24922" x="3259138" y="3225800"/>
          <p14:tracePt t="24930" x="3243263" y="3208338"/>
          <p14:tracePt t="25307" x="3243263" y="3225800"/>
          <p14:tracePt t="27159" x="3259138" y="3225800"/>
          <p14:tracePt t="27167" x="3284538" y="3225800"/>
          <p14:tracePt t="27176" x="3335338" y="3200400"/>
          <p14:tracePt t="27185" x="3395663" y="3167063"/>
          <p14:tracePt t="27192" x="3421063" y="3149600"/>
          <p14:tracePt t="27201" x="3479800" y="3124200"/>
          <p14:tracePt t="27208" x="3548063" y="3073400"/>
          <p14:tracePt t="27217" x="3614738" y="3048000"/>
          <p14:tracePt t="27225" x="3675063" y="2997200"/>
          <p14:tracePt t="27234" x="3725863" y="2971800"/>
          <p14:tracePt t="27241" x="3784600" y="2938463"/>
          <p14:tracePt t="27251" x="3843338" y="2913063"/>
          <p14:tracePt t="27258" x="3903663" y="2870200"/>
          <p14:tracePt t="27267" x="3944938" y="2836863"/>
          <p14:tracePt t="27274" x="3962400" y="2819400"/>
          <p14:tracePt t="27284" x="3995738" y="2794000"/>
          <p14:tracePt t="27290" x="4021138" y="2794000"/>
          <p14:tracePt t="27300" x="4038600" y="2776538"/>
          <p14:tracePt t="27307" x="4056063" y="2760663"/>
          <p14:tracePt t="27340" x="4071938" y="2760663"/>
          <p14:tracePt t="27609" x="4056063" y="2760663"/>
          <p14:tracePt t="27626" x="4056063" y="2776538"/>
          <p14:tracePt t="27651" x="4038600" y="2776538"/>
          <p14:tracePt t="27659" x="4038600" y="2794000"/>
          <p14:tracePt t="27684" x="4021138" y="2794000"/>
          <p14:tracePt t="27701" x="4021138" y="2801938"/>
          <p14:tracePt t="27708" x="4005263" y="2801938"/>
          <p14:tracePt t="28970" x="4005263" y="2819400"/>
          <p14:tracePt t="28979" x="4056063" y="2870200"/>
          <p14:tracePt t="28987" x="4157663" y="2971800"/>
          <p14:tracePt t="28995" x="4275138" y="3073400"/>
          <p14:tracePt t="29003" x="4597400" y="3284538"/>
          <p14:tracePt t="29011" x="4876800" y="3462338"/>
          <p14:tracePt t="29019" x="5224463" y="3649663"/>
          <p14:tracePt t="29027" x="5646738" y="3886200"/>
          <p14:tracePt t="29036" x="6037263" y="4081463"/>
          <p14:tracePt t="29044" x="6230938" y="4173538"/>
          <p14:tracePt t="29052" x="6637338" y="4335463"/>
          <p14:tracePt t="29060" x="7027863" y="4503738"/>
          <p14:tracePt t="29069" x="7323138" y="4640263"/>
          <p14:tracePt t="29077" x="7416800" y="4665663"/>
          <p14:tracePt t="29085" x="7612063" y="4757738"/>
          <p14:tracePt t="29093" x="7729538" y="4800600"/>
          <p14:tracePt t="29102" x="7823200" y="4833938"/>
          <p14:tracePt t="29109" x="7866063" y="4843463"/>
          <p14:tracePt t="29118" x="7899400" y="4859338"/>
          <p14:tracePt t="29126" x="7924800" y="4859338"/>
          <p14:tracePt t="29142" x="7924800" y="4876800"/>
          <p14:tracePt t="29150" x="7942263" y="4876800"/>
          <p14:tracePt t="29208" x="7924800" y="4876800"/>
          <p14:tracePt t="29217" x="7899400" y="4876800"/>
          <p14:tracePt t="29224" x="7805738" y="4894263"/>
          <p14:tracePt t="29234" x="7670800" y="4935538"/>
          <p14:tracePt t="29241" x="7475538" y="4995863"/>
          <p14:tracePt t="29250" x="7180263" y="5113338"/>
          <p14:tracePt t="29257" x="6799263" y="5224463"/>
          <p14:tracePt t="29267" x="6350000" y="5402263"/>
          <p14:tracePt t="29273" x="5842000" y="5595938"/>
          <p14:tracePt t="29283" x="5265738" y="5791200"/>
          <p14:tracePt t="29290" x="4757738" y="5986463"/>
          <p14:tracePt t="29298" x="4546600" y="6096000"/>
          <p14:tracePt t="29306" x="4038600" y="6291263"/>
          <p14:tracePt t="29314" x="3649663" y="6451600"/>
          <p14:tracePt t="29322" x="3302000" y="6621463"/>
          <p14:tracePt t="29331" x="3005138" y="6738938"/>
          <p14:tracePt t="30373" x="3513138" y="6510338"/>
          <p14:tracePt t="30380" x="3843338" y="6154738"/>
          <p14:tracePt t="30388" x="4208463" y="5773738"/>
          <p14:tracePt t="30396" x="4386263" y="5613400"/>
          <p14:tracePt t="30404" x="4792663" y="5265738"/>
          <p14:tracePt t="30412" x="5138738" y="4978400"/>
          <p14:tracePt t="30420" x="5435600" y="4741863"/>
          <p14:tracePt t="30429" x="5672138" y="4521200"/>
          <p14:tracePt t="30437" x="5867400" y="4368800"/>
          <p14:tracePt t="30445" x="6053138" y="4249738"/>
          <p14:tracePt t="30454" x="6096000" y="4216400"/>
          <p14:tracePt t="30462" x="6197600" y="4122738"/>
          <p14:tracePt t="30470" x="6291263" y="4056063"/>
          <p14:tracePt t="30478" x="6350000" y="4021138"/>
          <p14:tracePt t="30486" x="6392863" y="3987800"/>
          <p14:tracePt t="30494" x="6426200" y="3979863"/>
          <p14:tracePt t="30503" x="6443663" y="3962400"/>
          <p14:tracePt t="30511" x="6443663" y="3944938"/>
          <p14:tracePt t="30519" x="6459538" y="3944938"/>
          <p14:tracePt t="30617" x="6443663" y="3944938"/>
          <p14:tracePt t="30634" x="6426200" y="3944938"/>
          <p14:tracePt t="30642" x="6408738" y="3944938"/>
          <p14:tracePt t="30651" x="6392863" y="3944938"/>
          <p14:tracePt t="30658" x="6383338" y="3944938"/>
          <p14:tracePt t="30675" x="6350000" y="3929063"/>
          <p14:tracePt t="30691" x="6332538" y="3929063"/>
          <p14:tracePt t="30701" x="6307138" y="3919538"/>
          <p14:tracePt t="30707" x="6273800" y="3919538"/>
          <p14:tracePt t="30718" x="6248400" y="3886200"/>
          <p14:tracePt t="30724" x="6172200" y="3868738"/>
          <p14:tracePt t="30734" x="6113463" y="3843338"/>
          <p14:tracePt t="30740" x="6037263" y="3810000"/>
          <p14:tracePt t="30750" x="5961063" y="3810000"/>
          <p14:tracePt t="30757" x="5859463" y="3784600"/>
          <p14:tracePt t="30765" x="5748338" y="3767138"/>
          <p14:tracePt t="30773" x="5646738" y="3733800"/>
          <p14:tracePt t="30781" x="5588000" y="3733800"/>
          <p14:tracePt t="30789" x="5392738" y="3690938"/>
          <p14:tracePt t="30798" x="5334000" y="3690938"/>
          <p14:tracePt t="30806" x="5224463" y="3675063"/>
          <p14:tracePt t="30814" x="5122863" y="3657600"/>
          <p14:tracePt t="30822" x="5046663" y="3649663"/>
          <p14:tracePt t="30831" x="4970463" y="3632200"/>
          <p14:tracePt t="30839" x="4894263" y="3614738"/>
          <p14:tracePt t="30847" x="4833938" y="3614738"/>
          <p14:tracePt t="30855" x="4757738" y="3598863"/>
          <p14:tracePt t="30863" x="4716463" y="3589338"/>
          <p14:tracePt t="30871" x="4681538" y="3589338"/>
          <p14:tracePt t="30880" x="4640263" y="3573463"/>
          <p14:tracePt t="30888" x="4622800" y="3556000"/>
          <p14:tracePt t="30896" x="4597400" y="3538538"/>
          <p14:tracePt t="30904" x="4579938" y="3538538"/>
          <p14:tracePt t="30913" x="4564063" y="3530600"/>
          <p14:tracePt t="30920" x="4546600" y="3530600"/>
          <p14:tracePt t="30929" x="4538663" y="3530600"/>
          <p14:tracePt t="30937" x="4538663" y="3513138"/>
          <p14:tracePt t="30945" x="4521200" y="3513138"/>
          <p14:tracePt t="30970" x="4503738" y="3497263"/>
          <p14:tracePt t="30986" x="4503738" y="3479800"/>
          <p14:tracePt t="31002" x="4503738" y="3462338"/>
          <p14:tracePt t="31019" x="4503738" y="3454400"/>
          <p14:tracePt t="31027" x="4487863" y="3436938"/>
          <p14:tracePt t="31044" x="4487863" y="3421063"/>
          <p14:tracePt t="31068" x="4487863" y="3403600"/>
          <p14:tracePt t="31084" x="4487863" y="3395663"/>
          <p14:tracePt t="31093" x="4487863" y="3378200"/>
          <p14:tracePt t="31101" x="4487863" y="3360738"/>
          <p14:tracePt t="31109" x="4487863" y="3327400"/>
          <p14:tracePt t="31117" x="4487863" y="3302000"/>
          <p14:tracePt t="31126" x="4487863" y="3259138"/>
          <p14:tracePt t="31134" x="4487863" y="3225800"/>
          <p14:tracePt t="31142" x="4503738" y="3182938"/>
          <p14:tracePt t="31150" x="4521200" y="3167063"/>
          <p14:tracePt t="31158" x="4521200" y="3124200"/>
          <p14:tracePt t="31168" x="4538663" y="3073400"/>
          <p14:tracePt t="31174" x="4538663" y="3065463"/>
          <p14:tracePt t="31184" x="4546600" y="3030538"/>
          <p14:tracePt t="31191" x="4546600" y="3014663"/>
          <p14:tracePt t="31201" x="4564063" y="2997200"/>
          <p14:tracePt t="31207" x="4564063" y="2989263"/>
          <p14:tracePt t="31224" x="4564063" y="2971800"/>
          <p14:tracePt t="31233" x="4564063" y="2954338"/>
          <p14:tracePt t="31281" x="4564063" y="2938463"/>
          <p14:tracePt t="31412" x="4546600" y="2938463"/>
          <p14:tracePt t="31437" x="4538663" y="2938463"/>
          <p14:tracePt t="31453" x="4521200" y="2938463"/>
          <p14:tracePt t="31478" x="4503738" y="2938463"/>
          <p14:tracePt t="31486" x="4487863" y="2938463"/>
          <p14:tracePt t="31502" x="4470400" y="2928938"/>
          <p14:tracePt t="31527" x="4462463" y="2913063"/>
          <p14:tracePt t="31543" x="4445000" y="2913063"/>
          <p14:tracePt t="31552" x="4427538" y="2913063"/>
          <p14:tracePt t="31560" x="4427538" y="2895600"/>
          <p14:tracePt t="31568" x="4411663" y="2895600"/>
          <p14:tracePt t="31584" x="4402138" y="2895600"/>
          <p14:tracePt t="31601" x="4386263" y="2895600"/>
          <p14:tracePt t="31617" x="4368800" y="2895600"/>
          <p14:tracePt t="31625" x="4351338" y="2895600"/>
          <p14:tracePt t="31634" x="4343400" y="2895600"/>
          <p14:tracePt t="31642" x="4325938" y="2895600"/>
          <p14:tracePt t="31651" x="4310063" y="2895600"/>
          <p14:tracePt t="31658" x="4292600" y="2895600"/>
          <p14:tracePt t="31667" x="4275138" y="2895600"/>
          <p14:tracePt t="31675" x="4267200" y="2895600"/>
          <p14:tracePt t="31684" x="4249738" y="2895600"/>
          <p14:tracePt t="31691" x="4233863" y="2895600"/>
          <p14:tracePt t="31707" x="4216400" y="2895600"/>
          <p14:tracePt t="31717" x="4208463" y="2913063"/>
          <p14:tracePt t="31733" x="4191000" y="2913063"/>
          <p14:tracePt t="31756" x="4173538" y="2913063"/>
          <p14:tracePt t="31896" x="4191000" y="2913063"/>
          <p14:tracePt t="31904" x="4216400" y="2928938"/>
          <p14:tracePt t="31912" x="4292600" y="2938463"/>
          <p14:tracePt t="31920" x="4402138" y="2954338"/>
          <p14:tracePt t="31929" x="4681538" y="2971800"/>
          <p14:tracePt t="31937" x="4953000" y="2997200"/>
          <p14:tracePt t="31945" x="5283200" y="3014663"/>
          <p14:tracePt t="31953" x="5478463" y="3048000"/>
          <p14:tracePt t="31961" x="5859463" y="3065463"/>
          <p14:tracePt t="31970" x="6273800" y="3065463"/>
          <p14:tracePt t="31978" x="6654800" y="3090863"/>
          <p14:tracePt t="31986" x="6985000" y="3124200"/>
          <p14:tracePt t="31995" x="7239000" y="3132138"/>
          <p14:tracePt t="32002" x="7323138" y="3149600"/>
          <p14:tracePt t="32011" x="7475538" y="3167063"/>
          <p14:tracePt t="32019" x="7612063" y="3182938"/>
          <p14:tracePt t="32027" x="7670800" y="3200400"/>
          <p14:tracePt t="32035" x="7721600" y="3208338"/>
          <p14:tracePt t="32043" x="7729538" y="3208338"/>
          <p14:tracePt t="32051" x="7747000" y="3225800"/>
          <p14:tracePt t="32068" x="7764463" y="3225800"/>
          <p14:tracePt t="32076" x="7764463" y="3243263"/>
          <p14:tracePt t="32100" x="7747000" y="3259138"/>
          <p14:tracePt t="32109" x="7721600" y="3259138"/>
          <p14:tracePt t="32117" x="7653338" y="3284538"/>
          <p14:tracePt t="32125" x="7551738" y="3327400"/>
          <p14:tracePt t="32134" x="7315200" y="3462338"/>
          <p14:tracePt t="32142" x="7086600" y="3589338"/>
          <p14:tracePt t="32151" x="6773863" y="3810000"/>
          <p14:tracePt t="32158" x="6392863" y="4064000"/>
          <p14:tracePt t="32167" x="5943600" y="4386263"/>
          <p14:tracePt t="32175" x="5511800" y="4699000"/>
          <p14:tracePt t="32184" x="5029200" y="5105400"/>
          <p14:tracePt t="32190" x="4564063" y="5503863"/>
          <p14:tracePt t="32201" x="4208463" y="5867400"/>
          <p14:tracePt t="32207" x="4056063" y="6002338"/>
          <p14:tracePt t="32217" x="3741738" y="6299200"/>
          <p14:tracePt t="32224" x="3479800" y="6570663"/>
          <p14:tracePt t="32233" x="3276600" y="6781800"/>
          <p14:tracePt t="32240" x="3217863" y="6840538"/>
          <p14:tracePt t="34053" x="4157663" y="6392863"/>
          <p14:tracePt t="34061" x="4538663" y="6164263"/>
          <p14:tracePt t="34072" x="4986338" y="5849938"/>
          <p14:tracePt t="34078" x="5148263" y="5732463"/>
          <p14:tracePt t="34085" x="5529263" y="5503863"/>
          <p14:tracePt t="34092" x="5900738" y="5283200"/>
          <p14:tracePt t="34101" x="6215063" y="5054600"/>
          <p14:tracePt t="34108" x="6484938" y="4894263"/>
          <p14:tracePt t="34118" x="6773863" y="4716463"/>
          <p14:tracePt t="34124" x="6985000" y="4605338"/>
          <p14:tracePt t="34136" x="7145338" y="4487863"/>
          <p14:tracePt t="34141" x="7205663" y="4452938"/>
          <p14:tracePt t="34151" x="7358063" y="4368800"/>
          <p14:tracePt t="34157" x="7450138" y="4310063"/>
          <p14:tracePt t="34168" x="7518400" y="4275138"/>
          <p14:tracePt t="34174" x="7586663" y="4233863"/>
          <p14:tracePt t="34184" x="7612063" y="4216400"/>
          <p14:tracePt t="34190" x="7645400" y="4191000"/>
          <p14:tracePt t="34201" x="7670800" y="4191000"/>
          <p14:tracePt t="34207" x="7688263" y="4173538"/>
          <p14:tracePt t="34218" x="7688263" y="4157663"/>
          <p14:tracePt t="34223" x="7704138" y="4157663"/>
          <p14:tracePt t="34234" x="7721600" y="4157663"/>
          <p14:tracePt t="34256" x="7729538" y="4157663"/>
          <p14:tracePt t="34280" x="7729538" y="4140200"/>
          <p14:tracePt t="34289" x="7747000" y="4140200"/>
          <p14:tracePt t="34297" x="7764463" y="4122738"/>
          <p14:tracePt t="34305" x="7789863" y="4122738"/>
          <p14:tracePt t="34313" x="7840663" y="4081463"/>
          <p14:tracePt t="34321" x="7899400" y="4064000"/>
          <p14:tracePt t="34330" x="7942263" y="4056063"/>
          <p14:tracePt t="34338" x="8018463" y="4021138"/>
          <p14:tracePt t="34346" x="8094663" y="3987800"/>
          <p14:tracePt t="34354" x="8170863" y="3962400"/>
          <p14:tracePt t="34363" x="8247063" y="3944938"/>
          <p14:tracePt t="34370" x="8313738" y="3919538"/>
          <p14:tracePt t="34379" x="8407400" y="3886200"/>
          <p14:tracePt t="34387" x="8483600" y="3860800"/>
          <p14:tracePt t="34395" x="8559800" y="3827463"/>
          <p14:tracePt t="34403" x="8636000" y="3792538"/>
          <p14:tracePt t="34411" x="8694738" y="3784600"/>
          <p14:tracePt t="34420" x="8755063" y="3733800"/>
          <p14:tracePt t="34428" x="8780463" y="3725863"/>
          <p14:tracePt t="34436" x="8831263" y="3708400"/>
          <p14:tracePt t="34444" x="8856663" y="3690938"/>
          <p14:tracePt t="34453" x="8872538" y="3690938"/>
          <p14:tracePt t="34461" x="8890000" y="3675063"/>
          <p14:tracePt t="34469" x="8907463" y="3675063"/>
          <p14:tracePt t="34477" x="8915400" y="3657600"/>
          <p14:tracePt t="34502" x="8932863" y="3657600"/>
          <p14:tracePt t="34518" x="8948738" y="3649663"/>
          <p14:tracePt t="34534" x="8966200" y="3649663"/>
          <p14:tracePt t="34551" x="8974138" y="3649663"/>
          <p14:tracePt t="34567" x="8991600" y="3649663"/>
          <p14:tracePt t="34576" x="9009063" y="3649663"/>
          <p14:tracePt t="34584" x="9009063" y="3632200"/>
          <p14:tracePt t="34592" x="9024938" y="3632200"/>
          <p14:tracePt t="34601" x="9050338" y="3632200"/>
          <p14:tracePt t="34608" x="9067800" y="3632200"/>
          <p14:tracePt t="34617" x="9101138" y="3614738"/>
          <p14:tracePt t="34625" x="9126538" y="3614738"/>
          <p14:tracePt t="34634" x="9144000" y="3614738"/>
          <p14:tracePt t="34641" x="9186863" y="3614738"/>
          <p14:tracePt t="34651" x="9202738" y="3614738"/>
          <p14:tracePt t="34657" x="9237663" y="3614738"/>
          <p14:tracePt t="34667" x="9263063" y="3614738"/>
          <p14:tracePt t="34674" x="9278938" y="3614738"/>
          <p14:tracePt t="34683" x="9296400" y="3614738"/>
          <p14:tracePt t="34690" x="9313863" y="3614738"/>
          <p14:tracePt t="34700" x="9321800" y="3614738"/>
          <p14:tracePt t="34706" x="9339263" y="3614738"/>
          <p14:tracePt t="34717" x="9355138" y="3614738"/>
          <p14:tracePt t="34747" x="9372600" y="3614738"/>
          <p14:tracePt t="34780" x="9372600" y="3632200"/>
          <p14:tracePt t="34911" x="9372600" y="3649663"/>
          <p14:tracePt t="34968" x="9372600" y="3657600"/>
          <p14:tracePt t="35002" x="9372600" y="3675063"/>
          <p14:tracePt t="35067" x="9372600" y="3690938"/>
          <p14:tracePt t="35748" x="9372600" y="3708400"/>
          <p14:tracePt t="35755" x="9339263" y="3784600"/>
          <p14:tracePt t="35764" x="9278938" y="3868738"/>
          <p14:tracePt t="35772" x="9220200" y="3962400"/>
          <p14:tracePt t="35780" x="9144000" y="4064000"/>
          <p14:tracePt t="35788" x="9042400" y="4198938"/>
          <p14:tracePt t="35797" x="8915400" y="4318000"/>
          <p14:tracePt t="35804" x="8796338" y="4487863"/>
          <p14:tracePt t="35813" x="8694738" y="4640263"/>
          <p14:tracePt t="35821" x="8577263" y="4775200"/>
          <p14:tracePt t="35829" x="8483600" y="4859338"/>
          <p14:tracePt t="35837" x="8440738" y="4910138"/>
          <p14:tracePt t="35846" x="8288338" y="5105400"/>
          <p14:tracePt t="35854" x="8247063" y="5130800"/>
          <p14:tracePt t="35862" x="8170863" y="5224463"/>
          <p14:tracePt t="35870" x="8094663" y="5300663"/>
          <p14:tracePt t="35878" x="7975600" y="5402263"/>
          <p14:tracePt t="35887" x="7881938" y="5461000"/>
          <p14:tracePt t="35895" x="7789863" y="5537200"/>
          <p14:tracePt t="35903" x="7704138" y="5595938"/>
          <p14:tracePt t="35911" x="7612063" y="5656263"/>
          <p14:tracePt t="35919" x="7493000" y="5715000"/>
          <p14:tracePt t="35927" x="7450138" y="5748338"/>
          <p14:tracePt t="35936" x="7391400" y="5808663"/>
          <p14:tracePt t="35944" x="7297738" y="5867400"/>
          <p14:tracePt t="35952" x="7221538" y="5900738"/>
          <p14:tracePt t="35960" x="7129463" y="5961063"/>
          <p14:tracePt t="35969" x="7010400" y="6045200"/>
          <p14:tracePt t="35977" x="6934200" y="6078538"/>
          <p14:tracePt t="35985" x="6850063" y="6138863"/>
          <p14:tracePt t="35993" x="6738938" y="6197600"/>
          <p14:tracePt t="36001" x="6654800" y="6256338"/>
          <p14:tracePt t="36009" x="6527800" y="6332538"/>
          <p14:tracePt t="36018" x="6426200" y="6392863"/>
          <p14:tracePt t="36026" x="6307138" y="6451600"/>
          <p14:tracePt t="36034" x="6189663" y="6527800"/>
          <p14:tracePt t="36042" x="6078538" y="6586538"/>
          <p14:tracePt t="36051" x="6019800" y="6621463"/>
          <p14:tracePt t="36059" x="5900738" y="6697663"/>
          <p14:tracePt t="36067" x="5824538" y="6723063"/>
          <p14:tracePt t="36075" x="5722938" y="6764338"/>
          <p14:tracePt t="36084" x="5646738" y="6815138"/>
          <p14:tracePt t="36091" x="5537200" y="6840538"/>
          <p14:tracePt t="40878" x="3878263" y="6545263"/>
          <p14:tracePt t="40888" x="4368800" y="6197600"/>
          <p14:tracePt t="40896" x="4876800" y="5834063"/>
          <p14:tracePt t="40903" x="5376863" y="5503863"/>
          <p14:tracePt t="40911" x="5884863" y="5164138"/>
          <p14:tracePt t="40937" x="6908800" y="4487863"/>
          <p14:tracePt t="40943" x="7281863" y="4259263"/>
          <p14:tracePt t="40952" x="7586663" y="4081463"/>
          <p14:tracePt t="40959" x="7840663" y="3944938"/>
          <p14:tracePt t="40968" x="8051800" y="3827463"/>
          <p14:tracePt t="40976" x="8272463" y="3708400"/>
          <p14:tracePt t="40985" x="8331200" y="3690938"/>
          <p14:tracePt t="40992" x="8440738" y="3614738"/>
          <p14:tracePt t="41001" x="8516938" y="3589338"/>
          <p14:tracePt t="41008" x="8577263" y="3556000"/>
          <p14:tracePt t="41018" x="8636000" y="3538538"/>
          <p14:tracePt t="41025" x="8643938" y="3530600"/>
          <p14:tracePt t="41034" x="8678863" y="3513138"/>
          <p14:tracePt t="41041" x="8694738" y="3513138"/>
          <p14:tracePt t="41051" x="8712200" y="3513138"/>
          <p14:tracePt t="41057" x="8720138" y="3513138"/>
          <p14:tracePt t="41090" x="8737600" y="3513138"/>
          <p14:tracePt t="41100" x="8755063" y="3513138"/>
          <p14:tracePt t="41106" x="8755063" y="3497263"/>
          <p14:tracePt t="41115" x="8780463" y="3497263"/>
          <p14:tracePt t="41123" x="8813800" y="3479800"/>
          <p14:tracePt t="41131" x="8831263" y="3462338"/>
          <p14:tracePt t="41139" x="8872538" y="3454400"/>
          <p14:tracePt t="41148" x="8907463" y="3421063"/>
          <p14:tracePt t="41156" x="8948738" y="3421063"/>
          <p14:tracePt t="41164" x="8991600" y="3395663"/>
          <p14:tracePt t="41172" x="9024938" y="3395663"/>
          <p14:tracePt t="41180" x="9067800" y="3378200"/>
          <p14:tracePt t="41189" x="9101138" y="3360738"/>
          <p14:tracePt t="41197" x="9144000" y="3344863"/>
          <p14:tracePt t="41205" x="9177338" y="3344863"/>
          <p14:tracePt t="41213" x="9220200" y="3327400"/>
          <p14:tracePt t="41221" x="9263063" y="3319463"/>
          <p14:tracePt t="41230" x="9278938" y="3319463"/>
          <p14:tracePt t="41238" x="9321800" y="3302000"/>
          <p14:tracePt t="41246" x="9355138" y="3284538"/>
          <p14:tracePt t="41254" x="9380538" y="3284538"/>
          <p14:tracePt t="41262" x="9415463" y="3268663"/>
          <p14:tracePt t="41270" x="9431338" y="3268663"/>
          <p14:tracePt t="41279" x="9456738" y="3268663"/>
          <p14:tracePt t="41287" x="9474200" y="3268663"/>
          <p14:tracePt t="41303" x="9491663" y="3268663"/>
          <p14:tracePt t="41328" x="9507538" y="3268663"/>
          <p14:tracePt t="41844" x="9507538" y="3284538"/>
          <p14:tracePt t="42205" x="9507538" y="3302000"/>
          <p14:tracePt t="42623" x="9507538" y="3319463"/>
          <p14:tracePt t="42647" x="9507538" y="3327400"/>
          <p14:tracePt t="42664" x="9491663" y="3344863"/>
          <p14:tracePt t="42672" x="9491663" y="3378200"/>
          <p14:tracePt t="42680" x="9474200" y="3395663"/>
          <p14:tracePt t="42688" x="9456738" y="3421063"/>
          <p14:tracePt t="42696" x="9440863" y="3454400"/>
          <p14:tracePt t="42705" x="9440863" y="3479800"/>
          <p14:tracePt t="42713" x="9431338" y="3513138"/>
          <p14:tracePt t="42721" x="9415463" y="3538538"/>
          <p14:tracePt t="42729" x="9398000" y="3556000"/>
          <p14:tracePt t="42737" x="9380538" y="3589338"/>
          <p14:tracePt t="42745" x="9372600" y="3598863"/>
          <p14:tracePt t="42754" x="9355138" y="3632200"/>
          <p14:tracePt t="42762" x="9355138" y="3649663"/>
          <p14:tracePt t="42770" x="9339263" y="3657600"/>
          <p14:tracePt t="42778" x="9339263" y="3675063"/>
          <p14:tracePt t="42787" x="9321800" y="3675063"/>
          <p14:tracePt t="42795" x="9321800" y="3690938"/>
          <p14:tracePt t="42803" x="9321800" y="3708400"/>
          <p14:tracePt t="42828" x="9313863" y="3708400"/>
          <p14:tracePt t="42836" x="9313863" y="3725863"/>
          <p14:tracePt t="42885" x="9313863" y="3733800"/>
          <p14:tracePt t="43270" x="9321800" y="3733800"/>
          <p14:tracePt t="43302" x="9321800" y="3751263"/>
          <p14:tracePt t="43368" x="9321800" y="3767138"/>
          <p14:tracePt t="44352" x="9313863" y="3767138"/>
          <p14:tracePt t="44360" x="9313863" y="3784600"/>
          <p14:tracePt t="44368" x="9296400" y="3784600"/>
          <p14:tracePt t="44376" x="9263063" y="3810000"/>
          <p14:tracePt t="44384" x="9237663" y="3843338"/>
          <p14:tracePt t="44393" x="9177338" y="3886200"/>
          <p14:tracePt t="44401" x="9101138" y="3962400"/>
          <p14:tracePt t="44409" x="8907463" y="4114800"/>
          <p14:tracePt t="44418" x="8737600" y="4292600"/>
          <p14:tracePt t="44426" x="8526463" y="4487863"/>
          <p14:tracePt t="44434" x="8212138" y="4800600"/>
          <p14:tracePt t="44442" x="7848600" y="5164138"/>
          <p14:tracePt t="44451" x="7416800" y="5595938"/>
          <p14:tracePt t="44458" x="6926263" y="6062663"/>
          <p14:tracePt t="44468" x="6519863" y="6434138"/>
          <p14:tracePt t="44475" x="6307138" y="6629400"/>
          <p14:tracePt t="51056" x="2624138" y="6621463"/>
          <p14:tracePt t="51064" x="2598738" y="6484938"/>
          <p14:tracePt t="51073" x="2565400" y="6426200"/>
          <p14:tracePt t="51080" x="2506663" y="6230938"/>
          <p14:tracePt t="51088" x="2481263" y="6164263"/>
          <p14:tracePt t="51096" x="2405063" y="6019800"/>
          <p14:tracePt t="51104" x="2344738" y="5926138"/>
          <p14:tracePt t="51112" x="2286000" y="5834063"/>
          <p14:tracePt t="51120" x="2209800" y="5765800"/>
          <p14:tracePt t="51129" x="2100263" y="5656263"/>
          <p14:tracePt t="51137" x="2014538" y="5595938"/>
          <p14:tracePt t="51145" x="1963738" y="5554663"/>
          <p14:tracePt t="51153" x="1879600" y="5478463"/>
          <p14:tracePt t="51161" x="1820863" y="5418138"/>
          <p14:tracePt t="51170" x="1727200" y="5341938"/>
          <p14:tracePt t="51178" x="1668463" y="5300663"/>
          <p14:tracePt t="51186" x="1625600" y="5265738"/>
          <p14:tracePt t="51194" x="1592263" y="5240338"/>
          <p14:tracePt t="51202" x="1557338" y="5207000"/>
          <p14:tracePt t="51211" x="1531938" y="5189538"/>
          <p14:tracePt t="51219" x="1516063" y="5173663"/>
          <p14:tracePt t="51227" x="1516063" y="5164138"/>
          <p14:tracePt t="51235" x="1498600" y="5148263"/>
          <p14:tracePt t="51252" x="1498600" y="5130800"/>
          <p14:tracePt t="51276" x="1498600" y="5113338"/>
          <p14:tracePt t="51284" x="1490663" y="5113338"/>
          <p14:tracePt t="51292" x="1490663" y="5105400"/>
          <p14:tracePt t="51309" x="1490663" y="5087938"/>
          <p14:tracePt t="51326" x="1490663" y="5072063"/>
          <p14:tracePt t="51342" x="1490663" y="5054600"/>
          <p14:tracePt t="51351" x="1490663" y="5046663"/>
          <p14:tracePt t="51368" x="1490663" y="5029200"/>
          <p14:tracePt t="51374" x="1490663" y="5011738"/>
          <p14:tracePt t="51384" x="1490663" y="4995863"/>
          <p14:tracePt t="51391" x="1473200" y="4978400"/>
          <p14:tracePt t="51401" x="1473200" y="4970463"/>
          <p14:tracePt t="51417" x="1473200" y="4953000"/>
          <p14:tracePt t="51424" x="1473200" y="4935538"/>
          <p14:tracePt t="51440" x="1473200" y="4919663"/>
          <p14:tracePt t="51448" x="1473200" y="4910138"/>
          <p14:tracePt t="51465" x="1473200" y="4894263"/>
          <p14:tracePt t="51473" x="1473200" y="4876800"/>
          <p14:tracePt t="51489" x="1473200" y="4859338"/>
          <p14:tracePt t="51498" x="1473200" y="4843463"/>
          <p14:tracePt t="51514" x="1490663" y="4833938"/>
          <p14:tracePt t="51522" x="1490663" y="4818063"/>
          <p14:tracePt t="51538" x="1498600" y="4800600"/>
          <p14:tracePt t="51563" x="1516063" y="4783138"/>
          <p14:tracePt t="51916" x="1516063" y="4800600"/>
          <p14:tracePt t="51932" x="1498600" y="4800600"/>
          <p14:tracePt t="51981" x="1490663" y="4800600"/>
          <p14:tracePt t="52006" x="1473200" y="4800600"/>
          <p14:tracePt t="52022" x="1455738" y="4800600"/>
          <p14:tracePt t="52030" x="1439863" y="4800600"/>
          <p14:tracePt t="52046" x="1422400" y="4800600"/>
          <p14:tracePt t="52055" x="1414463" y="4800600"/>
          <p14:tracePt t="52063" x="1397000" y="4800600"/>
          <p14:tracePt t="52071" x="1363663" y="4800600"/>
          <p14:tracePt t="52079" x="1354138" y="4800600"/>
          <p14:tracePt t="52088" x="1320800" y="4800600"/>
          <p14:tracePt t="52096" x="1303338" y="4800600"/>
          <p14:tracePt t="52104" x="1295400" y="4800600"/>
          <p14:tracePt t="52112" x="1262063" y="4800600"/>
          <p14:tracePt t="52120" x="1244600" y="4800600"/>
          <p14:tracePt t="52129" x="1219200" y="4800600"/>
          <p14:tracePt t="52137" x="1185863" y="4800600"/>
          <p14:tracePt t="52153" x="1168400" y="4800600"/>
          <p14:tracePt t="52162" x="1160463" y="4800600"/>
          <p14:tracePt t="52170" x="1143000" y="4800600"/>
          <p14:tracePt t="52186" x="1125538" y="4800600"/>
          <p14:tracePt t="52202" x="1109663" y="4800600"/>
          <p14:tracePt t="52211" x="1092200" y="4800600"/>
          <p14:tracePt t="52235" x="1084263" y="4800600"/>
          <p14:tracePt t="52251" x="1066800" y="4800600"/>
          <p14:tracePt t="52260" x="1066800" y="4783138"/>
          <p14:tracePt t="52284" x="1049338" y="4783138"/>
          <p14:tracePt t="52335" x="1033463" y="4783138"/>
          <p14:tracePt t="52366" x="1023938" y="4783138"/>
          <p14:tracePt t="52416" x="1008063" y="4783138"/>
          <p14:tracePt t="53079" x="990600" y="4783138"/>
          <p14:tracePt t="53095" x="973138" y="4783138"/>
          <p14:tracePt t="53104" x="957263" y="4783138"/>
          <p14:tracePt t="53112" x="947738" y="4783138"/>
          <p14:tracePt t="53120" x="931863" y="4783138"/>
          <p14:tracePt t="53136" x="914400" y="4783138"/>
          <p14:tracePt t="53145" x="896938" y="4783138"/>
          <p14:tracePt t="53153" x="889000" y="4783138"/>
          <p14:tracePt t="53161" x="871538" y="4783138"/>
          <p14:tracePt t="53177" x="855663" y="4783138"/>
          <p14:tracePt t="53186" x="838200" y="4775200"/>
          <p14:tracePt t="53194" x="830263" y="4775200"/>
          <p14:tracePt t="53210" x="812800" y="4775200"/>
          <p14:tracePt t="53227" x="795338" y="4757738"/>
          <p14:tracePt t="53235" x="779463" y="4757738"/>
          <p14:tracePt t="53251" x="762000" y="4757738"/>
          <p14:tracePt t="53268" x="754063" y="4757738"/>
          <p14:tracePt t="53293" x="736600" y="4757738"/>
          <p14:tracePt t="53342" x="719138" y="4757738"/>
          <p14:tracePt t="53415" x="719138" y="4741863"/>
          <p14:tracePt t="53472" x="703263" y="4741863"/>
          <p14:tracePt t="53514" x="693738" y="4741863"/>
          <p14:tracePt t="53530" x="693738" y="4724400"/>
          <p14:tracePt t="53564" x="677863" y="4724400"/>
          <p14:tracePt t="53604" x="660400" y="4724400"/>
          <p14:tracePt t="53662" x="660400" y="4716463"/>
          <p14:tracePt t="53678" x="642938" y="4716463"/>
          <p14:tracePt t="53752" x="627063" y="4716463"/>
          <p14:tracePt t="53817" x="617538" y="4716463"/>
          <p14:tracePt t="53850" x="601663" y="4699000"/>
          <p14:tracePt t="53875" x="584200" y="4699000"/>
          <p14:tracePt t="53900" x="566738" y="4681538"/>
          <p14:tracePt t="53932" x="558800" y="4681538"/>
          <p14:tracePt t="53940" x="558800" y="4665663"/>
          <p14:tracePt t="53981" x="541338" y="4665663"/>
          <p14:tracePt t="54268" x="558800" y="4665663"/>
          <p14:tracePt t="54275" x="693738" y="4665663"/>
          <p14:tracePt t="54284" x="855663" y="4665663"/>
          <p14:tracePt t="54292" x="1092200" y="4665663"/>
          <p14:tracePt t="54301" x="1363663" y="4665663"/>
          <p14:tracePt t="54308" x="1651000" y="4665663"/>
          <p14:tracePt t="54318" x="2024063" y="4665663"/>
          <p14:tracePt t="54326" x="2344738" y="4665663"/>
          <p14:tracePt t="54335" x="2674938" y="4699000"/>
          <p14:tracePt t="54341" x="2954338" y="4741863"/>
          <p14:tracePt t="54351" x="3225800" y="4783138"/>
          <p14:tracePt t="54358" x="3335338" y="4818063"/>
          <p14:tracePt t="54367" x="3497263" y="4859338"/>
          <p14:tracePt t="54374" x="3665538" y="4894263"/>
          <p14:tracePt t="54384" x="3767138" y="4919663"/>
          <p14:tracePt t="54390" x="3843338" y="4935538"/>
          <p14:tracePt t="54400" x="3903663" y="4953000"/>
          <p14:tracePt t="54407" x="3919538" y="4953000"/>
          <p14:tracePt t="54415" x="3944938" y="4970463"/>
          <p14:tracePt t="54423" x="3962400" y="4970463"/>
          <p14:tracePt t="54447" x="3979863" y="4970463"/>
          <p14:tracePt t="54530" x="3962400" y="4970463"/>
          <p14:tracePt t="54611" x="3962400" y="4953000"/>
          <p14:tracePt t="54677" x="3962400" y="4935538"/>
          <p14:tracePt t="54693" x="3962400" y="4919663"/>
          <p14:tracePt t="54702" x="3979863" y="4919663"/>
          <p14:tracePt t="54710" x="3995738" y="4910138"/>
          <p14:tracePt t="54726" x="4005263" y="4894263"/>
          <p14:tracePt t="54735" x="4021138" y="4876800"/>
          <p14:tracePt t="54743" x="4038600" y="4876800"/>
          <p14:tracePt t="54768" x="4056063" y="4859338"/>
          <p14:tracePt t="54833" x="4038600" y="4843463"/>
          <p14:tracePt t="54841" x="4005263" y="4843463"/>
          <p14:tracePt t="54851" x="3995738" y="4843463"/>
          <p14:tracePt t="54857" x="3944938" y="4843463"/>
          <p14:tracePt t="54865" x="3919538" y="4833938"/>
          <p14:tracePt t="54885" x="3741738" y="4818063"/>
          <p14:tracePt t="54890" x="3632200" y="4818063"/>
          <p14:tracePt t="54902" x="3530600" y="4818063"/>
          <p14:tracePt t="54907" x="3395663" y="4818063"/>
          <p14:tracePt t="54918" x="3225800" y="4818063"/>
          <p14:tracePt t="54923" x="3065463" y="4818063"/>
          <p14:tracePt t="54935" x="2895600" y="4818063"/>
          <p14:tracePt t="54939" x="2776538" y="4818063"/>
          <p14:tracePt t="54951" x="2616200" y="4818063"/>
          <p14:tracePt t="54956" x="2547938" y="4818063"/>
          <p14:tracePt t="54968" x="2446338" y="4818063"/>
          <p14:tracePt t="54972" x="2344738" y="4818063"/>
          <p14:tracePt t="54985" x="2268538" y="4818063"/>
          <p14:tracePt t="54988" x="2209800" y="4818063"/>
          <p14:tracePt t="55001" x="2192338" y="4818063"/>
          <p14:tracePt t="55005" x="2176463" y="4818063"/>
          <p14:tracePt t="55018" x="2159000" y="4833938"/>
          <p14:tracePt t="55251" x="2116138" y="4833938"/>
          <p14:tracePt t="55259" x="2090738" y="4833938"/>
          <p14:tracePt t="55268" x="2039938" y="4833938"/>
          <p14:tracePt t="55275" x="1981200" y="4833938"/>
          <p14:tracePt t="55285" x="1905000" y="4833938"/>
          <p14:tracePt t="55292" x="1803400" y="4818063"/>
          <p14:tracePt t="55301" x="1668463" y="4775200"/>
          <p14:tracePt t="55308" x="1549400" y="4757738"/>
          <p14:tracePt t="55318" x="1379538" y="4724400"/>
          <p14:tracePt t="55326" x="1219200" y="4681538"/>
          <p14:tracePt t="55334" x="1049338" y="4648200"/>
          <p14:tracePt t="55341" x="990600" y="4640263"/>
          <p14:tracePt t="55350" x="889000" y="4605338"/>
          <p14:tracePt t="55357" x="779463" y="4579938"/>
          <p14:tracePt t="55367" x="703263" y="4579938"/>
          <p14:tracePt t="55374" x="642938" y="4564063"/>
          <p14:tracePt t="55382" x="617538" y="4529138"/>
          <p14:tracePt t="55390" x="566738" y="4529138"/>
          <p14:tracePt t="55398" x="558800" y="4529138"/>
          <p14:tracePt t="55627" x="566738" y="4529138"/>
          <p14:tracePt t="55660" x="584200" y="4529138"/>
          <p14:tracePt t="55677" x="601663" y="4529138"/>
          <p14:tracePt t="55685" x="627063" y="4529138"/>
          <p14:tracePt t="55694" x="660400" y="4529138"/>
          <p14:tracePt t="55701" x="693738" y="4529138"/>
          <p14:tracePt t="55710" x="754063" y="4529138"/>
          <p14:tracePt t="55718" x="812800" y="4529138"/>
          <p14:tracePt t="55726" x="871538" y="4529138"/>
          <p14:tracePt t="55734" x="914400" y="4529138"/>
          <p14:tracePt t="55742" x="973138" y="4529138"/>
          <p14:tracePt t="55751" x="1033463" y="4529138"/>
          <p14:tracePt t="55758" x="1066800" y="4529138"/>
          <p14:tracePt t="55768" x="1109663" y="4529138"/>
          <p14:tracePt t="55775" x="1160463" y="4529138"/>
          <p14:tracePt t="55785" x="1185863" y="4529138"/>
          <p14:tracePt t="55791" x="1219200" y="4529138"/>
          <p14:tracePt t="55801" x="1227138" y="4521200"/>
          <p14:tracePt t="55808" x="1244600" y="4521200"/>
          <p14:tracePt t="55824" x="1262063" y="4521200"/>
          <p14:tracePt t="55834" x="1277938" y="4521200"/>
          <p14:tracePt t="56111" x="1262063" y="4521200"/>
          <p14:tracePt t="56144" x="1244600" y="4521200"/>
          <p14:tracePt t="56160" x="1244600" y="4529138"/>
          <p14:tracePt t="56177" x="1227138" y="4529138"/>
          <p14:tracePt t="56193" x="1219200" y="4529138"/>
          <p14:tracePt t="56217" x="1201738" y="4529138"/>
          <p14:tracePt t="56234" x="1185863" y="4529138"/>
          <p14:tracePt t="56259" x="1168400" y="4529138"/>
          <p14:tracePt t="56268" x="1160463" y="4529138"/>
          <p14:tracePt t="56381" x="1168400" y="4529138"/>
          <p14:tracePt t="56406" x="1185863" y="4529138"/>
          <p14:tracePt t="56431" x="1219200" y="4546600"/>
          <p14:tracePt t="56439" x="1227138" y="4564063"/>
          <p14:tracePt t="56447" x="1277938" y="4579938"/>
          <p14:tracePt t="56455" x="1320800" y="4579938"/>
          <p14:tracePt t="56463" x="1363663" y="4589463"/>
          <p14:tracePt t="56472" x="1414463" y="4605338"/>
          <p14:tracePt t="56480" x="1455738" y="4605338"/>
          <p14:tracePt t="56488" x="1490663" y="4622800"/>
          <p14:tracePt t="56496" x="1531938" y="4622800"/>
          <p14:tracePt t="56504" x="1549400" y="4622800"/>
          <p14:tracePt t="56513" x="1557338" y="4622800"/>
          <p14:tracePt t="56521" x="1574800" y="4622800"/>
          <p14:tracePt t="56529" x="1592263" y="4622800"/>
          <p14:tracePt t="56553" x="1608138" y="4622800"/>
          <p14:tracePt t="56676" x="1608138" y="4640263"/>
          <p14:tracePt t="56964" x="1592263" y="4640263"/>
          <p14:tracePt t="56972" x="1574800" y="4640263"/>
          <p14:tracePt t="56980" x="1549400" y="4640263"/>
          <p14:tracePt t="56988" x="1531938" y="4640263"/>
          <p14:tracePt t="56996" x="1516063" y="4640263"/>
          <p14:tracePt t="57005" x="1490663" y="4640263"/>
          <p14:tracePt t="57013" x="1473200" y="4640263"/>
          <p14:tracePt t="57021" x="1473200" y="4648200"/>
          <p14:tracePt t="57029" x="1439863" y="4648200"/>
          <p14:tracePt t="57037" x="1422400" y="4648200"/>
          <p14:tracePt t="57045" x="1414463" y="4648200"/>
          <p14:tracePt t="57062" x="1397000" y="4648200"/>
          <p14:tracePt t="57078" x="1379538" y="4648200"/>
          <p14:tracePt t="57119" x="1363663" y="4648200"/>
          <p14:tracePt t="57168" x="1354138" y="4648200"/>
          <p14:tracePt t="57326" x="1363663" y="4648200"/>
          <p14:tracePt t="57334" x="1397000" y="4648200"/>
          <p14:tracePt t="57341" x="1422400" y="4648200"/>
          <p14:tracePt t="57349" x="1498600" y="4648200"/>
          <p14:tracePt t="57357" x="1557338" y="4648200"/>
          <p14:tracePt t="57365" x="1633538" y="4665663"/>
          <p14:tracePt t="57373" x="1709738" y="4665663"/>
          <p14:tracePt t="57381" x="1752600" y="4681538"/>
          <p14:tracePt t="57390" x="1905000" y="4699000"/>
          <p14:tracePt t="57398" x="1963738" y="4699000"/>
          <p14:tracePt t="57406" x="2133600" y="4716463"/>
          <p14:tracePt t="57414" x="2192338" y="4716463"/>
          <p14:tracePt t="57422" x="2293938" y="4716463"/>
          <p14:tracePt t="57431" x="2387600" y="4716463"/>
          <p14:tracePt t="57439" x="2481263" y="4716463"/>
          <p14:tracePt t="57447" x="2582863" y="4716463"/>
          <p14:tracePt t="57455" x="2659063" y="4716463"/>
          <p14:tracePt t="57464" x="2735263" y="4716463"/>
          <p14:tracePt t="57471" x="2794000" y="4716463"/>
          <p14:tracePt t="57480" x="2836863" y="4716463"/>
          <p14:tracePt t="57488" x="2895600" y="4716463"/>
          <p14:tracePt t="57496" x="2946400" y="4716463"/>
          <p14:tracePt t="57504" x="2971800" y="4716463"/>
          <p14:tracePt t="57513" x="3014663" y="4716463"/>
          <p14:tracePt t="57521" x="3048000" y="4716463"/>
          <p14:tracePt t="57529" x="3081338" y="4716463"/>
          <p14:tracePt t="57538" x="3106738" y="4699000"/>
          <p14:tracePt t="57545" x="3124200" y="4699000"/>
          <p14:tracePt t="57553" x="3149600" y="4699000"/>
          <p14:tracePt t="57562" x="3182938" y="4681538"/>
          <p14:tracePt t="57578" x="3217863" y="4681538"/>
          <p14:tracePt t="57586" x="3225800" y="4681538"/>
          <p14:tracePt t="57595" x="3243263" y="4665663"/>
          <p14:tracePt t="57602" x="3259138" y="4665663"/>
          <p14:tracePt t="57611" x="3276600" y="4665663"/>
          <p14:tracePt t="57619" x="3284538" y="4665663"/>
          <p14:tracePt t="57627" x="3302000" y="4648200"/>
          <p14:tracePt t="57635" x="3319463" y="4648200"/>
          <p14:tracePt t="57652" x="3335338" y="4648200"/>
          <p14:tracePt t="57660" x="3360738" y="4640263"/>
          <p14:tracePt t="57668" x="3378200" y="4640263"/>
          <p14:tracePt t="57676" x="3395663" y="4640263"/>
          <p14:tracePt t="57685" x="3421063" y="4622800"/>
          <p14:tracePt t="57693" x="3436938" y="4622800"/>
          <p14:tracePt t="57701" x="3471863" y="4622800"/>
          <p14:tracePt t="57709" x="3513138" y="4605338"/>
          <p14:tracePt t="57718" x="3530600" y="4605338"/>
          <p14:tracePt t="57726" x="3573463" y="4589463"/>
          <p14:tracePt t="57734" x="3589338" y="4579938"/>
          <p14:tracePt t="57742" x="3632200" y="4579938"/>
          <p14:tracePt t="57751" x="3675063" y="4579938"/>
          <p14:tracePt t="57758" x="3690938" y="4564063"/>
          <p14:tracePt t="57768" x="3741738" y="4564063"/>
          <p14:tracePt t="57775" x="3751263" y="4564063"/>
          <p14:tracePt t="57784" x="3802063" y="4564063"/>
          <p14:tracePt t="57791" x="3810000" y="4564063"/>
          <p14:tracePt t="57801" x="3843338" y="4564063"/>
          <p14:tracePt t="57807" x="3878263" y="4564063"/>
          <p14:tracePt t="57818" x="3886200" y="4564063"/>
          <p14:tracePt t="57824" x="3903663" y="4564063"/>
          <p14:tracePt t="57834" x="3919538" y="4564063"/>
          <p14:tracePt t="57840" x="3937000" y="4564063"/>
          <p14:tracePt t="57864" x="3944938" y="4564063"/>
          <p14:tracePt t="60135" x="3919538" y="4622800"/>
          <p14:tracePt t="60143" x="3903663" y="4640263"/>
          <p14:tracePt t="60152" x="3860800" y="4681538"/>
          <p14:tracePt t="60159" x="3802063" y="4757738"/>
          <p14:tracePt t="60168" x="3751263" y="4818063"/>
          <p14:tracePt t="60176" x="3708400" y="4859338"/>
          <p14:tracePt t="60184" x="3665538" y="4910138"/>
          <p14:tracePt t="60192" x="3614738" y="4953000"/>
          <p14:tracePt t="60201" x="3573463" y="4995863"/>
          <p14:tracePt t="60209" x="3530600" y="5029200"/>
          <p14:tracePt t="60218" x="3479800" y="5054600"/>
          <p14:tracePt t="60225" x="3454400" y="5087938"/>
          <p14:tracePt t="60235" x="3411538" y="5130800"/>
          <p14:tracePt t="60241" x="3378200" y="5148263"/>
          <p14:tracePt t="60251" x="3360738" y="5164138"/>
          <p14:tracePt t="60258" x="3344863" y="5173663"/>
          <p14:tracePt t="60268" x="3319463" y="5189538"/>
          <p14:tracePt t="60274" x="3302000" y="5189538"/>
          <p14:tracePt t="60291" x="3284538" y="5207000"/>
          <p14:tracePt t="60315" x="3276600" y="5207000"/>
          <p14:tracePt t="60326" x="3276600" y="5224463"/>
          <p14:tracePt t="60397" x="3259138" y="5224463"/>
          <p14:tracePt t="60627" x="3243263" y="5224463"/>
          <p14:tracePt t="61053" x="3225800" y="5224463"/>
          <p14:tracePt t="61085" x="3217863" y="5224463"/>
          <p14:tracePt t="61110" x="3200400" y="5224463"/>
          <p14:tracePt t="61126" x="3182938" y="5224463"/>
          <p14:tracePt t="61135" x="3149600" y="5224463"/>
          <p14:tracePt t="61143" x="3141663" y="5224463"/>
          <p14:tracePt t="61151" x="3106738" y="5224463"/>
          <p14:tracePt t="61160" x="3065463" y="5224463"/>
          <p14:tracePt t="61168" x="3030538" y="5224463"/>
          <p14:tracePt t="61176" x="2928938" y="5224463"/>
          <p14:tracePt t="61184" x="2870200" y="5224463"/>
          <p14:tracePt t="61192" x="2794000" y="5224463"/>
          <p14:tracePt t="61201" x="2684463" y="5224463"/>
          <p14:tracePt t="61208" x="2582863" y="5224463"/>
          <p14:tracePt t="61218" x="2463800" y="5224463"/>
          <p14:tracePt t="61225" x="2328863" y="5224463"/>
          <p14:tracePt t="61235" x="2192338" y="5224463"/>
          <p14:tracePt t="61241" x="2116138" y="5224463"/>
          <p14:tracePt t="61251" x="1981200" y="5224463"/>
          <p14:tracePt t="61258" x="1879600" y="5224463"/>
          <p14:tracePt t="61268" x="1770063" y="5224463"/>
          <p14:tracePt t="61274" x="1693863" y="5224463"/>
          <p14:tracePt t="61284" x="1625600" y="5224463"/>
          <p14:tracePt t="61290" x="1557338" y="5224463"/>
          <p14:tracePt t="61298" x="1531938" y="5224463"/>
          <p14:tracePt t="61307" x="1490663" y="5224463"/>
          <p14:tracePt t="61315" x="1455738" y="5224463"/>
          <p14:tracePt t="61325" x="1422400" y="5224463"/>
          <p14:tracePt t="61331" x="1414463" y="5224463"/>
          <p14:tracePt t="61339" x="1397000" y="5224463"/>
          <p14:tracePt t="61348" x="1379538" y="5224463"/>
          <p14:tracePt t="61356" x="1363663" y="5224463"/>
          <p14:tracePt t="61372" x="1354138" y="5224463"/>
          <p14:tracePt t="61397" x="1338263" y="5224463"/>
          <p14:tracePt t="61430" x="1320800" y="5224463"/>
          <p14:tracePt t="61454" x="1303338" y="5224463"/>
          <p14:tracePt t="61471" x="1295400" y="5224463"/>
          <p14:tracePt t="61487" x="1277938" y="5224463"/>
          <p14:tracePt t="61495" x="1244600" y="5224463"/>
          <p14:tracePt t="61503" x="1219200" y="5224463"/>
          <p14:tracePt t="61512" x="1201738" y="5224463"/>
          <p14:tracePt t="61520" x="1168400" y="5224463"/>
          <p14:tracePt t="61529" x="1143000" y="5224463"/>
          <p14:tracePt t="61536" x="1092200" y="5224463"/>
          <p14:tracePt t="61545" x="1066800" y="5224463"/>
          <p14:tracePt t="61553" x="1023938" y="5224463"/>
          <p14:tracePt t="61561" x="957263" y="5224463"/>
          <p14:tracePt t="61569" x="931863" y="5224463"/>
          <p14:tracePt t="61577" x="871538" y="5224463"/>
          <p14:tracePt t="61585" x="830263" y="5224463"/>
          <p14:tracePt t="61594" x="795338" y="5207000"/>
          <p14:tracePt t="61602" x="736600" y="5207000"/>
          <p14:tracePt t="61610" x="693738" y="5189538"/>
          <p14:tracePt t="61618" x="660400" y="5189538"/>
          <p14:tracePt t="61627" x="617538" y="5189538"/>
          <p14:tracePt t="61635" x="601663" y="5189538"/>
          <p14:tracePt t="61643" x="566738" y="5173663"/>
          <p14:tracePt t="61651" x="541338" y="5173663"/>
          <p14:tracePt t="61668" x="525463" y="5173663"/>
          <p14:tracePt t="61676" x="508000" y="5164138"/>
          <p14:tracePt t="61700" x="500063" y="5164138"/>
          <p14:tracePt t="61766" x="482600" y="5164138"/>
          <p14:tracePt t="61815" x="465138" y="5164138"/>
          <p14:tracePt t="61856" x="449263" y="5164138"/>
          <p14:tracePt t="61880" x="431800" y="5164138"/>
          <p14:tracePt t="61897" x="423863" y="5164138"/>
          <p14:tracePt t="61905" x="406400" y="5164138"/>
          <p14:tracePt t="61921" x="388938" y="5164138"/>
          <p14:tracePt t="61929" x="373063" y="5164138"/>
          <p14:tracePt t="61946" x="363538" y="5164138"/>
          <p14:tracePt t="61954" x="347663" y="5164138"/>
          <p14:tracePt t="61971" x="330200" y="5148263"/>
          <p14:tracePt t="61979" x="312738" y="5148263"/>
          <p14:tracePt t="61995" x="296863" y="5148263"/>
          <p14:tracePt t="62004" x="287338" y="5130800"/>
          <p14:tracePt t="62020" x="271463" y="5130800"/>
          <p14:tracePt t="62028" x="254000" y="5130800"/>
          <p14:tracePt t="62044" x="236538" y="5130800"/>
          <p14:tracePt t="62052" x="228600" y="5130800"/>
          <p14:tracePt t="62061" x="228600" y="5113338"/>
          <p14:tracePt t="62069" x="211138" y="5113338"/>
          <p14:tracePt t="62093" x="195263" y="5105400"/>
          <p14:tracePt t="62118" x="195263" y="5087938"/>
          <p14:tracePt t="62126" x="177800" y="5087938"/>
          <p14:tracePt t="62135" x="177800" y="5072063"/>
          <p14:tracePt t="62143" x="177800" y="5054600"/>
          <p14:tracePt t="62159" x="177800" y="5046663"/>
          <p14:tracePt t="62168" x="177800" y="5029200"/>
          <p14:tracePt t="62176" x="177800" y="5011738"/>
          <p14:tracePt t="62185" x="169863" y="4995863"/>
          <p14:tracePt t="62192" x="169863" y="4978400"/>
          <p14:tracePt t="62201" x="169863" y="4970463"/>
          <p14:tracePt t="62208" x="169863" y="4953000"/>
          <p14:tracePt t="62218" x="169863" y="4935538"/>
          <p14:tracePt t="62225" x="169863" y="4910138"/>
          <p14:tracePt t="62235" x="169863" y="4894263"/>
          <p14:tracePt t="62241" x="169863" y="4876800"/>
          <p14:tracePt t="62251" x="169863" y="4859338"/>
          <p14:tracePt t="62258" x="169863" y="4843463"/>
          <p14:tracePt t="62267" x="169863" y="4833938"/>
          <p14:tracePt t="62274" x="169863" y="4818063"/>
          <p14:tracePt t="62290" x="177800" y="4800600"/>
          <p14:tracePt t="62298" x="177800" y="4783138"/>
          <p14:tracePt t="62307" x="195263" y="4783138"/>
          <p14:tracePt t="62315" x="211138" y="4783138"/>
          <p14:tracePt t="62323" x="228600" y="4783138"/>
          <p14:tracePt t="62331" x="254000" y="4783138"/>
          <p14:tracePt t="62339" x="271463" y="4775200"/>
          <p14:tracePt t="62348" x="296863" y="4775200"/>
          <p14:tracePt t="62356" x="330200" y="4775200"/>
          <p14:tracePt t="62364" x="363538" y="4775200"/>
          <p14:tracePt t="62372" x="423863" y="4757738"/>
          <p14:tracePt t="62380" x="482600" y="4741863"/>
          <p14:tracePt t="62389" x="558800" y="4724400"/>
          <p14:tracePt t="62397" x="627063" y="4724400"/>
          <p14:tracePt t="62405" x="762000" y="4716463"/>
          <p14:tracePt t="62413" x="838200" y="4699000"/>
          <p14:tracePt t="62422" x="947738" y="4699000"/>
          <p14:tracePt t="62430" x="1084263" y="4699000"/>
          <p14:tracePt t="62438" x="1185863" y="4699000"/>
          <p14:tracePt t="62446" x="1277938" y="4699000"/>
          <p14:tracePt t="62454" x="1338263" y="4699000"/>
          <p14:tracePt t="62463" x="1531938" y="4699000"/>
          <p14:tracePt t="62471" x="1574800" y="4699000"/>
          <p14:tracePt t="62479" x="1709738" y="4699000"/>
          <p14:tracePt t="62487" x="1785938" y="4699000"/>
          <p14:tracePt t="62495" x="1887538" y="4681538"/>
          <p14:tracePt t="62503" x="1963738" y="4681538"/>
          <p14:tracePt t="62512" x="2039938" y="4681538"/>
          <p14:tracePt t="62520" x="2116138" y="4665663"/>
          <p14:tracePt t="62528" x="2176463" y="4665663"/>
          <p14:tracePt t="62536" x="2252663" y="4665663"/>
          <p14:tracePt t="62544" x="2311400" y="4648200"/>
          <p14:tracePt t="62552" x="2370138" y="4640263"/>
          <p14:tracePt t="62561" x="2405063" y="4640263"/>
          <p14:tracePt t="62569" x="2463800" y="4622800"/>
          <p14:tracePt t="62577" x="2506663" y="4622800"/>
          <p14:tracePt t="62585" x="2540000" y="4622800"/>
          <p14:tracePt t="62594" x="2582863" y="4622800"/>
          <p14:tracePt t="62602" x="2616200" y="4622800"/>
          <p14:tracePt t="62610" x="2659063" y="4605338"/>
          <p14:tracePt t="62618" x="2700338" y="4605338"/>
          <p14:tracePt t="62626" x="2717800" y="4605338"/>
          <p14:tracePt t="62635" x="2760663" y="4605338"/>
          <p14:tracePt t="62643" x="2776538" y="4605338"/>
          <p14:tracePt t="62651" x="2811463" y="4605338"/>
          <p14:tracePt t="62659" x="2819400" y="4605338"/>
          <p14:tracePt t="62668" x="2836863" y="4605338"/>
          <p14:tracePt t="62675" x="2852738" y="4605338"/>
          <p14:tracePt t="62685" x="2870200" y="4605338"/>
          <p14:tracePt t="62701" x="2878138" y="4605338"/>
          <p14:tracePt t="62718" x="2895600" y="4605338"/>
          <p14:tracePt t="62725" x="2913063" y="4622800"/>
          <p14:tracePt t="62750" x="2928938" y="4622800"/>
          <p14:tracePt t="62767" x="2946400" y="4622800"/>
          <p14:tracePt t="62782" x="2946400" y="4640263"/>
          <p14:tracePt t="62790" x="2954338" y="4640263"/>
          <p14:tracePt t="62807" x="2971800" y="4640263"/>
          <p14:tracePt t="62815" x="2989263" y="4640263"/>
          <p14:tracePt t="62823" x="2989263" y="4648200"/>
          <p14:tracePt t="62831" x="3005138" y="4648200"/>
          <p14:tracePt t="62839" x="3014663" y="4648200"/>
          <p14:tracePt t="62848" x="3014663" y="4665663"/>
          <p14:tracePt t="62856" x="3030538" y="4665663"/>
          <p14:tracePt t="62872" x="3030538" y="4681538"/>
          <p14:tracePt t="62881" x="3048000" y="4681538"/>
          <p14:tracePt t="62888" x="3065463" y="4699000"/>
          <p14:tracePt t="62897" x="3065463" y="4716463"/>
          <p14:tracePt t="62905" x="3065463" y="4724400"/>
          <p14:tracePt t="62913" x="3081338" y="4724400"/>
          <p14:tracePt t="62921" x="3081338" y="4757738"/>
          <p14:tracePt t="62929" x="3090863" y="4775200"/>
          <p14:tracePt t="62937" x="3090863" y="4800600"/>
          <p14:tracePt t="62946" x="3106738" y="4800600"/>
          <p14:tracePt t="62954" x="3106738" y="4833938"/>
          <p14:tracePt t="62962" x="3106738" y="4859338"/>
          <p14:tracePt t="62971" x="3106738" y="4876800"/>
          <p14:tracePt t="62979" x="3106738" y="4910138"/>
          <p14:tracePt t="62987" x="3106738" y="4919663"/>
          <p14:tracePt t="62995" x="3106738" y="4953000"/>
          <p14:tracePt t="63003" x="3106738" y="4970463"/>
          <p14:tracePt t="63012" x="3106738" y="4978400"/>
          <p14:tracePt t="63020" x="3106738" y="5011738"/>
          <p14:tracePt t="63028" x="3106738" y="5029200"/>
          <p14:tracePt t="63036" x="3106738" y="5046663"/>
          <p14:tracePt t="63045" x="3106738" y="5054600"/>
          <p14:tracePt t="63053" x="3106738" y="5072063"/>
          <p14:tracePt t="63069" x="3090863" y="5087938"/>
          <p14:tracePt t="63077" x="3090863" y="5105400"/>
          <p14:tracePt t="63093" x="3081338" y="5105400"/>
          <p14:tracePt t="63101" x="3065463" y="5113338"/>
          <p14:tracePt t="63110" x="3048000" y="5113338"/>
          <p14:tracePt t="63118" x="3030538" y="5113338"/>
          <p14:tracePt t="63126" x="3030538" y="5130800"/>
          <p14:tracePt t="63134" x="3005138" y="5130800"/>
          <p14:tracePt t="63143" x="2971800" y="5130800"/>
          <p14:tracePt t="63151" x="2971800" y="5148263"/>
          <p14:tracePt t="63159" x="2928938" y="5148263"/>
          <p14:tracePt t="63168" x="2895600" y="5148263"/>
          <p14:tracePt t="63175" x="2870200" y="5148263"/>
          <p14:tracePt t="63185" x="2819400" y="5148263"/>
          <p14:tracePt t="63192" x="2794000" y="5164138"/>
          <p14:tracePt t="63201" x="2735263" y="5173663"/>
          <p14:tracePt t="63208" x="2659063" y="5189538"/>
          <p14:tracePt t="63218" x="2547938" y="5207000"/>
          <p14:tracePt t="63224" x="2506663" y="5207000"/>
          <p14:tracePt t="63234" x="2344738" y="5240338"/>
          <p14:tracePt t="63241" x="2268538" y="5240338"/>
          <p14:tracePt t="63251" x="2159000" y="5265738"/>
          <p14:tracePt t="63257" x="2074863" y="5283200"/>
          <p14:tracePt t="63267" x="1938338" y="5326063"/>
          <p14:tracePt t="63274" x="1803400" y="5341938"/>
          <p14:tracePt t="63282" x="1668463" y="5376863"/>
          <p14:tracePt t="63290" x="1549400" y="5384800"/>
          <p14:tracePt t="63298" x="1414463" y="5402263"/>
          <p14:tracePt t="63307" x="1277938" y="5402263"/>
          <p14:tracePt t="63315" x="1143000" y="5402263"/>
          <p14:tracePt t="63325" x="1023938" y="5402263"/>
          <p14:tracePt t="63331" x="889000" y="5402263"/>
          <p14:tracePt t="63339" x="754063" y="5402263"/>
          <p14:tracePt t="63347" x="617538" y="5402263"/>
          <p14:tracePt t="63356" x="449263" y="5384800"/>
          <p14:tracePt t="63364" x="363538" y="5376863"/>
          <p14:tracePt t="63372" x="296863" y="5359400"/>
          <p14:tracePt t="63380" x="169863" y="5326063"/>
          <p14:tracePt t="63388" x="58738" y="5308600"/>
          <p14:tracePt t="63602" x="134938" y="4953000"/>
          <p14:tracePt t="63610" x="271463" y="4935538"/>
          <p14:tracePt t="63619" x="406400" y="4919663"/>
          <p14:tracePt t="63626" x="601663" y="4894263"/>
          <p14:tracePt t="63635" x="762000" y="4894263"/>
          <p14:tracePt t="63643" x="931863" y="4894263"/>
          <p14:tracePt t="63652" x="1125538" y="4894263"/>
          <p14:tracePt t="63659" x="1320800" y="4894263"/>
          <p14:tracePt t="63668" x="1516063" y="4894263"/>
          <p14:tracePt t="63675" x="1709738" y="4894263"/>
          <p14:tracePt t="63685" x="1879600" y="4894263"/>
          <p14:tracePt t="63692" x="2074863" y="4894263"/>
          <p14:tracePt t="63701" x="2235200" y="4894263"/>
          <p14:tracePt t="63708" x="2405063" y="4935538"/>
          <p14:tracePt t="63718" x="2540000" y="4970463"/>
          <p14:tracePt t="63725" x="2598738" y="4978400"/>
          <p14:tracePt t="63734" x="2717800" y="5029200"/>
          <p14:tracePt t="63741" x="2819400" y="5054600"/>
          <p14:tracePt t="63750" x="2878138" y="5072063"/>
          <p14:tracePt t="63757" x="2954338" y="5105400"/>
          <p14:tracePt t="63767" x="3005138" y="5105400"/>
          <p14:tracePt t="63773" x="3014663" y="5113338"/>
          <p14:tracePt t="63782" x="3048000" y="5130800"/>
          <p14:tracePt t="63790" x="3065463" y="5130800"/>
          <p14:tracePt t="63798" x="3081338" y="5148263"/>
          <p14:tracePt t="63806" x="3081338" y="5164138"/>
          <p14:tracePt t="63823" x="3090863" y="5164138"/>
          <p14:tracePt t="63831" x="3090863" y="5173663"/>
          <p14:tracePt t="63856" x="3090863" y="5189538"/>
          <p14:tracePt t="63864" x="3090863" y="5207000"/>
          <p14:tracePt t="63880" x="3090863" y="5240338"/>
          <p14:tracePt t="63888" x="3090863" y="5283200"/>
          <p14:tracePt t="63896" x="3090863" y="5376863"/>
          <p14:tracePt t="63905" x="3081338" y="5478463"/>
          <p14:tracePt t="63913" x="3065463" y="5595938"/>
          <p14:tracePt t="63921" x="3014663" y="5765800"/>
          <p14:tracePt t="63929" x="2989263" y="5926138"/>
          <p14:tracePt t="63938" x="2928938" y="6121400"/>
          <p14:tracePt t="63946" x="2913063" y="6215063"/>
          <p14:tracePt t="63954" x="2878138" y="6332538"/>
          <p14:tracePt t="63962" x="2836863" y="6469063"/>
          <p14:tracePt t="63970" x="2811463" y="6604000"/>
          <p14:tracePt t="63978" x="2776538" y="6705600"/>
          <p14:tracePt t="63987" x="2751138" y="6799263"/>
          <p14:tracePt t="67938" x="8542338" y="6375400"/>
          <p14:tracePt t="67946" x="8135938" y="6215063"/>
          <p14:tracePt t="67956" x="7866063" y="6121400"/>
          <p14:tracePt t="67962" x="7789863" y="6096000"/>
          <p14:tracePt t="67970" x="7594600" y="6037263"/>
          <p14:tracePt t="67978" x="7459663" y="6002338"/>
          <p14:tracePt t="67986" x="7391400" y="5986463"/>
          <p14:tracePt t="67994" x="7315200" y="5969000"/>
          <p14:tracePt t="68002" x="7264400" y="5969000"/>
          <p14:tracePt t="68011" x="7221538" y="5969000"/>
          <p14:tracePt t="68019" x="7188200" y="5969000"/>
          <p14:tracePt t="68027" x="7162800" y="5969000"/>
          <p14:tracePt t="68035" x="7145338" y="5969000"/>
          <p14:tracePt t="68043" x="7119938" y="5969000"/>
          <p14:tracePt t="68051" x="7086600" y="5969000"/>
          <p14:tracePt t="68060" x="7069138" y="5969000"/>
          <p14:tracePt t="68068" x="7027863" y="5969000"/>
          <p14:tracePt t="68076" x="6992938" y="5969000"/>
          <p14:tracePt t="68085" x="6951663" y="5986463"/>
          <p14:tracePt t="68092" x="6891338" y="5986463"/>
          <p14:tracePt t="68101" x="6850063" y="5986463"/>
          <p14:tracePt t="68109" x="6713538" y="5986463"/>
          <p14:tracePt t="68118" x="6637338" y="5986463"/>
          <p14:tracePt t="68125" x="6502400" y="5986463"/>
          <p14:tracePt t="68135" x="6392863" y="5986463"/>
          <p14:tracePt t="68142" x="6230938" y="5969000"/>
          <p14:tracePt t="68152" x="6062663" y="5900738"/>
          <p14:tracePt t="68158" x="5900738" y="5824538"/>
          <p14:tracePt t="68168" x="5722938" y="5732463"/>
          <p14:tracePt t="68174" x="5588000" y="5638800"/>
          <p14:tracePt t="68185" x="5402263" y="5537200"/>
          <p14:tracePt t="68191" x="5224463" y="5443538"/>
          <p14:tracePt t="68202" x="5181600" y="5402263"/>
          <p14:tracePt t="68207" x="5062538" y="5341938"/>
          <p14:tracePt t="68218" x="4935538" y="5283200"/>
          <p14:tracePt t="68224" x="4868863" y="5240338"/>
          <p14:tracePt t="68235" x="4800600" y="5207000"/>
          <p14:tracePt t="68240" x="4775200" y="5189538"/>
          <p14:tracePt t="68252" x="4741863" y="5173663"/>
          <p14:tracePt t="68256" x="4732338" y="5173663"/>
          <p14:tracePt t="68268" x="4716463" y="5164138"/>
          <p14:tracePt t="84185" x="4716463" y="5173663"/>
          <p14:tracePt t="84193" x="4597400" y="5503863"/>
          <p14:tracePt t="84203" x="4427538" y="5849938"/>
          <p14:tracePt t="84209" x="4310063" y="6154738"/>
          <p14:tracePt t="84219" x="4191000" y="6408738"/>
          <p14:tracePt t="84226" x="4132263" y="6545263"/>
          <p14:tracePt t="84236" x="4081463" y="6646863"/>
          <p14:tracePt t="84242" x="4038600" y="6723063"/>
          <p14:tracePt t="84595" x="4546600" y="6799263"/>
          <p14:tracePt t="84604" x="4597400" y="6756400"/>
          <p14:tracePt t="84611" x="4640263" y="6705600"/>
          <p14:tracePt t="84620" x="4673600" y="6662738"/>
          <p14:tracePt t="84627" x="4716463" y="6621463"/>
          <p14:tracePt t="84636" x="4741863" y="6586538"/>
          <p14:tracePt t="84644" x="4775200" y="6561138"/>
          <p14:tracePt t="84652" x="4792663" y="6561138"/>
          <p14:tracePt t="84660" x="4800600" y="6545263"/>
          <p14:tracePt t="84669" x="4818063" y="6527800"/>
          <p14:tracePt t="84693" x="4833938" y="6527800"/>
          <p14:tracePt t="84725" x="4833938" y="6510338"/>
          <p14:tracePt t="84840" x="4818063" y="6510338"/>
          <p14:tracePt t="84857" x="4800600" y="6510338"/>
          <p14:tracePt t="84873" x="4792663" y="6510338"/>
          <p14:tracePt t="84881" x="4775200" y="6510338"/>
          <p14:tracePt t="84889" x="4741863" y="6510338"/>
          <p14:tracePt t="84898" x="4699000" y="6510338"/>
          <p14:tracePt t="84906" x="4622800" y="6510338"/>
          <p14:tracePt t="84914" x="4597400" y="6510338"/>
          <p14:tracePt t="84922" x="4538663" y="6510338"/>
          <p14:tracePt t="84930" x="4462463" y="6510338"/>
          <p14:tracePt t="84939" x="4368800" y="6510338"/>
          <p14:tracePt t="84946" x="4292600" y="6510338"/>
          <p14:tracePt t="84955" x="4216400" y="6510338"/>
          <p14:tracePt t="84963" x="4140200" y="6510338"/>
          <p14:tracePt t="84971" x="4071938" y="6510338"/>
          <p14:tracePt t="84980" x="3979863" y="6510338"/>
          <p14:tracePt t="84987" x="3903663" y="6510338"/>
          <p14:tracePt t="84996" x="3827463" y="6510338"/>
          <p14:tracePt t="85004" x="3751263" y="6510338"/>
          <p14:tracePt t="85012" x="3690938" y="6510338"/>
          <p14:tracePt t="85020" x="3614738" y="6510338"/>
          <p14:tracePt t="85028" x="3548063" y="6510338"/>
          <p14:tracePt t="85037" x="3479800" y="6510338"/>
          <p14:tracePt t="85045" x="3411538" y="6510338"/>
          <p14:tracePt t="85053" x="3344863" y="6510338"/>
          <p14:tracePt t="85062" x="3276600" y="6494463"/>
          <p14:tracePt t="85070" x="3217863" y="6484938"/>
          <p14:tracePt t="85078" x="3149600" y="6469063"/>
          <p14:tracePt t="85086" x="3090863" y="6451600"/>
          <p14:tracePt t="85094" x="3048000" y="6451600"/>
          <p14:tracePt t="85102" x="3005138" y="6426200"/>
          <p14:tracePt t="85111" x="2954338" y="6426200"/>
          <p14:tracePt t="85119" x="2946400" y="6408738"/>
          <p14:tracePt t="85127" x="2913063" y="6392863"/>
          <p14:tracePt t="85135" x="2895600" y="6375400"/>
          <p14:tracePt t="85144" x="2870200" y="6375400"/>
          <p14:tracePt t="85152" x="2852738" y="6367463"/>
          <p14:tracePt t="85160" x="2836863" y="6350000"/>
          <p14:tracePt t="85168" x="2836863" y="6332538"/>
          <p14:tracePt t="85176" x="2819400" y="6332538"/>
          <p14:tracePt t="85185" x="2811463" y="6316663"/>
          <p14:tracePt t="85193" x="2794000" y="6316663"/>
          <p14:tracePt t="85202" x="2776538" y="6299200"/>
          <p14:tracePt t="85209" x="2760663" y="6299200"/>
          <p14:tracePt t="85219" x="2760663" y="6291263"/>
          <p14:tracePt t="85225" x="2751138" y="6273800"/>
          <p14:tracePt t="85235" x="2717800" y="6273800"/>
          <p14:tracePt t="85242" x="2700338" y="6256338"/>
          <p14:tracePt t="85252" x="2684463" y="6240463"/>
          <p14:tracePt t="85258" x="2659063" y="6230938"/>
          <p14:tracePt t="85268" x="2624138" y="6230938"/>
          <p14:tracePt t="85275" x="2616200" y="6215063"/>
          <p14:tracePt t="85285" x="2582863" y="6197600"/>
          <p14:tracePt t="85291" x="2565400" y="6180138"/>
          <p14:tracePt t="85302" x="2547938" y="6164263"/>
          <p14:tracePt t="85316" x="2540000" y="6154738"/>
          <p14:tracePt t="85326" x="2522538" y="6138863"/>
          <p14:tracePt t="85332" x="2522538" y="6121400"/>
          <p14:tracePt t="85340" x="2506663" y="6103938"/>
          <p14:tracePt t="85348" x="2506663" y="6096000"/>
          <p14:tracePt t="85357" x="2506663" y="6078538"/>
          <p14:tracePt t="85365" x="2506663" y="6062663"/>
          <p14:tracePt t="85373" x="2506663" y="6045200"/>
          <p14:tracePt t="85381" x="2506663" y="6037263"/>
          <p14:tracePt t="85389" x="2506663" y="6002338"/>
          <p14:tracePt t="85397" x="2522538" y="5986463"/>
          <p14:tracePt t="85406" x="2540000" y="5969000"/>
          <p14:tracePt t="85414" x="2582863" y="5926138"/>
          <p14:tracePt t="85422" x="2641600" y="5884863"/>
          <p14:tracePt t="85430" x="2735263" y="5824538"/>
          <p14:tracePt t="85439" x="2811463" y="5773738"/>
          <p14:tracePt t="85447" x="2913063" y="5732463"/>
          <p14:tracePt t="85455" x="3048000" y="5672138"/>
          <p14:tracePt t="85463" x="3217863" y="5613400"/>
          <p14:tracePt t="85471" x="3411538" y="5580063"/>
          <p14:tracePt t="85479" x="3606800" y="5537200"/>
          <p14:tracePt t="85488" x="3843338" y="5494338"/>
          <p14:tracePt t="85496" x="4081463" y="5478463"/>
          <p14:tracePt t="85504" x="4310063" y="5478463"/>
          <p14:tracePt t="85512" x="4546600" y="5478463"/>
          <p14:tracePt t="85520" x="4792663" y="5478463"/>
          <p14:tracePt t="85529" x="5029200" y="5478463"/>
          <p14:tracePt t="85537" x="5224463" y="5478463"/>
          <p14:tracePt t="85545" x="5418138" y="5478463"/>
          <p14:tracePt t="85553" x="5588000" y="5478463"/>
          <p14:tracePt t="85561" x="5783263" y="5478463"/>
          <p14:tracePt t="85570" x="5943600" y="5519738"/>
          <p14:tracePt t="85578" x="6078538" y="5580063"/>
          <p14:tracePt t="85586" x="6197600" y="5630863"/>
          <p14:tracePt t="85594" x="6332538" y="5689600"/>
          <p14:tracePt t="85602" x="6459538" y="5765800"/>
          <p14:tracePt t="85611" x="6578600" y="5808663"/>
          <p14:tracePt t="85619" x="6637338" y="5834063"/>
          <p14:tracePt t="85627" x="6738938" y="5884863"/>
          <p14:tracePt t="85635" x="6850063" y="5926138"/>
          <p14:tracePt t="85643" x="6926263" y="5969000"/>
          <p14:tracePt t="85652" x="6985000" y="6002338"/>
          <p14:tracePt t="85660" x="7010400" y="6019800"/>
          <p14:tracePt t="85668" x="7053263" y="6045200"/>
          <p14:tracePt t="85676" x="7104063" y="6062663"/>
          <p14:tracePt t="85685" x="7104063" y="6078538"/>
          <p14:tracePt t="85693" x="7119938" y="6078538"/>
          <p14:tracePt t="85702" x="7129463" y="6078538"/>
          <p14:tracePt t="85709" x="7129463" y="6096000"/>
          <p14:tracePt t="85718" x="7129463" y="6103938"/>
          <p14:tracePt t="85742" x="7129463" y="6121400"/>
          <p14:tracePt t="85758" x="7129463" y="6138863"/>
          <p14:tracePt t="85775" x="7129463" y="6154738"/>
          <p14:tracePt t="85784" x="7129463" y="6164263"/>
          <p14:tracePt t="85791" x="7129463" y="6180138"/>
          <p14:tracePt t="85799" x="7119938" y="6215063"/>
          <p14:tracePt t="85807" x="7069138" y="6256338"/>
          <p14:tracePt t="85815" x="7053263" y="6273800"/>
          <p14:tracePt t="85824" x="6985000" y="6367463"/>
          <p14:tracePt t="85832" x="6908800" y="6434138"/>
          <p14:tracePt t="85840" x="6832600" y="6510338"/>
          <p14:tracePt t="85848" x="6773863" y="6586538"/>
          <p14:tracePt t="85856" x="6680200" y="6662738"/>
          <p14:tracePt t="85865" x="6578600" y="6756400"/>
          <p14:tracePt t="85873" x="6527800" y="6781800"/>
          <p14:tracePt t="85881" x="6443663" y="6840538"/>
          <p14:tracePt t="86037" x="4216400" y="6799263"/>
          <p14:tracePt t="86045" x="4157663" y="6756400"/>
          <p14:tracePt t="86053" x="4114800" y="6680200"/>
          <p14:tracePt t="86062" x="4071938" y="6629400"/>
          <p14:tracePt t="86070" x="4056063" y="6621463"/>
          <p14:tracePt t="86078" x="4038600" y="6570663"/>
          <p14:tracePt t="86086" x="4021138" y="6545263"/>
          <p14:tracePt t="86094" x="4005263" y="6527800"/>
          <p14:tracePt t="86102" x="4005263" y="6494463"/>
          <p14:tracePt t="86111" x="4005263" y="6484938"/>
          <p14:tracePt t="86119" x="3995738" y="6469063"/>
          <p14:tracePt t="86135" x="3995738" y="6451600"/>
          <p14:tracePt t="86143" x="3995738" y="6434138"/>
          <p14:tracePt t="86152" x="3995738" y="6426200"/>
          <p14:tracePt t="86160" x="3995738" y="6408738"/>
          <p14:tracePt t="86168" x="3995738" y="6392863"/>
          <p14:tracePt t="86185" x="3995738" y="6367463"/>
          <p14:tracePt t="86192" x="3995738" y="6332538"/>
          <p14:tracePt t="86202" x="3995738" y="6316663"/>
          <p14:tracePt t="86209" x="4005263" y="6273800"/>
          <p14:tracePt t="86218" x="4021138" y="6240463"/>
          <p14:tracePt t="86225" x="4056063" y="6197600"/>
          <p14:tracePt t="86235" x="4071938" y="6164263"/>
          <p14:tracePt t="86242" x="4097338" y="6103938"/>
          <p14:tracePt t="86251" x="4132263" y="6062663"/>
          <p14:tracePt t="86258" x="4157663" y="6037263"/>
          <p14:tracePt t="86268" x="4191000" y="6002338"/>
          <p14:tracePt t="86274" x="4216400" y="5969000"/>
          <p14:tracePt t="86284" x="4249738" y="5961063"/>
          <p14:tracePt t="86291" x="4267200" y="5943600"/>
          <p14:tracePt t="86299" x="4310063" y="5926138"/>
          <p14:tracePt t="86307" x="4343400" y="5926138"/>
          <p14:tracePt t="86316" x="4368800" y="5910263"/>
          <p14:tracePt t="86326" x="4402138" y="5910263"/>
          <p14:tracePt t="86332" x="4427538" y="5900738"/>
          <p14:tracePt t="86340" x="4470400" y="5900738"/>
          <p14:tracePt t="86348" x="4538663" y="5900738"/>
          <p14:tracePt t="86356" x="4564063" y="5900738"/>
          <p14:tracePt t="86364" x="4622800" y="5900738"/>
          <p14:tracePt t="86373" x="4681538" y="5900738"/>
          <p14:tracePt t="86381" x="4792663" y="5900738"/>
          <p14:tracePt t="86389" x="4818063" y="5900738"/>
          <p14:tracePt t="86398" x="4953000" y="5900738"/>
          <p14:tracePt t="86405" x="5029200" y="5900738"/>
          <p14:tracePt t="86414" x="5138738" y="5900738"/>
          <p14:tracePt t="86422" x="5265738" y="5900738"/>
          <p14:tracePt t="86430" x="5316538" y="5900738"/>
          <p14:tracePt t="86438" x="5418138" y="5910263"/>
          <p14:tracePt t="86446" x="5494338" y="5926138"/>
          <p14:tracePt t="86455" x="5595938" y="5943600"/>
          <p14:tracePt t="86463" x="5689600" y="5969000"/>
          <p14:tracePt t="86471" x="5765800" y="5986463"/>
          <p14:tracePt t="86479" x="5824538" y="6002338"/>
          <p14:tracePt t="86487" x="5867400" y="6037263"/>
          <p14:tracePt t="86496" x="5918200" y="6062663"/>
          <p14:tracePt t="86504" x="5961063" y="6078538"/>
          <p14:tracePt t="86512" x="5994400" y="6103938"/>
          <p14:tracePt t="86520" x="6019800" y="6138863"/>
          <p14:tracePt t="86529" x="6037263" y="6154738"/>
          <p14:tracePt t="86536" x="6062663" y="6180138"/>
          <p14:tracePt t="86545" x="6096000" y="6215063"/>
          <p14:tracePt t="86553" x="6113463" y="6240463"/>
          <p14:tracePt t="86561" x="6129338" y="6240463"/>
          <p14:tracePt t="86570" x="6138863" y="6273800"/>
          <p14:tracePt t="86578" x="6138863" y="6291263"/>
          <p14:tracePt t="86594" x="6154738" y="6299200"/>
          <p14:tracePt t="86602" x="6154738" y="6316663"/>
          <p14:tracePt t="86619" x="6172200" y="6332538"/>
          <p14:tracePt t="86635" x="6172200" y="6350000"/>
          <p14:tracePt t="86652" x="6172200" y="6367463"/>
          <p14:tracePt t="86660" x="6172200" y="6375400"/>
          <p14:tracePt t="86684" x="6172200" y="6392863"/>
          <p14:tracePt t="86717" x="6172200" y="6408738"/>
          <p14:tracePt t="86774" x="6172200" y="6426200"/>
          <p14:tracePt t="86824" x="6154738" y="6426200"/>
          <p14:tracePt t="86873" x="6138863" y="6426200"/>
          <p14:tracePt t="86905" x="6129338" y="6426200"/>
          <p14:tracePt t="86938" x="6113463" y="6426200"/>
          <p14:tracePt t="86955" x="6096000" y="6426200"/>
          <p14:tracePt t="86971" x="6078538" y="6426200"/>
          <p14:tracePt t="86979" x="6078538" y="6408738"/>
          <p14:tracePt t="87004" x="6062663" y="6408738"/>
          <p14:tracePt t="87012" x="6053138" y="6408738"/>
          <p14:tracePt t="87020" x="6037263" y="6408738"/>
          <p14:tracePt t="87028" x="6002338" y="6408738"/>
          <p14:tracePt t="87036" x="5994400" y="6408738"/>
          <p14:tracePt t="87045" x="5926138" y="6408738"/>
          <p14:tracePt t="87053" x="5859463" y="6408738"/>
          <p14:tracePt t="87061" x="5783263" y="6408738"/>
          <p14:tracePt t="87069" x="5672138" y="6408738"/>
          <p14:tracePt t="87077" x="5613400" y="6408738"/>
          <p14:tracePt t="87086" x="5511800" y="6408738"/>
          <p14:tracePt t="87094" x="5435600" y="6408738"/>
          <p14:tracePt t="87102" x="5334000" y="6408738"/>
          <p14:tracePt t="87111" x="5257800" y="6408738"/>
          <p14:tracePt t="87118" x="5199063" y="6408738"/>
          <p14:tracePt t="87127" x="5122863" y="6408738"/>
          <p14:tracePt t="87135" x="5072063" y="6408738"/>
          <p14:tracePt t="87143" x="5011738" y="6408738"/>
          <p14:tracePt t="87151" x="4986338" y="6408738"/>
          <p14:tracePt t="87159" x="4935538" y="6408738"/>
          <p14:tracePt t="87168" x="4927600" y="6408738"/>
          <p14:tracePt t="87176" x="4894263" y="6392863"/>
          <p14:tracePt t="87185" x="4876800" y="6392863"/>
          <p14:tracePt t="87192" x="4851400" y="6392863"/>
          <p14:tracePt t="87202" x="4833938" y="6392863"/>
          <p14:tracePt t="87209" x="4818063" y="6392863"/>
          <p14:tracePt t="87218" x="4800600" y="6392863"/>
          <p14:tracePt t="87225" x="4800600" y="6375400"/>
          <p14:tracePt t="87235" x="4792663" y="6375400"/>
          <p14:tracePt t="87258" x="4775200" y="6375400"/>
          <p14:tracePt t="87268" x="4775200" y="6367463"/>
          <p14:tracePt t="87282" x="4757738" y="6367463"/>
          <p14:tracePt t="87307" x="4741863" y="6367463"/>
          <p14:tracePt t="87325" x="4732338" y="6367463"/>
          <p14:tracePt t="87332" x="4716463" y="6367463"/>
          <p14:tracePt t="87340" x="4699000" y="6367463"/>
          <p14:tracePt t="87348" x="4673600" y="6367463"/>
          <p14:tracePt t="87356" x="4656138" y="6367463"/>
          <p14:tracePt t="87364" x="4622800" y="6367463"/>
          <p14:tracePt t="87373" x="4597400" y="6367463"/>
          <p14:tracePt t="87381" x="4546600" y="6367463"/>
          <p14:tracePt t="87389" x="4503738" y="6367463"/>
          <p14:tracePt t="87397" x="4470400" y="6367463"/>
          <p14:tracePt t="87405" x="4411663" y="6367463"/>
          <p14:tracePt t="87414" x="4386263" y="6367463"/>
          <p14:tracePt t="87422" x="4325938" y="6367463"/>
          <p14:tracePt t="87430" x="4275138" y="6367463"/>
          <p14:tracePt t="87438" x="4216400" y="6367463"/>
          <p14:tracePt t="87446" x="4191000" y="6367463"/>
          <p14:tracePt t="87455" x="4140200" y="6367463"/>
          <p14:tracePt t="87463" x="4132263" y="6367463"/>
          <p14:tracePt t="87471" x="4081463" y="6367463"/>
          <p14:tracePt t="87480" x="4056063" y="6367463"/>
          <p14:tracePt t="87487" x="4038600" y="6367463"/>
          <p14:tracePt t="87496" x="4021138" y="6367463"/>
          <p14:tracePt t="87504" x="3995738" y="6367463"/>
          <p14:tracePt t="87520" x="3979863" y="6367463"/>
          <p14:tracePt t="87528" x="3962400" y="6350000"/>
          <p14:tracePt t="87545" x="3944938" y="6350000"/>
          <p14:tracePt t="87561" x="3937000" y="6332538"/>
          <p14:tracePt t="87569" x="3919538" y="6332538"/>
          <p14:tracePt t="87577" x="3903663" y="6332538"/>
          <p14:tracePt t="87586" x="3886200" y="6332538"/>
          <p14:tracePt t="87594" x="3878263" y="6332538"/>
          <p14:tracePt t="87602" x="3843338" y="6316663"/>
          <p14:tracePt t="87610" x="3827463" y="6316663"/>
          <p14:tracePt t="87618" x="3810000" y="6316663"/>
          <p14:tracePt t="87627" x="3784600" y="6299200"/>
          <p14:tracePt t="87643" x="3751263" y="6291263"/>
          <p14:tracePt t="87651" x="3741738" y="6291263"/>
          <p14:tracePt t="87660" x="3725863" y="6273800"/>
          <p14:tracePt t="87668" x="3708400" y="6256338"/>
          <p14:tracePt t="87685" x="3690938" y="6240463"/>
          <p14:tracePt t="87692" x="3675063" y="6230938"/>
          <p14:tracePt t="87709" x="3665538" y="6215063"/>
          <p14:tracePt t="87725" x="3665538" y="6197600"/>
          <p14:tracePt t="87742" x="3665538" y="6180138"/>
          <p14:tracePt t="87758" x="3665538" y="6164263"/>
          <p14:tracePt t="87791" x="3665538" y="6154738"/>
          <p14:tracePt t="87823" x="3675063" y="6138863"/>
          <p14:tracePt t="87840" x="3690938" y="6121400"/>
          <p14:tracePt t="87848" x="3708400" y="6121400"/>
          <p14:tracePt t="87856" x="3708400" y="6103938"/>
          <p14:tracePt t="87864" x="3741738" y="6096000"/>
          <p14:tracePt t="87873" x="3784600" y="6045200"/>
          <p14:tracePt t="87881" x="3827463" y="6002338"/>
          <p14:tracePt t="87889" x="3886200" y="5943600"/>
          <p14:tracePt t="87897" x="3979863" y="5867400"/>
          <p14:tracePt t="87905" x="4071938" y="5808663"/>
          <p14:tracePt t="87914" x="4157663" y="5732463"/>
          <p14:tracePt t="87922" x="4267200" y="5638800"/>
          <p14:tracePt t="87930" x="4351338" y="5570538"/>
          <p14:tracePt t="87938" x="4470400" y="5494338"/>
          <p14:tracePt t="87946" x="4521200" y="5461000"/>
          <p14:tracePt t="87954" x="4579938" y="5402263"/>
          <p14:tracePt t="87963" x="4673600" y="5341938"/>
          <p14:tracePt t="87971" x="4716463" y="5300663"/>
          <p14:tracePt t="87979" x="4757738" y="5265738"/>
          <p14:tracePt t="87987" x="4792663" y="5240338"/>
          <p14:tracePt t="87996" x="4818063" y="5224463"/>
          <p14:tracePt t="88004" x="4833938" y="5207000"/>
          <p14:tracePt t="88012" x="4851400" y="5189538"/>
          <p14:tracePt t="88036" x="4851400" y="5173663"/>
          <p14:tracePt t="88045" x="4868863" y="5173663"/>
          <p14:tracePt t="88069" x="4868863" y="5164138"/>
          <p14:tracePt t="88126" x="4868863" y="5148263"/>
          <p14:tracePt t="88184" x="4851400" y="5148263"/>
          <p14:tracePt t="88203" x="4833938" y="5148263"/>
          <p14:tracePt t="88217" x="4818063" y="5148263"/>
          <p14:tracePt t="88235" x="4818063" y="5130800"/>
          <p14:tracePt t="88241" x="4800600" y="5130800"/>
          <p14:tracePt t="88290" x="4792663" y="5130800"/>
          <p14:tracePt t="88299" x="4792663" y="5113338"/>
          <p14:tracePt t="88397" x="4792663" y="5130800"/>
          <p14:tracePt t="88406" x="4792663" y="5148263"/>
          <p14:tracePt t="92809" x="4935538" y="5240338"/>
          <p14:tracePt t="92818" x="5122863" y="5359400"/>
          <p14:tracePt t="92825" x="5300663" y="5461000"/>
          <p14:tracePt t="92836" x="5453063" y="5554663"/>
          <p14:tracePt t="92842" x="5613400" y="5638800"/>
          <p14:tracePt t="92851" x="5748338" y="5715000"/>
          <p14:tracePt t="92858" x="6096000" y="5867400"/>
          <p14:tracePt t="92868" x="6392863" y="6002338"/>
          <p14:tracePt t="92874" x="6502400" y="6045200"/>
          <p14:tracePt t="92882" x="6697663" y="6121400"/>
          <p14:tracePt t="92890" x="6832600" y="6180138"/>
          <p14:tracePt t="92899" x="6934200" y="6215063"/>
          <p14:tracePt t="92907" x="6985000" y="6240463"/>
          <p14:tracePt t="92915" x="7027863" y="6256338"/>
          <p14:tracePt t="92923" x="7053263" y="6273800"/>
          <p14:tracePt t="92940" x="7069138" y="6273800"/>
          <p14:tracePt t="92948" x="7069138" y="6291263"/>
          <p14:tracePt t="92997" x="7053263" y="6291263"/>
          <p14:tracePt t="93005" x="7010400" y="6299200"/>
          <p14:tracePt t="93013" x="6967538" y="6316663"/>
          <p14:tracePt t="93021" x="6926263" y="6316663"/>
          <p14:tracePt t="93030" x="6858000" y="6316663"/>
          <p14:tracePt t="93038" x="6789738" y="6332538"/>
          <p14:tracePt t="93046" x="6723063" y="6332538"/>
          <p14:tracePt t="93054" x="6662738" y="6332538"/>
          <p14:tracePt t="93062" x="6621463" y="6332538"/>
          <p14:tracePt t="93071" x="6578600" y="6332538"/>
          <p14:tracePt t="93079" x="6527800" y="6332538"/>
          <p14:tracePt t="93087" x="6519863" y="6332538"/>
          <p14:tracePt t="93095" x="6502400" y="6332538"/>
          <p14:tracePt t="93112" x="6484938" y="6332538"/>
          <p14:tracePt t="93169" x="6469063" y="6316663"/>
          <p14:tracePt t="93194" x="6459538" y="6299200"/>
          <p14:tracePt t="93210" x="6459538" y="6291263"/>
          <p14:tracePt t="93219" x="6443663" y="6273800"/>
          <p14:tracePt t="93227" x="6426200" y="6256338"/>
          <p14:tracePt t="93243" x="6408738" y="6240463"/>
          <p14:tracePt t="93252" x="6392863" y="6215063"/>
          <p14:tracePt t="93259" x="6383338" y="6197600"/>
          <p14:tracePt t="93268" x="6367463" y="6164263"/>
          <p14:tracePt t="93276" x="6332538" y="6138863"/>
          <p14:tracePt t="93285" x="6324600" y="6103938"/>
          <p14:tracePt t="93292" x="6307138" y="6103938"/>
          <p14:tracePt t="93302" x="6291263" y="6096000"/>
          <p14:tracePt t="93308" x="6273800" y="6078538"/>
          <p14:tracePt t="93335" x="6273800" y="6062663"/>
          <p14:tracePt t="95711" x="6273800" y="6078538"/>
          <p14:tracePt t="95718" x="6230938" y="6164263"/>
          <p14:tracePt t="95727" x="6154738" y="6256338"/>
          <p14:tracePt t="95735" x="6096000" y="6350000"/>
          <p14:tracePt t="95743" x="6002338" y="6426200"/>
          <p14:tracePt t="95753" x="5926138" y="6510338"/>
          <p14:tracePt t="95759" x="5842000" y="6586538"/>
          <p14:tracePt t="95768" x="5630863" y="6764338"/>
          <p14:tracePt t="98130" x="4343400" y="6764338"/>
          <p14:tracePt t="98139" x="4411663" y="6738938"/>
          <p14:tracePt t="98147" x="4503738" y="6680200"/>
          <p14:tracePt t="98154" x="4538663" y="6646863"/>
          <p14:tracePt t="98161" x="4579938" y="6621463"/>
          <p14:tracePt t="98171" x="4605338" y="6621463"/>
          <p14:tracePt t="98177" x="4622800" y="6604000"/>
          <p14:tracePt t="98194" x="4622800" y="6586538"/>
          <p14:tracePt t="98202" x="4640263" y="6586538"/>
          <p14:tracePt t="98226" x="4640263" y="6570663"/>
          <p14:tracePt t="98259" x="4640263" y="6561138"/>
          <p14:tracePt t="98292" x="4656138" y="6545263"/>
          <p14:tracePt t="98302" x="4656138" y="6527800"/>
          <p14:tracePt t="98308" x="4673600" y="6510338"/>
          <p14:tracePt t="98318" x="4673600" y="6469063"/>
          <p14:tracePt t="98326" x="4681538" y="6426200"/>
          <p14:tracePt t="98334" x="4716463" y="6332538"/>
          <p14:tracePt t="98341" x="4757738" y="6240463"/>
          <p14:tracePt t="98351" x="4792663" y="6154738"/>
          <p14:tracePt t="98357" x="4868863" y="5986463"/>
          <p14:tracePt t="98366" x="4935538" y="5849938"/>
          <p14:tracePt t="98374" x="5003800" y="5689600"/>
          <p14:tracePt t="98382" x="5046663" y="5630863"/>
          <p14:tracePt t="98390" x="5105400" y="5519738"/>
          <p14:tracePt t="98398" x="5148263" y="5435600"/>
          <p14:tracePt t="98407" x="5181600" y="5384800"/>
          <p14:tracePt t="98415" x="5199063" y="5376863"/>
          <p14:tracePt t="98423" x="5199063" y="5359400"/>
          <p14:tracePt t="98431" x="5207000" y="5359400"/>
          <p14:tracePt t="98480" x="5207000" y="5384800"/>
          <p14:tracePt t="98489" x="5207000" y="5443538"/>
          <p14:tracePt t="98497" x="5181600" y="5519738"/>
          <p14:tracePt t="98505" x="5148263" y="5580063"/>
          <p14:tracePt t="98513" x="5087938" y="5656263"/>
          <p14:tracePt t="98522" x="5011738" y="5748338"/>
          <p14:tracePt t="98530" x="4927600" y="5867400"/>
          <p14:tracePt t="98538" x="4894263" y="5910263"/>
          <p14:tracePt t="98546" x="4851400" y="5969000"/>
          <p14:tracePt t="98554" x="4792663" y="6062663"/>
          <p14:tracePt t="98563" x="4741863" y="6103938"/>
          <p14:tracePt t="98570" x="4699000" y="6154738"/>
          <p14:tracePt t="98579" x="4673600" y="6180138"/>
          <p14:tracePt t="98587" x="4673600" y="6197600"/>
          <p14:tracePt t="98595" x="4656138" y="6197600"/>
          <p14:tracePt t="98603" x="4640263" y="6215063"/>
          <p14:tracePt t="98669" x="4640263" y="6197600"/>
          <p14:tracePt t="98677" x="4640263" y="6180138"/>
          <p14:tracePt t="98710" x="4640263" y="6164263"/>
          <p14:tracePt t="98719" x="4622800" y="6164263"/>
          <p14:tracePt t="98743" x="4622800" y="6154738"/>
          <p14:tracePt t="98752" x="4605338" y="6154738"/>
          <p14:tracePt t="98768" x="4597400" y="6154738"/>
          <p14:tracePt t="98775" x="4579938" y="6154738"/>
          <p14:tracePt t="98792" x="4546600" y="6138863"/>
          <p14:tracePt t="98802" x="4538663" y="6138863"/>
          <p14:tracePt t="98808" x="4503738" y="6138863"/>
          <p14:tracePt t="98825" x="4470400" y="6138863"/>
          <p14:tracePt t="98834" x="4462463" y="6138863"/>
          <p14:tracePt t="98841" x="4445000" y="6138863"/>
          <p14:tracePt t="98849" x="4427538" y="6121400"/>
          <p14:tracePt t="98857" x="4411663" y="6121400"/>
          <p14:tracePt t="98874" x="4402138" y="6121400"/>
          <p14:tracePt t="99980" x="4402138" y="6138863"/>
          <p14:tracePt t="100062" x="4386263" y="6138863"/>
          <p14:tracePt t="100152" x="4368800" y="6138863"/>
          <p14:tracePt t="100201" x="4351338" y="6138863"/>
          <p14:tracePt t="100234" x="4343400" y="6138863"/>
          <p14:tracePt t="100259" x="4325938" y="6138863"/>
          <p14:tracePt t="100275" x="4310063" y="6138863"/>
          <p14:tracePt t="100285" x="4292600" y="6138863"/>
          <p14:tracePt t="100301" x="4275138" y="6138863"/>
          <p14:tracePt t="100308" x="4267200" y="6138863"/>
          <p14:tracePt t="100326" x="4249738" y="6154738"/>
          <p14:tracePt t="100334" x="4233863" y="6154738"/>
          <p14:tracePt t="100349" x="4216400" y="6154738"/>
          <p14:tracePt t="100357" x="4208463" y="6154738"/>
          <p14:tracePt t="100366" x="4191000" y="6164263"/>
          <p14:tracePt t="100374" x="4173538" y="6164263"/>
          <p14:tracePt t="100390" x="4157663" y="6164263"/>
          <p14:tracePt t="100407" x="4140200" y="6180138"/>
          <p14:tracePt t="100423" x="4132263" y="6180138"/>
          <p14:tracePt t="100431" x="4114800" y="6180138"/>
          <p14:tracePt t="100447" x="4097338" y="6180138"/>
          <p14:tracePt t="100464" x="4081463" y="6180138"/>
          <p14:tracePt t="100480" x="4071938" y="6180138"/>
          <p14:tracePt t="100497" x="4056063" y="6197600"/>
          <p14:tracePt t="100505" x="4038600" y="6197600"/>
          <p14:tracePt t="100521" x="4021138" y="6197600"/>
          <p14:tracePt t="100538" x="4005263" y="6197600"/>
          <p14:tracePt t="100546" x="3995738" y="6215063"/>
          <p14:tracePt t="100562" x="3979863" y="6215063"/>
          <p14:tracePt t="100570" x="3962400" y="6215063"/>
          <p14:tracePt t="100587" x="3962400" y="6230938"/>
          <p14:tracePt t="100595" x="3944938" y="6230938"/>
          <p14:tracePt t="100619" x="3937000" y="6230938"/>
          <p14:tracePt t="100677" x="3919538" y="6230938"/>
          <p14:tracePt t="100710" x="3903663" y="6230938"/>
          <p14:tracePt t="100743" x="3886200" y="6230938"/>
          <p14:tracePt t="100767" x="3878263" y="6230938"/>
          <p14:tracePt t="100775" x="3878263" y="6240463"/>
          <p14:tracePt t="100792" x="3860800" y="6240463"/>
          <p14:tracePt t="100817" x="3843338" y="6240463"/>
          <p14:tracePt t="100857" x="3827463" y="6240463"/>
          <p14:tracePt t="100881" x="3810000" y="6240463"/>
          <p14:tracePt t="100890" x="3810000" y="6256338"/>
          <p14:tracePt t="100923" x="3802063" y="6256338"/>
          <p14:tracePt t="100980" x="3784600" y="6256338"/>
          <p14:tracePt t="101095" x="3767138" y="6256338"/>
          <p14:tracePt t="101398" x="3767138" y="6240463"/>
          <p14:tracePt t="101415" x="3784600" y="6240463"/>
          <p14:tracePt t="101447" x="3810000" y="6240463"/>
          <p14:tracePt t="101455" x="3878263" y="6240463"/>
          <p14:tracePt t="101464" x="3944938" y="6240463"/>
          <p14:tracePt t="101472" x="4021138" y="6215063"/>
          <p14:tracePt t="101480" x="4157663" y="6180138"/>
          <p14:tracePt t="101488" x="4325938" y="6138863"/>
          <p14:tracePt t="101496" x="4487863" y="6103938"/>
          <p14:tracePt t="101504" x="4656138" y="6062663"/>
          <p14:tracePt t="101513" x="4800600" y="6037263"/>
          <p14:tracePt t="101521" x="4970463" y="6002338"/>
          <p14:tracePt t="101529" x="5029200" y="6002338"/>
          <p14:tracePt t="101537" x="5138738" y="5986463"/>
          <p14:tracePt t="101546" x="5240338" y="5969000"/>
          <p14:tracePt t="101554" x="5316538" y="5961063"/>
          <p14:tracePt t="101562" x="5376863" y="5961063"/>
          <p14:tracePt t="101570" x="5435600" y="5961063"/>
          <p14:tracePt t="101579" x="5453063" y="5943600"/>
          <p14:tracePt t="101586" x="5478463" y="5943600"/>
          <p14:tracePt t="101595" x="5494338" y="5943600"/>
          <p14:tracePt t="101627" x="5511800" y="5943600"/>
          <p14:tracePt t="101685" x="5511800" y="5926138"/>
          <p14:tracePt t="101703" x="5529263" y="5926138"/>
          <p14:tracePt t="101717" x="5529263" y="5910263"/>
          <p14:tracePt t="101726" x="5537200" y="5910263"/>
          <p14:tracePt t="101736" x="5537200" y="5900738"/>
          <p14:tracePt t="101742" x="5554663" y="5867400"/>
          <p14:tracePt t="101752" x="5554663" y="5849938"/>
          <p14:tracePt t="101759" x="5570538" y="5849938"/>
          <p14:tracePt t="101769" x="5588000" y="5834063"/>
          <p14:tracePt t="101775" x="5588000" y="5824538"/>
          <p14:tracePt t="101785" x="5595938" y="5808663"/>
          <p14:tracePt t="101791" x="5613400" y="5808663"/>
          <p14:tracePt t="101816" x="5630863" y="5808663"/>
          <p14:tracePt t="101922" x="5630863" y="5824538"/>
          <p14:tracePt t="103586" x="5595938" y="5824538"/>
          <p14:tracePt t="103594" x="5537200" y="5824538"/>
          <p14:tracePt t="103602" x="5511800" y="5824538"/>
          <p14:tracePt t="103611" x="5453063" y="5824538"/>
          <p14:tracePt t="103619" x="5376863" y="5834063"/>
          <p14:tracePt t="103627" x="5316538" y="5849938"/>
          <p14:tracePt t="103635" x="5240338" y="5867400"/>
          <p14:tracePt t="103643" x="5148263" y="5884863"/>
          <p14:tracePt t="103652" x="5105400" y="5884863"/>
          <p14:tracePt t="103660" x="5011738" y="5900738"/>
          <p14:tracePt t="103668" x="4970463" y="5910263"/>
          <p14:tracePt t="103676" x="4927600" y="5910263"/>
          <p14:tracePt t="103685" x="4868863" y="5926138"/>
          <p14:tracePt t="103692" x="4833938" y="5926138"/>
          <p14:tracePt t="103702" x="4792663" y="5926138"/>
          <p14:tracePt t="103709" x="4757738" y="5926138"/>
          <p14:tracePt t="103719" x="4716463" y="5943600"/>
          <p14:tracePt t="103725" x="4673600" y="5943600"/>
          <p14:tracePt t="103735" x="4640263" y="5961063"/>
          <p14:tracePt t="103742" x="4605338" y="5961063"/>
          <p14:tracePt t="103751" x="4579938" y="5961063"/>
          <p14:tracePt t="103758" x="4538663" y="5961063"/>
          <p14:tracePt t="103768" x="4521200" y="5961063"/>
          <p14:tracePt t="103775" x="4470400" y="5969000"/>
          <p14:tracePt t="103784" x="4445000" y="5969000"/>
          <p14:tracePt t="103791" x="4427538" y="5969000"/>
          <p14:tracePt t="103799" x="4402138" y="5986463"/>
          <p14:tracePt t="103807" x="4386263" y="5986463"/>
          <p14:tracePt t="103816" x="4368800" y="5986463"/>
          <p14:tracePt t="103824" x="4351338" y="5986463"/>
          <p14:tracePt t="103832" x="4343400" y="5986463"/>
          <p14:tracePt t="103840" x="4325938" y="5986463"/>
          <p14:tracePt t="103848" x="4310063" y="5986463"/>
          <p14:tracePt t="103865" x="4292600" y="5986463"/>
          <p14:tracePt t="103873" x="4275138" y="5986463"/>
          <p14:tracePt t="103881" x="4275138" y="6002338"/>
          <p14:tracePt t="103889" x="4267200" y="6002338"/>
          <p14:tracePt t="103922" x="4249738" y="6002338"/>
          <p14:tracePt t="105151" x="4267200" y="6002338"/>
          <p14:tracePt t="105169" x="4275138" y="6002338"/>
          <p14:tracePt t="105176" x="4292600" y="6002338"/>
          <p14:tracePt t="105186" x="4351338" y="6002338"/>
          <p14:tracePt t="105192" x="4427538" y="6002338"/>
          <p14:tracePt t="105203" x="4538663" y="6019800"/>
          <p14:tracePt t="105209" x="4673600" y="6037263"/>
          <p14:tracePt t="105219" x="4868863" y="6037263"/>
          <p14:tracePt t="105225" x="5062538" y="6037263"/>
          <p14:tracePt t="105235" x="5257800" y="6037263"/>
          <p14:tracePt t="105241" x="5537200" y="6037263"/>
          <p14:tracePt t="105251" x="5783263" y="6037263"/>
          <p14:tracePt t="105258" x="6019800" y="6037263"/>
          <p14:tracePt t="105266" x="6248400" y="5986463"/>
          <p14:tracePt t="105274" x="6332538" y="5986463"/>
          <p14:tracePt t="105282" x="6459538" y="5969000"/>
          <p14:tracePt t="105291" x="6596063" y="5961063"/>
          <p14:tracePt t="105299" x="6697663" y="5961063"/>
          <p14:tracePt t="105307" x="6756400" y="5943600"/>
          <p14:tracePt t="105315" x="6789738" y="5943600"/>
          <p14:tracePt t="105325" x="6815138" y="5943600"/>
          <p14:tracePt t="105332" x="6832600" y="5926138"/>
          <p14:tracePt t="105348" x="6850063" y="5926138"/>
          <p14:tracePt t="105553" x="6832600" y="5926138"/>
          <p14:tracePt t="105569" x="6815138" y="5926138"/>
          <p14:tracePt t="105586" x="6799263" y="5926138"/>
          <p14:tracePt t="105594" x="6789738" y="5926138"/>
          <p14:tracePt t="105610" x="6773863" y="5926138"/>
          <p14:tracePt t="105619" x="6756400" y="5926138"/>
          <p14:tracePt t="105627" x="6738938" y="5926138"/>
          <p14:tracePt t="105635" x="6723063" y="5926138"/>
          <p14:tracePt t="105652" x="6713538" y="5926138"/>
          <p14:tracePt t="105659" x="6697663" y="5926138"/>
          <p14:tracePt t="105669" x="6680200" y="5926138"/>
          <p14:tracePt t="105676" x="6654800" y="5926138"/>
          <p14:tracePt t="105692" x="6621463" y="5926138"/>
          <p14:tracePt t="105702" x="6596063" y="5926138"/>
          <p14:tracePt t="105708" x="6561138" y="5926138"/>
          <p14:tracePt t="105718" x="6527800" y="5926138"/>
          <p14:tracePt t="105725" x="6502400" y="5926138"/>
          <p14:tracePt t="105735" x="6459538" y="5926138"/>
          <p14:tracePt t="105741" x="6426200" y="5943600"/>
          <p14:tracePt t="105751" x="6408738" y="5943600"/>
          <p14:tracePt t="105758" x="6383338" y="5943600"/>
          <p14:tracePt t="105766" x="6367463" y="5961063"/>
          <p14:tracePt t="105774" x="6350000" y="5961063"/>
          <p14:tracePt t="105782" x="6332538" y="5961063"/>
          <p14:tracePt t="105799" x="6324600" y="5961063"/>
          <p14:tracePt t="105831" x="6307138" y="5961063"/>
          <p14:tracePt t="109102" x="6291263" y="5961063"/>
          <p14:tracePt t="109560" x="6307138" y="5969000"/>
          <p14:tracePt t="109576" x="6307138" y="5986463"/>
          <p14:tracePt t="109587" x="6324600" y="6002338"/>
          <p14:tracePt t="109602" x="6332538" y="6019800"/>
          <p14:tracePt t="109609" x="6332538" y="6037263"/>
          <p14:tracePt t="109625" x="6332538" y="6045200"/>
          <p14:tracePt t="109635" x="6350000" y="6045200"/>
          <p14:tracePt t="109642" x="6350000" y="6062663"/>
          <p14:tracePt t="109659" x="6367463" y="6078538"/>
          <p14:tracePt t="109675" x="6383338" y="6096000"/>
          <p14:tracePt t="109685" x="6392863" y="6103938"/>
          <p14:tracePt t="109691" x="6408738" y="6103938"/>
          <p14:tracePt t="109701" x="6408738" y="6121400"/>
          <p14:tracePt t="109708" x="6426200" y="6121400"/>
          <p14:tracePt t="109724" x="6426200" y="6138863"/>
          <p14:tracePt t="109732" x="6443663" y="6138863"/>
          <p14:tracePt t="109749" x="6443663" y="6154738"/>
          <p14:tracePt t="109757" x="6459538" y="6154738"/>
          <p14:tracePt t="109822" x="6443663" y="6154738"/>
          <p14:tracePt t="109839" x="6426200" y="6154738"/>
          <p14:tracePt t="109847" x="6408738" y="6154738"/>
          <p14:tracePt t="109863" x="6392863" y="6154738"/>
          <p14:tracePt t="109871" x="6383338" y="6154738"/>
          <p14:tracePt t="109888" x="6367463" y="6154738"/>
          <p14:tracePt t="109896" x="6350000" y="6154738"/>
          <p14:tracePt t="109913" x="6324600" y="6154738"/>
          <p14:tracePt t="109921" x="6307138" y="6154738"/>
          <p14:tracePt t="109929" x="6291263" y="6154738"/>
          <p14:tracePt t="109937" x="6273800" y="6154738"/>
          <p14:tracePt t="109945" x="6265863" y="6154738"/>
          <p14:tracePt t="109954" x="6248400" y="6154738"/>
          <p14:tracePt t="109961" x="6215063" y="6154738"/>
          <p14:tracePt t="109970" x="6197600" y="6154738"/>
          <p14:tracePt t="109978" x="6189663" y="6154738"/>
          <p14:tracePt t="109986" x="6154738" y="6154738"/>
          <p14:tracePt t="110002" x="6129338" y="6154738"/>
          <p14:tracePt t="110011" x="6113463" y="6154738"/>
          <p14:tracePt t="110019" x="6096000" y="6154738"/>
          <p14:tracePt t="110027" x="6078538" y="6154738"/>
          <p14:tracePt t="110044" x="6062663" y="6138863"/>
          <p14:tracePt t="110060" x="6053138" y="6138863"/>
          <p14:tracePt t="110076" x="6037263" y="6121400"/>
          <p14:tracePt t="110109" x="6019800" y="6103938"/>
          <p14:tracePt t="110119" x="6019800" y="6096000"/>
          <p14:tracePt t="110136" x="6019800" y="6078538"/>
          <p14:tracePt t="110142" x="6019800" y="6062663"/>
          <p14:tracePt t="110152" x="6002338" y="6045200"/>
          <p14:tracePt t="110158" x="6002338" y="6019800"/>
          <p14:tracePt t="110174" x="6002338" y="5986463"/>
          <p14:tracePt t="110185" x="5994400" y="5969000"/>
          <p14:tracePt t="110191" x="5994400" y="5961063"/>
          <p14:tracePt t="110200" x="5994400" y="5943600"/>
          <p14:tracePt t="110208" x="5994400" y="5926138"/>
          <p14:tracePt t="110216" x="5994400" y="5910263"/>
          <p14:tracePt t="110224" x="5994400" y="5900738"/>
          <p14:tracePt t="110232" x="5994400" y="5884863"/>
          <p14:tracePt t="110248" x="5994400" y="5867400"/>
          <p14:tracePt t="110257" x="5994400" y="5849938"/>
          <p14:tracePt t="110281" x="5994400" y="5834063"/>
          <p14:tracePt t="110298" x="5994400" y="5824538"/>
          <p14:tracePt t="110322" x="5994400" y="5808663"/>
          <p14:tracePt t="110339" x="5994400" y="5791200"/>
          <p14:tracePt t="110347" x="5994400" y="5773738"/>
          <p14:tracePt t="110355" x="6002338" y="5765800"/>
          <p14:tracePt t="110363" x="6019800" y="5765800"/>
          <p14:tracePt t="110371" x="6019800" y="5748338"/>
          <p14:tracePt t="110380" x="6037263" y="5748338"/>
          <p14:tracePt t="110388" x="6053138" y="5732463"/>
          <p14:tracePt t="110396" x="6078538" y="5732463"/>
          <p14:tracePt t="110404" x="6096000" y="5715000"/>
          <p14:tracePt t="110421" x="6113463" y="5715000"/>
          <p14:tracePt t="110429" x="6129338" y="5715000"/>
          <p14:tracePt t="110437" x="6154738" y="5715000"/>
          <p14:tracePt t="110453" x="6172200" y="5715000"/>
          <p14:tracePt t="110462" x="6189663" y="5715000"/>
          <p14:tracePt t="110478" x="6197600" y="5715000"/>
          <p14:tracePt t="110502" x="6215063" y="5715000"/>
          <p14:tracePt t="110527" x="6230938" y="5715000"/>
          <p14:tracePt t="110551" x="6248400" y="5715000"/>
          <p14:tracePt t="110560" x="6248400" y="5732463"/>
          <p14:tracePt t="110569" x="6265863" y="5732463"/>
          <p14:tracePt t="110586" x="6273800" y="5748338"/>
          <p14:tracePt t="110609" x="6291263" y="5765800"/>
          <p14:tracePt t="110619" x="6291263" y="5773738"/>
          <p14:tracePt t="110626" x="6307138" y="5791200"/>
          <p14:tracePt t="110635" x="6307138" y="5808663"/>
          <p14:tracePt t="110651" x="6307138" y="5824538"/>
          <p14:tracePt t="110658" x="6324600" y="5849938"/>
          <p14:tracePt t="110668" x="6324600" y="5867400"/>
          <p14:tracePt t="110675" x="6324600" y="5884863"/>
          <p14:tracePt t="110691" x="6324600" y="5910263"/>
          <p14:tracePt t="110699" x="6324600" y="5926138"/>
          <p14:tracePt t="110708" x="6324600" y="5943600"/>
          <p14:tracePt t="110716" x="6324600" y="5969000"/>
          <p14:tracePt t="110724" x="6324600" y="6002338"/>
          <p14:tracePt t="110732" x="6324600" y="6019800"/>
          <p14:tracePt t="110740" x="6324600" y="6045200"/>
          <p14:tracePt t="110749" x="6324600" y="6062663"/>
          <p14:tracePt t="110757" x="6324600" y="6096000"/>
          <p14:tracePt t="110765" x="6324600" y="6121400"/>
          <p14:tracePt t="110773" x="6324600" y="6138863"/>
          <p14:tracePt t="110781" x="6324600" y="6154738"/>
          <p14:tracePt t="110790" x="6307138" y="6180138"/>
          <p14:tracePt t="110806" x="6291263" y="6197600"/>
          <p14:tracePt t="110814" x="6291263" y="6215063"/>
          <p14:tracePt t="110830" x="6291263" y="6230938"/>
          <p14:tracePt t="110839" x="6273800" y="6230938"/>
          <p14:tracePt t="110855" x="6273800" y="6240463"/>
          <p14:tracePt t="110880" x="6265863" y="6240463"/>
          <p14:tracePt t="110929" x="6248400" y="6240463"/>
          <p14:tracePt t="110953" x="6230938" y="6240463"/>
          <p14:tracePt t="110970" x="6215063" y="6240463"/>
          <p14:tracePt t="110978" x="6197600" y="6240463"/>
          <p14:tracePt t="110986" x="6189663" y="6240463"/>
          <p14:tracePt t="110994" x="6154738" y="6256338"/>
          <p14:tracePt t="111003" x="6138863" y="6256338"/>
          <p14:tracePt t="111011" x="6096000" y="6273800"/>
          <p14:tracePt t="111019" x="6062663" y="6291263"/>
          <p14:tracePt t="111027" x="6002338" y="6299200"/>
          <p14:tracePt t="111035" x="5943600" y="6332538"/>
          <p14:tracePt t="111043" x="5884863" y="6367463"/>
          <p14:tracePt t="111052" x="5808663" y="6392863"/>
          <p14:tracePt t="111060" x="5732463" y="6426200"/>
          <p14:tracePt t="111069" x="5672138" y="6451600"/>
          <p14:tracePt t="111076" x="5595938" y="6484938"/>
          <p14:tracePt t="111085" x="5537200" y="6494463"/>
          <p14:tracePt t="111093" x="5511800" y="6510338"/>
          <p14:tracePt t="111102" x="5468938" y="6527800"/>
          <p14:tracePt t="111109" x="5435600" y="6545263"/>
          <p14:tracePt t="111119" x="5418138" y="6545263"/>
          <p14:tracePt t="111135" x="5402263" y="6545263"/>
          <p14:tracePt t="111461" x="5392738" y="6545263"/>
          <p14:tracePt t="111469" x="5316538" y="6561138"/>
          <p14:tracePt t="111478" x="5257800" y="6604000"/>
          <p14:tracePt t="111487" x="5224463" y="6621463"/>
          <p14:tracePt t="111494" x="5164138" y="6646863"/>
          <p14:tracePt t="111502" x="5087938" y="6697663"/>
          <p14:tracePt t="111511" x="5011738" y="6705600"/>
          <p14:tracePt t="111519" x="4953000" y="6756400"/>
          <p14:tracePt t="111527" x="4876800" y="6764338"/>
          <p14:tracePt t="111535" x="4818063" y="6799263"/>
          <p14:tracePt t="111543" x="4757738" y="6815138"/>
          <p14:tracePt t="111552" x="4699000" y="6824663"/>
        </p14:tracePtLst>
      </p14:laserTrace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DA33EAF-ADBB-CA2C-4E0A-C1696BFF1DC6}"/>
                  </a:ext>
                </a:extLst>
              </p:cNvPr>
              <p:cNvSpPr>
                <a:spLocks noGrp="1"/>
              </p:cNvSpPr>
              <p:nvPr>
                <p:ph type="body" sz="quarter" idx="10"/>
              </p:nvPr>
            </p:nvSpPr>
            <p:spPr>
              <a:xfrm>
                <a:off x="609600" y="922020"/>
                <a:ext cx="10972800" cy="369332"/>
              </a:xfrm>
            </p:spPr>
            <p:txBody>
              <a:bodyPr/>
              <a:lstStyle/>
              <a:p>
                <a:r>
                  <a:rPr lang="en-KR" sz="2000" dirty="0"/>
                  <a:t>Let’s reparametrize </a:t>
                </a:r>
                <a14:m>
                  <m:oMath xmlns:m="http://schemas.openxmlformats.org/officeDocument/2006/math">
                    <m:sSub>
                      <m:sSubPr>
                        <m:ctrlPr>
                          <a:rPr lang="en-US" sz="2000" b="0" i="1" smtClean="0">
                            <a:latin typeface="Cambria Math" panose="02040503050406030204" pitchFamily="18" charset="0"/>
                          </a:rPr>
                        </m:ctrlPr>
                      </m:sSubPr>
                      <m:e>
                        <m:acc>
                          <m:accPr>
                            <m:chr m:val="̃"/>
                            <m:ctrlPr>
                              <a:rPr lang="en-US" sz="2000" b="1" i="1" smtClean="0">
                                <a:latin typeface="Cambria Math" panose="02040503050406030204" pitchFamily="18" charset="0"/>
                              </a:rPr>
                            </m:ctrlPr>
                          </m:accPr>
                          <m:e>
                            <m:r>
                              <a:rPr lang="en-US" altLang="ko-KR" sz="2000" b="1" i="1" smtClean="0">
                                <a:latin typeface="Cambria Math" panose="02040503050406030204" pitchFamily="18" charset="0"/>
                              </a:rPr>
                              <m:t>𝝁</m:t>
                            </m:r>
                          </m:e>
                        </m:acc>
                      </m:e>
                      <m:sub>
                        <m:r>
                          <a:rPr lang="en-US" sz="2000" b="0" i="1" smtClean="0">
                            <a:latin typeface="Cambria Math" panose="02040503050406030204" pitchFamily="18" charset="0"/>
                          </a:rPr>
                          <m:t>𝑡</m:t>
                        </m:r>
                      </m:sub>
                    </m:sSub>
                    <m:d>
                      <m:dPr>
                        <m:ctrlPr>
                          <a:rPr lang="en-US" sz="2000" b="0" i="1" dirty="0" smtClean="0">
                            <a:latin typeface="Cambria Math" panose="02040503050406030204" pitchFamily="18" charset="0"/>
                          </a:rPr>
                        </m:ctrlPr>
                      </m:dPr>
                      <m:e>
                        <m:sSub>
                          <m:sSubPr>
                            <m:ctrlPr>
                              <a:rPr lang="en-US" sz="2000" b="0" i="1" dirty="0" smtClean="0">
                                <a:latin typeface="Cambria Math" panose="02040503050406030204" pitchFamily="18" charset="0"/>
                              </a:rPr>
                            </m:ctrlPr>
                          </m:sSubPr>
                          <m:e>
                            <m:r>
                              <a:rPr lang="en-US" sz="2000" b="1" i="1" dirty="0" smtClean="0">
                                <a:latin typeface="Cambria Math" panose="02040503050406030204" pitchFamily="18" charset="0"/>
                              </a:rPr>
                              <m:t>𝒙</m:t>
                            </m:r>
                          </m:e>
                          <m:sub>
                            <m:r>
                              <a:rPr lang="en-US" sz="2000" b="0" i="1" dirty="0" smtClean="0">
                                <a:latin typeface="Cambria Math" panose="02040503050406030204" pitchFamily="18" charset="0"/>
                              </a:rPr>
                              <m:t>𝑡</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1" i="1" dirty="0" smtClean="0">
                                <a:latin typeface="Cambria Math" panose="02040503050406030204" pitchFamily="18" charset="0"/>
                              </a:rPr>
                              <m:t>𝒙</m:t>
                            </m:r>
                          </m:e>
                          <m:sub>
                            <m:r>
                              <a:rPr lang="en-US" sz="2000" b="0" i="1" dirty="0" smtClean="0">
                                <a:latin typeface="Cambria Math" panose="02040503050406030204" pitchFamily="18" charset="0"/>
                              </a:rPr>
                              <m:t>0</m:t>
                            </m:r>
                          </m:sub>
                        </m:sSub>
                      </m:e>
                    </m:d>
                  </m:oMath>
                </a14:m>
                <a:r>
                  <a:rPr lang="en-KR" sz="2000" dirty="0"/>
                  <a:t> to </a:t>
                </a:r>
                <a14:m>
                  <m:oMath xmlns:m="http://schemas.openxmlformats.org/officeDocument/2006/math">
                    <m:sSub>
                      <m:sSubPr>
                        <m:ctrlPr>
                          <a:rPr lang="en-US" sz="2000" i="1">
                            <a:latin typeface="Cambria Math" panose="02040503050406030204" pitchFamily="18" charset="0"/>
                          </a:rPr>
                        </m:ctrlPr>
                      </m:sSubPr>
                      <m:e>
                        <m:acc>
                          <m:accPr>
                            <m:chr m:val="̃"/>
                            <m:ctrlPr>
                              <a:rPr lang="en-US" sz="2000" b="1" i="1">
                                <a:latin typeface="Cambria Math" panose="02040503050406030204" pitchFamily="18" charset="0"/>
                              </a:rPr>
                            </m:ctrlPr>
                          </m:accPr>
                          <m:e>
                            <m:r>
                              <a:rPr lang="en-US" altLang="ko-KR" sz="2000" b="1" i="1">
                                <a:latin typeface="Cambria Math" panose="02040503050406030204" pitchFamily="18" charset="0"/>
                              </a:rPr>
                              <m:t>𝝁</m:t>
                            </m:r>
                          </m:e>
                        </m:acc>
                      </m:e>
                      <m:sub>
                        <m:r>
                          <a:rPr lang="en-US" sz="2000" i="1">
                            <a:latin typeface="Cambria Math" panose="02040503050406030204" pitchFamily="18" charset="0"/>
                          </a:rPr>
                          <m:t>𝑡</m:t>
                        </m:r>
                      </m:sub>
                    </m:sSub>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b="1" i="1" dirty="0">
                                <a:latin typeface="Cambria Math" panose="02040503050406030204" pitchFamily="18" charset="0"/>
                              </a:rPr>
                              <m:t>𝒙</m:t>
                            </m:r>
                          </m:e>
                          <m:sub>
                            <m:r>
                              <a:rPr lang="en-US" sz="2000" i="1" dirty="0">
                                <a:latin typeface="Cambria Math" panose="02040503050406030204" pitchFamily="18" charset="0"/>
                              </a:rPr>
                              <m:t>𝑡</m:t>
                            </m:r>
                          </m:sub>
                        </m:sSub>
                        <m:r>
                          <a:rPr lang="en-US" sz="2000" i="1" dirty="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1" i="1" dirty="0" smtClean="0">
                                <a:latin typeface="Cambria Math" panose="02040503050406030204" pitchFamily="18" charset="0"/>
                              </a:rPr>
                              <m:t>𝝐</m:t>
                            </m:r>
                          </m:e>
                          <m:sub>
                            <m:r>
                              <a:rPr lang="en-US" sz="2000" b="0" i="1" dirty="0" smtClean="0">
                                <a:latin typeface="Cambria Math" panose="02040503050406030204" pitchFamily="18" charset="0"/>
                              </a:rPr>
                              <m:t>𝑡</m:t>
                            </m:r>
                          </m:sub>
                        </m:sSub>
                      </m:e>
                    </m:d>
                  </m:oMath>
                </a14:m>
                <a:endParaRPr lang="en-KR" sz="2000" dirty="0"/>
              </a:p>
            </p:txBody>
          </p:sp>
        </mc:Choice>
        <mc:Fallback xmlns="">
          <p:sp>
            <p:nvSpPr>
              <p:cNvPr id="3" name="Text Placeholder 2">
                <a:extLst>
                  <a:ext uri="{FF2B5EF4-FFF2-40B4-BE49-F238E27FC236}">
                    <a16:creationId xmlns:a16="http://schemas.microsoft.com/office/drawing/2014/main" id="{ADA33EAF-ADBB-CA2C-4E0A-C1696BFF1DC6}"/>
                  </a:ext>
                </a:extLst>
              </p:cNvPr>
              <p:cNvSpPr>
                <a:spLocks noGrp="1" noRot="1" noChangeAspect="1" noMove="1" noResize="1" noEditPoints="1" noAdjustHandles="1" noChangeArrowheads="1" noChangeShapeType="1" noTextEdit="1"/>
              </p:cNvSpPr>
              <p:nvPr>
                <p:ph type="body" sz="quarter" idx="10"/>
              </p:nvPr>
            </p:nvSpPr>
            <p:spPr>
              <a:xfrm>
                <a:off x="609600" y="922020"/>
                <a:ext cx="10972800" cy="369332"/>
              </a:xfrm>
              <a:blipFill>
                <a:blip r:embed="rId6"/>
                <a:stretch>
                  <a:fillRect l="-1387" t="-13333" b="-30000"/>
                </a:stretch>
              </a:blipFill>
            </p:spPr>
            <p:txBody>
              <a:bodyPr/>
              <a:lstStyle/>
              <a:p>
                <a:r>
                  <a:rPr lang="en-KR">
                    <a:noFill/>
                  </a:rPr>
                  <a:t> </a:t>
                </a:r>
              </a:p>
            </p:txBody>
          </p:sp>
        </mc:Fallback>
      </mc:AlternateContent>
      <p:sp>
        <p:nvSpPr>
          <p:cNvPr id="4" name="Slide Number Placeholder 3">
            <a:extLst>
              <a:ext uri="{FF2B5EF4-FFF2-40B4-BE49-F238E27FC236}">
                <a16:creationId xmlns:a16="http://schemas.microsoft.com/office/drawing/2014/main" id="{ED6A8E08-6CF4-238F-D642-C573DF43643C}"/>
              </a:ext>
            </a:extLst>
          </p:cNvPr>
          <p:cNvSpPr>
            <a:spLocks noGrp="1"/>
          </p:cNvSpPr>
          <p:nvPr>
            <p:ph type="sldNum" sz="quarter" idx="13"/>
          </p:nvPr>
        </p:nvSpPr>
        <p:spPr/>
        <p:txBody>
          <a:bodyPr/>
          <a:lstStyle/>
          <a:p>
            <a:fld id="{EB4B8DE2-A4E8-46E4-8BBF-D75455EFF32C}" type="slidenum">
              <a:rPr lang="en-US" smtClean="0"/>
              <a:pPr/>
              <a:t>30</a:t>
            </a:fld>
            <a:endParaRPr lang="en-US" dirty="0"/>
          </a:p>
        </p:txBody>
      </p:sp>
      <p:sp>
        <p:nvSpPr>
          <p:cNvPr id="5" name="Content Placeholder 4">
            <a:extLst>
              <a:ext uri="{FF2B5EF4-FFF2-40B4-BE49-F238E27FC236}">
                <a16:creationId xmlns:a16="http://schemas.microsoft.com/office/drawing/2014/main" id="{C20EED25-1D38-4E35-9CC6-0EED14C87274}"/>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DA2EE7-274A-7D71-0800-D4FD9ECA9508}"/>
                  </a:ext>
                </a:extLst>
              </p:cNvPr>
              <p:cNvSpPr txBox="1"/>
              <p:nvPr/>
            </p:nvSpPr>
            <p:spPr>
              <a:xfrm>
                <a:off x="9004662" y="649829"/>
                <a:ext cx="2821577" cy="3720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≔1−</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𝛽</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 </m:t>
                      </m:r>
                      <m:acc>
                        <m:accPr>
                          <m:chr m:val="̅"/>
                          <m:ctrlPr>
                            <a:rPr lang="en-US" sz="1800" b="0" i="1" smtClean="0">
                              <a:latin typeface="Cambria Math" panose="02040503050406030204" pitchFamily="18" charset="0"/>
                              <a:ea typeface="Cambria Math" panose="02040503050406030204" pitchFamily="18" charset="0"/>
                            </a:rPr>
                          </m:ctrlPr>
                        </m:acc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𝑡</m:t>
                              </m:r>
                            </m:sub>
                          </m:sSub>
                        </m:e>
                      </m:acc>
                      <m:r>
                        <a:rPr lang="en-US" sz="1800" b="0" i="1" smtClean="0">
                          <a:latin typeface="Cambria Math" panose="02040503050406030204" pitchFamily="18" charset="0"/>
                          <a:ea typeface="Cambria Math" panose="02040503050406030204" pitchFamily="18" charset="0"/>
                        </a:rPr>
                        <m:t>≔</m:t>
                      </m:r>
                      <m:sSubSup>
                        <m:sSubSupPr>
                          <m:ctrlPr>
                            <a:rPr lang="en-US" sz="1800" b="0" i="1" smtClean="0">
                              <a:latin typeface="Cambria Math" panose="02040503050406030204" pitchFamily="18" charset="0"/>
                              <a:ea typeface="Cambria Math" panose="02040503050406030204" pitchFamily="18" charset="0"/>
                            </a:rPr>
                          </m:ctrlPr>
                        </m:sSubSupPr>
                        <m:e>
                          <m:r>
                            <m:rPr>
                              <m:sty m:val="p"/>
                            </m:rPr>
                            <a:rPr lang="en-US" sz="1800" b="0" i="0" smtClean="0">
                              <a:latin typeface="Cambria Math" panose="02040503050406030204" pitchFamily="18" charset="0"/>
                              <a:ea typeface="Cambria Math" panose="02040503050406030204" pitchFamily="18" charset="0"/>
                            </a:rPr>
                            <m:t>Π</m:t>
                          </m:r>
                        </m:e>
                        <m:sub>
                          <m:r>
                            <a:rPr lang="en-US" sz="1800" b="0" i="1" smtClean="0">
                              <a:latin typeface="Cambria Math" panose="02040503050406030204" pitchFamily="18" charset="0"/>
                              <a:ea typeface="Cambria Math" panose="02040503050406030204" pitchFamily="18" charset="0"/>
                            </a:rPr>
                            <m:t>𝑠</m:t>
                          </m:r>
                          <m:r>
                            <a:rPr lang="en-US" sz="1800" b="0" i="1" smtClean="0">
                              <a:latin typeface="Cambria Math" panose="02040503050406030204" pitchFamily="18" charset="0"/>
                              <a:ea typeface="Cambria Math" panose="02040503050406030204" pitchFamily="18" charset="0"/>
                            </a:rPr>
                            <m:t>=1</m:t>
                          </m:r>
                        </m:sub>
                        <m:sup>
                          <m:r>
                            <a:rPr lang="en-US" sz="1800" b="0" i="1" smtClean="0">
                              <a:latin typeface="Cambria Math" panose="02040503050406030204" pitchFamily="18" charset="0"/>
                              <a:ea typeface="Cambria Math" panose="02040503050406030204" pitchFamily="18" charset="0"/>
                            </a:rPr>
                            <m:t>𝑡</m:t>
                          </m:r>
                        </m:sup>
                      </m:sSubSup>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𝑠</m:t>
                          </m:r>
                        </m:sub>
                      </m:sSub>
                    </m:oMath>
                  </m:oMathPara>
                </a14:m>
                <a:endParaRPr lang="en-KR" dirty="0"/>
              </a:p>
            </p:txBody>
          </p:sp>
        </mc:Choice>
        <mc:Fallback xmlns="">
          <p:sp>
            <p:nvSpPr>
              <p:cNvPr id="11" name="TextBox 10">
                <a:extLst>
                  <a:ext uri="{FF2B5EF4-FFF2-40B4-BE49-F238E27FC236}">
                    <a16:creationId xmlns:a16="http://schemas.microsoft.com/office/drawing/2014/main" id="{FEDA2EE7-274A-7D71-0800-D4FD9ECA9508}"/>
                  </a:ext>
                </a:extLst>
              </p:cNvPr>
              <p:cNvSpPr txBox="1">
                <a:spLocks noRot="1" noChangeAspect="1" noMove="1" noResize="1" noEditPoints="1" noAdjustHandles="1" noChangeArrowheads="1" noChangeShapeType="1" noTextEdit="1"/>
              </p:cNvSpPr>
              <p:nvPr/>
            </p:nvSpPr>
            <p:spPr>
              <a:xfrm>
                <a:off x="9004662" y="649829"/>
                <a:ext cx="2821577" cy="372025"/>
              </a:xfrm>
              <a:prstGeom prst="rect">
                <a:avLst/>
              </a:prstGeom>
              <a:blipFill>
                <a:blip r:embed="rId7"/>
                <a:stretch>
                  <a:fillRect b="-937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162701-930E-ECB9-D394-60F02821CF59}"/>
                  </a:ext>
                </a:extLst>
              </p:cNvPr>
              <p:cNvSpPr txBox="1"/>
              <p:nvPr/>
            </p:nvSpPr>
            <p:spPr>
              <a:xfrm>
                <a:off x="609600" y="1452770"/>
                <a:ext cx="7049984" cy="8029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panose="02040503050406030204" pitchFamily="18" charset="0"/>
                              <a:ea typeface="Cambria Math" panose="02040503050406030204" pitchFamily="18" charset="0"/>
                            </a:rPr>
                          </m:ctrlPr>
                        </m:sSubPr>
                        <m:e>
                          <m:acc>
                            <m:accPr>
                              <m:chr m:val="̃"/>
                              <m:ctrlPr>
                                <a:rPr lang="en-US" sz="1800" b="1" i="1">
                                  <a:solidFill>
                                    <a:schemeClr val="tx1"/>
                                  </a:solidFill>
                                  <a:latin typeface="Cambria Math" panose="02040503050406030204" pitchFamily="18" charset="0"/>
                                  <a:ea typeface="Cambria Math" panose="02040503050406030204" pitchFamily="18" charset="0"/>
                                </a:rPr>
                              </m:ctrlPr>
                            </m:accPr>
                            <m:e>
                              <m:r>
                                <a:rPr lang="en-US" sz="1800" b="1" i="1">
                                  <a:solidFill>
                                    <a:schemeClr val="tx1"/>
                                  </a:solidFill>
                                  <a:latin typeface="Cambria Math" panose="02040503050406030204" pitchFamily="18" charset="0"/>
                                  <a:ea typeface="Cambria Math" panose="02040503050406030204" pitchFamily="18" charset="0"/>
                                </a:rPr>
                                <m:t>𝝁</m:t>
                              </m:r>
                            </m:e>
                          </m:acc>
                        </m:e>
                        <m:sub>
                          <m:r>
                            <a:rPr lang="en-US" sz="1800" i="1">
                              <a:solidFill>
                                <a:schemeClr val="tx1"/>
                              </a:solidFill>
                              <a:latin typeface="Cambria Math" panose="02040503050406030204" pitchFamily="18" charset="0"/>
                              <a:ea typeface="Cambria Math" panose="02040503050406030204" pitchFamily="18" charset="0"/>
                            </a:rPr>
                            <m:t>𝑡</m:t>
                          </m:r>
                        </m:sub>
                      </m:sSub>
                      <m:d>
                        <m:dPr>
                          <m:ctrlPr>
                            <a:rPr lang="en-US" sz="1800" b="1" i="1">
                              <a:solidFill>
                                <a:schemeClr val="tx1"/>
                              </a:solidFill>
                              <a:latin typeface="Cambria Math" panose="02040503050406030204" pitchFamily="18" charset="0"/>
                              <a:ea typeface="Cambria Math" panose="02040503050406030204" pitchFamily="18" charset="0"/>
                            </a:rPr>
                          </m:ctrlPr>
                        </m:dPr>
                        <m:e>
                          <m:sSub>
                            <m:sSubPr>
                              <m:ctrlPr>
                                <a:rPr lang="en-US" sz="1800" b="1" i="1">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𝒙</m:t>
                              </m:r>
                            </m:e>
                            <m:sub>
                              <m:r>
                                <a:rPr lang="en-US" sz="1800" i="1">
                                  <a:solidFill>
                                    <a:schemeClr val="tx1"/>
                                  </a:solidFill>
                                  <a:latin typeface="Cambria Math" panose="02040503050406030204" pitchFamily="18" charset="0"/>
                                  <a:ea typeface="Cambria Math" panose="02040503050406030204" pitchFamily="18" charset="0"/>
                                </a:rPr>
                                <m:t>𝑡</m:t>
                              </m:r>
                            </m:sub>
                          </m:sSub>
                          <m:r>
                            <a:rPr lang="en-US" sz="1800" b="1" i="1">
                              <a:solidFill>
                                <a:schemeClr val="tx1"/>
                              </a:solidFill>
                              <a:latin typeface="Cambria Math" panose="02040503050406030204" pitchFamily="18" charset="0"/>
                              <a:ea typeface="Cambria Math" panose="02040503050406030204" pitchFamily="18" charset="0"/>
                            </a:rPr>
                            <m:t>,</m:t>
                          </m:r>
                          <m:sSub>
                            <m:sSubPr>
                              <m:ctrlPr>
                                <a:rPr lang="en-US" sz="1800" b="1" i="1">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𝒙</m:t>
                              </m:r>
                            </m:e>
                            <m:sub>
                              <m:r>
                                <a:rPr lang="en-US" sz="1800" i="1">
                                  <a:solidFill>
                                    <a:schemeClr val="tx1"/>
                                  </a:solidFill>
                                  <a:latin typeface="Cambria Math" panose="02040503050406030204" pitchFamily="18" charset="0"/>
                                  <a:ea typeface="Cambria Math" panose="02040503050406030204" pitchFamily="18" charset="0"/>
                                </a:rPr>
                                <m:t>0</m:t>
                              </m:r>
                            </m:sub>
                          </m:sSub>
                        </m:e>
                      </m:d>
                      <m:r>
                        <a:rPr lang="en-US" sz="1800" b="0" i="1" smtClean="0">
                          <a:solidFill>
                            <a:schemeClr val="tx1"/>
                          </a:solidFill>
                          <a:latin typeface="Cambria Math" panose="02040503050406030204" pitchFamily="18" charset="0"/>
                          <a:ea typeface="Cambria Math" panose="02040503050406030204" pitchFamily="18" charset="0"/>
                        </a:rPr>
                        <m:t>≔ </m:t>
                      </m:r>
                      <m:f>
                        <m:fPr>
                          <m:ctrlPr>
                            <a:rPr lang="en-US" sz="1800" i="1" smtClean="0">
                              <a:solidFill>
                                <a:schemeClr val="tx1"/>
                              </a:solidFill>
                              <a:latin typeface="Cambria Math" panose="02040503050406030204" pitchFamily="18" charset="0"/>
                              <a:ea typeface="Cambria Math" panose="02040503050406030204" pitchFamily="18" charset="0"/>
                            </a:rPr>
                          </m:ctrlPr>
                        </m:fPr>
                        <m:num>
                          <m:rad>
                            <m:radPr>
                              <m:degHide m:val="on"/>
                              <m:ctrlPr>
                                <a:rPr lang="en-US" sz="1800" i="1" smtClean="0">
                                  <a:solidFill>
                                    <a:schemeClr val="tx1"/>
                                  </a:solidFill>
                                  <a:latin typeface="Cambria Math" panose="02040503050406030204" pitchFamily="18" charset="0"/>
                                  <a:ea typeface="Cambria Math" panose="02040503050406030204" pitchFamily="18" charset="0"/>
                                </a:rPr>
                              </m:ctrlPr>
                            </m:radPr>
                            <m:deg/>
                            <m:e>
                              <m:sSub>
                                <m:sSubPr>
                                  <m:ctrlPr>
                                    <a:rPr lang="en-US" sz="180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𝑡</m:t>
                                  </m:r>
                                </m:sub>
                              </m:sSub>
                            </m:e>
                          </m:rad>
                          <m:d>
                            <m:dPr>
                              <m:ctrlPr>
                                <a:rPr lang="en-US" sz="1800" i="1" smtClean="0">
                                  <a:solidFill>
                                    <a:schemeClr val="tx1"/>
                                  </a:solidFill>
                                  <a:latin typeface="Cambria Math" panose="02040503050406030204" pitchFamily="18" charset="0"/>
                                  <a:ea typeface="Cambria Math" panose="02040503050406030204" pitchFamily="18" charset="0"/>
                                </a:rPr>
                              </m:ctrlPr>
                            </m:dPr>
                            <m:e>
                              <m:r>
                                <a:rPr lang="en-US" sz="1800" b="0" i="1" smtClean="0">
                                  <a:solidFill>
                                    <a:schemeClr val="tx1"/>
                                  </a:solidFill>
                                  <a:latin typeface="Cambria Math" panose="02040503050406030204" pitchFamily="18" charset="0"/>
                                  <a:ea typeface="Cambria Math" panose="02040503050406030204" pitchFamily="18" charset="0"/>
                                </a:rPr>
                                <m:t>1−</m:t>
                              </m:r>
                              <m:sSub>
                                <m:sSubPr>
                                  <m:ctrlPr>
                                    <a:rPr lang="en-US" sz="1800" i="1" smtClean="0">
                                      <a:solidFill>
                                        <a:schemeClr val="tx1"/>
                                      </a:solidFill>
                                      <a:latin typeface="Cambria Math" panose="02040503050406030204" pitchFamily="18" charset="0"/>
                                      <a:ea typeface="Cambria Math" panose="02040503050406030204" pitchFamily="18" charset="0"/>
                                    </a:rPr>
                                  </m:ctrlPr>
                                </m:sSubPr>
                                <m:e>
                                  <m:acc>
                                    <m:accPr>
                                      <m:chr m:val="̅"/>
                                      <m:ctrlPr>
                                        <a:rPr lang="en-US" sz="1800" i="1" smtClean="0">
                                          <a:solidFill>
                                            <a:schemeClr val="tx1"/>
                                          </a:solidFill>
                                          <a:latin typeface="Cambria Math" panose="02040503050406030204" pitchFamily="18" charset="0"/>
                                          <a:ea typeface="Cambria Math" panose="02040503050406030204" pitchFamily="18" charset="0"/>
                                        </a:rPr>
                                      </m:ctrlPr>
                                    </m:accPr>
                                    <m:e>
                                      <m:r>
                                        <a:rPr lang="en-US" sz="1800" b="0" i="1" smtClean="0">
                                          <a:solidFill>
                                            <a:schemeClr val="tx1"/>
                                          </a:solidFill>
                                          <a:latin typeface="Cambria Math" panose="02040503050406030204" pitchFamily="18" charset="0"/>
                                          <a:ea typeface="Cambria Math" panose="02040503050406030204" pitchFamily="18" charset="0"/>
                                        </a:rPr>
                                        <m:t>𝛼</m:t>
                                      </m:r>
                                    </m:e>
                                  </m:acc>
                                </m:e>
                                <m:sub>
                                  <m:r>
                                    <a:rPr lang="en-US" sz="1800" b="0" i="1" smtClean="0">
                                      <a:solidFill>
                                        <a:schemeClr val="tx1"/>
                                      </a:solidFill>
                                      <a:latin typeface="Cambria Math" panose="02040503050406030204" pitchFamily="18" charset="0"/>
                                      <a:ea typeface="Cambria Math" panose="02040503050406030204" pitchFamily="18" charset="0"/>
                                    </a:rPr>
                                    <m:t>𝑡</m:t>
                                  </m:r>
                                  <m:r>
                                    <a:rPr lang="en-US" sz="1800" b="0" i="1" smtClean="0">
                                      <a:solidFill>
                                        <a:schemeClr val="tx1"/>
                                      </a:solidFill>
                                      <a:latin typeface="Cambria Math" panose="02040503050406030204" pitchFamily="18" charset="0"/>
                                      <a:ea typeface="Cambria Math" panose="02040503050406030204" pitchFamily="18" charset="0"/>
                                    </a:rPr>
                                    <m:t>−1</m:t>
                                  </m:r>
                                </m:sub>
                              </m:sSub>
                            </m:e>
                          </m:d>
                        </m:num>
                        <m:den>
                          <m:r>
                            <a:rPr lang="en-US" sz="1800" b="0" i="1" smtClean="0">
                              <a:solidFill>
                                <a:schemeClr val="tx1"/>
                              </a:solidFill>
                              <a:latin typeface="Cambria Math" panose="02040503050406030204" pitchFamily="18" charset="0"/>
                              <a:ea typeface="Cambria Math" panose="02040503050406030204" pitchFamily="18" charset="0"/>
                            </a:rPr>
                            <m:t>1−</m:t>
                          </m:r>
                          <m:sSub>
                            <m:sSubPr>
                              <m:ctrlPr>
                                <a:rPr lang="en-US" sz="1800" i="1" smtClean="0">
                                  <a:solidFill>
                                    <a:schemeClr val="tx1"/>
                                  </a:solidFill>
                                  <a:latin typeface="Cambria Math" panose="02040503050406030204" pitchFamily="18" charset="0"/>
                                  <a:ea typeface="Cambria Math" panose="02040503050406030204" pitchFamily="18" charset="0"/>
                                </a:rPr>
                              </m:ctrlPr>
                            </m:sSubPr>
                            <m:e>
                              <m:acc>
                                <m:accPr>
                                  <m:chr m:val="̅"/>
                                  <m:ctrlPr>
                                    <a:rPr lang="en-US" sz="1800" i="1" smtClean="0">
                                      <a:solidFill>
                                        <a:schemeClr val="tx1"/>
                                      </a:solidFill>
                                      <a:latin typeface="Cambria Math" panose="02040503050406030204" pitchFamily="18" charset="0"/>
                                      <a:ea typeface="Cambria Math" panose="02040503050406030204" pitchFamily="18" charset="0"/>
                                    </a:rPr>
                                  </m:ctrlPr>
                                </m:accPr>
                                <m:e>
                                  <m:r>
                                    <a:rPr lang="en-US" sz="1800" b="0" i="1" smtClean="0">
                                      <a:solidFill>
                                        <a:schemeClr val="tx1"/>
                                      </a:solidFill>
                                      <a:latin typeface="Cambria Math" panose="02040503050406030204" pitchFamily="18" charset="0"/>
                                      <a:ea typeface="Cambria Math" panose="02040503050406030204" pitchFamily="18" charset="0"/>
                                    </a:rPr>
                                    <m:t>𝛼</m:t>
                                  </m:r>
                                </m:e>
                              </m:acc>
                            </m:e>
                            <m:sub>
                              <m:r>
                                <a:rPr lang="en-US" sz="1800" b="0" i="1" smtClean="0">
                                  <a:solidFill>
                                    <a:schemeClr val="tx1"/>
                                  </a:solidFill>
                                  <a:latin typeface="Cambria Math" panose="02040503050406030204" pitchFamily="18" charset="0"/>
                                  <a:ea typeface="Cambria Math" panose="02040503050406030204" pitchFamily="18" charset="0"/>
                                </a:rPr>
                                <m:t>𝑡</m:t>
                              </m:r>
                            </m:sub>
                          </m:sSub>
                        </m:den>
                      </m:f>
                      <m:sSub>
                        <m:sSubPr>
                          <m:ctrlPr>
                            <a:rPr lang="en-US" sz="1800" b="1" i="1" smtClean="0">
                              <a:solidFill>
                                <a:schemeClr val="tx1"/>
                              </a:solidFill>
                              <a:latin typeface="Cambria Math" panose="02040503050406030204" pitchFamily="18" charset="0"/>
                              <a:ea typeface="Cambria Math" panose="02040503050406030204" pitchFamily="18" charset="0"/>
                            </a:rPr>
                          </m:ctrlPr>
                        </m:sSubPr>
                        <m:e>
                          <m:r>
                            <a:rPr lang="en-US" sz="1800" b="1" i="1" smtClean="0">
                              <a:solidFill>
                                <a:schemeClr val="tx1"/>
                              </a:solidFill>
                              <a:latin typeface="Cambria Math" panose="02040503050406030204" pitchFamily="18" charset="0"/>
                              <a:ea typeface="Cambria Math" panose="02040503050406030204" pitchFamily="18" charset="0"/>
                            </a:rPr>
                            <m:t>𝒙</m:t>
                          </m:r>
                        </m:e>
                        <m:sub>
                          <m:r>
                            <a:rPr lang="en-US" sz="1800" b="0" i="1" smtClean="0">
                              <a:solidFill>
                                <a:schemeClr val="tx1"/>
                              </a:solidFill>
                              <a:latin typeface="Cambria Math" panose="02040503050406030204" pitchFamily="18" charset="0"/>
                              <a:ea typeface="Cambria Math" panose="02040503050406030204" pitchFamily="18" charset="0"/>
                            </a:rPr>
                            <m:t>𝑡</m:t>
                          </m:r>
                        </m:sub>
                      </m:sSub>
                      <m:r>
                        <a:rPr lang="en-US" sz="1800" b="0" i="1" smtClean="0">
                          <a:solidFill>
                            <a:schemeClr val="tx1"/>
                          </a:solidFill>
                          <a:latin typeface="Cambria Math" panose="02040503050406030204" pitchFamily="18" charset="0"/>
                          <a:ea typeface="Cambria Math" panose="02040503050406030204" pitchFamily="18" charset="0"/>
                        </a:rPr>
                        <m:t>+</m:t>
                      </m:r>
                      <m:f>
                        <m:fPr>
                          <m:ctrlPr>
                            <a:rPr lang="en-US" sz="1800" i="1" smtClean="0">
                              <a:solidFill>
                                <a:schemeClr val="tx1"/>
                              </a:solidFill>
                              <a:latin typeface="Cambria Math" panose="02040503050406030204" pitchFamily="18" charset="0"/>
                              <a:ea typeface="Cambria Math" panose="02040503050406030204" pitchFamily="18" charset="0"/>
                            </a:rPr>
                          </m:ctrlPr>
                        </m:fPr>
                        <m:num>
                          <m:rad>
                            <m:radPr>
                              <m:degHide m:val="on"/>
                              <m:ctrlPr>
                                <a:rPr lang="en-US" sz="1800" i="1" smtClean="0">
                                  <a:solidFill>
                                    <a:srgbClr val="0070C0"/>
                                  </a:solidFill>
                                  <a:latin typeface="Cambria Math" panose="02040503050406030204" pitchFamily="18" charset="0"/>
                                  <a:ea typeface="Cambria Math" panose="02040503050406030204" pitchFamily="18" charset="0"/>
                                </a:rPr>
                              </m:ctrlPr>
                            </m:radPr>
                            <m:deg/>
                            <m:e>
                              <m:sSub>
                                <m:sSubPr>
                                  <m:ctrlPr>
                                    <a:rPr lang="en-US" sz="1800" i="1" smtClean="0">
                                      <a:solidFill>
                                        <a:srgbClr val="0070C0"/>
                                      </a:solidFill>
                                      <a:latin typeface="Cambria Math" panose="02040503050406030204" pitchFamily="18" charset="0"/>
                                      <a:ea typeface="Cambria Math" panose="02040503050406030204" pitchFamily="18" charset="0"/>
                                    </a:rPr>
                                  </m:ctrlPr>
                                </m:sSubPr>
                                <m:e>
                                  <m:acc>
                                    <m:accPr>
                                      <m:chr m:val="̅"/>
                                      <m:ctrlPr>
                                        <a:rPr lang="en-US" sz="1800" i="1" smtClean="0">
                                          <a:solidFill>
                                            <a:srgbClr val="0070C0"/>
                                          </a:solidFill>
                                          <a:latin typeface="Cambria Math" panose="02040503050406030204" pitchFamily="18" charset="0"/>
                                          <a:ea typeface="Cambria Math" panose="02040503050406030204" pitchFamily="18" charset="0"/>
                                        </a:rPr>
                                      </m:ctrlPr>
                                    </m:accPr>
                                    <m:e>
                                      <m:r>
                                        <a:rPr lang="en-US" sz="1800" b="0" i="1" smtClean="0">
                                          <a:solidFill>
                                            <a:srgbClr val="0070C0"/>
                                          </a:solidFill>
                                          <a:latin typeface="Cambria Math" panose="02040503050406030204" pitchFamily="18" charset="0"/>
                                          <a:ea typeface="Cambria Math" panose="02040503050406030204" pitchFamily="18" charset="0"/>
                                        </a:rPr>
                                        <m:t>𝛼</m:t>
                                      </m:r>
                                    </m:e>
                                  </m:acc>
                                </m:e>
                                <m:sub>
                                  <m:r>
                                    <a:rPr lang="en-US" sz="1800" b="0" i="1" smtClean="0">
                                      <a:solidFill>
                                        <a:srgbClr val="0070C0"/>
                                      </a:solidFill>
                                      <a:latin typeface="Cambria Math" panose="02040503050406030204" pitchFamily="18" charset="0"/>
                                    </a:rPr>
                                    <m:t>𝑡</m:t>
                                  </m:r>
                                  <m:r>
                                    <a:rPr lang="en-US" sz="1800" b="0" i="1" smtClean="0">
                                      <a:solidFill>
                                        <a:srgbClr val="0070C0"/>
                                      </a:solidFill>
                                      <a:latin typeface="Cambria Math" panose="02040503050406030204" pitchFamily="18" charset="0"/>
                                    </a:rPr>
                                    <m:t>−1</m:t>
                                  </m:r>
                                </m:sub>
                              </m:sSub>
                            </m:e>
                          </m:rad>
                          <m:sSub>
                            <m:sSubPr>
                              <m:ctrlPr>
                                <a:rPr lang="en-US" sz="180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𝛽</m:t>
                              </m:r>
                            </m:e>
                            <m:sub>
                              <m:r>
                                <a:rPr lang="en-US" sz="1800" b="0" i="1" smtClean="0">
                                  <a:solidFill>
                                    <a:schemeClr val="tx1"/>
                                  </a:solidFill>
                                  <a:latin typeface="Cambria Math" panose="02040503050406030204" pitchFamily="18" charset="0"/>
                                  <a:ea typeface="Cambria Math" panose="02040503050406030204" pitchFamily="18" charset="0"/>
                                </a:rPr>
                                <m:t>𝑡</m:t>
                              </m:r>
                            </m:sub>
                          </m:sSub>
                        </m:num>
                        <m:den>
                          <m:r>
                            <a:rPr lang="en-US" sz="1800" b="0" i="1" smtClean="0">
                              <a:solidFill>
                                <a:schemeClr val="accent6">
                                  <a:lumMod val="50000"/>
                                </a:schemeClr>
                              </a:solidFill>
                              <a:latin typeface="Cambria Math" panose="02040503050406030204" pitchFamily="18" charset="0"/>
                              <a:ea typeface="Cambria Math" panose="02040503050406030204" pitchFamily="18" charset="0"/>
                            </a:rPr>
                            <m:t>1−</m:t>
                          </m:r>
                          <m:sSub>
                            <m:sSubPr>
                              <m:ctrlPr>
                                <a:rPr lang="en-US" sz="1800" i="1" smtClean="0">
                                  <a:solidFill>
                                    <a:schemeClr val="accent6">
                                      <a:lumMod val="50000"/>
                                    </a:schemeClr>
                                  </a:solidFill>
                                  <a:latin typeface="Cambria Math" panose="02040503050406030204" pitchFamily="18" charset="0"/>
                                  <a:ea typeface="Cambria Math" panose="02040503050406030204" pitchFamily="18" charset="0"/>
                                </a:rPr>
                              </m:ctrlPr>
                            </m:sSubPr>
                            <m:e>
                              <m:acc>
                                <m:accPr>
                                  <m:chr m:val="̅"/>
                                  <m:ctrlPr>
                                    <a:rPr lang="en-US" sz="1800" i="1" smtClean="0">
                                      <a:solidFill>
                                        <a:schemeClr val="accent6">
                                          <a:lumMod val="50000"/>
                                        </a:schemeClr>
                                      </a:solidFill>
                                      <a:latin typeface="Cambria Math" panose="02040503050406030204" pitchFamily="18" charset="0"/>
                                      <a:ea typeface="Cambria Math" panose="02040503050406030204" pitchFamily="18" charset="0"/>
                                    </a:rPr>
                                  </m:ctrlPr>
                                </m:accPr>
                                <m:e>
                                  <m:r>
                                    <a:rPr lang="en-US" sz="1800" b="0" i="1" smtClean="0">
                                      <a:solidFill>
                                        <a:schemeClr val="accent6">
                                          <a:lumMod val="50000"/>
                                        </a:schemeClr>
                                      </a:solidFill>
                                      <a:latin typeface="Cambria Math" panose="02040503050406030204" pitchFamily="18" charset="0"/>
                                      <a:ea typeface="Cambria Math" panose="02040503050406030204" pitchFamily="18" charset="0"/>
                                    </a:rPr>
                                    <m:t>𝛼</m:t>
                                  </m:r>
                                </m:e>
                              </m:acc>
                            </m:e>
                            <m:sub>
                              <m:r>
                                <a:rPr lang="en-US" sz="1800" b="0" i="1" smtClean="0">
                                  <a:solidFill>
                                    <a:schemeClr val="accent6">
                                      <a:lumMod val="50000"/>
                                    </a:schemeClr>
                                  </a:solidFill>
                                  <a:latin typeface="Cambria Math" panose="02040503050406030204" pitchFamily="18" charset="0"/>
                                  <a:ea typeface="Cambria Math" panose="02040503050406030204" pitchFamily="18" charset="0"/>
                                </a:rPr>
                                <m:t>𝑡</m:t>
                              </m:r>
                            </m:sub>
                          </m:sSub>
                        </m:den>
                      </m:f>
                      <m:r>
                        <a:rPr lang="en-US" sz="1800" b="0" i="1" smtClean="0">
                          <a:solidFill>
                            <a:schemeClr val="tx1"/>
                          </a:solidFill>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ad>
                            <m:radPr>
                              <m:degHide m:val="on"/>
                              <m:ctrlPr>
                                <a:rPr lang="en-US" sz="1800" i="1" smtClean="0">
                                  <a:solidFill>
                                    <a:srgbClr val="0070C0"/>
                                  </a:solidFill>
                                  <a:latin typeface="Cambria Math" panose="02040503050406030204" pitchFamily="18" charset="0"/>
                                  <a:ea typeface="Cambria Math" panose="02040503050406030204" pitchFamily="18" charset="0"/>
                                </a:rPr>
                              </m:ctrlPr>
                            </m:radPr>
                            <m:deg/>
                            <m:e>
                              <m:sSub>
                                <m:sSubPr>
                                  <m:ctrlPr>
                                    <a:rPr lang="en-US" sz="1800" i="1">
                                      <a:solidFill>
                                        <a:srgbClr val="0070C0"/>
                                      </a:solidFill>
                                      <a:latin typeface="Cambria Math" panose="02040503050406030204" pitchFamily="18" charset="0"/>
                                      <a:ea typeface="Cambria Math" panose="02040503050406030204" pitchFamily="18" charset="0"/>
                                    </a:rPr>
                                  </m:ctrlPr>
                                </m:sSubPr>
                                <m:e>
                                  <m:acc>
                                    <m:accPr>
                                      <m:chr m:val="̅"/>
                                      <m:ctrlPr>
                                        <a:rPr lang="en-US" sz="1800" i="1">
                                          <a:solidFill>
                                            <a:srgbClr val="0070C0"/>
                                          </a:solidFill>
                                          <a:latin typeface="Cambria Math" panose="02040503050406030204" pitchFamily="18" charset="0"/>
                                          <a:ea typeface="Cambria Math" panose="02040503050406030204" pitchFamily="18" charset="0"/>
                                        </a:rPr>
                                      </m:ctrlPr>
                                    </m:accPr>
                                    <m:e>
                                      <m:r>
                                        <a:rPr lang="en-US" sz="1800" i="1">
                                          <a:solidFill>
                                            <a:srgbClr val="0070C0"/>
                                          </a:solidFill>
                                          <a:latin typeface="Cambria Math" panose="02040503050406030204" pitchFamily="18" charset="0"/>
                                          <a:ea typeface="Cambria Math" panose="02040503050406030204" pitchFamily="18" charset="0"/>
                                        </a:rPr>
                                        <m:t>𝛼</m:t>
                                      </m:r>
                                    </m:e>
                                  </m:acc>
                                </m:e>
                                <m:sub>
                                  <m:r>
                                    <a:rPr lang="en-US" sz="1800" i="1">
                                      <a:solidFill>
                                        <a:srgbClr val="0070C0"/>
                                      </a:solidFill>
                                      <a:latin typeface="Cambria Math" panose="02040503050406030204" pitchFamily="18" charset="0"/>
                                    </a:rPr>
                                    <m:t>𝑡</m:t>
                                  </m:r>
                                </m:sub>
                              </m:sSub>
                            </m:e>
                          </m:rad>
                        </m:den>
                      </m:f>
                      <m:r>
                        <a:rPr lang="en-US" sz="1800"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r>
                        <m:rPr>
                          <m:nor/>
                        </m:rPr>
                        <a:rPr lang="en-US" sz="1800" dirty="0">
                          <a:ea typeface="Cambria Math" panose="02040503050406030204" pitchFamily="18" charset="0"/>
                        </a:rPr>
                        <m:t> </m:t>
                      </m:r>
                      <m:rad>
                        <m:radPr>
                          <m:degHide m:val="on"/>
                          <m:ctrlPr>
                            <a:rPr lang="en-US" sz="1800" i="1" smtClean="0">
                              <a:solidFill>
                                <a:schemeClr val="accent6">
                                  <a:lumMod val="50000"/>
                                </a:schemeClr>
                              </a:solidFill>
                              <a:latin typeface="Cambria Math" panose="02040503050406030204" pitchFamily="18" charset="0"/>
                              <a:ea typeface="Cambria Math" panose="02040503050406030204" pitchFamily="18" charset="0"/>
                            </a:rPr>
                          </m:ctrlPr>
                        </m:radPr>
                        <m:deg/>
                        <m:e>
                          <m:d>
                            <m:dPr>
                              <m:ctrlPr>
                                <a:rPr lang="en-US" sz="1800" i="1">
                                  <a:solidFill>
                                    <a:schemeClr val="accent6">
                                      <a:lumMod val="50000"/>
                                    </a:schemeClr>
                                  </a:solidFill>
                                  <a:latin typeface="Cambria Math" panose="02040503050406030204" pitchFamily="18" charset="0"/>
                                  <a:ea typeface="Cambria Math" panose="02040503050406030204" pitchFamily="18" charset="0"/>
                                </a:rPr>
                              </m:ctrlPr>
                            </m:dPr>
                            <m:e>
                              <m:r>
                                <a:rPr lang="en-US" sz="1800" i="1">
                                  <a:solidFill>
                                    <a:schemeClr val="accent6">
                                      <a:lumMod val="50000"/>
                                    </a:schemeClr>
                                  </a:solidFill>
                                  <a:latin typeface="Cambria Math" panose="02040503050406030204" pitchFamily="18" charset="0"/>
                                  <a:ea typeface="Cambria Math" panose="02040503050406030204" pitchFamily="18" charset="0"/>
                                </a:rPr>
                                <m:t>1−</m:t>
                              </m:r>
                              <m:acc>
                                <m:accPr>
                                  <m:chr m:val="̅"/>
                                  <m:ctrlPr>
                                    <a:rPr lang="en-US" sz="1800" i="1">
                                      <a:solidFill>
                                        <a:schemeClr val="accent6">
                                          <a:lumMod val="50000"/>
                                        </a:schemeClr>
                                      </a:solidFill>
                                      <a:latin typeface="Cambria Math" panose="02040503050406030204" pitchFamily="18" charset="0"/>
                                      <a:ea typeface="Cambria Math" panose="02040503050406030204" pitchFamily="18" charset="0"/>
                                    </a:rPr>
                                  </m:ctrlPr>
                                </m:accPr>
                                <m:e>
                                  <m:sSub>
                                    <m:sSubPr>
                                      <m:ctrlPr>
                                        <a:rPr lang="en-US" sz="1800" i="1">
                                          <a:solidFill>
                                            <a:schemeClr val="accent6">
                                              <a:lumMod val="50000"/>
                                            </a:schemeClr>
                                          </a:solidFill>
                                          <a:latin typeface="Cambria Math" panose="02040503050406030204" pitchFamily="18" charset="0"/>
                                          <a:ea typeface="Cambria Math" panose="02040503050406030204" pitchFamily="18" charset="0"/>
                                        </a:rPr>
                                      </m:ctrlPr>
                                    </m:sSubPr>
                                    <m:e>
                                      <m:r>
                                        <a:rPr lang="en-US" sz="1800" i="1">
                                          <a:solidFill>
                                            <a:schemeClr val="accent6">
                                              <a:lumMod val="50000"/>
                                            </a:schemeClr>
                                          </a:solidFill>
                                          <a:latin typeface="Cambria Math" panose="02040503050406030204" pitchFamily="18" charset="0"/>
                                          <a:ea typeface="Cambria Math" panose="02040503050406030204" pitchFamily="18" charset="0"/>
                                        </a:rPr>
                                        <m:t>𝛼</m:t>
                                      </m:r>
                                    </m:e>
                                    <m:sub>
                                      <m:r>
                                        <a:rPr lang="en-US" sz="1800" i="1">
                                          <a:solidFill>
                                            <a:schemeClr val="accent6">
                                              <a:lumMod val="50000"/>
                                            </a:schemeClr>
                                          </a:solidFill>
                                          <a:latin typeface="Cambria Math" panose="02040503050406030204" pitchFamily="18" charset="0"/>
                                          <a:ea typeface="Cambria Math" panose="02040503050406030204" pitchFamily="18" charset="0"/>
                                        </a:rPr>
                                        <m:t>𝑡</m:t>
                                      </m:r>
                                    </m:sub>
                                  </m:sSub>
                                </m:e>
                              </m:acc>
                            </m:e>
                          </m:d>
                        </m:e>
                      </m:rad>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r>
                        <m:rPr>
                          <m:nor/>
                        </m:rPr>
                        <a:rPr lang="en-US" sz="1800" dirty="0">
                          <a:ea typeface="Cambria Math" panose="02040503050406030204" pitchFamily="18" charset="0"/>
                        </a:rPr>
                        <m:t>)</m:t>
                      </m:r>
                      <m:r>
                        <m:rPr>
                          <m:nor/>
                        </m:rPr>
                        <a:rPr lang="en-US" sz="1800" b="0" i="0" dirty="0" smtClean="0">
                          <a:ea typeface="Cambria Math" panose="02040503050406030204" pitchFamily="18" charset="0"/>
                        </a:rPr>
                        <m:t>)</m:t>
                      </m:r>
                    </m:oMath>
                  </m:oMathPara>
                </a14:m>
                <a:endParaRPr lang="en-KR" dirty="0"/>
              </a:p>
            </p:txBody>
          </p:sp>
        </mc:Choice>
        <mc:Fallback xmlns="">
          <p:sp>
            <p:nvSpPr>
              <p:cNvPr id="8" name="TextBox 7">
                <a:extLst>
                  <a:ext uri="{FF2B5EF4-FFF2-40B4-BE49-F238E27FC236}">
                    <a16:creationId xmlns:a16="http://schemas.microsoft.com/office/drawing/2014/main" id="{CF162701-930E-ECB9-D394-60F02821CF59}"/>
                  </a:ext>
                </a:extLst>
              </p:cNvPr>
              <p:cNvSpPr txBox="1">
                <a:spLocks noRot="1" noChangeAspect="1" noMove="1" noResize="1" noEditPoints="1" noAdjustHandles="1" noChangeArrowheads="1" noChangeShapeType="1" noTextEdit="1"/>
              </p:cNvSpPr>
              <p:nvPr/>
            </p:nvSpPr>
            <p:spPr>
              <a:xfrm>
                <a:off x="609600" y="1452770"/>
                <a:ext cx="7049984" cy="802977"/>
              </a:xfrm>
              <a:prstGeom prst="rect">
                <a:avLst/>
              </a:prstGeom>
              <a:blipFill>
                <a:blip r:embed="rId8"/>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2B7A169-6A9E-CCAF-04F4-2021A3923678}"/>
                  </a:ext>
                </a:extLst>
              </p:cNvPr>
              <p:cNvSpPr txBox="1"/>
              <p:nvPr/>
            </p:nvSpPr>
            <p:spPr>
              <a:xfrm>
                <a:off x="1105890" y="2259606"/>
                <a:ext cx="6359236" cy="8029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solidFill>
                            <a:schemeClr val="tx1"/>
                          </a:solidFill>
                          <a:latin typeface="Cambria Math" panose="02040503050406030204" pitchFamily="18" charset="0"/>
                          <a:ea typeface="Cambria Math" panose="02040503050406030204" pitchFamily="18" charset="0"/>
                        </a:rPr>
                        <m:t>=</m:t>
                      </m:r>
                      <m:f>
                        <m:fPr>
                          <m:ctrlPr>
                            <a:rPr lang="en-US" sz="1800" i="1">
                              <a:solidFill>
                                <a:schemeClr val="tx1"/>
                              </a:solidFill>
                              <a:latin typeface="Cambria Math" panose="02040503050406030204" pitchFamily="18" charset="0"/>
                              <a:ea typeface="Cambria Math" panose="02040503050406030204" pitchFamily="18" charset="0"/>
                            </a:rPr>
                          </m:ctrlPr>
                        </m:fPr>
                        <m:num>
                          <m:rad>
                            <m:radPr>
                              <m:degHide m:val="on"/>
                              <m:ctrlPr>
                                <a:rPr lang="en-US" sz="1800" i="1" smtClean="0">
                                  <a:solidFill>
                                    <a:schemeClr val="tx1"/>
                                  </a:solidFill>
                                  <a:latin typeface="Cambria Math" panose="02040503050406030204" pitchFamily="18" charset="0"/>
                                  <a:ea typeface="Cambria Math" panose="02040503050406030204" pitchFamily="18" charset="0"/>
                                </a:rPr>
                              </m:ctrlPr>
                            </m:radPr>
                            <m:deg/>
                            <m:e>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i="1">
                                      <a:solidFill>
                                        <a:schemeClr val="tx1"/>
                                      </a:solidFill>
                                      <a:latin typeface="Cambria Math" panose="02040503050406030204" pitchFamily="18" charset="0"/>
                                      <a:ea typeface="Cambria Math" panose="02040503050406030204" pitchFamily="18" charset="0"/>
                                    </a:rPr>
                                    <m:t>𝛼</m:t>
                                  </m:r>
                                </m:e>
                                <m:sub>
                                  <m:r>
                                    <a:rPr lang="en-US" sz="1800" i="1">
                                      <a:solidFill>
                                        <a:schemeClr val="tx1"/>
                                      </a:solidFill>
                                      <a:latin typeface="Cambria Math" panose="02040503050406030204" pitchFamily="18" charset="0"/>
                                      <a:ea typeface="Cambria Math" panose="02040503050406030204" pitchFamily="18" charset="0"/>
                                    </a:rPr>
                                    <m:t>𝑡</m:t>
                                  </m:r>
                                </m:sub>
                              </m:sSub>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rPr>
                                    <m:t>𝑡</m:t>
                                  </m:r>
                                </m:sub>
                              </m:sSub>
                            </m:e>
                          </m:rad>
                          <m:d>
                            <m:dPr>
                              <m:ctrlPr>
                                <a:rPr lang="en-US" sz="1800" i="1">
                                  <a:solidFill>
                                    <a:schemeClr val="tx1"/>
                                  </a:solidFill>
                                  <a:latin typeface="Cambria Math" panose="02040503050406030204" pitchFamily="18" charset="0"/>
                                  <a:ea typeface="Cambria Math" panose="02040503050406030204" pitchFamily="18" charset="0"/>
                                </a:rPr>
                              </m:ctrlPr>
                            </m:dPr>
                            <m:e>
                              <m:r>
                                <a:rPr lang="en-US" sz="1800" i="1">
                                  <a:solidFill>
                                    <a:schemeClr val="tx1"/>
                                  </a:solidFill>
                                  <a:latin typeface="Cambria Math" panose="02040503050406030204" pitchFamily="18" charset="0"/>
                                  <a:ea typeface="Cambria Math" panose="02040503050406030204" pitchFamily="18" charset="0"/>
                                </a:rPr>
                                <m:t>1−</m:t>
                              </m:r>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ea typeface="Cambria Math" panose="02040503050406030204" pitchFamily="18" charset="0"/>
                                    </a:rPr>
                                    <m:t>𝑡</m:t>
                                  </m:r>
                                  <m:r>
                                    <a:rPr lang="en-US" sz="1800" i="1">
                                      <a:solidFill>
                                        <a:schemeClr val="tx1"/>
                                      </a:solidFill>
                                      <a:latin typeface="Cambria Math" panose="02040503050406030204" pitchFamily="18" charset="0"/>
                                      <a:ea typeface="Cambria Math" panose="02040503050406030204" pitchFamily="18" charset="0"/>
                                    </a:rPr>
                                    <m:t>−1</m:t>
                                  </m:r>
                                </m:sub>
                              </m:sSub>
                            </m:e>
                          </m:d>
                          <m:r>
                            <a:rPr lang="en-US" sz="1800" b="0" i="1" smtClean="0">
                              <a:solidFill>
                                <a:schemeClr val="tx1"/>
                              </a:solidFill>
                              <a:latin typeface="Cambria Math" panose="02040503050406030204" pitchFamily="18" charset="0"/>
                              <a:ea typeface="Cambria Math" panose="02040503050406030204" pitchFamily="18" charset="0"/>
                            </a:rPr>
                            <m:t>+</m:t>
                          </m:r>
                          <m:rad>
                            <m:radPr>
                              <m:degHide m:val="on"/>
                              <m:ctrlPr>
                                <a:rPr lang="en-US" sz="1800" i="1">
                                  <a:solidFill>
                                    <a:schemeClr val="tx1"/>
                                  </a:solidFill>
                                  <a:latin typeface="Cambria Math" panose="02040503050406030204" pitchFamily="18" charset="0"/>
                                  <a:ea typeface="Cambria Math" panose="02040503050406030204" pitchFamily="18" charset="0"/>
                                </a:rPr>
                              </m:ctrlPr>
                            </m:radPr>
                            <m:deg/>
                            <m:e>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sub>
                              </m:sSub>
                            </m:e>
                          </m:rad>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i="1">
                                  <a:solidFill>
                                    <a:schemeClr val="tx1"/>
                                  </a:solidFill>
                                  <a:latin typeface="Cambria Math" panose="02040503050406030204" pitchFamily="18" charset="0"/>
                                  <a:ea typeface="Cambria Math" panose="02040503050406030204" pitchFamily="18" charset="0"/>
                                </a:rPr>
                                <m:t>𝛽</m:t>
                              </m:r>
                            </m:e>
                            <m:sub>
                              <m:r>
                                <a:rPr lang="en-US" sz="1800" i="1">
                                  <a:solidFill>
                                    <a:schemeClr val="tx1"/>
                                  </a:solidFill>
                                  <a:latin typeface="Cambria Math" panose="02040503050406030204" pitchFamily="18" charset="0"/>
                                  <a:ea typeface="Cambria Math" panose="02040503050406030204" pitchFamily="18" charset="0"/>
                                </a:rPr>
                                <m:t>𝑡</m:t>
                              </m:r>
                            </m:sub>
                          </m:sSub>
                        </m:num>
                        <m:den>
                          <m:r>
                            <a:rPr lang="en-US" sz="1800" b="0" i="1" smtClean="0">
                              <a:solidFill>
                                <a:schemeClr val="tx1"/>
                              </a:solidFill>
                              <a:latin typeface="Cambria Math" panose="02040503050406030204" pitchFamily="18" charset="0"/>
                              <a:ea typeface="Cambria Math" panose="02040503050406030204" pitchFamily="18" charset="0"/>
                            </a:rPr>
                            <m:t>(</m:t>
                          </m:r>
                          <m:r>
                            <a:rPr lang="en-US" sz="1800" i="1">
                              <a:solidFill>
                                <a:schemeClr val="tx1"/>
                              </a:solidFill>
                              <a:latin typeface="Cambria Math" panose="02040503050406030204" pitchFamily="18" charset="0"/>
                              <a:ea typeface="Cambria Math" panose="02040503050406030204" pitchFamily="18" charset="0"/>
                            </a:rPr>
                            <m:t>1−</m:t>
                          </m:r>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ea typeface="Cambria Math" panose="02040503050406030204" pitchFamily="18" charset="0"/>
                                </a:rPr>
                                <m:t>𝑡</m:t>
                              </m:r>
                            </m:sub>
                          </m:sSub>
                          <m:r>
                            <a:rPr lang="en-US" sz="1800" b="0" i="1" smtClean="0">
                              <a:solidFill>
                                <a:schemeClr val="tx1"/>
                              </a:solidFill>
                              <a:latin typeface="Cambria Math" panose="02040503050406030204" pitchFamily="18" charset="0"/>
                              <a:ea typeface="Cambria Math" panose="02040503050406030204" pitchFamily="18" charset="0"/>
                            </a:rPr>
                            <m:t>)</m:t>
                          </m:r>
                          <m:rad>
                            <m:radPr>
                              <m:degHide m:val="on"/>
                              <m:ctrlPr>
                                <a:rPr lang="en-US" sz="1800" i="1">
                                  <a:solidFill>
                                    <a:schemeClr val="tx1"/>
                                  </a:solidFill>
                                  <a:latin typeface="Cambria Math" panose="02040503050406030204" pitchFamily="18" charset="0"/>
                                  <a:ea typeface="Cambria Math" panose="02040503050406030204" pitchFamily="18" charset="0"/>
                                </a:rPr>
                              </m:ctrlPr>
                            </m:radPr>
                            <m:deg/>
                            <m:e>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rPr>
                                    <m:t>𝑡</m:t>
                                  </m:r>
                                </m:sub>
                              </m:sSub>
                            </m:e>
                          </m:rad>
                        </m:den>
                      </m:f>
                      <m:sSub>
                        <m:sSubPr>
                          <m:ctrlPr>
                            <a:rPr lang="en-US" sz="1800" b="1" i="1">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𝒙</m:t>
                          </m:r>
                        </m:e>
                        <m:sub>
                          <m:r>
                            <a:rPr lang="en-US" sz="1800" i="1">
                              <a:solidFill>
                                <a:schemeClr val="tx1"/>
                              </a:solidFill>
                              <a:latin typeface="Cambria Math" panose="02040503050406030204" pitchFamily="18" charset="0"/>
                              <a:ea typeface="Cambria Math" panose="02040503050406030204" pitchFamily="18" charset="0"/>
                            </a:rPr>
                            <m:t>𝑡</m:t>
                          </m:r>
                        </m:sub>
                      </m:sSub>
                      <m:r>
                        <a:rPr lang="en-US" sz="1800" b="0" i="1" smtClean="0">
                          <a:solidFill>
                            <a:schemeClr val="tx1"/>
                          </a:solidFill>
                          <a:latin typeface="Cambria Math" panose="02040503050406030204" pitchFamily="18" charset="0"/>
                          <a:ea typeface="Cambria Math" panose="02040503050406030204" pitchFamily="18" charset="0"/>
                        </a:rPr>
                        <m:t>−</m:t>
                      </m:r>
                      <m:f>
                        <m:fPr>
                          <m:ctrlPr>
                            <a:rPr lang="en-US" sz="1800" b="0" i="1" smtClean="0">
                              <a:solidFill>
                                <a:schemeClr val="tx1"/>
                              </a:solidFill>
                              <a:latin typeface="Cambria Math" panose="02040503050406030204" pitchFamily="18" charset="0"/>
                              <a:ea typeface="Cambria Math" panose="02040503050406030204" pitchFamily="18" charset="0"/>
                            </a:rPr>
                          </m:ctrlPr>
                        </m:fPr>
                        <m:num>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𝛽</m:t>
                              </m:r>
                            </m:e>
                            <m:sub>
                              <m:r>
                                <a:rPr lang="en-US" sz="1800" b="0" i="1" smtClean="0">
                                  <a:solidFill>
                                    <a:schemeClr val="tx1"/>
                                  </a:solidFill>
                                  <a:latin typeface="Cambria Math" panose="02040503050406030204" pitchFamily="18" charset="0"/>
                                  <a:ea typeface="Cambria Math" panose="02040503050406030204" pitchFamily="18" charset="0"/>
                                </a:rPr>
                                <m:t>𝑡</m:t>
                              </m:r>
                            </m:sub>
                          </m:sSub>
                        </m:num>
                        <m:den>
                          <m:rad>
                            <m:radPr>
                              <m:degHide m:val="on"/>
                              <m:ctrlPr>
                                <a:rPr lang="en-US" sz="1800" b="0" i="1" smtClean="0">
                                  <a:solidFill>
                                    <a:schemeClr val="tx1"/>
                                  </a:solidFill>
                                  <a:latin typeface="Cambria Math" panose="02040503050406030204" pitchFamily="18" charset="0"/>
                                  <a:ea typeface="Cambria Math" panose="02040503050406030204" pitchFamily="18" charset="0"/>
                                </a:rPr>
                              </m:ctrlPr>
                            </m:radPr>
                            <m:deg/>
                            <m:e>
                              <m:r>
                                <a:rPr lang="en-US" sz="1800" b="0" i="1" smtClean="0">
                                  <a:solidFill>
                                    <a:schemeClr val="tx1"/>
                                  </a:solidFill>
                                  <a:latin typeface="Cambria Math" panose="02040503050406030204" pitchFamily="18" charset="0"/>
                                  <a:ea typeface="Cambria Math" panose="02040503050406030204" pitchFamily="18" charset="0"/>
                                </a:rPr>
                                <m:t>1−</m:t>
                              </m:r>
                              <m:acc>
                                <m:accPr>
                                  <m:chr m:val="̅"/>
                                  <m:ctrlPr>
                                    <a:rPr lang="en-US" sz="1800" b="0" i="1" smtClean="0">
                                      <a:solidFill>
                                        <a:schemeClr val="tx1"/>
                                      </a:solidFill>
                                      <a:latin typeface="Cambria Math" panose="02040503050406030204" pitchFamily="18" charset="0"/>
                                      <a:ea typeface="Cambria Math" panose="02040503050406030204" pitchFamily="18" charset="0"/>
                                    </a:rPr>
                                  </m:ctrlPr>
                                </m:accPr>
                                <m:e>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𝑡</m:t>
                                      </m:r>
                                    </m:sub>
                                  </m:sSub>
                                </m:e>
                              </m:acc>
                            </m:e>
                          </m:rad>
                          <m:rad>
                            <m:radPr>
                              <m:degHide m:val="on"/>
                              <m:ctrlPr>
                                <a:rPr lang="en-US" sz="1800" b="0" i="1" smtClean="0">
                                  <a:solidFill>
                                    <a:schemeClr val="tx1"/>
                                  </a:solidFill>
                                  <a:latin typeface="Cambria Math" panose="02040503050406030204" pitchFamily="18" charset="0"/>
                                  <a:ea typeface="Cambria Math" panose="02040503050406030204" pitchFamily="18" charset="0"/>
                                </a:rPr>
                              </m:ctrlPr>
                            </m:radPr>
                            <m:deg/>
                            <m:e>
                              <m:sSub>
                                <m:sSubPr>
                                  <m:ctrlPr>
                                    <a:rPr lang="en-US" sz="1800" b="0" i="1" smtClean="0">
                                      <a:solidFill>
                                        <a:schemeClr val="tx1"/>
                                      </a:solidFill>
                                      <a:latin typeface="Cambria Math" panose="02040503050406030204" pitchFamily="18" charset="0"/>
                                      <a:ea typeface="Cambria Math" panose="02040503050406030204" pitchFamily="18" charset="0"/>
                                    </a:rPr>
                                  </m:ctrlPr>
                                </m:sSubPr>
                                <m:e>
                                  <m:r>
                                    <a:rPr lang="en-US" sz="1800" b="0" i="1" smtClean="0">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𝑡</m:t>
                                  </m:r>
                                </m:sub>
                              </m:sSub>
                            </m:e>
                          </m:rad>
                        </m:den>
                      </m:f>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𝝐</m:t>
                          </m:r>
                        </m:e>
                        <m:sub>
                          <m:r>
                            <a:rPr lang="en-US" sz="1800" i="1">
                              <a:solidFill>
                                <a:schemeClr val="tx1"/>
                              </a:solidFill>
                              <a:latin typeface="Cambria Math" panose="02040503050406030204" pitchFamily="18" charset="0"/>
                              <a:ea typeface="Cambria Math" panose="02040503050406030204" pitchFamily="18" charset="0"/>
                            </a:rPr>
                            <m:t>𝑡</m:t>
                          </m:r>
                        </m:sub>
                      </m:sSub>
                    </m:oMath>
                  </m:oMathPara>
                </a14:m>
                <a:endParaRPr lang="en-KR" dirty="0">
                  <a:solidFill>
                    <a:schemeClr val="tx1"/>
                  </a:solidFill>
                </a:endParaRPr>
              </a:p>
            </p:txBody>
          </p:sp>
        </mc:Choice>
        <mc:Fallback xmlns="">
          <p:sp>
            <p:nvSpPr>
              <p:cNvPr id="13" name="TextBox 12">
                <a:extLst>
                  <a:ext uri="{FF2B5EF4-FFF2-40B4-BE49-F238E27FC236}">
                    <a16:creationId xmlns:a16="http://schemas.microsoft.com/office/drawing/2014/main" id="{42B7A169-6A9E-CCAF-04F4-2021A3923678}"/>
                  </a:ext>
                </a:extLst>
              </p:cNvPr>
              <p:cNvSpPr txBox="1">
                <a:spLocks noRot="1" noChangeAspect="1" noMove="1" noResize="1" noEditPoints="1" noAdjustHandles="1" noChangeArrowheads="1" noChangeShapeType="1" noTextEdit="1"/>
              </p:cNvSpPr>
              <p:nvPr/>
            </p:nvSpPr>
            <p:spPr>
              <a:xfrm>
                <a:off x="1105890" y="2259606"/>
                <a:ext cx="6359236" cy="802977"/>
              </a:xfrm>
              <a:prstGeom prst="rect">
                <a:avLst/>
              </a:prstGeom>
              <a:blipFill>
                <a:blip r:embed="rId9"/>
                <a:stretch>
                  <a:fillRect b="-476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30BAA2-D1FA-3C56-5157-367F9A360207}"/>
                  </a:ext>
                </a:extLst>
              </p:cNvPr>
              <p:cNvSpPr txBox="1"/>
              <p:nvPr/>
            </p:nvSpPr>
            <p:spPr>
              <a:xfrm>
                <a:off x="1125188" y="3157769"/>
                <a:ext cx="6534396" cy="8029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𝑡</m:t>
                              </m:r>
                            </m:sub>
                          </m:sSub>
                          <m:rad>
                            <m:radPr>
                              <m:degHide m:val="on"/>
                              <m:ctrlPr>
                                <a:rPr lang="en-US" sz="1800" i="1" smtClean="0">
                                  <a:solidFill>
                                    <a:srgbClr val="FF9300"/>
                                  </a:solidFill>
                                  <a:latin typeface="Cambria Math" panose="02040503050406030204" pitchFamily="18" charset="0"/>
                                  <a:ea typeface="Cambria Math" panose="02040503050406030204" pitchFamily="18" charset="0"/>
                                </a:rPr>
                              </m:ctrlPr>
                            </m:radPr>
                            <m:deg/>
                            <m:e>
                              <m:sSub>
                                <m:sSubPr>
                                  <m:ctrlPr>
                                    <a:rPr lang="en-US" sz="1800" i="1">
                                      <a:solidFill>
                                        <a:srgbClr val="FF9300"/>
                                      </a:solidFill>
                                      <a:latin typeface="Cambria Math" panose="02040503050406030204" pitchFamily="18" charset="0"/>
                                      <a:ea typeface="Cambria Math" panose="02040503050406030204" pitchFamily="18" charset="0"/>
                                    </a:rPr>
                                  </m:ctrlPr>
                                </m:sSubPr>
                                <m:e>
                                  <m:acc>
                                    <m:accPr>
                                      <m:chr m:val="̅"/>
                                      <m:ctrlPr>
                                        <a:rPr lang="en-US" sz="1800" i="1">
                                          <a:solidFill>
                                            <a:srgbClr val="FF9300"/>
                                          </a:solidFill>
                                          <a:latin typeface="Cambria Math" panose="02040503050406030204" pitchFamily="18" charset="0"/>
                                          <a:ea typeface="Cambria Math" panose="02040503050406030204" pitchFamily="18" charset="0"/>
                                        </a:rPr>
                                      </m:ctrlPr>
                                    </m:accPr>
                                    <m:e>
                                      <m:r>
                                        <a:rPr lang="en-US" sz="1800" i="1">
                                          <a:solidFill>
                                            <a:srgbClr val="FF9300"/>
                                          </a:solidFill>
                                          <a:latin typeface="Cambria Math" panose="02040503050406030204" pitchFamily="18" charset="0"/>
                                          <a:ea typeface="Cambria Math" panose="02040503050406030204" pitchFamily="18" charset="0"/>
                                        </a:rPr>
                                        <m:t>𝛼</m:t>
                                      </m:r>
                                    </m:e>
                                  </m:acc>
                                </m:e>
                                <m:sub>
                                  <m:r>
                                    <a:rPr lang="en-US" sz="1800" i="1">
                                      <a:solidFill>
                                        <a:srgbClr val="FF9300"/>
                                      </a:solidFill>
                                      <a:latin typeface="Cambria Math" panose="02040503050406030204" pitchFamily="18" charset="0"/>
                                    </a:rPr>
                                    <m:t>𝑡</m:t>
                                  </m:r>
                                  <m:r>
                                    <a:rPr lang="en-US" sz="1800" b="0" i="1" smtClean="0">
                                      <a:solidFill>
                                        <a:srgbClr val="FF9300"/>
                                      </a:solidFill>
                                      <a:latin typeface="Cambria Math" panose="02040503050406030204" pitchFamily="18" charset="0"/>
                                    </a:rPr>
                                    <m:t>−1</m:t>
                                  </m:r>
                                </m:sub>
                              </m:sSub>
                            </m:e>
                          </m:rad>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1−</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−1</m:t>
                                  </m:r>
                                </m:sub>
                              </m:sSub>
                            </m:e>
                          </m:d>
                          <m:r>
                            <a:rPr lang="en-US" sz="1800" i="1">
                              <a:latin typeface="Cambria Math" panose="02040503050406030204" pitchFamily="18" charset="0"/>
                              <a:ea typeface="Cambria Math" panose="02040503050406030204" pitchFamily="18" charset="0"/>
                            </a:rPr>
                            <m:t>+</m:t>
                          </m:r>
                          <m:rad>
                            <m:radPr>
                              <m:degHide m:val="on"/>
                              <m:ctrlPr>
                                <a:rPr lang="en-US" sz="1800" i="1" smtClean="0">
                                  <a:solidFill>
                                    <a:srgbClr val="FF9300"/>
                                  </a:solidFill>
                                  <a:latin typeface="Cambria Math" panose="02040503050406030204" pitchFamily="18" charset="0"/>
                                  <a:ea typeface="Cambria Math" panose="02040503050406030204" pitchFamily="18" charset="0"/>
                                </a:rPr>
                              </m:ctrlPr>
                            </m:radPr>
                            <m:deg/>
                            <m:e>
                              <m:sSub>
                                <m:sSubPr>
                                  <m:ctrlPr>
                                    <a:rPr lang="en-US" sz="1800" i="1">
                                      <a:solidFill>
                                        <a:srgbClr val="FF9300"/>
                                      </a:solidFill>
                                      <a:latin typeface="Cambria Math" panose="02040503050406030204" pitchFamily="18" charset="0"/>
                                      <a:ea typeface="Cambria Math" panose="02040503050406030204" pitchFamily="18" charset="0"/>
                                    </a:rPr>
                                  </m:ctrlPr>
                                </m:sSubPr>
                                <m:e>
                                  <m:acc>
                                    <m:accPr>
                                      <m:chr m:val="̅"/>
                                      <m:ctrlPr>
                                        <a:rPr lang="en-US" sz="1800" i="1">
                                          <a:solidFill>
                                            <a:srgbClr val="FF9300"/>
                                          </a:solidFill>
                                          <a:latin typeface="Cambria Math" panose="02040503050406030204" pitchFamily="18" charset="0"/>
                                          <a:ea typeface="Cambria Math" panose="02040503050406030204" pitchFamily="18" charset="0"/>
                                        </a:rPr>
                                      </m:ctrlPr>
                                    </m:accPr>
                                    <m:e>
                                      <m:r>
                                        <a:rPr lang="en-US" sz="1800" i="1">
                                          <a:solidFill>
                                            <a:srgbClr val="FF9300"/>
                                          </a:solidFill>
                                          <a:latin typeface="Cambria Math" panose="02040503050406030204" pitchFamily="18" charset="0"/>
                                          <a:ea typeface="Cambria Math" panose="02040503050406030204" pitchFamily="18" charset="0"/>
                                        </a:rPr>
                                        <m:t>𝛼</m:t>
                                      </m:r>
                                    </m:e>
                                  </m:acc>
                                </m:e>
                                <m:sub>
                                  <m:r>
                                    <a:rPr lang="en-US" sz="1800" i="1">
                                      <a:solidFill>
                                        <a:srgbClr val="FF9300"/>
                                      </a:solidFill>
                                      <a:latin typeface="Cambria Math" panose="02040503050406030204" pitchFamily="18" charset="0"/>
                                    </a:rPr>
                                    <m:t>𝑡</m:t>
                                  </m:r>
                                  <m:r>
                                    <a:rPr lang="en-US" sz="1800" i="1">
                                      <a:solidFill>
                                        <a:srgbClr val="FF9300"/>
                                      </a:solidFill>
                                      <a:latin typeface="Cambria Math" panose="02040503050406030204" pitchFamily="18" charset="0"/>
                                    </a:rPr>
                                    <m:t>−1</m:t>
                                  </m:r>
                                </m:sub>
                              </m:sSub>
                            </m:e>
                          </m:rad>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
                            <a:rPr lang="en-US" sz="1800" i="1">
                              <a:latin typeface="Cambria Math" panose="02040503050406030204" pitchFamily="18" charset="0"/>
                              <a:ea typeface="Cambria Math" panose="02040503050406030204" pitchFamily="18" charset="0"/>
                            </a:rPr>
                            <m:t>(1−</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rPr>
                                    <m:t>𝑡</m:t>
                                  </m:r>
                                </m:sub>
                              </m:sSub>
                            </m:e>
                          </m:rad>
                        </m:den>
                      </m:f>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oMath>
                  </m:oMathPara>
                </a14:m>
                <a:endParaRPr lang="en-KR" dirty="0"/>
              </a:p>
            </p:txBody>
          </p:sp>
        </mc:Choice>
        <mc:Fallback xmlns="">
          <p:sp>
            <p:nvSpPr>
              <p:cNvPr id="15" name="TextBox 14">
                <a:extLst>
                  <a:ext uri="{FF2B5EF4-FFF2-40B4-BE49-F238E27FC236}">
                    <a16:creationId xmlns:a16="http://schemas.microsoft.com/office/drawing/2014/main" id="{E430BAA2-D1FA-3C56-5157-367F9A360207}"/>
                  </a:ext>
                </a:extLst>
              </p:cNvPr>
              <p:cNvSpPr txBox="1">
                <a:spLocks noRot="1" noChangeAspect="1" noMove="1" noResize="1" noEditPoints="1" noAdjustHandles="1" noChangeArrowheads="1" noChangeShapeType="1" noTextEdit="1"/>
              </p:cNvSpPr>
              <p:nvPr/>
            </p:nvSpPr>
            <p:spPr>
              <a:xfrm>
                <a:off x="1125188" y="3157769"/>
                <a:ext cx="6534396" cy="802977"/>
              </a:xfrm>
              <a:prstGeom prst="rect">
                <a:avLst/>
              </a:prstGeom>
              <a:blipFill>
                <a:blip r:embed="rId10"/>
                <a:stretch>
                  <a:fillRect b="-312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2611A7E-38DF-6325-A61D-CFC8BE93CE12}"/>
                  </a:ext>
                </a:extLst>
              </p:cNvPr>
              <p:cNvSpPr txBox="1"/>
              <p:nvPr/>
            </p:nvSpPr>
            <p:spPr>
              <a:xfrm>
                <a:off x="609600" y="4114068"/>
                <a:ext cx="6534396" cy="8030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ad>
                            <m:radPr>
                              <m:degHide m:val="on"/>
                              <m:ctrlPr>
                                <a:rPr lang="en-US" sz="1800" i="1" smtClean="0">
                                  <a:solidFill>
                                    <a:schemeClr val="tx1"/>
                                  </a:solidFill>
                                  <a:latin typeface="Cambria Math" panose="02040503050406030204" pitchFamily="18" charset="0"/>
                                  <a:ea typeface="Cambria Math" panose="02040503050406030204" pitchFamily="18" charset="0"/>
                                </a:rPr>
                              </m:ctrlPr>
                            </m:radPr>
                            <m:deg/>
                            <m:e>
                              <m:sSub>
                                <m:sSubPr>
                                  <m:ctrlPr>
                                    <a:rPr lang="en-US" sz="1800" i="1">
                                      <a:solidFill>
                                        <a:schemeClr val="tx1"/>
                                      </a:solidFill>
                                      <a:latin typeface="Cambria Math" panose="02040503050406030204" pitchFamily="18" charset="0"/>
                                      <a:ea typeface="Cambria Math" panose="02040503050406030204" pitchFamily="18" charset="0"/>
                                    </a:rPr>
                                  </m:ctrlPr>
                                </m:sSubPr>
                                <m:e>
                                  <m:acc>
                                    <m:accPr>
                                      <m:chr m:val="̅"/>
                                      <m:ctrlPr>
                                        <a:rPr lang="en-US" sz="1800" i="1">
                                          <a:solidFill>
                                            <a:schemeClr val="tx1"/>
                                          </a:solidFill>
                                          <a:latin typeface="Cambria Math" panose="02040503050406030204" pitchFamily="18" charset="0"/>
                                          <a:ea typeface="Cambria Math" panose="02040503050406030204" pitchFamily="18" charset="0"/>
                                        </a:rPr>
                                      </m:ctrlPr>
                                    </m:accPr>
                                    <m:e>
                                      <m:r>
                                        <a:rPr lang="en-US" sz="1800" i="1">
                                          <a:solidFill>
                                            <a:schemeClr val="tx1"/>
                                          </a:solidFill>
                                          <a:latin typeface="Cambria Math" panose="02040503050406030204" pitchFamily="18" charset="0"/>
                                          <a:ea typeface="Cambria Math" panose="02040503050406030204" pitchFamily="18" charset="0"/>
                                        </a:rPr>
                                        <m:t>𝛼</m:t>
                                      </m:r>
                                    </m:e>
                                  </m:acc>
                                </m:e>
                                <m:sub>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sub>
                              </m:sSub>
                            </m:e>
                          </m:rad>
                          <m:sSub>
                            <m:sSubPr>
                              <m:ctrlPr>
                                <a:rPr lang="en-US" sz="1800" i="1">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num>
                        <m:den>
                          <m:r>
                            <a:rPr lang="en-US" sz="1800" i="1">
                              <a:latin typeface="Cambria Math" panose="02040503050406030204" pitchFamily="18" charset="0"/>
                              <a:ea typeface="Cambria Math" panose="02040503050406030204" pitchFamily="18" charset="0"/>
                            </a:rPr>
                            <m:t>(1−</m:t>
                          </m:r>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acc>
                                    <m:accPr>
                                      <m:chr m:val="̅"/>
                                      <m:ctrlPr>
                                        <a:rPr lang="en-US" sz="1800" i="1">
                                          <a:latin typeface="Cambria Math" panose="02040503050406030204" pitchFamily="18" charset="0"/>
                                          <a:ea typeface="Cambria Math" panose="02040503050406030204" pitchFamily="18" charset="0"/>
                                        </a:rPr>
                                      </m:ctrlPr>
                                    </m:accPr>
                                    <m:e>
                                      <m:r>
                                        <a:rPr lang="en-US" sz="1800" i="1">
                                          <a:latin typeface="Cambria Math" panose="02040503050406030204" pitchFamily="18" charset="0"/>
                                          <a:ea typeface="Cambria Math" panose="02040503050406030204" pitchFamily="18" charset="0"/>
                                        </a:rPr>
                                        <m:t>𝛼</m:t>
                                      </m:r>
                                    </m:e>
                                  </m:acc>
                                </m:e>
                                <m:sub>
                                  <m:r>
                                    <a:rPr lang="en-US" sz="1800" i="1">
                                      <a:latin typeface="Cambria Math" panose="02040503050406030204" pitchFamily="18" charset="0"/>
                                    </a:rPr>
                                    <m:t>𝑡</m:t>
                                  </m:r>
                                </m:sub>
                              </m:sSub>
                            </m:e>
                          </m:rad>
                        </m:den>
                      </m:f>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oMath>
                  </m:oMathPara>
                </a14:m>
                <a:br>
                  <a:rPr lang="en-US" sz="1800" i="1" dirty="0">
                    <a:latin typeface="Cambria Math" panose="02040503050406030204" pitchFamily="18" charset="0"/>
                    <a:ea typeface="Cambria Math" panose="02040503050406030204" pitchFamily="18" charset="0"/>
                  </a:rPr>
                </a:br>
                <a:endParaRPr lang="en-KR" dirty="0"/>
              </a:p>
            </p:txBody>
          </p:sp>
        </mc:Choice>
        <mc:Fallback xmlns="">
          <p:sp>
            <p:nvSpPr>
              <p:cNvPr id="17" name="TextBox 16">
                <a:extLst>
                  <a:ext uri="{FF2B5EF4-FFF2-40B4-BE49-F238E27FC236}">
                    <a16:creationId xmlns:a16="http://schemas.microsoft.com/office/drawing/2014/main" id="{C2611A7E-38DF-6325-A61D-CFC8BE93CE12}"/>
                  </a:ext>
                </a:extLst>
              </p:cNvPr>
              <p:cNvSpPr txBox="1">
                <a:spLocks noRot="1" noChangeAspect="1" noMove="1" noResize="1" noEditPoints="1" noAdjustHandles="1" noChangeArrowheads="1" noChangeShapeType="1" noTextEdit="1"/>
              </p:cNvSpPr>
              <p:nvPr/>
            </p:nvSpPr>
            <p:spPr>
              <a:xfrm>
                <a:off x="609600" y="4114068"/>
                <a:ext cx="6534396" cy="803040"/>
              </a:xfrm>
              <a:prstGeom prst="rect">
                <a:avLst/>
              </a:prstGeom>
              <a:blipFill>
                <a:blip r:embed="rId11"/>
                <a:stretch>
                  <a:fillRect b="-312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F2330F9-3789-36D6-2D42-E65C0D93BB54}"/>
                  </a:ext>
                </a:extLst>
              </p:cNvPr>
              <p:cNvSpPr txBox="1"/>
              <p:nvPr/>
            </p:nvSpPr>
            <p:spPr>
              <a:xfrm>
                <a:off x="-164770" y="5113937"/>
                <a:ext cx="6534396" cy="7346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ea typeface="Cambria Math" panose="02040503050406030204" pitchFamily="18" charset="0"/>
                        </a:rPr>
                        <m:t>=</m:t>
                      </m:r>
                      <m:f>
                        <m:fPr>
                          <m:ctrlPr>
                            <a:rPr lang="en-US" sz="180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𝛼</m:t>
                                  </m:r>
                                </m:e>
                                <m:sub>
                                  <m:r>
                                    <a:rPr lang="en-US" sz="1800" b="0" i="1" smtClean="0">
                                      <a:latin typeface="Cambria Math" panose="02040503050406030204" pitchFamily="18" charset="0"/>
                                      <a:ea typeface="Cambria Math" panose="02040503050406030204" pitchFamily="18" charset="0"/>
                                    </a:rPr>
                                    <m:t>𝑡</m:t>
                                  </m:r>
                                </m:sub>
                              </m:sSub>
                            </m:e>
                          </m:rad>
                        </m:den>
                      </m:f>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oMath>
                  </m:oMathPara>
                </a14:m>
                <a:br>
                  <a:rPr lang="en-US" sz="1800" i="1" dirty="0">
                    <a:latin typeface="Cambria Math" panose="02040503050406030204" pitchFamily="18" charset="0"/>
                    <a:ea typeface="Cambria Math" panose="02040503050406030204" pitchFamily="18" charset="0"/>
                  </a:rPr>
                </a:br>
                <a:endParaRPr lang="en-KR" dirty="0"/>
              </a:p>
            </p:txBody>
          </p:sp>
        </mc:Choice>
        <mc:Fallback xmlns="">
          <p:sp>
            <p:nvSpPr>
              <p:cNvPr id="19" name="TextBox 18">
                <a:extLst>
                  <a:ext uri="{FF2B5EF4-FFF2-40B4-BE49-F238E27FC236}">
                    <a16:creationId xmlns:a16="http://schemas.microsoft.com/office/drawing/2014/main" id="{BF2330F9-3789-36D6-2D42-E65C0D93BB54}"/>
                  </a:ext>
                </a:extLst>
              </p:cNvPr>
              <p:cNvSpPr txBox="1">
                <a:spLocks noRot="1" noChangeAspect="1" noMove="1" noResize="1" noEditPoints="1" noAdjustHandles="1" noChangeArrowheads="1" noChangeShapeType="1" noTextEdit="1"/>
              </p:cNvSpPr>
              <p:nvPr/>
            </p:nvSpPr>
            <p:spPr>
              <a:xfrm>
                <a:off x="-164770" y="5113937"/>
                <a:ext cx="6534396" cy="734688"/>
              </a:xfrm>
              <a:prstGeom prst="rect">
                <a:avLst/>
              </a:prstGeom>
              <a:blipFill>
                <a:blip r:embed="rId12"/>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DA0574-FD21-74D7-20AB-3F76CEAF3993}"/>
                  </a:ext>
                </a:extLst>
              </p:cNvPr>
              <p:cNvSpPr txBox="1"/>
              <p:nvPr/>
            </p:nvSpPr>
            <p:spPr>
              <a:xfrm>
                <a:off x="3338451" y="5126727"/>
                <a:ext cx="6534396" cy="7587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d>
                        <m:dPr>
                          <m:ctrlPr>
                            <a:rPr lang="en-US" sz="1800" b="0" i="1" smtClean="0">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e>
                      </m:d>
                      <m:r>
                        <a:rPr lang="en-US" sz="1800" b="0" i="1" smtClean="0">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acc>
                            <m:accPr>
                              <m:chr m:val="̃"/>
                              <m:ctrlPr>
                                <a:rPr lang="en-US" sz="1800" b="1" i="1">
                                  <a:latin typeface="Cambria Math" panose="02040503050406030204" pitchFamily="18" charset="0"/>
                                  <a:ea typeface="Cambria Math" panose="02040503050406030204" pitchFamily="18" charset="0"/>
                                </a:rPr>
                              </m:ctrlPr>
                            </m:accPr>
                            <m:e>
                              <m:r>
                                <a:rPr lang="en-US" sz="1800" b="1" i="1">
                                  <a:latin typeface="Cambria Math" panose="02040503050406030204" pitchFamily="18" charset="0"/>
                                  <a:ea typeface="Cambria Math" panose="02040503050406030204" pitchFamily="18" charset="0"/>
                                </a:rPr>
                                <m:t>𝝁</m:t>
                              </m:r>
                            </m:e>
                          </m:acc>
                        </m:e>
                        <m:sub>
                          <m:r>
                            <a:rPr lang="en-US" sz="1800" i="1">
                              <a:latin typeface="Cambria Math" panose="02040503050406030204" pitchFamily="18" charset="0"/>
                              <a:ea typeface="Cambria Math" panose="02040503050406030204" pitchFamily="18" charset="0"/>
                            </a:rPr>
                            <m:t>𝑡</m:t>
                          </m:r>
                        </m:sub>
                      </m:sSub>
                      <m:d>
                        <m:dPr>
                          <m:ctrlPr>
                            <a:rPr lang="en-US" sz="1800" b="1" i="1">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b="1" i="1">
                              <a:latin typeface="Cambria Math" panose="02040503050406030204" pitchFamily="18" charset="0"/>
                              <a:ea typeface="Cambria Math" panose="02040503050406030204" pitchFamily="18" charset="0"/>
                            </a:rPr>
                            <m:t>,</m:t>
                          </m:r>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e>
                      </m:d>
                    </m:oMath>
                  </m:oMathPara>
                </a14:m>
                <a:endParaRPr lang="en-KR" sz="1800" dirty="0">
                  <a:solidFill>
                    <a:schemeClr val="tx1"/>
                  </a:solidFill>
                </a:endParaRPr>
              </a:p>
            </p:txBody>
          </p:sp>
        </mc:Choice>
        <mc:Fallback xmlns="">
          <p:sp>
            <p:nvSpPr>
              <p:cNvPr id="21" name="TextBox 20">
                <a:extLst>
                  <a:ext uri="{FF2B5EF4-FFF2-40B4-BE49-F238E27FC236}">
                    <a16:creationId xmlns:a16="http://schemas.microsoft.com/office/drawing/2014/main" id="{30DA0574-FD21-74D7-20AB-3F76CEAF3993}"/>
                  </a:ext>
                </a:extLst>
              </p:cNvPr>
              <p:cNvSpPr txBox="1">
                <a:spLocks noRot="1" noChangeAspect="1" noMove="1" noResize="1" noEditPoints="1" noAdjustHandles="1" noChangeArrowheads="1" noChangeShapeType="1" noTextEdit="1"/>
              </p:cNvSpPr>
              <p:nvPr/>
            </p:nvSpPr>
            <p:spPr>
              <a:xfrm>
                <a:off x="3338451" y="5126727"/>
                <a:ext cx="6534396" cy="758797"/>
              </a:xfrm>
              <a:prstGeom prst="rect">
                <a:avLst/>
              </a:prstGeom>
              <a:blipFill>
                <a:blip r:embed="rId13"/>
                <a:stretch>
                  <a:fillRect/>
                </a:stretch>
              </a:blipFill>
            </p:spPr>
            <p:txBody>
              <a:bodyPr/>
              <a:lstStyle/>
              <a:p>
                <a:r>
                  <a:rPr lang="en-KR">
                    <a:noFill/>
                  </a:rPr>
                  <a:t> </a:t>
                </a:r>
              </a:p>
            </p:txBody>
          </p:sp>
        </mc:Fallback>
      </mc:AlternateContent>
      <p:grpSp>
        <p:nvGrpSpPr>
          <p:cNvPr id="24" name="Group 23">
            <a:extLst>
              <a:ext uri="{FF2B5EF4-FFF2-40B4-BE49-F238E27FC236}">
                <a16:creationId xmlns:a16="http://schemas.microsoft.com/office/drawing/2014/main" id="{35E5751E-072C-B52D-9368-1892B52B6BEF}"/>
              </a:ext>
            </a:extLst>
          </p:cNvPr>
          <p:cNvGrpSpPr/>
          <p:nvPr/>
        </p:nvGrpSpPr>
        <p:grpSpPr>
          <a:xfrm>
            <a:off x="6931821" y="5675326"/>
            <a:ext cx="2984306" cy="697044"/>
            <a:chOff x="6931821" y="5675326"/>
            <a:chExt cx="2984306" cy="697044"/>
          </a:xfrm>
        </p:grpSpPr>
        <p:sp>
          <p:nvSpPr>
            <p:cNvPr id="2" name="TextBox 1">
              <a:extLst>
                <a:ext uri="{FF2B5EF4-FFF2-40B4-BE49-F238E27FC236}">
                  <a16:creationId xmlns:a16="http://schemas.microsoft.com/office/drawing/2014/main" id="{75A98AE3-5077-4418-D228-2778FD3CDAEB}"/>
                </a:ext>
              </a:extLst>
            </p:cNvPr>
            <p:cNvSpPr txBox="1"/>
            <p:nvPr/>
          </p:nvSpPr>
          <p:spPr>
            <a:xfrm>
              <a:off x="6931821" y="6064592"/>
              <a:ext cx="771045" cy="307777"/>
            </a:xfrm>
            <a:prstGeom prst="rect">
              <a:avLst/>
            </a:prstGeom>
            <a:noFill/>
          </p:spPr>
          <p:txBody>
            <a:bodyPr wrap="none" lIns="0" rIns="0" rtlCol="0">
              <a:spAutoFit/>
            </a:bodyPr>
            <a:lstStyle/>
            <a:p>
              <a:pPr algn="l"/>
              <a:r>
                <a:rPr lang="en-KR" sz="1400" dirty="0">
                  <a:latin typeface="Pretendard Light" panose="02000403000000020004" pitchFamily="2" charset="-127"/>
                  <a:ea typeface="Pretendard Light" panose="02000403000000020004" pitchFamily="2" charset="-127"/>
                  <a:cs typeface="Pretendard Light" panose="02000403000000020004" pitchFamily="2" charset="-127"/>
                </a:rPr>
                <a:t>We know </a:t>
              </a:r>
            </a:p>
          </p:txBody>
        </p:sp>
        <p:sp>
          <p:nvSpPr>
            <p:cNvPr id="6" name="TextBox 5">
              <a:extLst>
                <a:ext uri="{FF2B5EF4-FFF2-40B4-BE49-F238E27FC236}">
                  <a16:creationId xmlns:a16="http://schemas.microsoft.com/office/drawing/2014/main" id="{FBA12375-B5C3-70C1-8A4D-D000E57F0D26}"/>
                </a:ext>
              </a:extLst>
            </p:cNvPr>
            <p:cNvSpPr txBox="1"/>
            <p:nvPr/>
          </p:nvSpPr>
          <p:spPr>
            <a:xfrm>
              <a:off x="8595253" y="6064593"/>
              <a:ext cx="1320874" cy="307777"/>
            </a:xfrm>
            <a:prstGeom prst="rect">
              <a:avLst/>
            </a:prstGeom>
            <a:noFill/>
          </p:spPr>
          <p:txBody>
            <a:bodyPr wrap="none" lIns="0" rIns="0" rtlCol="0">
              <a:spAutoFit/>
            </a:bodyPr>
            <a:lstStyle/>
            <a:p>
              <a:pPr algn="l"/>
              <a:r>
                <a:rPr lang="en-KR" sz="1400" dirty="0">
                  <a:latin typeface="Pretendard Light" panose="02000403000000020004" pitchFamily="2" charset="-127"/>
                  <a:ea typeface="Pretendard Light" panose="02000403000000020004" pitchFamily="2" charset="-127"/>
                  <a:cs typeface="Pretendard Light" panose="02000403000000020004" pitchFamily="2" charset="-127"/>
                </a:rPr>
                <a:t> We do not know</a:t>
              </a:r>
            </a:p>
          </p:txBody>
        </p:sp>
        <p:cxnSp>
          <p:nvCxnSpPr>
            <p:cNvPr id="9" name="Straight Connector 8">
              <a:extLst>
                <a:ext uri="{FF2B5EF4-FFF2-40B4-BE49-F238E27FC236}">
                  <a16:creationId xmlns:a16="http://schemas.microsoft.com/office/drawing/2014/main" id="{0A3483DA-0A6C-6E53-3BD0-6D905ABBCBAB}"/>
                </a:ext>
              </a:extLst>
            </p:cNvPr>
            <p:cNvCxnSpPr/>
            <p:nvPr/>
          </p:nvCxnSpPr>
          <p:spPr>
            <a:xfrm>
              <a:off x="7836635" y="5675326"/>
              <a:ext cx="241825" cy="0"/>
            </a:xfrm>
            <a:prstGeom prst="line">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4431BD5-FC14-4218-EA1A-8FAD5235135B}"/>
                </a:ext>
              </a:extLst>
            </p:cNvPr>
            <p:cNvCxnSpPr/>
            <p:nvPr/>
          </p:nvCxnSpPr>
          <p:spPr>
            <a:xfrm>
              <a:off x="8147732" y="5675326"/>
              <a:ext cx="241825" cy="0"/>
            </a:xfrm>
            <a:prstGeom prst="line">
              <a:avLst/>
            </a:prstGeom>
            <a:ln w="19050"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1AA25CA0-8F54-B7DA-94D1-6C42825F3485}"/>
                </a:ext>
              </a:extLst>
            </p:cNvPr>
            <p:cNvCxnSpPr>
              <a:endCxn id="2" idx="3"/>
            </p:cNvCxnSpPr>
            <p:nvPr/>
          </p:nvCxnSpPr>
          <p:spPr>
            <a:xfrm rot="5400000">
              <a:off x="7558631" y="5819562"/>
              <a:ext cx="543155" cy="254683"/>
            </a:xfrm>
            <a:prstGeom prst="bentConnector2">
              <a:avLst/>
            </a:prstGeom>
            <a:ln w="19050" cap="rnd">
              <a:solidFill>
                <a:schemeClr val="accent2"/>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1D0ED2FC-AE6B-A069-F7DA-DC7C0D6066F6}"/>
                </a:ext>
              </a:extLst>
            </p:cNvPr>
            <p:cNvCxnSpPr>
              <a:cxnSpLocks/>
              <a:endCxn id="6" idx="1"/>
            </p:cNvCxnSpPr>
            <p:nvPr/>
          </p:nvCxnSpPr>
          <p:spPr>
            <a:xfrm rot="16200000" flipH="1">
              <a:off x="8168152" y="5791381"/>
              <a:ext cx="527592" cy="326610"/>
            </a:xfrm>
            <a:prstGeom prst="bentConnector2">
              <a:avLst/>
            </a:prstGeom>
            <a:ln w="19050" cap="rnd">
              <a:solidFill>
                <a:schemeClr val="accent2"/>
              </a:solidFill>
              <a:round/>
              <a:tailEnd type="triangle"/>
            </a:ln>
          </p:spPr>
          <p:style>
            <a:lnRef idx="1">
              <a:schemeClr val="accent1"/>
            </a:lnRef>
            <a:fillRef idx="0">
              <a:schemeClr val="accent1"/>
            </a:fillRef>
            <a:effectRef idx="0">
              <a:schemeClr val="accent1"/>
            </a:effectRef>
            <a:fontRef idx="minor">
              <a:schemeClr val="tx1"/>
            </a:fontRef>
          </p:style>
        </p:cxnSp>
      </p:grpSp>
      <p:pic>
        <p:nvPicPr>
          <p:cNvPr id="48" name="Audio 47">
            <a:extLst>
              <a:ext uri="{FF2B5EF4-FFF2-40B4-BE49-F238E27FC236}">
                <a16:creationId xmlns:a16="http://schemas.microsoft.com/office/drawing/2014/main" id="{4A094BF6-6294-8953-7946-46001A40DDEF}"/>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4031310975"/>
      </p:ext>
    </p:extLst>
  </p:cSld>
  <p:clrMapOvr>
    <a:masterClrMapping/>
  </p:clrMapOvr>
  <mc:AlternateContent xmlns:mc="http://schemas.openxmlformats.org/markup-compatibility/2006">
    <mc:Choice xmlns:p14="http://schemas.microsoft.com/office/powerpoint/2010/main" Requires="p14">
      <p:transition spd="slow" p14:dur="2000" advTm="48864"/>
    </mc:Choice>
    <mc:Fallback>
      <p:transition spd="slow" advTm="488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5" fill="hold" display="0">
                  <p:stCondLst>
                    <p:cond delay="indefinite"/>
                  </p:stCondLst>
                  <p:endCondLst>
                    <p:cond evt="onStopAudio" delay="0">
                      <p:tgtEl>
                        <p:sldTgt/>
                      </p:tgtEl>
                    </p:cond>
                  </p:endCondLst>
                </p:cTn>
                <p:tgtEl>
                  <p:spTgt spid="48"/>
                </p:tgtEl>
              </p:cMediaNode>
            </p:audio>
          </p:childTnLst>
        </p:cTn>
      </p:par>
    </p:tnLst>
    <p:bldLst>
      <p:bldP spid="8" grpId="0"/>
      <p:bldP spid="13" grpId="0"/>
      <p:bldP spid="15" grpId="0"/>
      <p:bldP spid="17" grpId="0"/>
      <p:bldP spid="19" grpId="0"/>
      <p:bldP spid="21" grpId="0"/>
    </p:bldLst>
  </p:timing>
  <p:extLst>
    <p:ext uri="{3A86A75C-4F4B-4683-9AE1-C65F6400EC91}">
      <p14:laserTraceLst xmlns:p14="http://schemas.microsoft.com/office/powerpoint/2010/main">
        <p14:tracePtLst>
          <p14:tracePt t="20" x="6078538" y="5943600"/>
          <p14:tracePt t="668" x="5570538" y="4191000"/>
          <p14:tracePt t="669" x="5554663" y="4038600"/>
          <p14:tracePt t="683" x="5554663" y="3929063"/>
          <p14:tracePt t="684" x="5554663" y="3827463"/>
          <p14:tracePt t="692" x="5554663" y="3767138"/>
          <p14:tracePt t="705" x="5554663" y="3751263"/>
          <p14:tracePt t="709" x="5554663" y="3725863"/>
          <p14:tracePt t="724" x="5537200" y="3708400"/>
          <p14:tracePt t="790" x="5554663" y="3708400"/>
          <p14:tracePt t="800" x="5570538" y="3708400"/>
          <p14:tracePt t="806" x="5595938" y="3690938"/>
          <p14:tracePt t="816" x="5613400" y="3690938"/>
          <p14:tracePt t="823" x="5664200" y="3675063"/>
          <p14:tracePt t="832" x="5765800" y="3657600"/>
          <p14:tracePt t="839" x="5824538" y="3649663"/>
          <p14:tracePt t="847" x="5900738" y="3632200"/>
          <p14:tracePt t="855" x="5961063" y="3632200"/>
          <p14:tracePt t="864" x="6037263" y="3632200"/>
          <p14:tracePt t="872" x="6113463" y="3632200"/>
          <p14:tracePt t="880" x="6189663" y="3632200"/>
          <p14:tracePt t="888" x="6248400" y="3632200"/>
          <p14:tracePt t="897" x="6291263" y="3632200"/>
          <p14:tracePt t="905" x="6324600" y="3632200"/>
          <p14:tracePt t="913" x="6350000" y="3649663"/>
          <p14:tracePt t="921" x="6367463" y="3657600"/>
          <p14:tracePt t="929" x="6383338" y="3657600"/>
          <p14:tracePt t="937" x="6392863" y="3675063"/>
          <p14:tracePt t="962" x="6392863" y="3690938"/>
          <p14:tracePt t="9453" x="6392863" y="3751263"/>
          <p14:tracePt t="9460" x="6367463" y="3792538"/>
          <p14:tracePt t="9468" x="6350000" y="3868738"/>
          <p14:tracePt t="9477" x="6324600" y="3929063"/>
          <p14:tracePt t="9484" x="6265863" y="4021138"/>
          <p14:tracePt t="9492" x="6230938" y="4064000"/>
          <p14:tracePt t="9501" x="6172200" y="4140200"/>
          <p14:tracePt t="9509" x="6129338" y="4198938"/>
          <p14:tracePt t="9517" x="6096000" y="4249738"/>
          <p14:tracePt t="9525" x="6053138" y="4292600"/>
          <p14:tracePt t="9534" x="6002338" y="4318000"/>
          <p14:tracePt t="9542" x="5961063" y="4368800"/>
          <p14:tracePt t="9550" x="5926138" y="4386263"/>
          <p14:tracePt t="9558" x="5884863" y="4394200"/>
          <p14:tracePt t="9567" x="5867400" y="4411663"/>
          <p14:tracePt t="9574" x="5824538" y="4411663"/>
          <p14:tracePt t="9583" x="5808663" y="4427538"/>
          <p14:tracePt t="9591" x="5783263" y="4427538"/>
          <p14:tracePt t="9600" x="5748338" y="4427538"/>
          <p14:tracePt t="9607" x="5732463" y="4427538"/>
          <p14:tracePt t="9617" x="5722938" y="4427538"/>
          <p14:tracePt t="9624" x="5689600" y="4427538"/>
          <p14:tracePt t="9633" x="5672138" y="4411663"/>
          <p14:tracePt t="9640" x="5646738" y="4394200"/>
          <p14:tracePt t="9650" x="5630863" y="4368800"/>
          <p14:tracePt t="9656" x="5595938" y="4318000"/>
          <p14:tracePt t="9667" x="5588000" y="4292600"/>
          <p14:tracePt t="9673" x="5554663" y="4249738"/>
          <p14:tracePt t="9684" x="5529263" y="4216400"/>
          <p14:tracePt t="9689" x="5494338" y="4173538"/>
          <p14:tracePt t="9700" x="5478463" y="4114800"/>
          <p14:tracePt t="9705" x="5453063" y="4081463"/>
          <p14:tracePt t="9718" x="5435600" y="4021138"/>
          <p14:tracePt t="9722" x="5418138" y="3979863"/>
          <p14:tracePt t="9733" x="5402263" y="3929063"/>
          <p14:tracePt t="9738" x="5376863" y="3868738"/>
          <p14:tracePt t="9750" x="5359400" y="3810000"/>
          <p14:tracePt t="9755" x="5359400" y="3751263"/>
          <p14:tracePt t="9767" x="5359400" y="3690938"/>
          <p14:tracePt t="9771" x="5341938" y="3649663"/>
          <p14:tracePt t="9784" x="5341938" y="3598863"/>
          <p14:tracePt t="9787" x="5334000" y="3556000"/>
          <p14:tracePt t="9800" x="5334000" y="3530600"/>
          <p14:tracePt t="9804" x="5334000" y="3497263"/>
          <p14:tracePt t="9817" x="5334000" y="3479800"/>
          <p14:tracePt t="9820" x="5334000" y="3462338"/>
          <p14:tracePt t="9837" x="5334000" y="3454400"/>
          <p14:tracePt t="10214" x="5334000" y="3462338"/>
          <p14:tracePt t="10222" x="5224463" y="3589338"/>
          <p14:tracePt t="10230" x="5105400" y="3733800"/>
          <p14:tracePt t="10239" x="4953000" y="3929063"/>
          <p14:tracePt t="10247" x="4699000" y="4157663"/>
          <p14:tracePt t="10255" x="4462463" y="4452938"/>
          <p14:tracePt t="10263" x="4343400" y="4579938"/>
          <p14:tracePt t="10271" x="4021138" y="4894263"/>
          <p14:tracePt t="10279" x="3751263" y="5189538"/>
          <p14:tracePt t="10287" x="3479800" y="5478463"/>
          <p14:tracePt t="10296" x="3225800" y="5773738"/>
          <p14:tracePt t="10304" x="3005138" y="6019800"/>
          <p14:tracePt t="10312" x="2811463" y="6256338"/>
          <p14:tracePt t="10320" x="2624138" y="6469063"/>
          <p14:tracePt t="10329" x="2582863" y="6527800"/>
          <p14:tracePt t="10337" x="2463800" y="6697663"/>
          <p14:tracePt t="10345" x="2370138" y="6799263"/>
          <p14:tracePt t="14977" x="2794000" y="6723063"/>
          <p14:tracePt t="14986" x="2836863" y="6570663"/>
          <p14:tracePt t="14993" x="2913063" y="6408738"/>
          <p14:tracePt t="15001" x="2989263" y="6240463"/>
          <p14:tracePt t="15008" x="3065463" y="6045200"/>
          <p14:tracePt t="15020" x="3167063" y="5834063"/>
          <p14:tracePt t="15025" x="3284538" y="5580063"/>
          <p14:tracePt t="15034" x="3421063" y="5326063"/>
          <p14:tracePt t="15041" x="3556000" y="5072063"/>
          <p14:tracePt t="15050" x="3708400" y="4818063"/>
          <p14:tracePt t="15057" x="3827463" y="4546600"/>
          <p14:tracePt t="15067" x="3937000" y="4386263"/>
          <p14:tracePt t="15074" x="4056063" y="4157663"/>
          <p14:tracePt t="15084" x="4081463" y="4097338"/>
          <p14:tracePt t="15090" x="4267200" y="3827463"/>
          <p14:tracePt t="15100" x="4275138" y="3767138"/>
          <p14:tracePt t="15107" x="4343400" y="3675063"/>
          <p14:tracePt t="15117" x="4402138" y="3598863"/>
          <p14:tracePt t="15124" x="4445000" y="3513138"/>
          <p14:tracePt t="15133" x="4470400" y="3462338"/>
          <p14:tracePt t="15140" x="4487863" y="3421063"/>
          <p14:tracePt t="15150" x="4503738" y="3395663"/>
          <p14:tracePt t="15155" x="4521200" y="3395663"/>
          <p14:tracePt t="15167" x="4521200" y="3378200"/>
          <p14:tracePt t="15172" x="4521200" y="3360738"/>
          <p14:tracePt t="15184" x="4538663" y="3360738"/>
          <p14:tracePt t="15328" x="4538663" y="3319463"/>
          <p14:tracePt t="15336" x="4564063" y="3259138"/>
          <p14:tracePt t="15344" x="4597400" y="3182938"/>
          <p14:tracePt t="15352" x="4640263" y="3106738"/>
          <p14:tracePt t="15361" x="4673600" y="2997200"/>
          <p14:tracePt t="15368" x="4716463" y="2870200"/>
          <p14:tracePt t="15377" x="4741863" y="2819400"/>
          <p14:tracePt t="15385" x="4775200" y="2735263"/>
          <p14:tracePt t="15393" x="4800600" y="2624138"/>
          <p14:tracePt t="15401" x="4833938" y="2582863"/>
          <p14:tracePt t="15410" x="4851400" y="2522538"/>
          <p14:tracePt t="15418" x="4868863" y="2471738"/>
          <p14:tracePt t="15426" x="4876800" y="2463800"/>
          <p14:tracePt t="15434" x="4894263" y="2430463"/>
          <p14:tracePt t="15451" x="4894263" y="2413000"/>
          <p14:tracePt t="15459" x="4910138" y="2413000"/>
          <p14:tracePt t="16090" x="4910138" y="2430463"/>
          <p14:tracePt t="16100" x="4910138" y="2506663"/>
          <p14:tracePt t="16106" x="4894263" y="2608263"/>
          <p14:tracePt t="16117" x="4833938" y="2801938"/>
          <p14:tracePt t="16123" x="4775200" y="3048000"/>
          <p14:tracePt t="16131" x="4673600" y="3319463"/>
          <p14:tracePt t="16139" x="4470400" y="3929063"/>
          <p14:tracePt t="16147" x="4343400" y="4351338"/>
          <p14:tracePt t="16155" x="4249738" y="4546600"/>
          <p14:tracePt t="16164" x="4114800" y="4978400"/>
          <p14:tracePt t="16172" x="3937000" y="5376863"/>
          <p14:tracePt t="16180" x="3810000" y="5748338"/>
          <p14:tracePt t="16188" x="3675063" y="6062663"/>
          <p14:tracePt t="16196" x="3556000" y="6367463"/>
          <p14:tracePt t="16205" x="3471863" y="6604000"/>
          <p14:tracePt t="16213" x="3395663" y="6840538"/>
          <p14:tracePt t="21648" x="3065463" y="6561138"/>
          <p14:tracePt t="21656" x="3149600" y="6273800"/>
          <p14:tracePt t="21664" x="3276600" y="5969000"/>
          <p14:tracePt t="21671" x="3411538" y="5638800"/>
          <p14:tracePt t="21679" x="3530600" y="5326063"/>
          <p14:tracePt t="21687" x="3649663" y="5029200"/>
          <p14:tracePt t="21696" x="3725863" y="4910138"/>
          <p14:tracePt t="21704" x="3784600" y="4741863"/>
          <p14:tracePt t="21712" x="3886200" y="4605338"/>
          <p14:tracePt t="21720" x="3944938" y="4487863"/>
          <p14:tracePt t="21728" x="4005263" y="4394200"/>
          <p14:tracePt t="21736" x="4038600" y="4351338"/>
          <p14:tracePt t="21745" x="4081463" y="4310063"/>
          <p14:tracePt t="21753" x="4132263" y="4259263"/>
          <p14:tracePt t="22097" x="4216400" y="4318000"/>
          <p14:tracePt t="22105" x="4310063" y="4386263"/>
          <p14:tracePt t="22113" x="4487863" y="4503738"/>
          <p14:tracePt t="22122" x="4699000" y="4640263"/>
          <p14:tracePt t="22130" x="4953000" y="4741863"/>
          <p14:tracePt t="22139" x="5207000" y="4894263"/>
          <p14:tracePt t="22146" x="5435600" y="4995863"/>
          <p14:tracePt t="22155" x="5646738" y="5105400"/>
          <p14:tracePt t="22163" x="5722938" y="5130800"/>
          <p14:tracePt t="22171" x="5884863" y="5173663"/>
          <p14:tracePt t="22179" x="6019800" y="5240338"/>
          <p14:tracePt t="22187" x="6096000" y="5249863"/>
          <p14:tracePt t="22195" x="6172200" y="5283200"/>
          <p14:tracePt t="22204" x="6215063" y="5300663"/>
          <p14:tracePt t="22211" x="6230938" y="5308600"/>
          <p14:tracePt t="22220" x="6265863" y="5308600"/>
          <p14:tracePt t="22228" x="6265863" y="5326063"/>
          <p14:tracePt t="22236" x="6273800" y="5326063"/>
          <p14:tracePt t="22253" x="6291263" y="5326063"/>
          <p14:tracePt t="29019" x="6908800" y="5300663"/>
          <p14:tracePt t="29027" x="7281863" y="5300663"/>
          <p14:tracePt t="29035" x="7645400" y="5300663"/>
          <p14:tracePt t="29043" x="7975600" y="5300663"/>
          <p14:tracePt t="29051" x="8643938" y="5300663"/>
          <p14:tracePt t="29059" x="8915400" y="5300663"/>
          <p14:tracePt t="29068" x="9474200" y="5240338"/>
          <p14:tracePt t="29076" x="9999663" y="5173663"/>
          <p14:tracePt t="29084" x="10371138" y="5087938"/>
          <p14:tracePt t="29092" x="10752138" y="5046663"/>
          <p14:tracePt t="29101" x="10828338" y="5011738"/>
          <p14:tracePt t="29109" x="11066463" y="4970463"/>
          <p14:tracePt t="29117" x="11183938" y="4935538"/>
          <p14:tracePt t="29125" x="11295063" y="4919663"/>
          <p14:tracePt t="29134" x="11379200" y="4910138"/>
          <p14:tracePt t="29141" x="11412538" y="4910138"/>
          <p14:tracePt t="29150" x="11437938" y="4910138"/>
          <p14:tracePt t="29167" x="11455400" y="4910138"/>
          <p14:tracePt t="29280" x="11412538" y="4935538"/>
          <p14:tracePt t="29289" x="11353800" y="4970463"/>
          <p14:tracePt t="29297" x="11244263" y="5029200"/>
          <p14:tracePt t="29305" x="11107738" y="5105400"/>
          <p14:tracePt t="29314" x="10972800" y="5148263"/>
          <p14:tracePt t="29321" x="10812463" y="5224463"/>
          <p14:tracePt t="29330" x="10634663" y="5283200"/>
          <p14:tracePt t="29338" x="10421938" y="5341938"/>
          <p14:tracePt t="29346" x="10193338" y="5402263"/>
          <p14:tracePt t="29355" x="10033000" y="5435600"/>
          <p14:tracePt t="29363" x="9821863" y="5478463"/>
          <p14:tracePt t="29371" x="9745663" y="5494338"/>
          <p14:tracePt t="29379" x="9626600" y="5503863"/>
          <p14:tracePt t="29387" x="9491663" y="5519738"/>
          <p14:tracePt t="29396" x="9380538" y="5537200"/>
          <p14:tracePt t="29404" x="9278938" y="5537200"/>
          <p14:tracePt t="29412" x="9202738" y="5554663"/>
          <p14:tracePt t="29420" x="9101138" y="5570538"/>
          <p14:tracePt t="29428" x="9024938" y="5580063"/>
          <p14:tracePt t="29436" x="8948738" y="5595938"/>
          <p14:tracePt t="29445" x="8890000" y="5595938"/>
          <p14:tracePt t="29453" x="8831263" y="5613400"/>
          <p14:tracePt t="29461" x="8770938" y="5630863"/>
          <p14:tracePt t="29469" x="8737600" y="5630863"/>
          <p14:tracePt t="29477" x="8694738" y="5656263"/>
          <p14:tracePt t="29486" x="8661400" y="5656263"/>
          <p14:tracePt t="29494" x="8636000" y="5672138"/>
          <p14:tracePt t="29502" x="8602663" y="5672138"/>
          <p14:tracePt t="29510" x="8585200" y="5689600"/>
          <p14:tracePt t="29518" x="8577263" y="5689600"/>
          <p14:tracePt t="29527" x="8559800" y="5707063"/>
          <p14:tracePt t="29535" x="8542338" y="5707063"/>
          <p14:tracePt t="29543" x="8526463" y="5707063"/>
          <p14:tracePt t="29551" x="8516938" y="5707063"/>
          <p14:tracePt t="29559" x="8483600" y="5707063"/>
          <p14:tracePt t="29567" x="8466138" y="5707063"/>
          <p14:tracePt t="29576" x="8424863" y="5707063"/>
          <p14:tracePt t="29584" x="8389938" y="5715000"/>
          <p14:tracePt t="29592" x="8348663" y="5715000"/>
          <p14:tracePt t="29601" x="8305800" y="5715000"/>
          <p14:tracePt t="29609" x="8272463" y="5715000"/>
          <p14:tracePt t="29617" x="8247063" y="5715000"/>
          <p14:tracePt t="29625" x="8229600" y="5715000"/>
          <p14:tracePt t="29641" x="8212138" y="5715000"/>
          <p14:tracePt t="29650" x="8196263" y="5715000"/>
          <p14:tracePt t="29674" x="8186738" y="5715000"/>
          <p14:tracePt t="29699" x="8170863" y="5732463"/>
          <p14:tracePt t="29732" x="8153400" y="5732463"/>
          <p14:tracePt t="29740" x="8135938" y="5732463"/>
          <p14:tracePt t="29749" x="8110538" y="5732463"/>
          <p14:tracePt t="29756" x="8094663" y="5732463"/>
          <p14:tracePt t="29766" x="8077200" y="5732463"/>
          <p14:tracePt t="29772" x="8051800" y="5732463"/>
          <p14:tracePt t="29781" x="8034338" y="5732463"/>
          <p14:tracePt t="29789" x="8001000" y="5732463"/>
          <p14:tracePt t="29797" x="7983538" y="5732463"/>
          <p14:tracePt t="29805" x="7975600" y="5732463"/>
          <p14:tracePt t="29822" x="7958138" y="5732463"/>
          <p14:tracePt t="29920" x="7975600" y="5732463"/>
          <p14:tracePt t="29928" x="7983538" y="5732463"/>
          <p14:tracePt t="29936" x="8001000" y="5732463"/>
          <p14:tracePt t="29945" x="8034338" y="5732463"/>
          <p14:tracePt t="29952" x="8059738" y="5748338"/>
          <p14:tracePt t="29961" x="8094663" y="5748338"/>
          <p14:tracePt t="29969" x="8120063" y="5748338"/>
          <p14:tracePt t="29977" x="8153400" y="5748338"/>
          <p14:tracePt t="29985" x="8186738" y="5748338"/>
          <p14:tracePt t="29994" x="8196263" y="5748338"/>
          <p14:tracePt t="30002" x="8212138" y="5748338"/>
          <p14:tracePt t="30010" x="8247063" y="5748338"/>
          <p14:tracePt t="30018" x="8255000" y="5748338"/>
          <p14:tracePt t="30034" x="8272463" y="5748338"/>
          <p14:tracePt t="30059" x="8288338" y="5748338"/>
          <p14:tracePt t="30068" x="8305800" y="5748338"/>
          <p14:tracePt t="30092" x="8313738" y="5748338"/>
          <p14:tracePt t="30108" x="8331200" y="5748338"/>
          <p14:tracePt t="30133" x="8348663" y="5748338"/>
          <p14:tracePt t="30183" x="8364538" y="5748338"/>
          <p14:tracePt t="30633" x="8364538" y="5732463"/>
          <p14:tracePt t="30641" x="8331200" y="5707063"/>
          <p14:tracePt t="30650" x="8288338" y="5630863"/>
          <p14:tracePt t="30657" x="8247063" y="5570538"/>
          <p14:tracePt t="30667" x="8170863" y="5478463"/>
          <p14:tracePt t="30674" x="8077200" y="5359400"/>
          <p14:tracePt t="30684" x="7958138" y="5207000"/>
          <p14:tracePt t="30690" x="7823200" y="5011738"/>
          <p14:tracePt t="30700" x="7627938" y="4783138"/>
          <p14:tracePt t="30707" x="7475538" y="4589463"/>
          <p14:tracePt t="30716" x="7297738" y="4351338"/>
          <p14:tracePt t="30723" x="7129463" y="4122738"/>
          <p14:tracePt t="30733" x="6951663" y="3944938"/>
          <p14:tracePt t="30739" x="6815138" y="3792538"/>
          <p14:tracePt t="30749" x="6773863" y="3725863"/>
          <p14:tracePt t="30756" x="6654800" y="3598863"/>
          <p14:tracePt t="30764" x="6484938" y="3436938"/>
          <p14:tracePt t="30772" x="6392863" y="3360738"/>
          <p14:tracePt t="30780" x="6307138" y="3284538"/>
          <p14:tracePt t="30789" x="6197600" y="3200400"/>
          <p14:tracePt t="30797" x="6078538" y="3132138"/>
          <p14:tracePt t="30805" x="5961063" y="3065463"/>
          <p14:tracePt t="30813" x="5808663" y="2997200"/>
          <p14:tracePt t="30821" x="5672138" y="2928938"/>
          <p14:tracePt t="30830" x="5511800" y="2878138"/>
          <p14:tracePt t="30838" x="5341938" y="2836863"/>
          <p14:tracePt t="30846" x="5181600" y="2801938"/>
          <p14:tracePt t="30854" x="5029200" y="2794000"/>
          <p14:tracePt t="30862" x="4868863" y="2743200"/>
          <p14:tracePt t="30871" x="4699000" y="2735263"/>
          <p14:tracePt t="30879" x="4538663" y="2717800"/>
          <p14:tracePt t="30887" x="4368800" y="2700338"/>
          <p14:tracePt t="30895" x="4325938" y="2700338"/>
          <p14:tracePt t="30903" x="4081463" y="2667000"/>
          <p14:tracePt t="30912" x="4021138" y="2667000"/>
          <p14:tracePt t="30920" x="3919538" y="2659063"/>
          <p14:tracePt t="30928" x="3725863" y="2659063"/>
          <p14:tracePt t="30936" x="3614738" y="2659063"/>
          <p14:tracePt t="30945" x="3479800" y="2659063"/>
          <p14:tracePt t="30953" x="3454400" y="2659063"/>
          <p14:tracePt t="30961" x="3259138" y="2659063"/>
          <p14:tracePt t="30969" x="3149600" y="2659063"/>
          <p14:tracePt t="30977" x="3090863" y="2659063"/>
          <p14:tracePt t="30985" x="2989263" y="2659063"/>
          <p14:tracePt t="30994" x="2913063" y="2659063"/>
          <p14:tracePt t="31002" x="2836863" y="2659063"/>
          <p14:tracePt t="31010" x="2751138" y="2659063"/>
          <p14:tracePt t="31018" x="2700338" y="2659063"/>
          <p14:tracePt t="31026" x="2616200" y="2659063"/>
          <p14:tracePt t="31035" x="2565400" y="2659063"/>
          <p14:tracePt t="31043" x="2481263" y="2659063"/>
          <p14:tracePt t="31051" x="2430463" y="2659063"/>
          <p14:tracePt t="31060" x="2370138" y="2659063"/>
          <p14:tracePt t="31067" x="2311400" y="2659063"/>
          <p14:tracePt t="31076" x="2252663" y="2659063"/>
          <p14:tracePt t="31084" x="2209800" y="2659063"/>
          <p14:tracePt t="31092" x="2151063" y="2659063"/>
          <p14:tracePt t="31101" x="2090738" y="2659063"/>
          <p14:tracePt t="31108" x="2039938" y="2659063"/>
          <p14:tracePt t="31118" x="2014538" y="2641600"/>
          <p14:tracePt t="31125" x="1955800" y="2608263"/>
          <p14:tracePt t="31134" x="1905000" y="2582863"/>
          <p14:tracePt t="31141" x="1862138" y="2547938"/>
          <p14:tracePt t="31151" x="1820863" y="2506663"/>
          <p14:tracePt t="31158" x="1770063" y="2463800"/>
          <p14:tracePt t="31167" x="1727200" y="2413000"/>
          <p14:tracePt t="31174" x="1684338" y="2354263"/>
          <p14:tracePt t="31184" x="1633538" y="2311400"/>
          <p14:tracePt t="31190" x="1608138" y="2252663"/>
          <p14:tracePt t="31200" x="1574800" y="2217738"/>
          <p14:tracePt t="31207" x="1531938" y="2176463"/>
          <p14:tracePt t="31217" x="1516063" y="2141538"/>
          <p14:tracePt t="31224" x="1490663" y="2133600"/>
          <p14:tracePt t="31234" x="1455738" y="2100263"/>
          <p14:tracePt t="31240" x="1422400" y="2100263"/>
          <p14:tracePt t="31250" x="1397000" y="2082800"/>
          <p14:tracePt t="31257" x="1363663" y="2082800"/>
          <p14:tracePt t="31267" x="1338263" y="2074863"/>
          <p14:tracePt t="31273" x="1295400" y="2074863"/>
          <p14:tracePt t="31284" x="1277938" y="2074863"/>
          <p14:tracePt t="31289" x="1227138" y="2074863"/>
          <p14:tracePt t="31301" x="1219200" y="2074863"/>
          <p14:tracePt t="31306" x="1185863" y="2074863"/>
          <p14:tracePt t="31317" x="1160463" y="2057400"/>
          <p14:tracePt t="31330" x="1143000" y="2057400"/>
          <p14:tracePt t="31339" x="1125538" y="2057400"/>
          <p14:tracePt t="31347" x="1109663" y="2057400"/>
          <p14:tracePt t="31363" x="1092200" y="2039938"/>
          <p14:tracePt t="31412" x="1092200" y="2024063"/>
          <p14:tracePt t="31551" x="1109663" y="2024063"/>
          <p14:tracePt t="31559" x="1143000" y="2039938"/>
          <p14:tracePt t="31568" x="1168400" y="2057400"/>
          <p14:tracePt t="31575" x="1219200" y="2074863"/>
          <p14:tracePt t="31584" x="1262063" y="2100263"/>
          <p14:tracePt t="31592" x="1303338" y="2116138"/>
          <p14:tracePt t="31600" x="1363663" y="2133600"/>
          <p14:tracePt t="31608" x="1422400" y="2159000"/>
          <p14:tracePt t="31617" x="1455738" y="2159000"/>
          <p14:tracePt t="31625" x="1498600" y="2176463"/>
          <p14:tracePt t="31633" x="1516063" y="2176463"/>
          <p14:tracePt t="31641" x="1557338" y="2192338"/>
          <p14:tracePt t="31650" x="1574800" y="2192338"/>
          <p14:tracePt t="31658" x="1592263" y="2192338"/>
          <p14:tracePt t="31674" x="1608138" y="2192338"/>
          <p14:tracePt t="31698" x="1625600" y="2192338"/>
          <p14:tracePt t="31723" x="1633538" y="2192338"/>
          <p14:tracePt t="31797" x="1651000" y="2192338"/>
          <p14:tracePt t="31961" x="1651000" y="2209800"/>
          <p14:tracePt t="32576" x="1693863" y="2209800"/>
          <p14:tracePt t="32584" x="1744663" y="2209800"/>
          <p14:tracePt t="32592" x="1803400" y="2209800"/>
          <p14:tracePt t="32601" x="1905000" y="2209800"/>
          <p14:tracePt t="32608" x="2014538" y="2209800"/>
          <p14:tracePt t="32617" x="2176463" y="2235200"/>
          <p14:tracePt t="32624" x="2344738" y="2252663"/>
          <p14:tracePt t="32633" x="2760663" y="2278063"/>
          <p14:tracePt t="32641" x="3141663" y="2293938"/>
          <p14:tracePt t="32650" x="3556000" y="2354263"/>
          <p14:tracePt t="32657" x="4038600" y="2446338"/>
          <p14:tracePt t="32667" x="4579938" y="2582863"/>
          <p14:tracePt t="32674" x="5138738" y="2700338"/>
          <p14:tracePt t="32683" x="5672138" y="2870200"/>
          <p14:tracePt t="32690" x="6215063" y="3030538"/>
          <p14:tracePt t="32700" x="6408738" y="3073400"/>
          <p14:tracePt t="32706" x="6789738" y="3208338"/>
          <p14:tracePt t="32716" x="7162800" y="3327400"/>
          <p14:tracePt t="32723" x="7264400" y="3360738"/>
          <p14:tracePt t="32733" x="7459663" y="3421063"/>
          <p14:tracePt t="32739" x="7653338" y="3479800"/>
          <p14:tracePt t="32747" x="7764463" y="3513138"/>
          <p14:tracePt t="32755" x="7840663" y="3538538"/>
          <p14:tracePt t="32764" x="7881938" y="3556000"/>
          <p14:tracePt t="32772" x="7916863" y="3556000"/>
          <p14:tracePt t="32780" x="7924800" y="3573463"/>
          <p14:tracePt t="32788" x="7942263" y="3573463"/>
          <p14:tracePt t="32805" x="7958138" y="3573463"/>
          <p14:tracePt t="33010" x="7958138" y="3589338"/>
          <p14:tracePt t="33042" x="7958138" y="3598863"/>
          <p14:tracePt t="33083" x="7958138" y="3614738"/>
          <p14:tracePt t="33125" x="7942263" y="3632200"/>
          <p14:tracePt t="33157" x="7942263" y="3649663"/>
          <p14:tracePt t="33167" x="7924800" y="3657600"/>
          <p14:tracePt t="33173" x="7924800" y="3675063"/>
          <p14:tracePt t="33183" x="7916863" y="3690938"/>
          <p14:tracePt t="33190" x="7916863" y="3708400"/>
          <p14:tracePt t="33200" x="7899400" y="3708400"/>
          <p14:tracePt t="33206" x="7899400" y="3733800"/>
          <p14:tracePt t="33216" x="7881938" y="3784600"/>
          <p14:tracePt t="33223" x="7866063" y="3792538"/>
          <p14:tracePt t="33231" x="7848600" y="3860800"/>
          <p14:tracePt t="33239" x="7840663" y="3903663"/>
          <p14:tracePt t="33247" x="7805738" y="3944938"/>
          <p14:tracePt t="33255" x="7789863" y="3987800"/>
          <p14:tracePt t="33264" x="7764463" y="4021138"/>
          <p14:tracePt t="33272" x="7764463" y="4064000"/>
          <p14:tracePt t="33280" x="7747000" y="4097338"/>
          <p14:tracePt t="33288" x="7747000" y="4114800"/>
          <p14:tracePt t="33297" x="7729538" y="4122738"/>
          <p14:tracePt t="33313" x="7729538" y="4140200"/>
          <p14:tracePt t="33337" x="7729538" y="4157663"/>
          <p14:tracePt t="33354" x="7721600" y="4157663"/>
          <p14:tracePt t="34977" x="7721600" y="4173538"/>
          <p14:tracePt t="34985" x="7645400" y="4275138"/>
          <p14:tracePt t="34993" x="7510463" y="4503738"/>
          <p14:tracePt t="35002" x="7399338" y="4622800"/>
          <p14:tracePt t="35009" x="7119938" y="4970463"/>
          <p14:tracePt t="35017" x="6992938" y="5113338"/>
          <p14:tracePt t="35026" x="6527800" y="5656263"/>
          <p14:tracePt t="35034" x="6230938" y="5961063"/>
          <p14:tracePt t="35042" x="5867400" y="6291263"/>
          <p14:tracePt t="35050" x="5707063" y="6426200"/>
          <p14:tracePt t="35058" x="5418138" y="6697663"/>
          <p14:tracePt t="36322" x="3878263" y="6662738"/>
          <p14:tracePt t="36330" x="4132263" y="6434138"/>
          <p14:tracePt t="36338" x="4597400" y="6037263"/>
          <p14:tracePt t="36345" x="4935538" y="5748338"/>
          <p14:tracePt t="36354" x="5283200" y="5461000"/>
          <p14:tracePt t="36361" x="5478463" y="5308600"/>
          <p14:tracePt t="36369" x="5808663" y="5029200"/>
          <p14:tracePt t="36378" x="6113463" y="4757738"/>
          <p14:tracePt t="36386" x="6332538" y="4579938"/>
          <p14:tracePt t="36394" x="6408738" y="4503738"/>
          <p14:tracePt t="36402" x="6596063" y="4386263"/>
          <p14:tracePt t="36411" x="6723063" y="4275138"/>
          <p14:tracePt t="36419" x="6799263" y="4198938"/>
          <p14:tracePt t="36427" x="6875463" y="4140200"/>
          <p14:tracePt t="36435" x="6926263" y="4114800"/>
          <p14:tracePt t="36443" x="6951663" y="4097338"/>
          <p14:tracePt t="36452" x="6967538" y="4081463"/>
          <p14:tracePt t="36460" x="6992938" y="4064000"/>
          <p14:tracePt t="36476" x="7010400" y="4064000"/>
          <p14:tracePt t="36492" x="7027863" y="4064000"/>
          <p14:tracePt t="36525" x="7043738" y="4064000"/>
          <p14:tracePt t="36541" x="7043738" y="4056063"/>
          <p14:tracePt t="36550" x="7053263" y="4056063"/>
          <p14:tracePt t="36558" x="7086600" y="4056063"/>
          <p14:tracePt t="36567" x="7162800" y="4056063"/>
          <p14:tracePt t="48035" x="7119938" y="4056063"/>
          <p14:tracePt t="48040" x="6875463" y="4122738"/>
          <p14:tracePt t="48051" x="6637338" y="4259263"/>
          <p14:tracePt t="48056" x="6367463" y="4470400"/>
          <p14:tracePt t="48069" x="5976938" y="4757738"/>
          <p14:tracePt t="48072" x="5646738" y="5011738"/>
          <p14:tracePt t="48084" x="5359400" y="5265738"/>
          <p14:tracePt t="48088" x="5072063" y="5503863"/>
          <p14:tracePt t="48102" x="4910138" y="5638800"/>
          <p14:tracePt t="48106" x="4757738" y="5732463"/>
          <p14:tracePt t="48118" x="4681538" y="5808663"/>
          <p14:tracePt t="48121" x="4445000" y="5969000"/>
          <p14:tracePt t="48134" x="4267200" y="6096000"/>
          <p14:tracePt t="48139" x="4157663" y="6164263"/>
          <p14:tracePt t="48152" x="4081463" y="6215063"/>
          <p14:tracePt t="48153" x="3995738" y="6240463"/>
          <p14:tracePt t="48162" x="3944938" y="6291263"/>
          <p14:tracePt t="48170" x="3886200" y="6316663"/>
          <p14:tracePt t="48178" x="3810000" y="6367463"/>
          <p14:tracePt t="48186" x="3767138" y="6408738"/>
          <p14:tracePt t="48195" x="3725863" y="6451600"/>
          <p14:tracePt t="48203" x="3675063" y="6494463"/>
          <p14:tracePt t="48211" x="3632200" y="6545263"/>
          <p14:tracePt t="48219" x="3589338" y="6586538"/>
          <p14:tracePt t="48228" x="3556000" y="6621463"/>
          <p14:tracePt t="48235" x="3530600" y="6646863"/>
          <p14:tracePt t="48244" x="3479800" y="6680200"/>
          <p14:tracePt t="48252" x="3454400" y="6705600"/>
          <p14:tracePt t="48260" x="3454400" y="6723063"/>
          <p14:tracePt t="48268" x="3421063" y="6723063"/>
          <p14:tracePt t="48276" x="3411538" y="6723063"/>
          <p14:tracePt t="48285" x="3395663" y="6738938"/>
          <p14:tracePt t="48309" x="3378200" y="6738938"/>
          <p14:tracePt t="48342" x="3360738" y="6738938"/>
          <p14:tracePt t="48358" x="3360738" y="6756400"/>
          <p14:tracePt t="48367" x="3344863" y="6756400"/>
          <p14:tracePt t="48375" x="3344863" y="6764338"/>
          <p14:tracePt t="48391" x="3335338" y="6781800"/>
          <p14:tracePt t="48400" x="3319463" y="6799263"/>
          <p14:tracePt t="48408" x="3302000" y="6799263"/>
          <p14:tracePt t="48417" x="3259138" y="6840538"/>
        </p14:tracePtLst>
      </p14:laserTrace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0BB56E4-4599-94D2-645B-8A0A89BB41A1}"/>
              </a:ext>
            </a:extLst>
          </p:cNvPr>
          <p:cNvSpPr>
            <a:spLocks noGrp="1"/>
          </p:cNvSpPr>
          <p:nvPr>
            <p:ph type="sldNum" sz="quarter" idx="13"/>
          </p:nvPr>
        </p:nvSpPr>
        <p:spPr/>
        <p:txBody>
          <a:bodyPr/>
          <a:lstStyle/>
          <a:p>
            <a:fld id="{EB4B8DE2-A4E8-46E4-8BBF-D75455EFF32C}" type="slidenum">
              <a:rPr lang="en-US" smtClean="0"/>
              <a:pPr/>
              <a:t>31</a:t>
            </a:fld>
            <a:endParaRPr lang="en-US" dirty="0"/>
          </a:p>
        </p:txBody>
      </p:sp>
      <p:sp>
        <p:nvSpPr>
          <p:cNvPr id="5" name="Content Placeholder 4">
            <a:extLst>
              <a:ext uri="{FF2B5EF4-FFF2-40B4-BE49-F238E27FC236}">
                <a16:creationId xmlns:a16="http://schemas.microsoft.com/office/drawing/2014/main" id="{F1B92848-640D-2667-4082-B81C0B1358F5}"/>
              </a:ext>
            </a:extLst>
          </p:cNvPr>
          <p:cNvSpPr>
            <a:spLocks noGrp="1"/>
          </p:cNvSpPr>
          <p:nvPr>
            <p:ph sz="quarter" idx="14"/>
          </p:nvPr>
        </p:nvSpPr>
        <p:spPr/>
        <p:txBody>
          <a:bodyPr/>
          <a:lstStyle/>
          <a:p>
            <a:endParaRPr lang="en-KR" dirty="0"/>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FC1DEA7-9559-0AC4-E33D-A1A14E1775ED}"/>
                  </a:ext>
                </a:extLst>
              </p:cNvPr>
              <p:cNvSpPr txBox="1"/>
              <p:nvPr/>
            </p:nvSpPr>
            <p:spPr>
              <a:xfrm>
                <a:off x="3531326" y="1795813"/>
                <a:ext cx="5129348" cy="17022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𝑡</m:t>
                              </m:r>
                            </m:sub>
                          </m:sSub>
                        </m:e>
                      </m:d>
                      <m:r>
                        <a:rPr lang="en-US" sz="180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d>
                        <m:dPr>
                          <m:ctrlPr>
                            <a:rPr lang="en-US" sz="1800" b="0" i="1" smtClean="0">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e>
                      </m:d>
                    </m:oMath>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𝝁</m:t>
                          </m:r>
                        </m:e>
                        <m:sub>
                          <m:r>
                            <a:rPr lang="en-US" b="1" i="1" smtClean="0">
                              <a:latin typeface="Cambria Math" panose="02040503050406030204" pitchFamily="18" charset="0"/>
                              <a:ea typeface="Cambria Math" panose="02040503050406030204" pitchFamily="18" charset="0"/>
                            </a:rPr>
                            <m:t>𝜽</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rad>
                        </m:den>
                      </m:f>
                      <m:d>
                        <m:dPr>
                          <m:ctrlPr>
                            <a:rPr lang="en-US"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den>
                          </m:f>
                          <m:sSub>
                            <m:sSubPr>
                              <m:ctrlPr>
                                <a:rPr lang="en-US" i="1" smtClean="0">
                                  <a:solidFill>
                                    <a:srgbClr val="0070C0"/>
                                  </a:solidFill>
                                  <a:latin typeface="Cambria Math" panose="02040503050406030204" pitchFamily="18" charset="0"/>
                                  <a:ea typeface="Cambria Math" panose="02040503050406030204" pitchFamily="18" charset="0"/>
                                </a:rPr>
                              </m:ctrlPr>
                            </m:sSubPr>
                            <m:e>
                              <m:r>
                                <a:rPr lang="en-US" b="1" i="1">
                                  <a:solidFill>
                                    <a:srgbClr val="0070C0"/>
                                  </a:solidFill>
                                  <a:latin typeface="Cambria Math" panose="02040503050406030204" pitchFamily="18" charset="0"/>
                                  <a:ea typeface="Cambria Math" panose="02040503050406030204" pitchFamily="18" charset="0"/>
                                </a:rPr>
                                <m:t>𝝐</m:t>
                              </m:r>
                            </m:e>
                            <m:sub>
                              <m:r>
                                <a:rPr lang="en-US" b="0" i="1" smtClean="0">
                                  <a:solidFill>
                                    <a:srgbClr val="0070C0"/>
                                  </a:solidFill>
                                  <a:latin typeface="Cambria Math" panose="02040503050406030204" pitchFamily="18" charset="0"/>
                                  <a:ea typeface="Cambria Math" panose="02040503050406030204" pitchFamily="18" charset="0"/>
                                </a:rPr>
                                <m:t>𝜃</m:t>
                              </m:r>
                            </m:sub>
                          </m:sSub>
                          <m:r>
                            <a:rPr lang="en-US" b="0" i="1" smtClean="0">
                              <a:solidFill>
                                <a:srgbClr val="0070C0"/>
                              </a:solidFill>
                              <a:latin typeface="Cambria Math" panose="02040503050406030204" pitchFamily="18" charset="0"/>
                              <a:ea typeface="Cambria Math" panose="02040503050406030204" pitchFamily="18" charset="0"/>
                            </a:rPr>
                            <m:t>(</m:t>
                          </m:r>
                          <m:sSub>
                            <m:sSubPr>
                              <m:ctrlPr>
                                <a:rPr lang="en-US" b="0" i="1" smtClean="0">
                                  <a:solidFill>
                                    <a:srgbClr val="0070C0"/>
                                  </a:solidFill>
                                  <a:latin typeface="Cambria Math" panose="02040503050406030204" pitchFamily="18" charset="0"/>
                                  <a:ea typeface="Cambria Math" panose="02040503050406030204" pitchFamily="18" charset="0"/>
                                </a:rPr>
                              </m:ctrlPr>
                            </m:sSubPr>
                            <m:e>
                              <m:r>
                                <a:rPr lang="en-US" b="1" i="1" smtClean="0">
                                  <a:solidFill>
                                    <a:srgbClr val="0070C0"/>
                                  </a:solidFill>
                                  <a:latin typeface="Cambria Math" panose="02040503050406030204" pitchFamily="18" charset="0"/>
                                  <a:ea typeface="Cambria Math" panose="02040503050406030204" pitchFamily="18" charset="0"/>
                                </a:rPr>
                                <m:t>𝒙</m:t>
                              </m:r>
                            </m:e>
                            <m:sub>
                              <m:r>
                                <a:rPr lang="en-US" b="0" i="1" smtClean="0">
                                  <a:solidFill>
                                    <a:srgbClr val="0070C0"/>
                                  </a:solidFill>
                                  <a:latin typeface="Cambria Math" panose="02040503050406030204" pitchFamily="18" charset="0"/>
                                  <a:ea typeface="Cambria Math" panose="02040503050406030204" pitchFamily="18" charset="0"/>
                                </a:rPr>
                                <m:t>𝑡</m:t>
                              </m:r>
                            </m:sub>
                          </m:sSub>
                          <m:r>
                            <a:rPr lang="en-US" b="0" i="1" smtClean="0">
                              <a:solidFill>
                                <a:srgbClr val="0070C0"/>
                              </a:solidFill>
                              <a:latin typeface="Cambria Math" panose="02040503050406030204" pitchFamily="18" charset="0"/>
                              <a:ea typeface="Cambria Math" panose="02040503050406030204" pitchFamily="18" charset="0"/>
                            </a:rPr>
                            <m:t>,</m:t>
                          </m:r>
                          <m:r>
                            <a:rPr lang="en-US" b="0" i="1" smtClean="0">
                              <a:solidFill>
                                <a:srgbClr val="0070C0"/>
                              </a:solidFill>
                              <a:latin typeface="Cambria Math" panose="02040503050406030204" pitchFamily="18" charset="0"/>
                              <a:ea typeface="Cambria Math" panose="02040503050406030204" pitchFamily="18" charset="0"/>
                            </a:rPr>
                            <m:t>𝑡</m:t>
                          </m:r>
                          <m:r>
                            <a:rPr lang="en-US" b="0" i="1" smtClean="0">
                              <a:solidFill>
                                <a:srgbClr val="0070C0"/>
                              </a:solidFill>
                              <a:latin typeface="Cambria Math" panose="02040503050406030204" pitchFamily="18" charset="0"/>
                              <a:ea typeface="Cambria Math" panose="02040503050406030204" pitchFamily="18" charset="0"/>
                            </a:rPr>
                            <m:t>)</m:t>
                          </m:r>
                        </m:e>
                      </m:d>
                    </m:oMath>
                  </m:oMathPara>
                </a14:m>
                <a:endParaRPr lang="en-KR" dirty="0"/>
              </a:p>
              <a:p>
                <a:endParaRPr lang="en-KR" dirty="0"/>
              </a:p>
            </p:txBody>
          </p:sp>
        </mc:Choice>
        <mc:Fallback>
          <p:sp>
            <p:nvSpPr>
              <p:cNvPr id="10" name="TextBox 9">
                <a:extLst>
                  <a:ext uri="{FF2B5EF4-FFF2-40B4-BE49-F238E27FC236}">
                    <a16:creationId xmlns:a16="http://schemas.microsoft.com/office/drawing/2014/main" id="{AFC1DEA7-9559-0AC4-E33D-A1A14E1775ED}"/>
                  </a:ext>
                </a:extLst>
              </p:cNvPr>
              <p:cNvSpPr txBox="1">
                <a:spLocks noRot="1" noChangeAspect="1" noMove="1" noResize="1" noEditPoints="1" noAdjustHandles="1" noChangeArrowheads="1" noChangeShapeType="1" noTextEdit="1"/>
              </p:cNvSpPr>
              <p:nvPr/>
            </p:nvSpPr>
            <p:spPr>
              <a:xfrm>
                <a:off x="3531326" y="1795813"/>
                <a:ext cx="5129348" cy="1702261"/>
              </a:xfrm>
              <a:prstGeom prst="rect">
                <a:avLst/>
              </a:prstGeom>
              <a:blipFill>
                <a:blip r:embed="rId5"/>
                <a:stretch>
                  <a:fillRect/>
                </a:stretch>
              </a:blipFill>
            </p:spPr>
            <p:txBody>
              <a:bodyPr/>
              <a:lstStyle/>
              <a:p>
                <a:r>
                  <a:rPr lang="en-KR">
                    <a:noFill/>
                  </a:rPr>
                  <a:t> </a:t>
                </a:r>
              </a:p>
            </p:txBody>
          </p:sp>
        </mc:Fallback>
      </mc:AlternateContent>
      <p:sp>
        <p:nvSpPr>
          <p:cNvPr id="13" name="Text Placeholder 2">
            <a:extLst>
              <a:ext uri="{FF2B5EF4-FFF2-40B4-BE49-F238E27FC236}">
                <a16:creationId xmlns:a16="http://schemas.microsoft.com/office/drawing/2014/main" id="{5843F930-5960-2E71-CF70-BEC9A51C9A5C}"/>
              </a:ext>
            </a:extLst>
          </p:cNvPr>
          <p:cNvSpPr txBox="1">
            <a:spLocks/>
          </p:cNvSpPr>
          <p:nvPr/>
        </p:nvSpPr>
        <p:spPr>
          <a:xfrm>
            <a:off x="609600" y="929763"/>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rPr>
              <a:t>The model only needs to learn the epsilon, the noise at timestep t.</a:t>
            </a:r>
            <a:endParaRPr lang="en-KR" sz="2000" dirty="0">
              <a:solidFill>
                <a:schemeClr val="tx1"/>
              </a:solidFill>
            </a:endParaRPr>
          </a:p>
        </p:txBody>
      </p:sp>
      <p:pic>
        <p:nvPicPr>
          <p:cNvPr id="19" name="Audio 18">
            <a:extLst>
              <a:ext uri="{FF2B5EF4-FFF2-40B4-BE49-F238E27FC236}">
                <a16:creationId xmlns:a16="http://schemas.microsoft.com/office/drawing/2014/main" id="{5C136B13-1C29-59B0-695B-03FD03A3F05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75044035"/>
      </p:ext>
    </p:extLst>
  </p:cSld>
  <p:clrMapOvr>
    <a:masterClrMapping/>
  </p:clrMapOvr>
  <mc:AlternateContent xmlns:mc="http://schemas.openxmlformats.org/markup-compatibility/2006">
    <mc:Choice xmlns:p14="http://schemas.microsoft.com/office/powerpoint/2010/main" Requires="p14">
      <p:transition spd="slow" p14:dur="2000" advTm="19925"/>
    </mc:Choice>
    <mc:Fallback>
      <p:transition spd="slow" advTm="19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extLst>
    <p:ext uri="{3A86A75C-4F4B-4683-9AE1-C65F6400EC91}">
      <p14:laserTraceLst xmlns:p14="http://schemas.microsoft.com/office/powerpoint/2010/main">
        <p14:tracePtLst>
          <p14:tracePt t="982" x="3606800" y="6646863"/>
          <p14:tracePt t="990" x="3741738" y="6545263"/>
          <p14:tracePt t="998" x="3878263" y="6375400"/>
          <p14:tracePt t="1004" x="4038600" y="6240463"/>
          <p14:tracePt t="1015" x="4208463" y="6078538"/>
          <p14:tracePt t="1022" x="4368800" y="5943600"/>
          <p14:tracePt t="1109" x="5494338" y="4800600"/>
          <p14:tracePt t="1113" x="5570538" y="4724400"/>
          <p14:tracePt t="1118" x="5664200" y="4648200"/>
          <p14:tracePt t="1129" x="5707063" y="4605338"/>
          <p14:tracePt t="1135" x="5783263" y="4564063"/>
          <p14:tracePt t="1143" x="5799138" y="4529138"/>
          <p14:tracePt t="1150" x="5842000" y="4503738"/>
          <p14:tracePt t="1159" x="5867400" y="4487863"/>
          <p14:tracePt t="1167" x="5884863" y="4470400"/>
          <p14:tracePt t="1175" x="5900738" y="4452938"/>
          <p14:tracePt t="1191" x="5900738" y="4445000"/>
          <p14:tracePt t="1200" x="5918200" y="4445000"/>
          <p14:tracePt t="1232" x="5926138" y="4445000"/>
          <p14:tracePt t="2529" x="5918200" y="4445000"/>
          <p14:tracePt t="2536" x="5867400" y="4445000"/>
          <p14:tracePt t="2546" x="5842000" y="4427538"/>
          <p14:tracePt t="2552" x="5783263" y="4394200"/>
          <p14:tracePt t="2562" x="5732463" y="4351338"/>
          <p14:tracePt t="2568" x="5646738" y="4292600"/>
          <p14:tracePt t="2579" x="5588000" y="4249738"/>
          <p14:tracePt t="2585" x="5511800" y="4173538"/>
          <p14:tracePt t="2595" x="5453063" y="4114800"/>
          <p14:tracePt t="2601" x="5376863" y="4021138"/>
          <p14:tracePt t="2610" x="5300663" y="3903663"/>
          <p14:tracePt t="2618" x="5240338" y="3792538"/>
          <p14:tracePt t="2626" x="5148263" y="3649663"/>
          <p14:tracePt t="2635" x="5072063" y="3479800"/>
          <p14:tracePt t="2642" x="5003800" y="3360738"/>
          <p14:tracePt t="2651" x="4953000" y="3225800"/>
          <p14:tracePt t="2659" x="4927600" y="3149600"/>
          <p14:tracePt t="2667" x="4894263" y="3048000"/>
          <p14:tracePt t="2675" x="4868863" y="2938463"/>
          <p14:tracePt t="2683" x="4833938" y="2836863"/>
          <p14:tracePt t="2692" x="4800600" y="2760663"/>
          <p14:tracePt t="2700" x="4775200" y="2700338"/>
          <p14:tracePt t="2708" x="4775200" y="2641600"/>
          <p14:tracePt t="2716" x="4757738" y="2598738"/>
          <p14:tracePt t="2724" x="4741863" y="2540000"/>
          <p14:tracePt t="2732" x="4732338" y="2489200"/>
          <p14:tracePt t="2741" x="4732338" y="2471738"/>
          <p14:tracePt t="2749" x="4716463" y="2446338"/>
          <p14:tracePt t="2757" x="4716463" y="2413000"/>
          <p14:tracePt t="2773" x="4716463" y="2405063"/>
          <p14:tracePt t="2790" x="4699000" y="2405063"/>
          <p14:tracePt t="2839" x="4681538" y="2405063"/>
          <p14:tracePt t="2872" x="4673600" y="2405063"/>
          <p14:tracePt t="2896" x="4656138" y="2405063"/>
          <p14:tracePt t="2913" x="4656138" y="2413000"/>
          <p14:tracePt t="2921" x="4640263" y="2413000"/>
          <p14:tracePt t="2937" x="4622800" y="2413000"/>
          <p14:tracePt t="2954" x="4622800" y="2430463"/>
          <p14:tracePt t="2963" x="4605338" y="2430463"/>
          <p14:tracePt t="2979" x="4597400" y="2430463"/>
          <p14:tracePt t="2986" x="4579938" y="2430463"/>
          <p14:tracePt t="3003" x="4564063" y="2430463"/>
          <p14:tracePt t="3012" x="4546600" y="2430463"/>
          <p14:tracePt t="3019" x="4538663" y="2430463"/>
          <p14:tracePt t="3029" x="4521200" y="2430463"/>
          <p14:tracePt t="3036" x="4503738" y="2430463"/>
          <p14:tracePt t="3046" x="4487863" y="2430463"/>
          <p14:tracePt t="3077" x="4470400" y="2430463"/>
          <p14:tracePt t="3126" x="4462463" y="2430463"/>
          <p14:tracePt t="3167" x="4445000" y="2430463"/>
          <p14:tracePt t="3191" x="4427538" y="2430463"/>
          <p14:tracePt t="3216" x="4411663" y="2430463"/>
          <p14:tracePt t="3240" x="4402138" y="2430463"/>
          <p14:tracePt t="3257" x="4386263" y="2430463"/>
          <p14:tracePt t="3268" x="4368800" y="2430463"/>
          <p14:tracePt t="3282" x="4351338" y="2430463"/>
          <p14:tracePt t="3290" x="4343400" y="2430463"/>
          <p14:tracePt t="3306" x="4325938" y="2430463"/>
          <p14:tracePt t="3314" x="4310063" y="2430463"/>
          <p14:tracePt t="3323" x="4292600" y="2430463"/>
          <p14:tracePt t="3339" x="4275138" y="2430463"/>
          <p14:tracePt t="3347" x="4275138" y="2413000"/>
          <p14:tracePt t="3355" x="4267200" y="2413000"/>
          <p14:tracePt t="3371" x="4249738" y="2413000"/>
          <p14:tracePt t="3404" x="4233863" y="2413000"/>
          <p14:tracePt t="3454" x="4233863" y="2405063"/>
          <p14:tracePt t="3699" x="4249738" y="2405063"/>
          <p14:tracePt t="3749" x="4267200" y="2405063"/>
          <p14:tracePt t="3781" x="4275138" y="2405063"/>
          <p14:tracePt t="3806" x="4292600" y="2405063"/>
          <p14:tracePt t="3839" x="4310063" y="2405063"/>
          <p14:tracePt t="3871" x="4325938" y="2405063"/>
          <p14:tracePt t="4470" x="4310063" y="2405063"/>
          <p14:tracePt t="4519" x="4292600" y="2405063"/>
          <p14:tracePt t="4544" x="4275138" y="2405063"/>
          <p14:tracePt t="4568" x="4267200" y="2405063"/>
          <p14:tracePt t="4634" x="4249738" y="2405063"/>
          <p14:tracePt t="4658" x="4233863" y="2405063"/>
          <p14:tracePt t="4683" x="4216400" y="2405063"/>
          <p14:tracePt t="4724" x="4208463" y="2405063"/>
          <p14:tracePt t="4756" x="4191000" y="2405063"/>
          <p14:tracePt t="4806" x="4191000" y="2413000"/>
          <p14:tracePt t="4855" x="4191000" y="2430463"/>
          <p14:tracePt t="4970" x="4208463" y="2430463"/>
          <p14:tracePt t="4979" x="4216400" y="2430463"/>
          <p14:tracePt t="4986" x="4233863" y="2430463"/>
          <p14:tracePt t="4996" x="4292600" y="2430463"/>
          <p14:tracePt t="5003" x="4368800" y="2430463"/>
          <p14:tracePt t="5013" x="4445000" y="2430463"/>
          <p14:tracePt t="5019" x="4546600" y="2430463"/>
          <p14:tracePt t="5029" x="4681538" y="2430463"/>
          <p14:tracePt t="5035" x="4818063" y="2446338"/>
          <p14:tracePt t="5045" x="5011738" y="2446338"/>
          <p14:tracePt t="5052" x="5181600" y="2463800"/>
          <p14:tracePt t="5061" x="5376863" y="2463800"/>
          <p14:tracePt t="5068" x="5537200" y="2471738"/>
          <p14:tracePt t="5076" x="5613400" y="2471738"/>
          <p14:tracePt t="5084" x="5748338" y="2489200"/>
          <p14:tracePt t="5093" x="5867400" y="2489200"/>
          <p14:tracePt t="5101" x="6002338" y="2489200"/>
          <p14:tracePt t="5109" x="6113463" y="2489200"/>
          <p14:tracePt t="5117" x="6189663" y="2489200"/>
          <p14:tracePt t="5126" x="6248400" y="2489200"/>
          <p14:tracePt t="5134" x="6307138" y="2489200"/>
          <p14:tracePt t="5142" x="6332538" y="2489200"/>
          <p14:tracePt t="5150" x="6383338" y="2489200"/>
          <p14:tracePt t="5158" x="6392863" y="2489200"/>
          <p14:tracePt t="5166" x="6426200" y="2489200"/>
          <p14:tracePt t="5175" x="6459538" y="2489200"/>
          <p14:tracePt t="5191" x="6484938" y="2489200"/>
          <p14:tracePt t="5199" x="6519863" y="2489200"/>
          <p14:tracePt t="5208" x="6527800" y="2489200"/>
          <p14:tracePt t="5216" x="6561138" y="2489200"/>
          <p14:tracePt t="5224" x="6596063" y="2489200"/>
          <p14:tracePt t="5232" x="6637338" y="2489200"/>
          <p14:tracePt t="5240" x="6713538" y="2489200"/>
          <p14:tracePt t="5248" x="6789738" y="2489200"/>
          <p14:tracePt t="5257" x="6875463" y="2489200"/>
          <p14:tracePt t="5267" x="6967538" y="2489200"/>
          <p14:tracePt t="5273" x="7069138" y="2489200"/>
          <p14:tracePt t="5281" x="7205663" y="2489200"/>
          <p14:tracePt t="5289" x="7315200" y="2489200"/>
          <p14:tracePt t="5298" x="7391400" y="2489200"/>
          <p14:tracePt t="5306" x="7493000" y="2489200"/>
          <p14:tracePt t="5314" x="7594600" y="2489200"/>
          <p14:tracePt t="5322" x="7670800" y="2489200"/>
          <p14:tracePt t="5330" x="7729538" y="2489200"/>
          <p14:tracePt t="5339" x="7780338" y="2489200"/>
          <p14:tracePt t="5347" x="7823200" y="2489200"/>
          <p14:tracePt t="5355" x="7848600" y="2489200"/>
          <p14:tracePt t="5363" x="7866063" y="2489200"/>
          <p14:tracePt t="5371" x="7881938" y="2489200"/>
          <p14:tracePt t="5380" x="7881938" y="2471738"/>
          <p14:tracePt t="5388" x="7899400" y="2471738"/>
          <p14:tracePt t="6396" x="7881938" y="2471738"/>
          <p14:tracePt t="6404" x="7848600" y="2471738"/>
          <p14:tracePt t="6413" x="7840663" y="2471738"/>
          <p14:tracePt t="6420" x="7789863" y="2471738"/>
          <p14:tracePt t="6431" x="7780338" y="2471738"/>
          <p14:tracePt t="6437" x="7729538" y="2489200"/>
          <p14:tracePt t="6446" x="7704138" y="2506663"/>
          <p14:tracePt t="6453" x="7645400" y="2522538"/>
          <p14:tracePt t="6462" x="7594600" y="2522538"/>
          <p14:tracePt t="6469" x="7535863" y="2522538"/>
          <p14:tracePt t="6479" x="7493000" y="2522538"/>
          <p14:tracePt t="6486" x="7450138" y="2522538"/>
          <p14:tracePt t="6496" x="7391400" y="2522538"/>
          <p14:tracePt t="6502" x="7323138" y="2540000"/>
          <p14:tracePt t="6512" x="7256463" y="2540000"/>
          <p14:tracePt t="6519" x="7205663" y="2540000"/>
          <p14:tracePt t="6529" x="7145338" y="2540000"/>
          <p14:tracePt t="6535" x="7069138" y="2540000"/>
          <p14:tracePt t="6545" x="6934200" y="2547938"/>
          <p14:tracePt t="6551" x="6858000" y="2547938"/>
          <p14:tracePt t="6560" x="6756400" y="2565400"/>
          <p14:tracePt t="6568" x="6654800" y="2582863"/>
          <p14:tracePt t="6576" x="6596063" y="2582863"/>
          <p14:tracePt t="6584" x="6426200" y="2598738"/>
          <p14:tracePt t="6592" x="6383338" y="2608263"/>
          <p14:tracePt t="6601" x="6273800" y="2624138"/>
          <p14:tracePt t="6609" x="6172200" y="2624138"/>
          <p14:tracePt t="6617" x="6062663" y="2641600"/>
          <p14:tracePt t="6625" x="5900738" y="2659063"/>
          <p14:tracePt t="6634" x="5799138" y="2667000"/>
          <p14:tracePt t="6641" x="5707063" y="2700338"/>
          <p14:tracePt t="6650" x="5570538" y="2717800"/>
          <p14:tracePt t="6658" x="5468938" y="2743200"/>
          <p14:tracePt t="6666" x="5359400" y="2760663"/>
          <p14:tracePt t="6675" x="5300663" y="2776538"/>
          <p14:tracePt t="6683" x="5105400" y="2836863"/>
          <p14:tracePt t="6691" x="5046663" y="2852738"/>
          <p14:tracePt t="6699" x="4935538" y="2878138"/>
          <p14:tracePt t="6707" x="4851400" y="2913063"/>
          <p14:tracePt t="6715" x="4775200" y="2928938"/>
          <p14:tracePt t="6724" x="4681538" y="2938463"/>
          <p14:tracePt t="6732" x="4640263" y="2971800"/>
          <p14:tracePt t="6740" x="4579938" y="2971800"/>
          <p14:tracePt t="6748" x="4521200" y="2997200"/>
          <p14:tracePt t="6756" x="4470400" y="3014663"/>
          <p14:tracePt t="6764" x="4462463" y="3014663"/>
          <p14:tracePt t="6773" x="4427538" y="3030538"/>
          <p14:tracePt t="6781" x="4411663" y="3030538"/>
          <p14:tracePt t="6789" x="4402138" y="3030538"/>
          <p14:tracePt t="6814" x="4386263" y="3030538"/>
          <p14:tracePt t="10915" x="4402138" y="3030538"/>
          <p14:tracePt t="10923" x="4445000" y="3030538"/>
          <p14:tracePt t="10932" x="4470400" y="3030538"/>
          <p14:tracePt t="10940" x="4521200" y="3065463"/>
          <p14:tracePt t="10948" x="4546600" y="3065463"/>
          <p14:tracePt t="10956" x="4597400" y="3073400"/>
          <p14:tracePt t="10964" x="4656138" y="3090863"/>
          <p14:tracePt t="10973" x="4681538" y="3090863"/>
          <p14:tracePt t="10981" x="4732338" y="3106738"/>
          <p14:tracePt t="10989" x="4757738" y="3124200"/>
          <p14:tracePt t="10997" x="4792663" y="3124200"/>
          <p14:tracePt t="11005" x="4800600" y="3132138"/>
          <p14:tracePt t="11013" x="4818063" y="3132138"/>
          <p14:tracePt t="11022" x="4833938" y="3132138"/>
          <p14:tracePt t="11030" x="4851400" y="3132138"/>
          <p14:tracePt t="11046" x="4868863" y="3132138"/>
          <p14:tracePt t="11071" x="4876800" y="3132138"/>
          <p14:tracePt t="11136" x="4894263" y="3132138"/>
          <p14:tracePt t="11153" x="4927600" y="3149600"/>
          <p14:tracePt t="11161" x="4935538" y="3167063"/>
          <p14:tracePt t="11169" x="4986338" y="3167063"/>
          <p14:tracePt t="11180" x="5011738" y="3182938"/>
          <p14:tracePt t="11185" x="5072063" y="3200400"/>
          <p14:tracePt t="11196" x="5181600" y="3225800"/>
          <p14:tracePt t="11202" x="5257800" y="3259138"/>
          <p14:tracePt t="11212" x="5334000" y="3268663"/>
          <p14:tracePt t="11218" x="5435600" y="3284538"/>
          <p14:tracePt t="11229" x="5570538" y="3302000"/>
          <p14:tracePt t="11235" x="5707063" y="3319463"/>
          <p14:tracePt t="11246" x="5824538" y="3319463"/>
          <p14:tracePt t="11251" x="5926138" y="3319463"/>
          <p14:tracePt t="11262" x="6096000" y="3319463"/>
          <p14:tracePt t="11268" x="6230938" y="3319463"/>
          <p14:tracePt t="11279" x="6350000" y="3319463"/>
          <p14:tracePt t="11284" x="6519863" y="3319463"/>
          <p14:tracePt t="11296" x="6680200" y="3319463"/>
          <p14:tracePt t="11300" x="6850063" y="3302000"/>
          <p14:tracePt t="11313" x="7010400" y="3284538"/>
          <p14:tracePt t="11317" x="7180263" y="3243263"/>
          <p14:tracePt t="11329" x="7256463" y="3225800"/>
          <p14:tracePt t="11333" x="7391400" y="3200400"/>
          <p14:tracePt t="11347" x="7510463" y="3182938"/>
          <p14:tracePt t="11350" x="7612063" y="3149600"/>
          <p14:tracePt t="11363" x="7747000" y="3124200"/>
          <p14:tracePt t="11366" x="7823200" y="3106738"/>
          <p14:tracePt t="11379" x="7899400" y="3073400"/>
          <p14:tracePt t="11383" x="7975600" y="3065463"/>
          <p14:tracePt t="11396" x="8034338" y="3048000"/>
          <p14:tracePt t="11399" x="8094663" y="3030538"/>
          <p14:tracePt t="11413" x="8153400" y="3014663"/>
          <p14:tracePt t="11416" x="8196263" y="2997200"/>
          <p14:tracePt t="11429" x="8247063" y="2989263"/>
          <p14:tracePt t="11432" x="8288338" y="2989263"/>
          <p14:tracePt t="11447" x="8305800" y="2971800"/>
          <p14:tracePt t="11448" x="8331200" y="2971800"/>
          <p14:tracePt t="11456" x="8348663" y="2954338"/>
          <p14:tracePt t="11464" x="8364538" y="2954338"/>
          <p14:tracePt t="11472" x="8389938" y="2938463"/>
          <p14:tracePt t="11481" x="8407400" y="2938463"/>
          <p14:tracePt t="11489" x="8424863" y="2938463"/>
          <p14:tracePt t="11497" x="8424863" y="2928938"/>
          <p14:tracePt t="11505" x="8440738" y="2928938"/>
          <p14:tracePt t="11514" x="8450263" y="2928938"/>
          <p14:tracePt t="11522" x="8450263" y="2913063"/>
          <p14:tracePt t="11530" x="8466138" y="2913063"/>
          <p14:tracePt t="11538" x="8483600" y="2913063"/>
          <p14:tracePt t="11554" x="8501063" y="2913063"/>
          <p14:tracePt t="11563" x="8516938" y="2913063"/>
          <p14:tracePt t="11570" x="8516938" y="2895600"/>
          <p14:tracePt t="11595" x="8526463" y="2895600"/>
          <p14:tracePt t="11620" x="8542338" y="2895600"/>
          <p14:tracePt t="11776" x="8526463" y="2895600"/>
          <p14:tracePt t="11825" x="8516938" y="2895600"/>
          <p14:tracePt t="11849" x="8501063" y="2913063"/>
          <p14:tracePt t="11858" x="8483600" y="2913063"/>
          <p14:tracePt t="11874" x="8466138" y="2928938"/>
          <p14:tracePt t="11882" x="8450263" y="2928938"/>
          <p14:tracePt t="11898" x="8440738" y="2928938"/>
          <p14:tracePt t="11907" x="8424863" y="2938463"/>
          <p14:tracePt t="11915" x="8407400" y="2938463"/>
          <p14:tracePt t="11924" x="8389938" y="2954338"/>
          <p14:tracePt t="11931" x="8382000" y="2954338"/>
          <p14:tracePt t="11940" x="8364538" y="2971800"/>
          <p14:tracePt t="11948" x="8348663" y="2971800"/>
          <p14:tracePt t="11956" x="8313738" y="2989263"/>
          <p14:tracePt t="11964" x="8313738" y="2997200"/>
          <p14:tracePt t="11972" x="8288338" y="3030538"/>
          <p14:tracePt t="11981" x="8255000" y="3048000"/>
          <p14:tracePt t="11989" x="8229600" y="3065463"/>
          <p14:tracePt t="11997" x="8229600" y="3073400"/>
          <p14:tracePt t="12005" x="8196263" y="3090863"/>
          <p14:tracePt t="12013" x="8186738" y="3106738"/>
          <p14:tracePt t="12022" x="8170863" y="3124200"/>
          <p14:tracePt t="12029" x="8153400" y="3132138"/>
          <p14:tracePt t="12038" x="8135938" y="3132138"/>
          <p14:tracePt t="12046" x="8120063" y="3132138"/>
          <p14:tracePt t="12054" x="8120063" y="3149600"/>
          <p14:tracePt t="12063" x="8110538" y="3149600"/>
          <p14:tracePt t="12071" x="8094663" y="3149600"/>
          <p14:tracePt t="12087" x="8077200" y="3167063"/>
          <p14:tracePt t="12096" x="8059738" y="3167063"/>
          <p14:tracePt t="12103" x="8051800" y="3167063"/>
          <p14:tracePt t="12113" x="8034338" y="3167063"/>
          <p14:tracePt t="12129" x="8001000" y="3167063"/>
          <p14:tracePt t="12136" x="7983538" y="3167063"/>
          <p14:tracePt t="12146" x="7975600" y="3167063"/>
          <p14:tracePt t="12153" x="7942263" y="3167063"/>
          <p14:tracePt t="12163" x="7924800" y="3167063"/>
          <p14:tracePt t="12169" x="7899400" y="3167063"/>
          <p14:tracePt t="12179" x="7881938" y="3167063"/>
          <p14:tracePt t="12185" x="7848600" y="3167063"/>
          <p14:tracePt t="12195" x="7823200" y="3167063"/>
          <p14:tracePt t="12202" x="7789863" y="3167063"/>
          <p14:tracePt t="12212" x="7764463" y="3167063"/>
          <p14:tracePt t="12218" x="7729538" y="3167063"/>
          <p14:tracePt t="12226" x="7704138" y="3167063"/>
          <p14:tracePt t="12235" x="7688263" y="3167063"/>
          <p14:tracePt t="12242" x="7653338" y="3167063"/>
          <p14:tracePt t="12251" x="7645400" y="3167063"/>
          <p14:tracePt t="12259" x="7627938" y="3167063"/>
          <p14:tracePt t="12268" x="7594600" y="3167063"/>
          <p14:tracePt t="12276" x="7569200" y="3167063"/>
          <p14:tracePt t="12292" x="7535863" y="3167063"/>
          <p14:tracePt t="12300" x="7518400" y="3167063"/>
          <p14:tracePt t="12308" x="7510463" y="3167063"/>
          <p14:tracePt t="12317" x="7493000" y="3167063"/>
          <p14:tracePt t="12325" x="7475538" y="3167063"/>
          <p14:tracePt t="12333" x="7459663" y="3167063"/>
          <p14:tracePt t="12341" x="7434263" y="3167063"/>
          <p14:tracePt t="12357" x="7416800" y="3167063"/>
          <p14:tracePt t="12366" x="7399338" y="3167063"/>
          <p14:tracePt t="12374" x="7391400" y="3149600"/>
          <p14:tracePt t="12382" x="7373938" y="3149600"/>
          <p14:tracePt t="12390" x="7358063" y="3149600"/>
          <p14:tracePt t="12407" x="7340600" y="3132138"/>
          <p14:tracePt t="12415" x="7323138" y="3132138"/>
          <p14:tracePt t="12423" x="7315200" y="3132138"/>
          <p14:tracePt t="12431" x="7297738" y="3124200"/>
          <p14:tracePt t="12440" x="7281863" y="3124200"/>
          <p14:tracePt t="12448" x="7281863" y="3106738"/>
          <p14:tracePt t="12456" x="7264400" y="3106738"/>
          <p14:tracePt t="12464" x="7239000" y="3090863"/>
          <p14:tracePt t="12472" x="7221538" y="3073400"/>
          <p14:tracePt t="12480" x="7205663" y="3073400"/>
          <p14:tracePt t="12489" x="7188200" y="3065463"/>
          <p14:tracePt t="12497" x="7180263" y="3048000"/>
          <p14:tracePt t="12505" x="7162800" y="3048000"/>
          <p14:tracePt t="12513" x="7162800" y="3014663"/>
          <p14:tracePt t="12522" x="7145338" y="2997200"/>
          <p14:tracePt t="12530" x="7129463" y="2989263"/>
          <p14:tracePt t="12538" x="7129463" y="2971800"/>
          <p14:tracePt t="12546" x="7119938" y="2954338"/>
          <p14:tracePt t="12554" x="7119938" y="2928938"/>
          <p14:tracePt t="12563" x="7119938" y="2913063"/>
          <p14:tracePt t="12571" x="7104063" y="2913063"/>
          <p14:tracePt t="12579" x="7104063" y="2895600"/>
          <p14:tracePt t="12587" x="7104063" y="2878138"/>
          <p14:tracePt t="12596" x="7104063" y="2870200"/>
          <p14:tracePt t="12603" x="7104063" y="2852738"/>
          <p14:tracePt t="12613" x="7104063" y="2836863"/>
          <p14:tracePt t="12629" x="7104063" y="2819400"/>
          <p14:tracePt t="12636" x="7104063" y="2794000"/>
          <p14:tracePt t="12646" x="7104063" y="2760663"/>
          <p14:tracePt t="12652" x="7104063" y="2743200"/>
          <p14:tracePt t="12662" x="7119938" y="2700338"/>
          <p14:tracePt t="12669" x="7145338" y="2667000"/>
          <p14:tracePt t="12679" x="7180263" y="2659063"/>
          <p14:tracePt t="12685" x="7205663" y="2624138"/>
          <p14:tracePt t="12693" x="7221538" y="2608263"/>
          <p14:tracePt t="12702" x="7256463" y="2582863"/>
          <p14:tracePt t="12712" x="7297738" y="2582863"/>
          <p14:tracePt t="12718" x="7323138" y="2547938"/>
          <p14:tracePt t="12726" x="7358063" y="2547938"/>
          <p14:tracePt t="12735" x="7399338" y="2540000"/>
          <p14:tracePt t="12743" x="7434263" y="2540000"/>
          <p14:tracePt t="12751" x="7475538" y="2540000"/>
          <p14:tracePt t="12759" x="7518400" y="2540000"/>
          <p14:tracePt t="12767" x="7586663" y="2540000"/>
          <p14:tracePt t="12775" x="7645400" y="2540000"/>
          <p14:tracePt t="12784" x="7704138" y="2540000"/>
          <p14:tracePt t="12792" x="7729538" y="2540000"/>
          <p14:tracePt t="12800" x="7789863" y="2540000"/>
          <p14:tracePt t="12808" x="7848600" y="2540000"/>
          <p14:tracePt t="12816" x="7881938" y="2540000"/>
          <p14:tracePt t="12825" x="7916863" y="2547938"/>
          <p14:tracePt t="12833" x="7942263" y="2547938"/>
          <p14:tracePt t="12841" x="7958138" y="2565400"/>
          <p14:tracePt t="12857" x="7975600" y="2582863"/>
          <p14:tracePt t="12866" x="7983538" y="2598738"/>
          <p14:tracePt t="12882" x="8001000" y="2608263"/>
          <p14:tracePt t="12890" x="8018463" y="2608263"/>
          <p14:tracePt t="12898" x="8018463" y="2624138"/>
          <p14:tracePt t="12915" x="8034338" y="2624138"/>
          <p14:tracePt t="12923" x="8034338" y="2641600"/>
          <p14:tracePt t="12948" x="8034338" y="2659063"/>
          <p14:tracePt t="12955" x="8034338" y="2667000"/>
          <p14:tracePt t="12972" x="8051800" y="2667000"/>
          <p14:tracePt t="12988" x="8051800" y="2684463"/>
          <p14:tracePt t="13013" x="8051800" y="2700338"/>
          <p14:tracePt t="13021" x="8051800" y="2717800"/>
          <p14:tracePt t="13038" x="8051800" y="2735263"/>
          <p14:tracePt t="13046" x="8051800" y="2743200"/>
          <p14:tracePt t="13054" x="8051800" y="2760663"/>
          <p14:tracePt t="13062" x="8051800" y="2776538"/>
          <p14:tracePt t="13070" x="8051800" y="2794000"/>
          <p14:tracePt t="13087" x="8051800" y="2801938"/>
          <p14:tracePt t="13096" x="8051800" y="2819400"/>
          <p14:tracePt t="13103" x="8051800" y="2836863"/>
          <p14:tracePt t="13113" x="8034338" y="2870200"/>
          <p14:tracePt t="13129" x="8018463" y="2878138"/>
          <p14:tracePt t="13136" x="8018463" y="2913063"/>
          <p14:tracePt t="13146" x="8001000" y="2928938"/>
          <p14:tracePt t="13162" x="7983538" y="2954338"/>
          <p14:tracePt t="13169" x="7983538" y="2971800"/>
          <p14:tracePt t="13178" x="7975600" y="2989263"/>
          <p14:tracePt t="13185" x="7975600" y="2997200"/>
          <p14:tracePt t="13195" x="7958138" y="2997200"/>
          <p14:tracePt t="13201" x="7958138" y="3014663"/>
          <p14:tracePt t="13210" x="7942263" y="3014663"/>
          <p14:tracePt t="13226" x="7942263" y="3030538"/>
          <p14:tracePt t="13251" x="7924800" y="3048000"/>
          <p14:tracePt t="13283" x="7916863" y="3048000"/>
          <p14:tracePt t="13292" x="7916863" y="3065463"/>
          <p14:tracePt t="13316" x="7899400" y="3065463"/>
          <p14:tracePt t="13365" x="7881938" y="3065463"/>
          <p14:tracePt t="13422" x="7866063" y="3065463"/>
          <p14:tracePt t="14676" x="7866063" y="2997200"/>
          <p14:tracePt t="14685" x="7866063" y="2938463"/>
          <p14:tracePt t="14693" x="7866063" y="2870200"/>
          <p14:tracePt t="14701" x="7866063" y="2760663"/>
          <p14:tracePt t="14709" x="7866063" y="2624138"/>
          <p14:tracePt t="14717" x="7866063" y="2522538"/>
          <p14:tracePt t="14726" x="7848600" y="2405063"/>
          <p14:tracePt t="14734" x="7840663" y="2336800"/>
          <p14:tracePt t="14742" x="7805738" y="2235200"/>
          <p14:tracePt t="14750" x="7780338" y="2159000"/>
          <p14:tracePt t="14758" x="7764463" y="2082800"/>
          <p14:tracePt t="14767" x="7729538" y="2039938"/>
          <p14:tracePt t="14775" x="7721600" y="1998663"/>
          <p14:tracePt t="14783" x="7704138" y="1963738"/>
          <p14:tracePt t="14791" x="7670800" y="1947863"/>
          <p14:tracePt t="14800" x="7653338" y="1938338"/>
          <p14:tracePt t="14807" x="7645400" y="1922463"/>
          <p14:tracePt t="14816" x="7627938" y="1905000"/>
          <p14:tracePt t="14824" x="7594600" y="1905000"/>
          <p14:tracePt t="14832" x="7586663" y="1905000"/>
          <p14:tracePt t="14840" x="7569200" y="1887538"/>
          <p14:tracePt t="14849" x="7551738" y="1887538"/>
          <p14:tracePt t="14857" x="7518400" y="1887538"/>
          <p14:tracePt t="14873" x="7510463" y="1887538"/>
          <p14:tracePt t="14881" x="7493000" y="1887538"/>
          <p14:tracePt t="14890" x="7475538" y="1887538"/>
          <p14:tracePt t="14898" x="7459663" y="1887538"/>
          <p14:tracePt t="14906" x="7450138" y="1887538"/>
          <p14:tracePt t="14914" x="7450138" y="1905000"/>
          <p14:tracePt t="14931" x="7434263" y="1905000"/>
          <p14:tracePt t="14939" x="7434263" y="1922463"/>
          <p14:tracePt t="14947" x="7416800" y="1938338"/>
          <p14:tracePt t="14980" x="7416800" y="1947863"/>
          <p14:tracePt t="14988" x="7399338" y="1947863"/>
          <p14:tracePt t="14996" x="7399338" y="1963738"/>
          <p14:tracePt t="15013" x="7399338" y="1981200"/>
          <p14:tracePt t="15021" x="7391400" y="1981200"/>
          <p14:tracePt t="15029" x="7391400" y="1998663"/>
          <p14:tracePt t="15037" x="7391400" y="2014538"/>
          <p14:tracePt t="15046" x="7373938" y="2024063"/>
          <p14:tracePt t="15062" x="7373938" y="2039938"/>
          <p14:tracePt t="15070" x="7358063" y="2039938"/>
          <p14:tracePt t="15079" x="7358063" y="2057400"/>
          <p14:tracePt t="15103" x="7358063" y="2074863"/>
          <p14:tracePt t="15128" x="7358063" y="2082800"/>
          <p14:tracePt t="15145" x="7358063" y="2100263"/>
          <p14:tracePt t="15160" x="7358063" y="2116138"/>
          <p14:tracePt t="15185" x="7358063" y="2133600"/>
          <p14:tracePt t="15193" x="7358063" y="2141538"/>
          <p14:tracePt t="15225" x="7358063" y="2159000"/>
          <p14:tracePt t="15250" x="7358063" y="2176463"/>
          <p14:tracePt t="15299" x="7340600" y="2176463"/>
          <p14:tracePt t="15365" x="7340600" y="2159000"/>
          <p14:tracePt t="15389" x="7340600" y="2141538"/>
          <p14:tracePt t="15406" x="7340600" y="2133600"/>
          <p14:tracePt t="15422" x="7340600" y="2116138"/>
          <p14:tracePt t="15431" x="7340600" y="2100263"/>
          <p14:tracePt t="15447" x="7340600" y="2082800"/>
          <p14:tracePt t="15455" x="7358063" y="2074863"/>
          <p14:tracePt t="15472" x="7358063" y="2057400"/>
          <p14:tracePt t="15480" x="7373938" y="2039938"/>
          <p14:tracePt t="15488" x="7391400" y="2039938"/>
          <p14:tracePt t="15504" x="7399338" y="2024063"/>
          <p14:tracePt t="15512" x="7416800" y="2014538"/>
          <p14:tracePt t="15521" x="7434263" y="2014538"/>
          <p14:tracePt t="15529" x="7434263" y="1998663"/>
          <p14:tracePt t="15537" x="7450138" y="1998663"/>
          <p14:tracePt t="15546" x="7459663" y="1998663"/>
          <p14:tracePt t="15563" x="7475538" y="1998663"/>
          <p14:tracePt t="15570" x="7493000" y="1998663"/>
          <p14:tracePt t="15579" x="7510463" y="1998663"/>
          <p14:tracePt t="15586" x="7518400" y="1998663"/>
          <p14:tracePt t="15596" x="7535863" y="1981200"/>
          <p14:tracePt t="15603" x="7551738" y="1981200"/>
          <p14:tracePt t="15613" x="7569200" y="1981200"/>
          <p14:tracePt t="15619" x="7586663" y="1981200"/>
          <p14:tracePt t="15629" x="7612063" y="1981200"/>
          <p14:tracePt t="15635" x="7627938" y="1981200"/>
          <p14:tracePt t="15645" x="7645400" y="1981200"/>
          <p14:tracePt t="15652" x="7670800" y="1981200"/>
          <p14:tracePt t="15662" x="7688263" y="1981200"/>
          <p14:tracePt t="15668" x="7704138" y="1998663"/>
          <p14:tracePt t="15676" x="7721600" y="1998663"/>
          <p14:tracePt t="15685" x="7729538" y="2014538"/>
          <p14:tracePt t="15701" x="7747000" y="2024063"/>
          <p14:tracePt t="15709" x="7747000" y="2039938"/>
          <p14:tracePt t="15718" x="7764463" y="2039938"/>
          <p14:tracePt t="15726" x="7764463" y="2057400"/>
          <p14:tracePt t="15734" x="7780338" y="2082800"/>
          <p14:tracePt t="15742" x="7780338" y="2100263"/>
          <p14:tracePt t="15750" x="7789863" y="2116138"/>
          <p14:tracePt t="15758" x="7789863" y="2133600"/>
          <p14:tracePt t="15767" x="7789863" y="2159000"/>
          <p14:tracePt t="15775" x="7789863" y="2176463"/>
          <p14:tracePt t="15783" x="7789863" y="2192338"/>
          <p14:tracePt t="15791" x="7789863" y="2217738"/>
          <p14:tracePt t="15799" x="7789863" y="2235200"/>
          <p14:tracePt t="15808" x="7789863" y="2268538"/>
          <p14:tracePt t="15816" x="7789863" y="2278063"/>
          <p14:tracePt t="15824" x="7789863" y="2293938"/>
          <p14:tracePt t="15832" x="7789863" y="2328863"/>
          <p14:tracePt t="15840" x="7789863" y="2354263"/>
          <p14:tracePt t="15848" x="7789863" y="2370138"/>
          <p14:tracePt t="15857" x="7789863" y="2405063"/>
          <p14:tracePt t="15865" x="7789863" y="2413000"/>
          <p14:tracePt t="15873" x="7789863" y="2430463"/>
          <p14:tracePt t="15881" x="7789863" y="2463800"/>
          <p14:tracePt t="15889" x="7780338" y="2471738"/>
          <p14:tracePt t="15906" x="7780338" y="2506663"/>
          <p14:tracePt t="15914" x="7764463" y="2522538"/>
          <p14:tracePt t="15922" x="7764463" y="2540000"/>
          <p14:tracePt t="15931" x="7764463" y="2547938"/>
          <p14:tracePt t="15947" x="7747000" y="2582863"/>
          <p14:tracePt t="15955" x="7747000" y="2598738"/>
          <p14:tracePt t="15963" x="7747000" y="2608263"/>
          <p14:tracePt t="15972" x="7747000" y="2624138"/>
          <p14:tracePt t="15988" x="7747000" y="2641600"/>
          <p14:tracePt t="15996" x="7747000" y="2659063"/>
          <p14:tracePt t="16004" x="7729538" y="2659063"/>
          <p14:tracePt t="16029" x="7729538" y="2667000"/>
          <p14:tracePt t="16061" x="7729538" y="2684463"/>
          <p14:tracePt t="16103" x="7721600" y="2684463"/>
          <p14:tracePt t="16275" x="7704138" y="2684463"/>
          <p14:tracePt t="16373" x="7688263" y="2684463"/>
          <p14:tracePt t="16406" x="7688263" y="2700338"/>
          <p14:tracePt t="16430" x="7670800" y="2700338"/>
          <p14:tracePt t="16471" x="7653338" y="2700338"/>
          <p14:tracePt t="16488" x="7653338" y="2717800"/>
          <p14:tracePt t="16504" x="7645400" y="2717800"/>
          <p14:tracePt t="16537" x="7627938" y="2717800"/>
          <p14:tracePt t="16561" x="7627938" y="2735263"/>
          <p14:tracePt t="16586" x="7612063" y="2735263"/>
          <p14:tracePt t="16635" x="7594600" y="2743200"/>
          <p14:tracePt t="16668" x="7594600" y="2760663"/>
          <p14:tracePt t="16701" x="7594600" y="2776538"/>
          <p14:tracePt t="16717" x="7586663" y="2776538"/>
          <p14:tracePt t="16726" x="7586663" y="2794000"/>
          <p14:tracePt t="16742" x="7586663" y="2801938"/>
          <p14:tracePt t="16750" x="7569200" y="2819400"/>
          <p14:tracePt t="16759" x="7551738" y="2836863"/>
          <p14:tracePt t="16775" x="7535863" y="2870200"/>
          <p14:tracePt t="16783" x="7518400" y="2878138"/>
          <p14:tracePt t="16791" x="7518400" y="2895600"/>
          <p14:tracePt t="16800" x="7510463" y="2895600"/>
          <p14:tracePt t="16807" x="7493000" y="2913063"/>
          <p14:tracePt t="16816" x="7493000" y="2928938"/>
          <p14:tracePt t="16824" x="7475538" y="2938463"/>
          <p14:tracePt t="16840" x="7459663" y="2954338"/>
          <p14:tracePt t="16848" x="7459663" y="2971800"/>
          <p14:tracePt t="16865" x="7450138" y="2989263"/>
          <p14:tracePt t="16889" x="7450138" y="2997200"/>
          <p14:tracePt t="16897" x="7434263" y="2997200"/>
          <p14:tracePt t="16914" x="7434263" y="3014663"/>
          <p14:tracePt t="16946" x="7434263" y="3030538"/>
          <p14:tracePt t="16963" x="7416800" y="3030538"/>
          <p14:tracePt t="16980" x="7416800" y="3048000"/>
          <p14:tracePt t="17012" x="7399338" y="3048000"/>
          <p14:tracePt t="17021" x="7399338" y="3065463"/>
          <p14:tracePt t="17086" x="7391400" y="3065463"/>
          <p14:tracePt t="17176" x="7373938" y="3065463"/>
          <p14:tracePt t="17774" x="7297738" y="3124200"/>
          <p14:tracePt t="17783" x="7205663" y="3225800"/>
          <p14:tracePt t="17791" x="7069138" y="3344863"/>
          <p14:tracePt t="17799" x="6891338" y="3556000"/>
          <p14:tracePt t="17807" x="6713538" y="3767138"/>
          <p14:tracePt t="17815" x="6484938" y="4021138"/>
          <p14:tracePt t="17824" x="6215063" y="4310063"/>
          <p14:tracePt t="17832" x="5943600" y="4579938"/>
          <p14:tracePt t="17840" x="5689600" y="4833938"/>
          <p14:tracePt t="17848" x="5468938" y="5087938"/>
          <p14:tracePt t="17856" x="5207000" y="5308600"/>
          <p14:tracePt t="17865" x="5003800" y="5519738"/>
          <p14:tracePt t="17873" x="4833938" y="5689600"/>
          <p14:tracePt t="17881" x="4673600" y="5834063"/>
          <p14:tracePt t="17889" x="4622800" y="5884863"/>
          <p14:tracePt t="17897" x="4503738" y="5986463"/>
          <p14:tracePt t="17906" x="4402138" y="6078538"/>
          <p14:tracePt t="17914" x="4343400" y="6138863"/>
          <p14:tracePt t="17922" x="4275138" y="6180138"/>
          <p14:tracePt t="17930" x="4216400" y="6230938"/>
          <p14:tracePt t="17939" x="4173538" y="6273800"/>
          <p14:tracePt t="17946" x="4132263" y="6316663"/>
          <p14:tracePt t="17955" x="4081463" y="6350000"/>
          <p14:tracePt t="17963" x="4071938" y="6375400"/>
          <p14:tracePt t="17971" x="4038600" y="6392863"/>
          <p14:tracePt t="17979" x="4005263" y="6426200"/>
          <p14:tracePt t="17988" x="3979863" y="6426200"/>
          <p14:tracePt t="17996" x="3979863" y="6434138"/>
          <p14:tracePt t="18004" x="3962400" y="6451600"/>
          <p14:tracePt t="18012" x="3944938" y="6451600"/>
          <p14:tracePt t="18020" x="3937000" y="6451600"/>
          <p14:tracePt t="18029" x="3919538" y="6451600"/>
          <p14:tracePt t="18046" x="3903663" y="6451600"/>
          <p14:tracePt t="18053" x="3886200" y="6451600"/>
          <p14:tracePt t="18063" x="3878263" y="6451600"/>
          <p14:tracePt t="18070" x="3860800" y="6451600"/>
          <p14:tracePt t="18086" x="3843338" y="6451600"/>
          <p14:tracePt t="18096" x="3827463" y="6451600"/>
          <p14:tracePt t="18102" x="3810000" y="6451600"/>
          <p14:tracePt t="18112" x="3802063" y="6451600"/>
          <p14:tracePt t="18118" x="3784600" y="6469063"/>
          <p14:tracePt t="18128" x="3751263" y="6484938"/>
          <p14:tracePt t="18135" x="3690938" y="6561138"/>
          <p14:tracePt t="18145" x="3675063" y="6570663"/>
          <p14:tracePt t="18151" x="3649663" y="6621463"/>
          <p14:tracePt t="18160" x="3589338" y="6697663"/>
          <p14:tracePt t="18168" x="3513138" y="6799263"/>
          <p14:tracePt t="18176" x="3497263" y="6824663"/>
        </p14:tracePtLst>
      </p14:laserTraceLst>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38AFF-461E-42FF-DBD4-01C7B17349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49D4DF-5CA0-01C9-92DE-63378C952C89}"/>
              </a:ext>
            </a:extLst>
          </p:cNvPr>
          <p:cNvSpPr>
            <a:spLocks noGrp="1"/>
          </p:cNvSpPr>
          <p:nvPr>
            <p:ph type="sldNum" sz="quarter" idx="13"/>
          </p:nvPr>
        </p:nvSpPr>
        <p:spPr/>
        <p:txBody>
          <a:bodyPr/>
          <a:lstStyle/>
          <a:p>
            <a:fld id="{EB4B8DE2-A4E8-46E4-8BBF-D75455EFF32C}" type="slidenum">
              <a:rPr lang="en-US" smtClean="0"/>
              <a:pPr/>
              <a:t>32</a:t>
            </a:fld>
            <a:endParaRPr lang="en-US" dirty="0"/>
          </a:p>
        </p:txBody>
      </p:sp>
      <p:sp>
        <p:nvSpPr>
          <p:cNvPr id="5" name="Content Placeholder 4">
            <a:extLst>
              <a:ext uri="{FF2B5EF4-FFF2-40B4-BE49-F238E27FC236}">
                <a16:creationId xmlns:a16="http://schemas.microsoft.com/office/drawing/2014/main" id="{FEC71DF6-B81E-B353-AB0E-C3763F8020B9}"/>
              </a:ext>
            </a:extLst>
          </p:cNvPr>
          <p:cNvSpPr>
            <a:spLocks noGrp="1"/>
          </p:cNvSpPr>
          <p:nvPr>
            <p:ph sz="quarter" idx="14"/>
          </p:nvPr>
        </p:nvSpPr>
        <p:spPr/>
        <p:txBody>
          <a:bodyPr/>
          <a:lstStyle/>
          <a:p>
            <a:endParaRPr lang="en-KR"/>
          </a:p>
        </p:txBody>
      </p:sp>
      <mc:AlternateContent xmlns:mc="http://schemas.openxmlformats.org/markup-compatibility/2006" xmlns:a14="http://schemas.microsoft.com/office/drawing/2010/main">
        <mc:Choice Requires="a14">
          <p:sp>
            <p:nvSpPr>
              <p:cNvPr id="6" name="Text Placeholder 2">
                <a:extLst>
                  <a:ext uri="{FF2B5EF4-FFF2-40B4-BE49-F238E27FC236}">
                    <a16:creationId xmlns:a16="http://schemas.microsoft.com/office/drawing/2014/main" id="{099A8CB4-4AB5-D92E-68DF-FA4E805F8CB1}"/>
                  </a:ext>
                </a:extLst>
              </p:cNvPr>
              <p:cNvSpPr>
                <a:spLocks noGrp="1"/>
              </p:cNvSpPr>
              <p:nvPr>
                <p:ph type="body" sz="quarter" idx="10"/>
              </p:nvPr>
            </p:nvSpPr>
            <p:spPr>
              <a:xfrm>
                <a:off x="609600" y="652047"/>
                <a:ext cx="10972800" cy="369332"/>
              </a:xfrm>
            </p:spPr>
            <p:txBody>
              <a:bodyPr/>
              <a:lstStyle/>
              <a:p>
                <a:r>
                  <a:rPr lang="en-KR" sz="2000" dirty="0"/>
                  <a:t>Plug in reparametrized </a:t>
                </a:r>
                <a14:m>
                  <m:oMath xmlns:m="http://schemas.openxmlformats.org/officeDocument/2006/math">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b="1" i="1">
                                <a:latin typeface="Cambria Math" panose="02040503050406030204" pitchFamily="18" charset="0"/>
                              </a:rPr>
                              <m:t>𝝁</m:t>
                            </m:r>
                          </m:e>
                          <m:sub>
                            <m:r>
                              <a:rPr lang="en-US" sz="2000" i="1">
                                <a:latin typeface="Cambria Math" panose="02040503050406030204" pitchFamily="18" charset="0"/>
                              </a:rPr>
                              <m:t>𝑡</m:t>
                            </m:r>
                          </m:sub>
                        </m:sSub>
                      </m:e>
                    </m:acc>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US" sz="2000" b="1" i="1" dirty="0">
                                <a:latin typeface="Cambria Math" panose="02040503050406030204" pitchFamily="18" charset="0"/>
                              </a:rPr>
                              <m:t>𝒙</m:t>
                            </m:r>
                          </m:e>
                          <m:sub>
                            <m:r>
                              <a:rPr lang="en-US" sz="2000" i="1" dirty="0">
                                <a:latin typeface="Cambria Math" panose="02040503050406030204" pitchFamily="18" charset="0"/>
                              </a:rPr>
                              <m:t>𝑡</m:t>
                            </m:r>
                          </m:sub>
                        </m:sSub>
                        <m:r>
                          <a:rPr lang="en-US" sz="2000" i="1" dirty="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1" i="1" dirty="0" smtClean="0">
                                <a:latin typeface="Cambria Math" panose="02040503050406030204" pitchFamily="18" charset="0"/>
                              </a:rPr>
                              <m:t>𝝐</m:t>
                            </m:r>
                          </m:e>
                          <m:sub>
                            <m:r>
                              <a:rPr lang="en-US" sz="2000" b="0" i="1" dirty="0" smtClean="0">
                                <a:latin typeface="Cambria Math" panose="02040503050406030204" pitchFamily="18" charset="0"/>
                              </a:rPr>
                              <m:t>𝑡</m:t>
                            </m:r>
                          </m:sub>
                        </m:sSub>
                      </m:e>
                    </m:d>
                  </m:oMath>
                </a14:m>
                <a:r>
                  <a:rPr lang="en-KR" sz="2000" dirty="0"/>
                  <a:t> into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oMath>
                </a14:m>
                <a:endParaRPr lang="en-KR" sz="2000" dirty="0"/>
              </a:p>
            </p:txBody>
          </p:sp>
        </mc:Choice>
        <mc:Fallback xmlns="">
          <p:sp>
            <p:nvSpPr>
              <p:cNvPr id="6" name="Text Placeholder 2">
                <a:extLst>
                  <a:ext uri="{FF2B5EF4-FFF2-40B4-BE49-F238E27FC236}">
                    <a16:creationId xmlns:a16="http://schemas.microsoft.com/office/drawing/2014/main" id="{099A8CB4-4AB5-D92E-68DF-FA4E805F8CB1}"/>
                  </a:ext>
                </a:extLst>
              </p:cNvPr>
              <p:cNvSpPr>
                <a:spLocks noGrp="1" noRot="1" noChangeAspect="1" noMove="1" noResize="1" noEditPoints="1" noAdjustHandles="1" noChangeArrowheads="1" noChangeShapeType="1" noTextEdit="1"/>
              </p:cNvSpPr>
              <p:nvPr>
                <p:ph type="body" sz="quarter" idx="10"/>
              </p:nvPr>
            </p:nvSpPr>
            <p:spPr>
              <a:xfrm>
                <a:off x="609600" y="652047"/>
                <a:ext cx="10972800" cy="369332"/>
              </a:xfrm>
              <a:blipFill>
                <a:blip r:embed="rId6"/>
                <a:stretch>
                  <a:fillRect l="-1387" t="-16667" b="-3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2592EB-8B58-DC94-7A4B-7DC38CAC28DB}"/>
                  </a:ext>
                </a:extLst>
              </p:cNvPr>
              <p:cNvSpPr txBox="1"/>
              <p:nvPr/>
            </p:nvSpPr>
            <p:spPr>
              <a:xfrm>
                <a:off x="531223" y="1101688"/>
                <a:ext cx="9666514" cy="532775"/>
              </a:xfrm>
              <a:prstGeom prst="rect">
                <a:avLst/>
              </a:prstGeom>
              <a:noFill/>
            </p:spPr>
            <p:txBody>
              <a:bodyPr wrap="square">
                <a:spAutoFit/>
              </a:bodyPr>
              <a:lstStyle/>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𝐿</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𝐷</m:t>
                        </m:r>
                      </m:e>
                      <m:sub>
                        <m:r>
                          <a:rPr lang="en-US" sz="1800" b="0" i="1" smtClean="0">
                            <a:latin typeface="Cambria Math" panose="02040503050406030204" pitchFamily="18" charset="0"/>
                            <a:ea typeface="Cambria Math" panose="02040503050406030204" pitchFamily="18" charset="0"/>
                          </a:rPr>
                          <m:t>𝐾𝐿</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𝑞</m:t>
                        </m:r>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e>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0</m:t>
                                </m:r>
                              </m:sub>
                            </m:sSub>
                          </m:e>
                        </m:d>
                        <m:r>
                          <a:rPr lang="en-US" sz="1800" b="0" i="1" smtClean="0">
                            <a:latin typeface="Cambria Math" panose="02040503050406030204" pitchFamily="18" charset="0"/>
                            <a:ea typeface="Cambria Math" panose="02040503050406030204" pitchFamily="18" charset="0"/>
                          </a:rPr>
                          <m:t> </m:t>
                        </m:r>
                        <m:r>
                          <m:rPr>
                            <m:lit/>
                          </m:rPr>
                          <a:rPr lang="en-US" sz="1800" i="1">
                            <a:latin typeface="Cambria Math" panose="02040503050406030204" pitchFamily="18" charset="0"/>
                          </a:rPr>
                          <m:t>||</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𝜃</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𝑡</m:t>
                                </m:r>
                              </m:sub>
                            </m:sSub>
                          </m:e>
                        </m:d>
                      </m:e>
                    </m:d>
                    <m:r>
                      <a:rPr lang="en-US" sz="1800" i="1">
                        <a:latin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𝔼</m:t>
                        </m:r>
                      </m:e>
                      <m:sub>
                        <m:r>
                          <a:rPr lang="en-US" sz="1800" i="1">
                            <a:latin typeface="Cambria Math" panose="02040503050406030204" pitchFamily="18" charset="0"/>
                            <a:ea typeface="Cambria Math" panose="02040503050406030204" pitchFamily="18" charset="0"/>
                          </a:rPr>
                          <m:t>𝑞</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
                          <a:rPr lang="en-US" sz="1800" i="1">
                            <a:latin typeface="Cambria Math" panose="02040503050406030204" pitchFamily="18" charset="0"/>
                            <a:ea typeface="Cambria Math" panose="02040503050406030204" pitchFamily="18" charset="0"/>
                          </a:rPr>
                          <m:t>2</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𝜎</m:t>
                            </m:r>
                          </m:e>
                          <m:sub>
                            <m:r>
                              <a:rPr lang="en-US" sz="1800" i="1">
                                <a:latin typeface="Cambria Math" panose="02040503050406030204" pitchFamily="18" charset="0"/>
                                <a:ea typeface="Cambria Math" panose="02040503050406030204" pitchFamily="18" charset="0"/>
                              </a:rPr>
                              <m:t>𝑡</m:t>
                            </m:r>
                          </m:sub>
                          <m:sup>
                            <m:r>
                              <a:rPr lang="en-US" sz="1800" i="1">
                                <a:latin typeface="Cambria Math" panose="02040503050406030204" pitchFamily="18" charset="0"/>
                                <a:ea typeface="Cambria Math" panose="02040503050406030204" pitchFamily="18" charset="0"/>
                              </a:rPr>
                              <m:t>2</m:t>
                            </m:r>
                          </m:sup>
                        </m:sSubSup>
                      </m:den>
                    </m:f>
                    <m:r>
                      <m:rPr>
                        <m:lit/>
                      </m:rPr>
                      <a:rPr lang="en-US" sz="1800" b="1" i="1">
                        <a:latin typeface="Cambria Math" panose="02040503050406030204" pitchFamily="18" charset="0"/>
                        <a:ea typeface="Cambria Math" panose="02040503050406030204" pitchFamily="18" charset="0"/>
                      </a:rPr>
                      <m:t>||</m:t>
                    </m:r>
                  </m:oMath>
                </a14:m>
                <a:r>
                  <a:rPr lang="en-US" sz="1800" b="1" dirty="0">
                    <a:ea typeface="Cambria Math" panose="02040503050406030204" pitchFamily="18" charset="0"/>
                  </a:rPr>
                  <a:t> </a:t>
                </a:r>
                <a14:m>
                  <m:oMath xmlns:m="http://schemas.openxmlformats.org/officeDocument/2006/math">
                    <m:sSub>
                      <m:sSubPr>
                        <m:ctrlPr>
                          <a:rPr lang="en-US" sz="1800" b="1" i="1">
                            <a:latin typeface="Cambria Math" panose="02040503050406030204" pitchFamily="18" charset="0"/>
                            <a:ea typeface="Cambria Math" panose="02040503050406030204" pitchFamily="18" charset="0"/>
                          </a:rPr>
                        </m:ctrlPr>
                      </m:sSubPr>
                      <m:e>
                        <m:acc>
                          <m:accPr>
                            <m:chr m:val="̃"/>
                            <m:ctrlPr>
                              <a:rPr lang="en-US" sz="1800" b="1" i="1">
                                <a:latin typeface="Cambria Math" panose="02040503050406030204" pitchFamily="18" charset="0"/>
                                <a:ea typeface="Cambria Math" panose="02040503050406030204" pitchFamily="18" charset="0"/>
                              </a:rPr>
                            </m:ctrlPr>
                          </m:accPr>
                          <m:e>
                            <m:r>
                              <a:rPr lang="en-US" sz="1800" b="1" i="1">
                                <a:latin typeface="Cambria Math" panose="02040503050406030204" pitchFamily="18" charset="0"/>
                                <a:ea typeface="Cambria Math" panose="02040503050406030204" pitchFamily="18" charset="0"/>
                              </a:rPr>
                              <m:t>𝝁</m:t>
                            </m:r>
                          </m:e>
                        </m:acc>
                      </m:e>
                      <m:sub>
                        <m:r>
                          <a:rPr lang="en-US" sz="1800" i="1">
                            <a:latin typeface="Cambria Math" panose="02040503050406030204" pitchFamily="18" charset="0"/>
                            <a:ea typeface="Cambria Math" panose="02040503050406030204" pitchFamily="18" charset="0"/>
                          </a:rPr>
                          <m:t>𝑡</m:t>
                        </m:r>
                      </m:sub>
                    </m:sSub>
                    <m:d>
                      <m:dPr>
                        <m:ctrlPr>
                          <a:rPr lang="en-US" sz="1800" b="1" i="1">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b="1" i="1">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0</m:t>
                            </m:r>
                          </m:sub>
                        </m:sSub>
                      </m:e>
                    </m:d>
                    <m:r>
                      <a:rPr lang="en-US" sz="1800" b="1" i="1">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𝝁</m:t>
                        </m:r>
                      </m:e>
                      <m:sub>
                        <m:r>
                          <a:rPr lang="en-US" sz="1800" i="1">
                            <a:latin typeface="Cambria Math" panose="02040503050406030204" pitchFamily="18" charset="0"/>
                            <a:ea typeface="Cambria Math" panose="02040503050406030204" pitchFamily="18" charset="0"/>
                          </a:rPr>
                          <m:t>𝜃</m:t>
                        </m:r>
                      </m:sub>
                    </m:sSub>
                    <m:d>
                      <m:dPr>
                        <m:ctrlPr>
                          <a:rPr lang="en-US" sz="1800" b="1" i="1">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b="1"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𝑡</m:t>
                        </m:r>
                      </m:e>
                    </m:d>
                    <m:r>
                      <m:rPr>
                        <m:lit/>
                      </m:rPr>
                      <a:rPr lang="en-US" sz="1800" b="1"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m:rPr>
                            <m:lit/>
                          </m:rPr>
                          <a:rPr lang="en-US" sz="1800" i="1">
                            <a:latin typeface="Cambria Math" panose="02040503050406030204" pitchFamily="18" charset="0"/>
                            <a:ea typeface="Cambria Math" panose="02040503050406030204" pitchFamily="18" charset="0"/>
                          </a:rPr>
                          <m:t>|</m:t>
                        </m:r>
                      </m:e>
                      <m:sup>
                        <m:r>
                          <a:rPr lang="en-US" sz="1800" i="1">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𝐶</m:t>
                    </m:r>
                  </m:oMath>
                </a14:m>
                <a:endParaRPr lang="en-KR" dirty="0"/>
              </a:p>
            </p:txBody>
          </p:sp>
        </mc:Choice>
        <mc:Fallback xmlns="">
          <p:sp>
            <p:nvSpPr>
              <p:cNvPr id="8" name="TextBox 7">
                <a:extLst>
                  <a:ext uri="{FF2B5EF4-FFF2-40B4-BE49-F238E27FC236}">
                    <a16:creationId xmlns:a16="http://schemas.microsoft.com/office/drawing/2014/main" id="{F72592EB-8B58-DC94-7A4B-7DC38CAC28DB}"/>
                  </a:ext>
                </a:extLst>
              </p:cNvPr>
              <p:cNvSpPr txBox="1">
                <a:spLocks noRot="1" noChangeAspect="1" noMove="1" noResize="1" noEditPoints="1" noAdjustHandles="1" noChangeArrowheads="1" noChangeShapeType="1" noTextEdit="1"/>
              </p:cNvSpPr>
              <p:nvPr/>
            </p:nvSpPr>
            <p:spPr>
              <a:xfrm>
                <a:off x="531223" y="1101688"/>
                <a:ext cx="9666514" cy="532775"/>
              </a:xfrm>
              <a:prstGeom prst="rect">
                <a:avLst/>
              </a:prstGeom>
              <a:blipFill>
                <a:blip r:embed="rId7"/>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C5C27D1-31E0-C4E8-10FA-AE0A9F93CAAC}"/>
                  </a:ext>
                </a:extLst>
              </p:cNvPr>
              <p:cNvSpPr txBox="1"/>
              <p:nvPr/>
            </p:nvSpPr>
            <p:spPr>
              <a:xfrm>
                <a:off x="-740228" y="1513730"/>
                <a:ext cx="6096000" cy="7346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𝑡</m:t>
                              </m:r>
                            </m:sub>
                          </m:sSub>
                        </m:e>
                      </m:d>
                      <m:r>
                        <a:rPr lang="en-US" sz="180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r>
                        <a:rPr lang="en-US" sz="1800" b="0" i="1" smtClean="0">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oMath>
                  </m:oMathPara>
                </a14:m>
                <a:endParaRPr lang="en-KR" dirty="0"/>
              </a:p>
            </p:txBody>
          </p:sp>
        </mc:Choice>
        <mc:Fallback xmlns="">
          <p:sp>
            <p:nvSpPr>
              <p:cNvPr id="10" name="TextBox 9">
                <a:extLst>
                  <a:ext uri="{FF2B5EF4-FFF2-40B4-BE49-F238E27FC236}">
                    <a16:creationId xmlns:a16="http://schemas.microsoft.com/office/drawing/2014/main" id="{4C5C27D1-31E0-C4E8-10FA-AE0A9F93CAAC}"/>
                  </a:ext>
                </a:extLst>
              </p:cNvPr>
              <p:cNvSpPr txBox="1">
                <a:spLocks noRot="1" noChangeAspect="1" noMove="1" noResize="1" noEditPoints="1" noAdjustHandles="1" noChangeArrowheads="1" noChangeShapeType="1" noTextEdit="1"/>
              </p:cNvSpPr>
              <p:nvPr/>
            </p:nvSpPr>
            <p:spPr>
              <a:xfrm>
                <a:off x="-740228" y="1513730"/>
                <a:ext cx="6096000" cy="734625"/>
              </a:xfrm>
              <a:prstGeom prst="rect">
                <a:avLst/>
              </a:prstGeom>
              <a:blipFill>
                <a:blip r:embed="rId8"/>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29DDB02-C513-F867-2929-7BD6128511B8}"/>
                  </a:ext>
                </a:extLst>
              </p:cNvPr>
              <p:cNvSpPr txBox="1"/>
              <p:nvPr/>
            </p:nvSpPr>
            <p:spPr>
              <a:xfrm>
                <a:off x="-569027" y="2678929"/>
                <a:ext cx="9387840" cy="708784"/>
              </a:xfrm>
              <a:prstGeom prst="rect">
                <a:avLst/>
              </a:prstGeom>
              <a:noFill/>
            </p:spPr>
            <p:txBody>
              <a:bodyPr wrap="square" lIns="0" r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den>
                          </m:f>
                          <m:r>
                            <m:rPr>
                              <m:lit/>
                            </m:rPr>
                            <a:rPr lang="en-US" b="1" i="1">
                              <a:latin typeface="Cambria Math" panose="02040503050406030204" pitchFamily="18" charset="0"/>
                              <a:ea typeface="Cambria Math" panose="02040503050406030204" pitchFamily="18" charset="0"/>
                            </a:rPr>
                            <m:t>||</m:t>
                          </m:r>
                          <m:r>
                            <m:rPr>
                              <m:nor/>
                            </m:rPr>
                            <a:rPr lang="en-US" b="1" dirty="0">
                              <a:ea typeface="Cambria Math" panose="02040503050406030204" pitchFamily="18" charset="0"/>
                            </a:rPr>
                            <m:t> </m:t>
                          </m:r>
                          <m:sSub>
                            <m:sSubPr>
                              <m:ctrlPr>
                                <a:rPr lang="en-US" b="1" i="1">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𝝁</m:t>
                              </m:r>
                            </m:e>
                            <m:sub>
                              <m:r>
                                <a:rPr lang="en-US" i="1">
                                  <a:latin typeface="Cambria Math" panose="02040503050406030204" pitchFamily="18" charset="0"/>
                                  <a:ea typeface="Cambria Math" panose="02040503050406030204" pitchFamily="18" charset="0"/>
                                </a:rPr>
                                <m:t>𝜃</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br>
                  <a:rPr lang="en-US" dirty="0">
                    <a:ea typeface="Cambria Math" panose="02040503050406030204" pitchFamily="18" charset="0"/>
                  </a:rPr>
                </a:br>
                <a:endParaRPr lang="en-US" dirty="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929DDB02-C513-F867-2929-7BD6128511B8}"/>
                  </a:ext>
                </a:extLst>
              </p:cNvPr>
              <p:cNvSpPr txBox="1">
                <a:spLocks noRot="1" noChangeAspect="1" noMove="1" noResize="1" noEditPoints="1" noAdjustHandles="1" noChangeArrowheads="1" noChangeShapeType="1" noTextEdit="1"/>
              </p:cNvSpPr>
              <p:nvPr/>
            </p:nvSpPr>
            <p:spPr>
              <a:xfrm>
                <a:off x="-569027" y="2678929"/>
                <a:ext cx="9387840" cy="708784"/>
              </a:xfrm>
              <a:prstGeom prst="rect">
                <a:avLst/>
              </a:prstGeom>
              <a:blipFill>
                <a:blip r:embed="rId9"/>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6AB5D28-32CF-EEB0-0411-E3FD7D2DA663}"/>
                  </a:ext>
                </a:extLst>
              </p:cNvPr>
              <p:cNvSpPr txBox="1"/>
              <p:nvPr/>
            </p:nvSpPr>
            <p:spPr>
              <a:xfrm>
                <a:off x="5924005" y="1714772"/>
                <a:ext cx="4500155" cy="440698"/>
              </a:xfrm>
              <a:prstGeom prst="rect">
                <a:avLst/>
              </a:prstGeom>
              <a:noFill/>
            </p:spPr>
            <p:txBody>
              <a:bodyPr wrap="square">
                <a:spAutoFit/>
              </a:bodyPr>
              <a:lstStyle/>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oMath>
                </a14:m>
                <a:r>
                  <a:rPr lang="en-US" sz="1800" dirty="0">
                    <a:ea typeface="Cambria Math" panose="02040503050406030204" pitchFamily="18" charset="0"/>
                  </a:rPr>
                  <a:t> </a:t>
                </a:r>
                <a14:m>
                  <m:oMath xmlns:m="http://schemas.openxmlformats.org/officeDocument/2006/math">
                    <m:rad>
                      <m:radPr>
                        <m:degHide m:val="on"/>
                        <m:ctrlPr>
                          <a:rPr lang="en-US" sz="1800" i="1">
                            <a:latin typeface="Cambria Math" panose="02040503050406030204" pitchFamily="18" charset="0"/>
                            <a:ea typeface="Cambria Math" panose="02040503050406030204" pitchFamily="18" charset="0"/>
                          </a:rPr>
                        </m:ctrlPr>
                      </m:radPr>
                      <m:deg/>
                      <m:e>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0</m:t>
                        </m:r>
                      </m:sub>
                    </m:sSub>
                    <m:r>
                      <a:rPr lang="en-US" sz="1800" b="0" i="1" smtClean="0">
                        <a:latin typeface="Cambria Math" panose="02040503050406030204" pitchFamily="18" charset="0"/>
                        <a:ea typeface="Cambria Math" panose="02040503050406030204" pitchFamily="18" charset="0"/>
                      </a:rPr>
                      <m:t>+</m:t>
                    </m:r>
                    <m:rad>
                      <m:radPr>
                        <m:degHide m:val="on"/>
                        <m:ctrlPr>
                          <a:rPr lang="en-US" sz="1800" b="0" i="1" smtClean="0">
                            <a:latin typeface="Cambria Math" panose="02040503050406030204" pitchFamily="18" charset="0"/>
                            <a:ea typeface="Cambria Math" panose="02040503050406030204" pitchFamily="18" charset="0"/>
                          </a:rPr>
                        </m:ctrlPr>
                      </m:radPr>
                      <m:deg/>
                      <m:e>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d>
                      </m:e>
                    </m:rad>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𝝐</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𝝐</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𝒩</m:t>
                    </m:r>
                    <m:d>
                      <m:dPr>
                        <m:ctrlPr>
                          <a:rPr lang="en-US" sz="1800" b="0" i="1" smtClean="0">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𝟎</m:t>
                        </m:r>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𝐈</m:t>
                        </m:r>
                      </m:e>
                    </m:d>
                  </m:oMath>
                </a14:m>
                <a:endParaRPr lang="en-KR" dirty="0"/>
              </a:p>
            </p:txBody>
          </p:sp>
        </mc:Choice>
        <mc:Fallback xmlns="">
          <p:sp>
            <p:nvSpPr>
              <p:cNvPr id="3" name="TextBox 2">
                <a:extLst>
                  <a:ext uri="{FF2B5EF4-FFF2-40B4-BE49-F238E27FC236}">
                    <a16:creationId xmlns:a16="http://schemas.microsoft.com/office/drawing/2014/main" id="{F6AB5D28-32CF-EEB0-0411-E3FD7D2DA663}"/>
                  </a:ext>
                </a:extLst>
              </p:cNvPr>
              <p:cNvSpPr txBox="1">
                <a:spLocks noRot="1" noChangeAspect="1" noMove="1" noResize="1" noEditPoints="1" noAdjustHandles="1" noChangeArrowheads="1" noChangeShapeType="1" noTextEdit="1"/>
              </p:cNvSpPr>
              <p:nvPr/>
            </p:nvSpPr>
            <p:spPr>
              <a:xfrm>
                <a:off x="5924005" y="1714772"/>
                <a:ext cx="4500155" cy="440698"/>
              </a:xfrm>
              <a:prstGeom prst="rect">
                <a:avLst/>
              </a:prstGeom>
              <a:blipFill>
                <a:blip r:embed="rId10"/>
                <a:stretch>
                  <a:fillRect b="-8333"/>
                </a:stretch>
              </a:blipFill>
            </p:spPr>
            <p:txBody>
              <a:bodyPr/>
              <a:lstStyle/>
              <a:p>
                <a:r>
                  <a:rPr lang="en-KR">
                    <a:noFill/>
                  </a:rPr>
                  <a:t> </a:t>
                </a:r>
              </a:p>
            </p:txBody>
          </p:sp>
        </mc:Fallback>
      </mc:AlternateContent>
      <p:cxnSp>
        <p:nvCxnSpPr>
          <p:cNvPr id="9" name="Straight Connector 8">
            <a:extLst>
              <a:ext uri="{FF2B5EF4-FFF2-40B4-BE49-F238E27FC236}">
                <a16:creationId xmlns:a16="http://schemas.microsoft.com/office/drawing/2014/main" id="{85F2709B-65D6-0FFD-D759-28A146172B0B}"/>
              </a:ext>
            </a:extLst>
          </p:cNvPr>
          <p:cNvCxnSpPr>
            <a:cxnSpLocks/>
          </p:cNvCxnSpPr>
          <p:nvPr/>
        </p:nvCxnSpPr>
        <p:spPr>
          <a:xfrm>
            <a:off x="609600" y="2438399"/>
            <a:ext cx="11321143"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C66A8C8-1E49-032D-0C42-01CDA426BDA2}"/>
                  </a:ext>
                </a:extLst>
              </p:cNvPr>
              <p:cNvSpPr txBox="1"/>
              <p:nvPr/>
            </p:nvSpPr>
            <p:spPr>
              <a:xfrm>
                <a:off x="1466306" y="3502288"/>
                <a:ext cx="9259388" cy="7558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0"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smtClean="0">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den>
                          </m:f>
                          <m:r>
                            <m:rPr>
                              <m:lit/>
                            </m:rPr>
                            <a:rPr lang="en-US" b="1"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rad>
                            </m:den>
                          </m:f>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den>
                          </m:f>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rad>
                            </m:den>
                          </m:f>
                          <m:r>
                            <a:rPr lang="en-US"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Sub>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den>
                          </m:f>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2" name="TextBox 11">
                <a:extLst>
                  <a:ext uri="{FF2B5EF4-FFF2-40B4-BE49-F238E27FC236}">
                    <a16:creationId xmlns:a16="http://schemas.microsoft.com/office/drawing/2014/main" id="{3C66A8C8-1E49-032D-0C42-01CDA426BDA2}"/>
                  </a:ext>
                </a:extLst>
              </p:cNvPr>
              <p:cNvSpPr txBox="1">
                <a:spLocks noRot="1" noChangeAspect="1" noMove="1" noResize="1" noEditPoints="1" noAdjustHandles="1" noChangeArrowheads="1" noChangeShapeType="1" noTextEdit="1"/>
              </p:cNvSpPr>
              <p:nvPr/>
            </p:nvSpPr>
            <p:spPr>
              <a:xfrm>
                <a:off x="1466306" y="3502288"/>
                <a:ext cx="9259388" cy="755848"/>
              </a:xfrm>
              <a:prstGeom prst="rect">
                <a:avLst/>
              </a:prstGeom>
              <a:blipFill>
                <a:blip r:embed="rId11"/>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4755809-F3B0-E952-CDE9-EF41E21DC1F0}"/>
                  </a:ext>
                </a:extLst>
              </p:cNvPr>
              <p:cNvSpPr txBox="1"/>
              <p:nvPr/>
            </p:nvSpPr>
            <p:spPr>
              <a:xfrm>
                <a:off x="1641763" y="4334977"/>
                <a:ext cx="6466114" cy="7558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den>
                          </m:f>
                          <m:r>
                            <m:rPr>
                              <m:lit/>
                            </m:rPr>
                            <a:rPr lang="en-US" b="1"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Sub>
                            </m:num>
                            <m:den>
                              <m:rad>
                                <m:radPr>
                                  <m:degHide m:val="on"/>
                                  <m:ctrlPr>
                                    <a:rPr lang="en-US" i="1">
                                      <a:latin typeface="Cambria Math" panose="02040503050406030204" pitchFamily="18" charset="0"/>
                                      <a:ea typeface="Cambria Math" panose="02040503050406030204" pitchFamily="18" charset="0"/>
                                    </a:rPr>
                                  </m:ctrlPr>
                                </m:radPr>
                                <m:deg/>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sSub>
                                        <m:sSubPr>
                                          <m:ctrlPr>
                                            <a:rPr lang="en-US" b="0" i="1" smtClean="0">
                                              <a:latin typeface="Cambria Math" panose="02040503050406030204" pitchFamily="18" charset="0"/>
                                              <a:ea typeface="Cambria Math" panose="02040503050406030204" pitchFamily="18" charset="0"/>
                                            </a:rPr>
                                          </m:ctrlPr>
                                        </m:sSub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𝛼</m:t>
                                              </m:r>
                                            </m:e>
                                          </m:acc>
                                        </m:e>
                                        <m:sub>
                                          <m:r>
                                            <a:rPr lang="en-US" b="0" i="1" smtClean="0">
                                              <a:latin typeface="Cambria Math" panose="02040503050406030204" pitchFamily="18" charset="0"/>
                                              <a:ea typeface="Cambria Math" panose="02040503050406030204" pitchFamily="18" charset="0"/>
                                            </a:rPr>
                                            <m:t>𝑡</m:t>
                                          </m:r>
                                        </m:sub>
                                      </m:sSub>
                                    </m:e>
                                  </m:d>
                                </m:e>
                              </m:rad>
                            </m:den>
                          </m:f>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𝑡</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4" name="TextBox 13">
                <a:extLst>
                  <a:ext uri="{FF2B5EF4-FFF2-40B4-BE49-F238E27FC236}">
                    <a16:creationId xmlns:a16="http://schemas.microsoft.com/office/drawing/2014/main" id="{74755809-F3B0-E952-CDE9-EF41E21DC1F0}"/>
                  </a:ext>
                </a:extLst>
              </p:cNvPr>
              <p:cNvSpPr txBox="1">
                <a:spLocks noRot="1" noChangeAspect="1" noMove="1" noResize="1" noEditPoints="1" noAdjustHandles="1" noChangeArrowheads="1" noChangeShapeType="1" noTextEdit="1"/>
              </p:cNvSpPr>
              <p:nvPr/>
            </p:nvSpPr>
            <p:spPr>
              <a:xfrm>
                <a:off x="1641763" y="4334977"/>
                <a:ext cx="6466114" cy="755848"/>
              </a:xfrm>
              <a:prstGeom prst="rect">
                <a:avLst/>
              </a:prstGeom>
              <a:blipFill>
                <a:blip r:embed="rId12"/>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F2829D8-5AA9-7452-0EB7-C5128BD2B2E1}"/>
                  </a:ext>
                </a:extLst>
              </p:cNvPr>
              <p:cNvSpPr txBox="1"/>
              <p:nvPr/>
            </p:nvSpPr>
            <p:spPr>
              <a:xfrm>
                <a:off x="1513996" y="5244983"/>
                <a:ext cx="6466114" cy="719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2</m:t>
                                  </m:r>
                                </m:sup>
                              </m:sSubSup>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e>
                              </m:d>
                            </m:den>
                          </m:f>
                          <m:r>
                            <m:rPr>
                              <m:lit/>
                            </m:rPr>
                            <a:rPr lang="en-US" b="1"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6" name="TextBox 15">
                <a:extLst>
                  <a:ext uri="{FF2B5EF4-FFF2-40B4-BE49-F238E27FC236}">
                    <a16:creationId xmlns:a16="http://schemas.microsoft.com/office/drawing/2014/main" id="{EF2829D8-5AA9-7452-0EB7-C5128BD2B2E1}"/>
                  </a:ext>
                </a:extLst>
              </p:cNvPr>
              <p:cNvSpPr txBox="1">
                <a:spLocks noRot="1" noChangeAspect="1" noMove="1" noResize="1" noEditPoints="1" noAdjustHandles="1" noChangeArrowheads="1" noChangeShapeType="1" noTextEdit="1"/>
              </p:cNvSpPr>
              <p:nvPr/>
            </p:nvSpPr>
            <p:spPr>
              <a:xfrm>
                <a:off x="1513996" y="5244983"/>
                <a:ext cx="6466114" cy="719941"/>
              </a:xfrm>
              <a:prstGeom prst="rect">
                <a:avLst/>
              </a:prstGeom>
              <a:blipFill>
                <a:blip r:embed="rId13"/>
                <a:stretch>
                  <a:fillRect/>
                </a:stretch>
              </a:blipFill>
            </p:spPr>
            <p:txBody>
              <a:bodyPr/>
              <a:lstStyle/>
              <a:p>
                <a:r>
                  <a:rPr lang="en-KR">
                    <a:noFill/>
                  </a:rPr>
                  <a:t> </a:t>
                </a:r>
              </a:p>
            </p:txBody>
          </p:sp>
        </mc:Fallback>
      </mc:AlternateContent>
      <p:pic>
        <p:nvPicPr>
          <p:cNvPr id="24" name="Audio 23">
            <a:extLst>
              <a:ext uri="{FF2B5EF4-FFF2-40B4-BE49-F238E27FC236}">
                <a16:creationId xmlns:a16="http://schemas.microsoft.com/office/drawing/2014/main" id="{D1CACB41-78DE-BC78-58BD-8AC052D45B14}"/>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705011314"/>
      </p:ext>
    </p:extLst>
  </p:cSld>
  <p:clrMapOvr>
    <a:masterClrMapping/>
  </p:clrMapOvr>
  <mc:AlternateContent xmlns:mc="http://schemas.openxmlformats.org/markup-compatibility/2006">
    <mc:Choice xmlns:p14="http://schemas.microsoft.com/office/powerpoint/2010/main" Requires="p14">
      <p:transition spd="slow" p14:dur="2000" advTm="32800"/>
    </mc:Choice>
    <mc:Fallback>
      <p:transition spd="slow" advTm="32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24"/>
                </p:tgtEl>
              </p:cMediaNode>
            </p:audio>
          </p:childTnLst>
        </p:cTn>
      </p:par>
    </p:tnLst>
    <p:bldLst>
      <p:bldP spid="11" grpId="0"/>
      <p:bldP spid="12" grpId="0"/>
      <p:bldP spid="14" grpId="0"/>
      <p:bldP spid="16" grpId="0"/>
    </p:bldLst>
  </p:timing>
  <p:extLst>
    <p:ext uri="{3A86A75C-4F4B-4683-9AE1-C65F6400EC91}">
      <p14:laserTraceLst xmlns:p14="http://schemas.microsoft.com/office/powerpoint/2010/main">
        <p14:tracePtLst>
          <p14:tracePt t="359" x="9144000" y="1049338"/>
          <p14:tracePt t="361" x="9126538" y="1049338"/>
          <p14:tracePt t="374" x="9101138" y="1023938"/>
          <p14:tracePt t="378" x="9067800" y="1023938"/>
          <p14:tracePt t="389" x="9050338" y="1008063"/>
          <p14:tracePt t="393" x="9024938" y="1008063"/>
          <p14:tracePt t="403" x="8991600" y="990600"/>
          <p14:tracePt t="410" x="8974138" y="990600"/>
          <p14:tracePt t="419" x="8966200" y="990600"/>
          <p14:tracePt t="435" x="8948738" y="990600"/>
          <p14:tracePt t="441" x="8932863" y="990600"/>
          <p14:tracePt t="458" x="8915400" y="1008063"/>
          <p14:tracePt t="468" x="8890000" y="1049338"/>
          <p14:tracePt t="474" x="8847138" y="1143000"/>
          <p14:tracePt t="484" x="8770938" y="1277938"/>
          <p14:tracePt t="491" x="8694738" y="1439863"/>
          <p14:tracePt t="501" x="8585200" y="1651000"/>
          <p14:tracePt t="508" x="8483600" y="1879600"/>
          <p14:tracePt t="516" x="8382000" y="2082800"/>
          <p14:tracePt t="524" x="8331200" y="2141538"/>
          <p14:tracePt t="532" x="8229600" y="2293938"/>
          <p14:tracePt t="540" x="8170863" y="2430463"/>
          <p14:tracePt t="548" x="8110538" y="2522538"/>
          <p14:tracePt t="556" x="8077200" y="2565400"/>
          <p14:tracePt t="564" x="8051800" y="2598738"/>
          <p14:tracePt t="573" x="8034338" y="2624138"/>
          <p14:tracePt t="581" x="8018463" y="2641600"/>
          <p14:tracePt t="589" x="8018463" y="2659063"/>
          <p14:tracePt t="598" x="8001000" y="2659063"/>
          <p14:tracePt t="622" x="8001000" y="2667000"/>
          <p14:tracePt t="663" x="8001000" y="2684463"/>
          <p14:tracePt t="671" x="8001000" y="2717800"/>
          <p14:tracePt t="679" x="8001000" y="2743200"/>
          <p14:tracePt t="688" x="8001000" y="2794000"/>
          <p14:tracePt t="696" x="8001000" y="2819400"/>
          <p14:tracePt t="704" x="8001000" y="2878138"/>
          <p14:tracePt t="713" x="8018463" y="2989263"/>
          <p14:tracePt t="720" x="8034338" y="3030538"/>
          <p14:tracePt t="1741" x="8305800" y="3657600"/>
          <p14:tracePt t="3419" x="8313738" y="3690938"/>
          <p14:tracePt t="3424" x="8348663" y="3725863"/>
          <p14:tracePt t="3432" x="8364538" y="3733800"/>
          <p14:tracePt t="3454" x="8389938" y="3784600"/>
          <p14:tracePt t="3457" x="8407400" y="3784600"/>
          <p14:tracePt t="3469" x="8407400" y="3792538"/>
          <p14:tracePt t="3473" x="8424863" y="3810000"/>
          <p14:tracePt t="3485" x="8440738" y="3827463"/>
          <p14:tracePt t="3490" x="8440738" y="3843338"/>
          <p14:tracePt t="3502" x="8450263" y="3860800"/>
          <p14:tracePt t="3506" x="8466138" y="3860800"/>
          <p14:tracePt t="3519" x="8466138" y="3868738"/>
          <p14:tracePt t="3523" x="8483600" y="3868738"/>
          <p14:tracePt t="3539" x="8483600" y="3886200"/>
          <p14:tracePt t="3552" x="8501063" y="3886200"/>
          <p14:tracePt t="3629" x="8516938" y="3886200"/>
          <p14:tracePt t="3711" x="8516938" y="3868738"/>
          <p14:tracePt t="3719" x="8516938" y="3860800"/>
          <p14:tracePt t="3736" x="8516938" y="3843338"/>
          <p14:tracePt t="3744" x="8516938" y="3827463"/>
          <p14:tracePt t="3752" x="8501063" y="3792538"/>
          <p14:tracePt t="3760" x="8483600" y="3784600"/>
          <p14:tracePt t="3768" x="8466138" y="3767138"/>
          <p14:tracePt t="3785" x="8450263" y="3751263"/>
          <p14:tracePt t="3793" x="8450263" y="3733800"/>
          <p14:tracePt t="3809" x="8440738" y="3733800"/>
          <p14:tracePt t="3818" x="8440738" y="3725863"/>
          <p14:tracePt t="3826" x="8424863" y="3725863"/>
          <p14:tracePt t="3835" x="8407400" y="3708400"/>
          <p14:tracePt t="4776" x="8389938" y="3708400"/>
          <p14:tracePt t="4785" x="8364538" y="3708400"/>
          <p14:tracePt t="4793" x="8305800" y="3708400"/>
          <p14:tracePt t="4802" x="8255000" y="3708400"/>
          <p14:tracePt t="4809" x="8153400" y="3708400"/>
          <p14:tracePt t="4819" x="8110538" y="3725863"/>
          <p14:tracePt t="4825" x="7942263" y="3733800"/>
          <p14:tracePt t="4835" x="7899400" y="3751263"/>
          <p14:tracePt t="4842" x="7704138" y="3767138"/>
          <p14:tracePt t="4851" x="7594600" y="3792538"/>
          <p14:tracePt t="4859" x="7493000" y="3810000"/>
          <p14:tracePt t="4868" x="7434263" y="3827463"/>
          <p14:tracePt t="4875" x="7358063" y="3843338"/>
          <p14:tracePt t="4884" x="7281863" y="3860800"/>
          <p14:tracePt t="4891" x="7221538" y="3868738"/>
          <p14:tracePt t="4899" x="7188200" y="3868738"/>
          <p14:tracePt t="4908" x="7162800" y="3868738"/>
          <p14:tracePt t="4916" x="7129463" y="3886200"/>
          <p14:tracePt t="4932" x="7119938" y="3886200"/>
          <p14:tracePt t="4940" x="7104063" y="3886200"/>
          <p14:tracePt t="4957" x="7086600" y="3886200"/>
          <p14:tracePt t="4981" x="7069138" y="3886200"/>
          <p14:tracePt t="4998" x="7069138" y="3868738"/>
          <p14:tracePt t="5006" x="7069138" y="3860800"/>
          <p14:tracePt t="5014" x="7053263" y="3843338"/>
          <p14:tracePt t="5022" x="7053263" y="3827463"/>
          <p14:tracePt t="5031" x="7043738" y="3810000"/>
          <p14:tracePt t="7375" x="7027863" y="3810000"/>
          <p14:tracePt t="7386" x="6992938" y="3792538"/>
          <p14:tracePt t="7391" x="6951663" y="3784600"/>
          <p14:tracePt t="7401" x="6858000" y="3733800"/>
          <p14:tracePt t="7408" x="6799263" y="3708400"/>
          <p14:tracePt t="7416" x="6773863" y="3690938"/>
          <p14:tracePt t="7424" x="6697663" y="3632200"/>
          <p14:tracePt t="7432" x="6621463" y="3598863"/>
          <p14:tracePt t="7440" x="6545263" y="3556000"/>
          <p14:tracePt t="7449" x="6484938" y="3513138"/>
          <p14:tracePt t="7457" x="6426200" y="3462338"/>
          <p14:tracePt t="7465" x="6383338" y="3436938"/>
          <p14:tracePt t="7473" x="6332538" y="3403600"/>
          <p14:tracePt t="7481" x="6291263" y="3378200"/>
          <p14:tracePt t="7489" x="6265863" y="3344863"/>
          <p14:tracePt t="7497" x="6230938" y="3327400"/>
          <p14:tracePt t="7506" x="6197600" y="3302000"/>
          <p14:tracePt t="7514" x="6197600" y="3284538"/>
          <p14:tracePt t="7522" x="6189663" y="3268663"/>
          <p14:tracePt t="7530" x="6172200" y="3259138"/>
          <p14:tracePt t="7539" x="6138863" y="3243263"/>
          <p14:tracePt t="10085" x="6037263" y="3344863"/>
          <p14:tracePt t="10089" x="5961063" y="3421063"/>
          <p14:tracePt t="10102" x="5884863" y="3479800"/>
          <p14:tracePt t="10105" x="5824538" y="3556000"/>
          <p14:tracePt t="10119" x="5748338" y="3614738"/>
          <p14:tracePt t="10120" x="5689600" y="3657600"/>
          <p14:tracePt t="10128" x="5646738" y="3708400"/>
          <p14:tracePt t="10136" x="5554663" y="3784600"/>
          <p14:tracePt t="10145" x="5435600" y="3860800"/>
          <p14:tracePt t="10153" x="5341938" y="3919538"/>
          <p14:tracePt t="10161" x="5300663" y="3944938"/>
          <p14:tracePt t="10169" x="5207000" y="3979863"/>
          <p14:tracePt t="10177" x="5164138" y="4005263"/>
          <p14:tracePt t="10186" x="5122863" y="4021138"/>
          <p14:tracePt t="10194" x="5072063" y="4038600"/>
          <p14:tracePt t="10202" x="5046663" y="4038600"/>
          <p14:tracePt t="10210" x="5011738" y="4056063"/>
          <p14:tracePt t="10218" x="5003800" y="4056063"/>
          <p14:tracePt t="10431" x="5003800" y="4081463"/>
          <p14:tracePt t="10439" x="4953000" y="4122738"/>
          <p14:tracePt t="10448" x="4910138" y="4191000"/>
          <p14:tracePt t="10456" x="4818063" y="4310063"/>
          <p14:tracePt t="10464" x="4741863" y="4411663"/>
          <p14:tracePt t="10473" x="4605338" y="4546600"/>
          <p14:tracePt t="10481" x="4470400" y="4699000"/>
          <p14:tracePt t="10489" x="4310063" y="4876800"/>
          <p14:tracePt t="10497" x="4173538" y="4995863"/>
          <p14:tracePt t="10505" x="4005263" y="5173663"/>
          <p14:tracePt t="10513" x="3843338" y="5308600"/>
          <p14:tracePt t="10522" x="3725863" y="5435600"/>
          <p14:tracePt t="10530" x="3548063" y="5613400"/>
          <p14:tracePt t="10538" x="3436938" y="5732463"/>
          <p14:tracePt t="10546" x="3344863" y="5834063"/>
          <p14:tracePt t="10554" x="3243263" y="5926138"/>
          <p14:tracePt t="10562" x="3167063" y="6019800"/>
          <p14:tracePt t="10571" x="3106738" y="6103938"/>
          <p14:tracePt t="10579" x="3106738" y="6154738"/>
          <p14:tracePt t="10587" x="3030538" y="6240463"/>
          <p14:tracePt t="10595" x="3005138" y="6273800"/>
          <p14:tracePt t="10603" x="2971800" y="6316663"/>
          <p14:tracePt t="10612" x="2954338" y="6375400"/>
          <p14:tracePt t="10620" x="2928938" y="6426200"/>
          <p14:tracePt t="10628" x="2913063" y="6434138"/>
          <p14:tracePt t="10636" x="2895600" y="6545263"/>
          <p14:tracePt t="10644" x="2878138" y="6604000"/>
          <p14:tracePt t="10653" x="2852738" y="6705600"/>
          <p14:tracePt t="10661" x="2819400" y="6824663"/>
          <p14:tracePt t="15660" x="2928938" y="6494463"/>
          <p14:tracePt t="15669" x="3065463" y="6197600"/>
          <p14:tracePt t="15676" x="3182938" y="5884863"/>
          <p14:tracePt t="15685" x="3302000" y="5580063"/>
          <p14:tracePt t="15693" x="3335338" y="5503863"/>
          <p14:tracePt t="15702" x="3411538" y="5300663"/>
          <p14:tracePt t="15709" x="3479800" y="5173663"/>
          <p14:tracePt t="15719" x="3497263" y="5087938"/>
          <p14:tracePt t="15725" x="3530600" y="5046663"/>
          <p14:tracePt t="15735" x="3548063" y="5011738"/>
          <p14:tracePt t="15742" x="3548063" y="4995863"/>
          <p14:tracePt t="15752" x="3556000" y="4978400"/>
          <p14:tracePt t="16315" x="3556000" y="4935538"/>
          <p14:tracePt t="16324" x="3556000" y="4910138"/>
          <p14:tracePt t="16332" x="3573463" y="4859338"/>
          <p14:tracePt t="16340" x="3589338" y="4818063"/>
          <p14:tracePt t="16348" x="3606800" y="4699000"/>
          <p14:tracePt t="16357" x="3614738" y="4648200"/>
          <p14:tracePt t="16365" x="3649663" y="4579938"/>
          <p14:tracePt t="16373" x="3675063" y="4503738"/>
          <p14:tracePt t="16381" x="3725863" y="4427538"/>
          <p14:tracePt t="16389" x="3741738" y="4368800"/>
          <p14:tracePt t="16397" x="3767138" y="4310063"/>
          <p14:tracePt t="16406" x="3784600" y="4259263"/>
          <p14:tracePt t="16414" x="3810000" y="4233863"/>
          <p14:tracePt t="16422" x="3827463" y="4191000"/>
          <p14:tracePt t="16431" x="3843338" y="4173538"/>
          <p14:tracePt t="16439" x="3843338" y="4140200"/>
          <p14:tracePt t="16447" x="3860800" y="4122738"/>
          <p14:tracePt t="16455" x="3886200" y="4097338"/>
          <p14:tracePt t="16463" x="3903663" y="4064000"/>
          <p14:tracePt t="16471" x="3919538" y="4038600"/>
          <p14:tracePt t="16480" x="3937000" y="4021138"/>
          <p14:tracePt t="16488" x="3944938" y="3987800"/>
          <p14:tracePt t="16496" x="3962400" y="3979863"/>
          <p14:tracePt t="16504" x="3979863" y="3929063"/>
          <p14:tracePt t="16512" x="4005263" y="3903663"/>
          <p14:tracePt t="16520" x="4021138" y="3868738"/>
          <p14:tracePt t="16529" x="4056063" y="3843338"/>
          <p14:tracePt t="16537" x="4081463" y="3792538"/>
          <p14:tracePt t="16545" x="4097338" y="3767138"/>
          <p14:tracePt t="16553" x="4114800" y="3751263"/>
          <p14:tracePt t="16562" x="4132263" y="3733800"/>
          <p14:tracePt t="16570" x="4132263" y="3725863"/>
          <p14:tracePt t="16578" x="4140200" y="3708400"/>
          <p14:tracePt t="16586" x="4157663" y="3690938"/>
          <p14:tracePt t="16610" x="4173538" y="3690938"/>
          <p14:tracePt t="16619" x="4173538" y="3675063"/>
          <p14:tracePt t="16643" x="4191000" y="3675063"/>
          <p14:tracePt t="16652" x="4208463" y="3657600"/>
          <p14:tracePt t="16669" x="4216400" y="3657600"/>
          <p14:tracePt t="16685" x="4216400" y="3649663"/>
          <p14:tracePt t="16692" x="4233863" y="3649663"/>
          <p14:tracePt t="16702" x="4249738" y="3649663"/>
          <p14:tracePt t="16719" x="4249738" y="3632200"/>
          <p14:tracePt t="16735" x="4267200" y="3632200"/>
          <p14:tracePt t="16807" x="4267200" y="3614738"/>
          <p14:tracePt t="16914" x="4267200" y="3598863"/>
          <p14:tracePt t="16930" x="4249738" y="3598863"/>
          <p14:tracePt t="16963" x="4233863" y="3598863"/>
          <p14:tracePt t="16971" x="4233863" y="3589338"/>
          <p14:tracePt t="16996" x="4233863" y="3573463"/>
          <p14:tracePt t="17004" x="4233863" y="3556000"/>
          <p14:tracePt t="17012" x="4216400" y="3556000"/>
          <p14:tracePt t="17037" x="4216400" y="3538538"/>
          <p14:tracePt t="17077" x="4233863" y="3530600"/>
          <p14:tracePt t="17086" x="4292600" y="3513138"/>
          <p14:tracePt t="17094" x="4368800" y="3462338"/>
          <p14:tracePt t="17102" x="4470400" y="3454400"/>
          <p14:tracePt t="17111" x="4605338" y="3436938"/>
          <p14:tracePt t="17119" x="4757738" y="3421063"/>
          <p14:tracePt t="17127" x="4927600" y="3421063"/>
          <p14:tracePt t="17135" x="5087938" y="3421063"/>
          <p14:tracePt t="17143" x="5283200" y="3421063"/>
          <p14:tracePt t="17152" x="5453063" y="3421063"/>
          <p14:tracePt t="17160" x="5613400" y="3421063"/>
          <p14:tracePt t="17169" x="5689600" y="3421063"/>
          <p14:tracePt t="17176" x="5799138" y="3421063"/>
          <p14:tracePt t="17185" x="5900738" y="3421063"/>
          <p14:tracePt t="17193" x="5976938" y="3421063"/>
          <p14:tracePt t="17202" x="6019800" y="3421063"/>
          <p14:tracePt t="17209" x="6053138" y="3421063"/>
          <p14:tracePt t="17219" x="6062663" y="3421063"/>
          <p14:tracePt t="17225" x="6078538" y="3421063"/>
          <p14:tracePt t="17250" x="6096000" y="3421063"/>
          <p14:tracePt t="17365" x="6078538" y="3421063"/>
          <p14:tracePt t="17397" x="6062663" y="3421063"/>
          <p14:tracePt t="17454" x="6053138" y="3421063"/>
          <p14:tracePt t="17610" x="6037263" y="3421063"/>
          <p14:tracePt t="18004" x="6019800" y="3421063"/>
          <p14:tracePt t="18069" x="6002338" y="3421063"/>
          <p14:tracePt t="18094" x="5994400" y="3454400"/>
          <p14:tracePt t="18102" x="5900738" y="3556000"/>
          <p14:tracePt t="18110" x="5783263" y="3725863"/>
          <p14:tracePt t="18120" x="5595938" y="3944938"/>
          <p14:tracePt t="18127" x="5359400" y="4249738"/>
          <p14:tracePt t="18136" x="5046663" y="4681538"/>
          <p14:tracePt t="18143" x="4673600" y="5173663"/>
          <p14:tracePt t="18152" x="4249738" y="5715000"/>
          <p14:tracePt t="18159" x="3860800" y="6291263"/>
          <p14:tracePt t="23832" x="3344863" y="6646863"/>
          <p14:tracePt t="23842" x="3378200" y="6621463"/>
          <p14:tracePt t="23852" x="3454400" y="6527800"/>
          <p14:tracePt t="23858" x="3497263" y="6469063"/>
          <p14:tracePt t="23864" x="3548063" y="6434138"/>
          <p14:tracePt t="23872" x="3573463" y="6392863"/>
          <p14:tracePt t="23880" x="3606800" y="6367463"/>
          <p14:tracePt t="23896" x="3614738" y="6367463"/>
          <p14:tracePt t="23905" x="3614738" y="6350000"/>
          <p14:tracePt t="23912" x="3632200" y="6350000"/>
          <p14:tracePt t="24084" x="3632200" y="6332538"/>
          <p14:tracePt t="24093" x="3649663" y="6316663"/>
          <p14:tracePt t="24102" x="3665538" y="6291263"/>
          <p14:tracePt t="24109" x="3690938" y="6256338"/>
          <p14:tracePt t="24119" x="3708400" y="6240463"/>
          <p14:tracePt t="24126" x="3741738" y="6180138"/>
          <p14:tracePt t="24135" x="3767138" y="6164263"/>
          <p14:tracePt t="24142" x="3802063" y="6121400"/>
          <p14:tracePt t="24151" x="3827463" y="6096000"/>
          <p14:tracePt t="24159" x="3860800" y="6062663"/>
          <p14:tracePt t="24168" x="3886200" y="6045200"/>
          <p14:tracePt t="24175" x="3903663" y="6037263"/>
          <p14:tracePt t="24185" x="3919538" y="6019800"/>
          <p14:tracePt t="24191" x="3919538" y="6002338"/>
          <p14:tracePt t="24201" x="3937000" y="6002338"/>
          <p14:tracePt t="24207" x="3944938" y="6002338"/>
          <p14:tracePt t="24453" x="3944938" y="6019800"/>
          <p14:tracePt t="26076" x="3944938" y="5961063"/>
          <p14:tracePt t="26087" x="3919538" y="5900738"/>
          <p14:tracePt t="26092" x="3860800" y="5808663"/>
          <p14:tracePt t="26104" x="3784600" y="5715000"/>
          <p14:tracePt t="26340" x="3784600" y="5732463"/>
          <p14:tracePt t="26346" x="3784600" y="5791200"/>
          <p14:tracePt t="26355" x="3767138" y="5867400"/>
          <p14:tracePt t="26363" x="3767138" y="5926138"/>
          <p14:tracePt t="26371" x="3767138" y="6002338"/>
          <p14:tracePt t="26379" x="3751263" y="6103938"/>
          <p14:tracePt t="26388" x="3725863" y="6154738"/>
          <p14:tracePt t="26396" x="3708400" y="6215063"/>
          <p14:tracePt t="26404" x="3708400" y="6273800"/>
          <p14:tracePt t="26412" x="3690938" y="6299200"/>
          <p14:tracePt t="26420" x="3690938" y="6316663"/>
          <p14:tracePt t="26437" x="3690938" y="6332538"/>
          <p14:tracePt t="26445" x="3675063" y="6332538"/>
          <p14:tracePt t="26486" x="3675063" y="6230938"/>
          <p14:tracePt t="26494" x="3725863" y="6062663"/>
          <p14:tracePt t="26502" x="3784600" y="5926138"/>
          <p14:tracePt t="26510" x="3860800" y="5732463"/>
          <p14:tracePt t="26519" x="3979863" y="5478463"/>
          <p14:tracePt t="26527" x="4038600" y="5384800"/>
          <p14:tracePt t="26535" x="4114800" y="5249863"/>
          <p14:tracePt t="26543" x="4173538" y="5148263"/>
          <p14:tracePt t="26552" x="4208463" y="5054600"/>
          <p14:tracePt t="26560" x="4249738" y="5011738"/>
          <p14:tracePt t="26569" x="4267200" y="5011738"/>
          <p14:tracePt t="26576" x="4267200" y="4995863"/>
          <p14:tracePt t="26585" x="4275138" y="4995863"/>
          <p14:tracePt t="26618" x="4275138" y="5029200"/>
          <p14:tracePt t="26625" x="4275138" y="5087938"/>
          <p14:tracePt t="26635" x="4249738" y="5164138"/>
          <p14:tracePt t="26641" x="4208463" y="5265738"/>
          <p14:tracePt t="26651" x="4191000" y="5300663"/>
          <p14:tracePt t="26658" x="4140200" y="5402263"/>
          <p14:tracePt t="26666" x="4114800" y="5494338"/>
          <p14:tracePt t="26674" x="4071938" y="5537200"/>
          <p14:tracePt t="26683" x="4038600" y="5595938"/>
          <p14:tracePt t="26691" x="4021138" y="5638800"/>
          <p14:tracePt t="26699" x="4005263" y="5656263"/>
          <p14:tracePt t="26715" x="4005263" y="5672138"/>
          <p14:tracePt t="26748" x="4005263" y="5656263"/>
          <p14:tracePt t="26756" x="4071938" y="5519738"/>
          <p14:tracePt t="26764" x="4208463" y="5300663"/>
          <p14:tracePt t="26772" x="4325938" y="5173663"/>
          <p14:tracePt t="26781" x="4503738" y="4970463"/>
          <p14:tracePt t="26789" x="4564063" y="4876800"/>
          <p14:tracePt t="26797" x="4699000" y="4757738"/>
          <p14:tracePt t="26805" x="4775200" y="4640263"/>
          <p14:tracePt t="26813" x="4851400" y="4589463"/>
          <p14:tracePt t="26822" x="4868863" y="4564063"/>
          <p14:tracePt t="26830" x="4894263" y="4546600"/>
          <p14:tracePt t="26846" x="4910138" y="4546600"/>
          <p14:tracePt t="26863" x="4910138" y="4579938"/>
          <p14:tracePt t="26871" x="4868863" y="4648200"/>
          <p14:tracePt t="26879" x="4792663" y="4775200"/>
          <p14:tracePt t="26888" x="4673600" y="4919663"/>
          <p14:tracePt t="26895" x="4597400" y="4995863"/>
          <p14:tracePt t="26904" x="4487863" y="5130800"/>
          <p14:tracePt t="26912" x="4411663" y="5224463"/>
          <p14:tracePt t="26920" x="4343400" y="5283200"/>
          <p14:tracePt t="26928" x="4310063" y="5326063"/>
          <p14:tracePt t="26936" x="4275138" y="5341938"/>
          <p14:tracePt t="26945" x="4267200" y="5359400"/>
          <p14:tracePt t="26953" x="4249738" y="5359400"/>
          <p14:tracePt t="27002" x="4249738" y="5326063"/>
          <p14:tracePt t="27010" x="4249738" y="5308600"/>
          <p14:tracePt t="27027" x="4249738" y="5300663"/>
          <p14:tracePt t="27036" x="4249738" y="5283200"/>
          <p14:tracePt t="27060" x="4249738" y="5265738"/>
          <p14:tracePt t="27069" x="4267200" y="5265738"/>
          <p14:tracePt t="27305" x="4267200" y="5283200"/>
          <p14:tracePt t="27371" x="4267200" y="5300663"/>
          <p14:tracePt t="27387" x="4249738" y="5326063"/>
          <p14:tracePt t="27395" x="4233863" y="5359400"/>
          <p14:tracePt t="27404" x="4208463" y="5402263"/>
          <p14:tracePt t="27412" x="4191000" y="5435600"/>
          <p14:tracePt t="27420" x="4157663" y="5494338"/>
          <p14:tracePt t="27428" x="4132263" y="5554663"/>
          <p14:tracePt t="27437" x="4081463" y="5613400"/>
          <p14:tracePt t="27444" x="4038600" y="5672138"/>
          <p14:tracePt t="27453" x="4005263" y="5715000"/>
          <p14:tracePt t="27461" x="3979863" y="5748338"/>
          <p14:tracePt t="27469" x="3944938" y="5773738"/>
          <p14:tracePt t="27477" x="3919538" y="5791200"/>
          <p14:tracePt t="27486" x="3903663" y="5791200"/>
          <p14:tracePt t="27494" x="3886200" y="5808663"/>
          <p14:tracePt t="27510" x="3878263" y="5808663"/>
          <p14:tracePt t="27526" x="3860800" y="5808663"/>
          <p14:tracePt t="27543" x="3843338" y="5808663"/>
          <p14:tracePt t="27559" x="3827463" y="5791200"/>
          <p14:tracePt t="27569" x="3810000" y="5773738"/>
          <p14:tracePt t="27575" x="3810000" y="5765800"/>
          <p14:tracePt t="27585" x="3802063" y="5732463"/>
          <p14:tracePt t="27602" x="3784600" y="5707063"/>
          <p14:tracePt t="27608" x="3784600" y="5689600"/>
          <p14:tracePt t="27618" x="3784600" y="5656263"/>
          <p14:tracePt t="27625" x="3784600" y="5630863"/>
          <p14:tracePt t="27635" x="3784600" y="5580063"/>
          <p14:tracePt t="27641" x="3784600" y="5554663"/>
          <p14:tracePt t="27651" x="3784600" y="5519738"/>
          <p14:tracePt t="27658" x="3784600" y="5503863"/>
          <p14:tracePt t="27666" x="3784600" y="5461000"/>
          <p14:tracePt t="27674" x="3784600" y="5435600"/>
          <p14:tracePt t="27682" x="3784600" y="5384800"/>
          <p14:tracePt t="27690" x="3784600" y="5341938"/>
          <p14:tracePt t="27699" x="3784600" y="5308600"/>
          <p14:tracePt t="27707" x="3810000" y="5265738"/>
          <p14:tracePt t="27715" x="3827463" y="5240338"/>
          <p14:tracePt t="27723" x="3860800" y="5207000"/>
          <p14:tracePt t="27732" x="3878263" y="5189538"/>
          <p14:tracePt t="27739" x="3886200" y="5173663"/>
          <p14:tracePt t="27748" x="3903663" y="5164138"/>
          <p14:tracePt t="27756" x="3919538" y="5164138"/>
          <p14:tracePt t="27773" x="3937000" y="5164138"/>
          <p14:tracePt t="27788" x="3944938" y="5164138"/>
          <p14:tracePt t="27822" x="3944938" y="5173663"/>
          <p14:tracePt t="27830" x="3944938" y="5189538"/>
          <p14:tracePt t="27838" x="3944938" y="5207000"/>
          <p14:tracePt t="27846" x="3944938" y="5224463"/>
          <p14:tracePt t="27854" x="3944938" y="5249863"/>
          <p14:tracePt t="27863" x="3944938" y="5283200"/>
          <p14:tracePt t="27871" x="3944938" y="5326063"/>
          <p14:tracePt t="27879" x="3944938" y="5359400"/>
          <p14:tracePt t="27887" x="3944938" y="5418138"/>
          <p14:tracePt t="27895" x="3944938" y="5461000"/>
          <p14:tracePt t="27903" x="3944938" y="5519738"/>
          <p14:tracePt t="27912" x="3944938" y="5554663"/>
          <p14:tracePt t="27920" x="3937000" y="5595938"/>
          <p14:tracePt t="27928" x="3919538" y="5630863"/>
          <p14:tracePt t="27936" x="3919538" y="5672138"/>
          <p14:tracePt t="27944" x="3919538" y="5689600"/>
          <p14:tracePt t="27953" x="3919538" y="5732463"/>
          <p14:tracePt t="27961" x="3919538" y="5765800"/>
          <p14:tracePt t="27969" x="3919538" y="5773738"/>
          <p14:tracePt t="27977" x="3919538" y="5808663"/>
          <p14:tracePt t="27986" x="3937000" y="5824538"/>
          <p14:tracePt t="27993" x="3944938" y="5834063"/>
          <p14:tracePt t="28002" x="3995738" y="5867400"/>
          <p14:tracePt t="28010" x="4021138" y="5884863"/>
          <p14:tracePt t="28019" x="4056063" y="5884863"/>
          <p14:tracePt t="28027" x="4097338" y="5900738"/>
          <p14:tracePt t="28035" x="4114800" y="5910263"/>
          <p14:tracePt t="28043" x="4140200" y="5910263"/>
          <p14:tracePt t="28052" x="4173538" y="5910263"/>
          <p14:tracePt t="28069" x="4191000" y="5910263"/>
          <p14:tracePt t="28075" x="4208463" y="5910263"/>
          <p14:tracePt t="28116" x="4208463" y="5900738"/>
          <p14:tracePt t="28125" x="4208463" y="5867400"/>
          <p14:tracePt t="28141" x="4191000" y="5849938"/>
          <p14:tracePt t="28150" x="4157663" y="5824538"/>
          <p14:tracePt t="28157" x="4097338" y="5773738"/>
          <p14:tracePt t="28166" x="4038600" y="5748338"/>
          <p14:tracePt t="28174" x="3962400" y="5732463"/>
          <p14:tracePt t="28182" x="3937000" y="5707063"/>
          <p14:tracePt t="28190" x="3878263" y="5689600"/>
          <p14:tracePt t="28198" x="3802063" y="5672138"/>
          <p14:tracePt t="28207" x="3751263" y="5656263"/>
          <p14:tracePt t="28215" x="3725863" y="5656263"/>
          <p14:tracePt t="28223" x="3675063" y="5638800"/>
          <p14:tracePt t="28231" x="3665538" y="5638800"/>
          <p14:tracePt t="28240" x="3649663" y="5638800"/>
          <p14:tracePt t="28297" x="3649663" y="5656263"/>
          <p14:tracePt t="28321" x="3649663" y="5672138"/>
          <p14:tracePt t="28346" x="3649663" y="5689600"/>
          <p14:tracePt t="28362" x="3649663" y="5707063"/>
          <p14:tracePt t="28395" x="3649663" y="5715000"/>
          <p14:tracePt t="28428" x="3632200" y="5715000"/>
          <p14:tracePt t="28477" x="3614738" y="5715000"/>
          <p14:tracePt t="28494" x="3614738" y="5732463"/>
          <p14:tracePt t="28502" x="3606800" y="5732463"/>
          <p14:tracePt t="28519" x="3606800" y="5748338"/>
          <p14:tracePt t="28526" x="3589338" y="5748338"/>
          <p14:tracePt t="28535" x="3589338" y="5765800"/>
          <p14:tracePt t="28552" x="3589338" y="5773738"/>
          <p14:tracePt t="28559" x="3573463" y="5773738"/>
          <p14:tracePt t="28569" x="3573463" y="5791200"/>
          <p14:tracePt t="28575" x="3556000" y="5808663"/>
          <p14:tracePt t="28585" x="3548063" y="5824538"/>
          <p14:tracePt t="28592" x="3548063" y="5849938"/>
          <p14:tracePt t="28601" x="3530600" y="5867400"/>
          <p14:tracePt t="28608" x="3513138" y="5900738"/>
          <p14:tracePt t="28618" x="3497263" y="5926138"/>
          <p14:tracePt t="28625" x="3497263" y="5943600"/>
          <p14:tracePt t="28635" x="3479800" y="5969000"/>
          <p14:tracePt t="28641" x="3471863" y="5986463"/>
          <p14:tracePt t="28649" x="3471863" y="6002338"/>
          <p14:tracePt t="28657" x="3454400" y="6002338"/>
          <p14:tracePt t="28666" x="3454400" y="6019800"/>
          <p14:tracePt t="28674" x="3454400" y="6037263"/>
          <p14:tracePt t="28698" x="3436938" y="6037263"/>
          <p14:tracePt t="28715" x="3436938" y="6045200"/>
          <p14:tracePt t="28788" x="3436938" y="6062663"/>
          <p14:tracePt t="28797" x="3421063" y="6062663"/>
          <p14:tracePt t="28805" x="3411538" y="6078538"/>
          <p14:tracePt t="28813" x="3411538" y="6096000"/>
          <p14:tracePt t="28821" x="3395663" y="6103938"/>
          <p14:tracePt t="28837" x="3378200" y="6121400"/>
          <p14:tracePt t="28838" x="3360738" y="6154738"/>
          <p14:tracePt t="28846" x="3335338" y="6180138"/>
          <p14:tracePt t="28854" x="3302000" y="6197600"/>
          <p14:tracePt t="28862" x="3284538" y="6230938"/>
          <p14:tracePt t="28871" x="3259138" y="6256338"/>
          <p14:tracePt t="28879" x="3243263" y="6273800"/>
          <p14:tracePt t="28887" x="3225800" y="6291263"/>
          <p14:tracePt t="28895" x="3217863" y="6299200"/>
          <p14:tracePt t="28903" x="3200400" y="6299200"/>
          <p14:tracePt t="28912" x="3182938" y="6316663"/>
          <p14:tracePt t="28928" x="3167063" y="6332538"/>
          <p14:tracePt t="28944" x="3149600" y="6332538"/>
          <p14:tracePt t="29198" x="3149600" y="6316663"/>
          <p14:tracePt t="29223" x="3149600" y="6299200"/>
          <p14:tracePt t="29255" x="3149600" y="6291263"/>
          <p14:tracePt t="29288" x="3149600" y="6273800"/>
          <p14:tracePt t="29297" x="3167063" y="6273800"/>
          <p14:tracePt t="29313" x="3182938" y="6256338"/>
          <p14:tracePt t="29321" x="3182938" y="6240463"/>
          <p14:tracePt t="29330" x="3182938" y="6230938"/>
          <p14:tracePt t="29340" x="3200400" y="6215063"/>
          <p14:tracePt t="29346" x="3217863" y="6197600"/>
          <p14:tracePt t="29354" x="3225800" y="6197600"/>
          <p14:tracePt t="29362" x="3225800" y="6180138"/>
          <p14:tracePt t="29370" x="3243263" y="6164263"/>
          <p14:tracePt t="29378" x="3259138" y="6154738"/>
          <p14:tracePt t="29387" x="3276600" y="6138863"/>
          <p14:tracePt t="29395" x="3276600" y="6121400"/>
          <p14:tracePt t="29403" x="3284538" y="6096000"/>
          <p14:tracePt t="29411" x="3302000" y="6078538"/>
          <p14:tracePt t="29419" x="3319463" y="6062663"/>
          <p14:tracePt t="29428" x="3335338" y="6037263"/>
          <p14:tracePt t="29436" x="3344863" y="6002338"/>
          <p14:tracePt t="29444" x="3360738" y="5986463"/>
          <p14:tracePt t="29452" x="3378200" y="5969000"/>
          <p14:tracePt t="29461" x="3395663" y="5943600"/>
          <p14:tracePt t="29469" x="3411538" y="5926138"/>
          <p14:tracePt t="29477" x="3411538" y="5910263"/>
          <p14:tracePt t="29486" x="3421063" y="5900738"/>
          <p14:tracePt t="29493" x="3436938" y="5867400"/>
          <p14:tracePt t="29502" x="3454400" y="5867400"/>
          <p14:tracePt t="29510" x="3454400" y="5849938"/>
          <p14:tracePt t="29519" x="3471863" y="5834063"/>
          <p14:tracePt t="29526" x="3479800" y="5834063"/>
          <p14:tracePt t="29535" x="3479800" y="5824538"/>
          <p14:tracePt t="29542" x="3497263" y="5824538"/>
          <p14:tracePt t="29552" x="3497263" y="5808663"/>
          <p14:tracePt t="29569" x="3513138" y="5808663"/>
          <p14:tracePt t="29788" x="3530600" y="5808663"/>
          <p14:tracePt t="29813" x="3548063" y="5808663"/>
          <p14:tracePt t="29829" x="3556000" y="5808663"/>
          <p14:tracePt t="29837" x="3573463" y="5808663"/>
          <p14:tracePt t="29846" x="3589338" y="5808663"/>
          <p14:tracePt t="29862" x="3614738" y="5808663"/>
          <p14:tracePt t="29870" x="3632200" y="5808663"/>
          <p14:tracePt t="29878" x="3649663" y="5808663"/>
          <p14:tracePt t="29887" x="3675063" y="5808663"/>
          <p14:tracePt t="29895" x="3725863" y="5791200"/>
          <p14:tracePt t="29903" x="3751263" y="5773738"/>
          <p14:tracePt t="29911" x="3802063" y="5773738"/>
          <p14:tracePt t="29919" x="3827463" y="5748338"/>
          <p14:tracePt t="29928" x="3886200" y="5748338"/>
          <p14:tracePt t="29936" x="3944938" y="5715000"/>
          <p14:tracePt t="29944" x="4005263" y="5707063"/>
          <p14:tracePt t="29952" x="4097338" y="5672138"/>
          <p14:tracePt t="29960" x="4191000" y="5638800"/>
          <p14:tracePt t="29969" x="4216400" y="5613400"/>
          <p14:tracePt t="29977" x="4292600" y="5595938"/>
          <p14:tracePt t="29985" x="4386263" y="5570538"/>
          <p14:tracePt t="29993" x="4427538" y="5537200"/>
          <p14:tracePt t="30002" x="4521200" y="5537200"/>
          <p14:tracePt t="30009" x="4546600" y="5519738"/>
          <p14:tracePt t="30019" x="4597400" y="5503863"/>
          <p14:tracePt t="30026" x="4605338" y="5503863"/>
          <p14:tracePt t="30035" x="4640263" y="5503863"/>
          <p14:tracePt t="30042" x="4656138" y="5503863"/>
          <p14:tracePt t="30067" x="4673600" y="5503863"/>
          <p14:tracePt t="30247" x="4656138" y="5503863"/>
          <p14:tracePt t="30264" x="4640263" y="5503863"/>
          <p14:tracePt t="30288" x="4622800" y="5503863"/>
          <p14:tracePt t="30296" x="4605338" y="5519738"/>
          <p14:tracePt t="30313" x="4597400" y="5519738"/>
          <p14:tracePt t="30321" x="4579938" y="5519738"/>
          <p14:tracePt t="30340" x="4564063" y="5519738"/>
          <p14:tracePt t="30346" x="4546600" y="5519738"/>
          <p14:tracePt t="30354" x="4546600" y="5537200"/>
          <p14:tracePt t="30362" x="4538663" y="5537200"/>
          <p14:tracePt t="30370" x="4521200" y="5537200"/>
          <p14:tracePt t="30379" x="4503738" y="5537200"/>
          <p14:tracePt t="30386" x="4487863" y="5554663"/>
          <p14:tracePt t="30395" x="4470400" y="5554663"/>
          <p14:tracePt t="30403" x="4462463" y="5554663"/>
          <p14:tracePt t="30411" x="4445000" y="5570538"/>
          <p14:tracePt t="30419" x="4411663" y="5570538"/>
          <p14:tracePt t="30427" x="4402138" y="5580063"/>
          <p14:tracePt t="30436" x="4351338" y="5580063"/>
          <p14:tracePt t="30444" x="4325938" y="5595938"/>
          <p14:tracePt t="30452" x="4292600" y="5630863"/>
          <p14:tracePt t="30460" x="4249738" y="5638800"/>
          <p14:tracePt t="30469" x="4208463" y="5672138"/>
          <p14:tracePt t="30477" x="4157663" y="5689600"/>
          <p14:tracePt t="30485" x="4097338" y="5732463"/>
          <p14:tracePt t="30493" x="4038600" y="5748338"/>
          <p14:tracePt t="30502" x="3995738" y="5773738"/>
          <p14:tracePt t="30509" x="3962400" y="5808663"/>
          <p14:tracePt t="30519" x="3919538" y="5834063"/>
          <p14:tracePt t="30526" x="3886200" y="5849938"/>
          <p14:tracePt t="30535" x="3860800" y="5884863"/>
          <p14:tracePt t="30542" x="3843338" y="5900738"/>
          <p14:tracePt t="30552" x="3827463" y="5910263"/>
          <p14:tracePt t="30559" x="3802063" y="5926138"/>
          <p14:tracePt t="30568" x="3784600" y="5926138"/>
          <p14:tracePt t="30575" x="3784600" y="5943600"/>
          <p14:tracePt t="30585" x="3767138" y="5961063"/>
          <p14:tracePt t="30591" x="3751263" y="5961063"/>
          <p14:tracePt t="30600" x="3751263" y="5969000"/>
          <p14:tracePt t="30608" x="3751263" y="5986463"/>
          <p14:tracePt t="30616" x="3741738" y="5986463"/>
          <p14:tracePt t="30624" x="3725863" y="6002338"/>
          <p14:tracePt t="30640" x="3725863" y="6019800"/>
          <p14:tracePt t="30649" x="3708400" y="6037263"/>
          <p14:tracePt t="30657" x="3690938" y="6045200"/>
          <p14:tracePt t="30673" x="3675063" y="6062663"/>
          <p14:tracePt t="30681" x="3675063" y="6078538"/>
          <p14:tracePt t="30698" x="3665538" y="6078538"/>
          <p14:tracePt t="30714" x="3665538" y="6096000"/>
          <p14:tracePt t="30731" x="3649663" y="6096000"/>
          <p14:tracePt t="30796" x="3649663" y="6078538"/>
          <p14:tracePt t="30812" x="3649663" y="6062663"/>
          <p14:tracePt t="30821" x="3632200" y="6062663"/>
          <p14:tracePt t="30829" x="3632200" y="6045200"/>
          <p14:tracePt t="30845" x="3632200" y="6037263"/>
          <p14:tracePt t="30854" x="3632200" y="6019800"/>
          <p14:tracePt t="30862" x="3614738" y="6019800"/>
          <p14:tracePt t="30903" x="3614738" y="6002338"/>
          <p14:tracePt t="30919" x="3606800" y="6002338"/>
          <p14:tracePt t="31001" x="3606800" y="5986463"/>
          <p14:tracePt t="31034" x="3606800" y="5969000"/>
          <p14:tracePt t="31632" x="3606800" y="5986463"/>
          <p14:tracePt t="31657" x="3606800" y="6002338"/>
          <p14:tracePt t="31673" x="3606800" y="6019800"/>
          <p14:tracePt t="31698" x="3606800" y="6037263"/>
          <p14:tracePt t="31722" x="3606800" y="6045200"/>
          <p14:tracePt t="31739" x="3589338" y="6045200"/>
          <p14:tracePt t="31747" x="3589338" y="6062663"/>
          <p14:tracePt t="31755" x="3573463" y="6078538"/>
          <p14:tracePt t="31763" x="3556000" y="6103938"/>
          <p14:tracePt t="31771" x="3530600" y="6164263"/>
          <p14:tracePt t="31780" x="3513138" y="6197600"/>
          <p14:tracePt t="31788" x="3436938" y="6299200"/>
          <p14:tracePt t="31796" x="3378200" y="6392863"/>
          <p14:tracePt t="31804" x="3344863" y="6484938"/>
          <p14:tracePt t="31812" x="3276600" y="6586538"/>
          <p14:tracePt t="31821" x="3243263" y="6662738"/>
          <p14:tracePt t="31829" x="3167063" y="6781800"/>
          <p14:tracePt t="31837" x="3149600" y="6840538"/>
        </p14:tracePtLst>
      </p14:laserTraceLst>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31E46-A37E-E7DF-65E9-A40330BE391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6033F0-81C6-A1F9-FE27-8388003A1A1F}"/>
              </a:ext>
            </a:extLst>
          </p:cNvPr>
          <p:cNvSpPr>
            <a:spLocks noGrp="1"/>
          </p:cNvSpPr>
          <p:nvPr>
            <p:ph type="sldNum" sz="quarter" idx="13"/>
          </p:nvPr>
        </p:nvSpPr>
        <p:spPr/>
        <p:txBody>
          <a:bodyPr/>
          <a:lstStyle/>
          <a:p>
            <a:fld id="{EB4B8DE2-A4E8-46E4-8BBF-D75455EFF32C}" type="slidenum">
              <a:rPr lang="en-US" smtClean="0"/>
              <a:pPr/>
              <a:t>33</a:t>
            </a:fld>
            <a:endParaRPr lang="en-US" dirty="0"/>
          </a:p>
        </p:txBody>
      </p:sp>
      <p:sp>
        <p:nvSpPr>
          <p:cNvPr id="5" name="Content Placeholder 4">
            <a:extLst>
              <a:ext uri="{FF2B5EF4-FFF2-40B4-BE49-F238E27FC236}">
                <a16:creationId xmlns:a16="http://schemas.microsoft.com/office/drawing/2014/main" id="{92161223-2047-6986-41DB-809F52DB150F}"/>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5CFCC9A5-AABD-4866-DB38-0958E5D9920F}"/>
              </a:ext>
            </a:extLst>
          </p:cNvPr>
          <p:cNvSpPr>
            <a:spLocks noGrp="1"/>
          </p:cNvSpPr>
          <p:nvPr>
            <p:ph type="body" sz="quarter" idx="10"/>
          </p:nvPr>
        </p:nvSpPr>
        <p:spPr>
          <a:xfrm>
            <a:off x="609600" y="652047"/>
            <a:ext cx="10972800" cy="369332"/>
          </a:xfrm>
        </p:spPr>
        <p:txBody>
          <a:bodyPr/>
          <a:lstStyle/>
          <a:p>
            <a:r>
              <a:rPr lang="en-US" sz="2000" dirty="0"/>
              <a:t>Sampling standard normal noise is equivalent to sampling latent</a:t>
            </a:r>
            <a:endParaRPr lang="en-KR" sz="20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1527B38-37BE-FD80-4F5F-579B36D4D229}"/>
                  </a:ext>
                </a:extLst>
              </p:cNvPr>
              <p:cNvSpPr txBox="1"/>
              <p:nvPr/>
            </p:nvSpPr>
            <p:spPr>
              <a:xfrm>
                <a:off x="531223" y="1101688"/>
                <a:ext cx="9666514" cy="532775"/>
              </a:xfrm>
              <a:prstGeom prst="rect">
                <a:avLst/>
              </a:prstGeom>
              <a:noFill/>
            </p:spPr>
            <p:txBody>
              <a:bodyPr wrap="square">
                <a:spAutoFit/>
              </a:bodyPr>
              <a:lstStyle/>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𝐿</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𝐷</m:t>
                        </m:r>
                      </m:e>
                      <m:sub>
                        <m:r>
                          <a:rPr lang="en-US" sz="1800" b="0" i="1" smtClean="0">
                            <a:latin typeface="Cambria Math" panose="02040503050406030204" pitchFamily="18" charset="0"/>
                            <a:ea typeface="Cambria Math" panose="02040503050406030204" pitchFamily="18" charset="0"/>
                          </a:rPr>
                          <m:t>𝐾𝐿</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𝑞</m:t>
                        </m:r>
                        <m:d>
                          <m:dPr>
                            <m:ctrlPr>
                              <a:rPr lang="en-US" sz="1800" b="0" i="1" smtClean="0">
                                <a:latin typeface="Cambria Math" panose="02040503050406030204" pitchFamily="18" charset="0"/>
                                <a:ea typeface="Cambria Math" panose="02040503050406030204" pitchFamily="18" charset="0"/>
                              </a:rPr>
                            </m:ctrlPr>
                          </m:dPr>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−1</m:t>
                                </m:r>
                              </m:sub>
                            </m:sSub>
                          </m:e>
                          <m:e>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sSub>
                              <m:sSubPr>
                                <m:ctrlPr>
                                  <a:rPr lang="en-US"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𝑥</m:t>
                                </m:r>
                              </m:e>
                              <m:sub>
                                <m:r>
                                  <a:rPr lang="en-US" sz="1800" b="0" i="1" smtClean="0">
                                    <a:latin typeface="Cambria Math" panose="02040503050406030204" pitchFamily="18" charset="0"/>
                                    <a:ea typeface="Cambria Math" panose="02040503050406030204" pitchFamily="18" charset="0"/>
                                  </a:rPr>
                                  <m:t>0</m:t>
                                </m:r>
                              </m:sub>
                            </m:sSub>
                          </m:e>
                        </m:d>
                        <m:r>
                          <a:rPr lang="en-US" sz="1800" b="0" i="1" smtClean="0">
                            <a:latin typeface="Cambria Math" panose="02040503050406030204" pitchFamily="18" charset="0"/>
                            <a:ea typeface="Cambria Math" panose="02040503050406030204" pitchFamily="18" charset="0"/>
                          </a:rPr>
                          <m:t> </m:t>
                        </m:r>
                        <m:r>
                          <m:rPr>
                            <m:lit/>
                          </m:rPr>
                          <a:rPr lang="en-US" sz="1800" i="1">
                            <a:latin typeface="Cambria Math" panose="02040503050406030204" pitchFamily="18" charset="0"/>
                          </a:rPr>
                          <m:t>||</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𝑝</m:t>
                            </m:r>
                          </m:e>
                          <m:sub>
                            <m:r>
                              <a:rPr lang="en-US" sz="1800" b="0" i="1" smtClean="0">
                                <a:latin typeface="Cambria Math" panose="02040503050406030204" pitchFamily="18" charset="0"/>
                              </a:rPr>
                              <m:t>𝜃</m:t>
                            </m:r>
                          </m:sub>
                        </m:sSub>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𝑡</m:t>
                                </m:r>
                              </m:sub>
                            </m:sSub>
                          </m:e>
                        </m:d>
                      </m:e>
                    </m:d>
                    <m:r>
                      <a:rPr lang="en-US" sz="1800" i="1">
                        <a:latin typeface="Cambria Math" panose="02040503050406030204" pitchFamily="18" charset="0"/>
                      </a:rPr>
                      <m:t>= </m:t>
                    </m:r>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𝔼</m:t>
                        </m:r>
                      </m:e>
                      <m:sub>
                        <m:r>
                          <a:rPr lang="en-US" sz="1800" i="1">
                            <a:latin typeface="Cambria Math" panose="02040503050406030204" pitchFamily="18" charset="0"/>
                            <a:ea typeface="Cambria Math" panose="02040503050406030204" pitchFamily="18" charset="0"/>
                          </a:rPr>
                          <m:t>𝑞</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
                          <a:rPr lang="en-US" sz="1800" i="1">
                            <a:latin typeface="Cambria Math" panose="02040503050406030204" pitchFamily="18" charset="0"/>
                            <a:ea typeface="Cambria Math" panose="02040503050406030204" pitchFamily="18" charset="0"/>
                          </a:rPr>
                          <m:t>2</m:t>
                        </m:r>
                        <m:sSubSup>
                          <m:sSubSupPr>
                            <m:ctrlPr>
                              <a:rPr lang="en-US" sz="1800" i="1">
                                <a:latin typeface="Cambria Math" panose="02040503050406030204" pitchFamily="18" charset="0"/>
                                <a:ea typeface="Cambria Math" panose="02040503050406030204" pitchFamily="18" charset="0"/>
                              </a:rPr>
                            </m:ctrlPr>
                          </m:sSubSupPr>
                          <m:e>
                            <m:r>
                              <a:rPr lang="en-US" sz="1800" i="1">
                                <a:latin typeface="Cambria Math" panose="02040503050406030204" pitchFamily="18" charset="0"/>
                                <a:ea typeface="Cambria Math" panose="02040503050406030204" pitchFamily="18" charset="0"/>
                              </a:rPr>
                              <m:t>𝜎</m:t>
                            </m:r>
                          </m:e>
                          <m:sub>
                            <m:r>
                              <a:rPr lang="en-US" sz="1800" i="1">
                                <a:latin typeface="Cambria Math" panose="02040503050406030204" pitchFamily="18" charset="0"/>
                                <a:ea typeface="Cambria Math" panose="02040503050406030204" pitchFamily="18" charset="0"/>
                              </a:rPr>
                              <m:t>𝑡</m:t>
                            </m:r>
                          </m:sub>
                          <m:sup>
                            <m:r>
                              <a:rPr lang="en-US" sz="1800" i="1">
                                <a:latin typeface="Cambria Math" panose="02040503050406030204" pitchFamily="18" charset="0"/>
                                <a:ea typeface="Cambria Math" panose="02040503050406030204" pitchFamily="18" charset="0"/>
                              </a:rPr>
                              <m:t>2</m:t>
                            </m:r>
                          </m:sup>
                        </m:sSubSup>
                      </m:den>
                    </m:f>
                    <m:r>
                      <m:rPr>
                        <m:lit/>
                      </m:rPr>
                      <a:rPr lang="en-US" sz="1800" b="1" i="1">
                        <a:latin typeface="Cambria Math" panose="02040503050406030204" pitchFamily="18" charset="0"/>
                        <a:ea typeface="Cambria Math" panose="02040503050406030204" pitchFamily="18" charset="0"/>
                      </a:rPr>
                      <m:t>||</m:t>
                    </m:r>
                  </m:oMath>
                </a14:m>
                <a:r>
                  <a:rPr lang="en-US" sz="1800" b="1" dirty="0">
                    <a:ea typeface="Cambria Math" panose="02040503050406030204" pitchFamily="18" charset="0"/>
                  </a:rPr>
                  <a:t> </a:t>
                </a:r>
                <a14:m>
                  <m:oMath xmlns:m="http://schemas.openxmlformats.org/officeDocument/2006/math">
                    <m:sSub>
                      <m:sSubPr>
                        <m:ctrlPr>
                          <a:rPr lang="en-US" sz="1800" b="1" i="1">
                            <a:latin typeface="Cambria Math" panose="02040503050406030204" pitchFamily="18" charset="0"/>
                            <a:ea typeface="Cambria Math" panose="02040503050406030204" pitchFamily="18" charset="0"/>
                          </a:rPr>
                        </m:ctrlPr>
                      </m:sSubPr>
                      <m:e>
                        <m:acc>
                          <m:accPr>
                            <m:chr m:val="̃"/>
                            <m:ctrlPr>
                              <a:rPr lang="en-US" sz="1800" b="1" i="1">
                                <a:latin typeface="Cambria Math" panose="02040503050406030204" pitchFamily="18" charset="0"/>
                                <a:ea typeface="Cambria Math" panose="02040503050406030204" pitchFamily="18" charset="0"/>
                              </a:rPr>
                            </m:ctrlPr>
                          </m:accPr>
                          <m:e>
                            <m:r>
                              <a:rPr lang="en-US" sz="1800" b="1" i="1">
                                <a:latin typeface="Cambria Math" panose="02040503050406030204" pitchFamily="18" charset="0"/>
                                <a:ea typeface="Cambria Math" panose="02040503050406030204" pitchFamily="18" charset="0"/>
                              </a:rPr>
                              <m:t>𝝁</m:t>
                            </m:r>
                          </m:e>
                        </m:acc>
                      </m:e>
                      <m:sub>
                        <m:r>
                          <a:rPr lang="en-US" sz="1800" i="1">
                            <a:latin typeface="Cambria Math" panose="02040503050406030204" pitchFamily="18" charset="0"/>
                            <a:ea typeface="Cambria Math" panose="02040503050406030204" pitchFamily="18" charset="0"/>
                          </a:rPr>
                          <m:t>𝑡</m:t>
                        </m:r>
                      </m:sub>
                    </m:sSub>
                    <m:d>
                      <m:dPr>
                        <m:ctrlPr>
                          <a:rPr lang="en-US" sz="1800" b="1" i="1">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b="1" i="1">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0</m:t>
                            </m:r>
                          </m:sub>
                        </m:sSub>
                      </m:e>
                    </m:d>
                    <m:r>
                      <a:rPr lang="en-US" sz="1800" b="1" i="1">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𝝁</m:t>
                        </m:r>
                      </m:e>
                      <m:sub>
                        <m:r>
                          <a:rPr lang="en-US" sz="1800" i="1">
                            <a:latin typeface="Cambria Math" panose="02040503050406030204" pitchFamily="18" charset="0"/>
                            <a:ea typeface="Cambria Math" panose="02040503050406030204" pitchFamily="18" charset="0"/>
                          </a:rPr>
                          <m:t>𝜃</m:t>
                        </m:r>
                      </m:sub>
                    </m:sSub>
                    <m:d>
                      <m:dPr>
                        <m:ctrlPr>
                          <a:rPr lang="en-US" sz="1800" b="1" i="1">
                            <a:latin typeface="Cambria Math" panose="02040503050406030204" pitchFamily="18" charset="0"/>
                            <a:ea typeface="Cambria Math" panose="02040503050406030204" pitchFamily="18" charset="0"/>
                          </a:rPr>
                        </m:ctrlPr>
                      </m:dPr>
                      <m:e>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b="1"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𝑡</m:t>
                        </m:r>
                      </m:e>
                    </m:d>
                    <m:r>
                      <m:rPr>
                        <m:lit/>
                      </m:rPr>
                      <a:rPr lang="en-US" sz="1800" b="1" i="1">
                        <a:latin typeface="Cambria Math" panose="02040503050406030204" pitchFamily="18" charset="0"/>
                        <a:ea typeface="Cambria Math" panose="02040503050406030204" pitchFamily="18" charset="0"/>
                      </a:rPr>
                      <m:t>|</m:t>
                    </m:r>
                    <m:sSup>
                      <m:sSupPr>
                        <m:ctrlPr>
                          <a:rPr lang="en-US" sz="1800" i="1">
                            <a:latin typeface="Cambria Math" panose="02040503050406030204" pitchFamily="18" charset="0"/>
                            <a:ea typeface="Cambria Math" panose="02040503050406030204" pitchFamily="18" charset="0"/>
                          </a:rPr>
                        </m:ctrlPr>
                      </m:sSupPr>
                      <m:e>
                        <m:r>
                          <m:rPr>
                            <m:lit/>
                          </m:rPr>
                          <a:rPr lang="en-US" sz="1800" i="1">
                            <a:latin typeface="Cambria Math" panose="02040503050406030204" pitchFamily="18" charset="0"/>
                            <a:ea typeface="Cambria Math" panose="02040503050406030204" pitchFamily="18" charset="0"/>
                          </a:rPr>
                          <m:t>|</m:t>
                        </m:r>
                      </m:e>
                      <m:sup>
                        <m:r>
                          <a:rPr lang="en-US" sz="1800" i="1">
                            <a:latin typeface="Cambria Math" panose="02040503050406030204" pitchFamily="18" charset="0"/>
                            <a:ea typeface="Cambria Math" panose="02040503050406030204" pitchFamily="18" charset="0"/>
                          </a:rPr>
                          <m:t>2</m:t>
                        </m:r>
                      </m:sup>
                    </m:sSup>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𝐶</m:t>
                    </m:r>
                  </m:oMath>
                </a14:m>
                <a:endParaRPr lang="en-KR" dirty="0"/>
              </a:p>
            </p:txBody>
          </p:sp>
        </mc:Choice>
        <mc:Fallback xmlns="">
          <p:sp>
            <p:nvSpPr>
              <p:cNvPr id="8" name="TextBox 7">
                <a:extLst>
                  <a:ext uri="{FF2B5EF4-FFF2-40B4-BE49-F238E27FC236}">
                    <a16:creationId xmlns:a16="http://schemas.microsoft.com/office/drawing/2014/main" id="{B1527B38-37BE-FD80-4F5F-579B36D4D229}"/>
                  </a:ext>
                </a:extLst>
              </p:cNvPr>
              <p:cNvSpPr txBox="1">
                <a:spLocks noRot="1" noChangeAspect="1" noMove="1" noResize="1" noEditPoints="1" noAdjustHandles="1" noChangeArrowheads="1" noChangeShapeType="1" noTextEdit="1"/>
              </p:cNvSpPr>
              <p:nvPr/>
            </p:nvSpPr>
            <p:spPr>
              <a:xfrm>
                <a:off x="531223" y="1101688"/>
                <a:ext cx="9666514" cy="532775"/>
              </a:xfrm>
              <a:prstGeom prst="rect">
                <a:avLst/>
              </a:prstGeom>
              <a:blipFill>
                <a:blip r:embed="rId6"/>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9E4A9E1-4E8F-D321-10C1-65B618584A54}"/>
                  </a:ext>
                </a:extLst>
              </p:cNvPr>
              <p:cNvSpPr txBox="1"/>
              <p:nvPr/>
            </p:nvSpPr>
            <p:spPr>
              <a:xfrm>
                <a:off x="-740228" y="1513730"/>
                <a:ext cx="6096000" cy="7346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i="1">
                              <a:latin typeface="Cambria Math" panose="02040503050406030204" pitchFamily="18" charset="0"/>
                              <a:ea typeface="Cambria Math" panose="02040503050406030204" pitchFamily="18" charset="0"/>
                            </a:rPr>
                            <m:t>𝑡</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b="1"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𝝐</m:t>
                              </m:r>
                            </m:e>
                            <m:sub>
                              <m:r>
                                <a:rPr lang="en-US" b="0" i="1" smtClean="0">
                                  <a:latin typeface="Cambria Math" panose="02040503050406030204" pitchFamily="18" charset="0"/>
                                  <a:ea typeface="Cambria Math" panose="02040503050406030204" pitchFamily="18" charset="0"/>
                                </a:rPr>
                                <m:t>𝑡</m:t>
                              </m:r>
                            </m:sub>
                          </m:sSub>
                        </m:e>
                      </m:d>
                      <m:r>
                        <a:rPr lang="en-US" sz="1800" i="1" smtClean="0">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r>
                            <a:rPr lang="en-US" sz="1800" i="1">
                              <a:latin typeface="Cambria Math" panose="02040503050406030204" pitchFamily="18" charset="0"/>
                              <a:ea typeface="Cambria Math" panose="02040503050406030204" pitchFamily="18" charset="0"/>
                            </a:rPr>
                            <m:t>1</m:t>
                          </m:r>
                        </m:num>
                        <m:den>
                          <m:rad>
                            <m:radPr>
                              <m:degHide m:val="on"/>
                              <m:ctrlPr>
                                <a:rPr lang="en-US" sz="1800" i="1">
                                  <a:latin typeface="Cambria Math" panose="02040503050406030204" pitchFamily="18" charset="0"/>
                                  <a:ea typeface="Cambria Math" panose="02040503050406030204" pitchFamily="18" charset="0"/>
                                </a:rPr>
                              </m:ctrlPr>
                            </m:radPr>
                            <m:deg/>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rad>
                        </m:den>
                      </m:f>
                      <m:r>
                        <a:rPr lang="en-US" sz="1800" b="0" i="1" smtClean="0">
                          <a:latin typeface="Cambria Math" panose="02040503050406030204" pitchFamily="18" charset="0"/>
                          <a:ea typeface="Cambria Math" panose="02040503050406030204" pitchFamily="18" charset="0"/>
                        </a:rPr>
                        <m:t>(</m:t>
                      </m:r>
                      <m:sSub>
                        <m:sSubPr>
                          <m:ctrlPr>
                            <a:rPr lang="en-US" sz="1800" b="1"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𝑡</m:t>
                          </m:r>
                        </m:sub>
                      </m:sSub>
                      <m:r>
                        <a:rPr lang="en-US" sz="1800" i="1">
                          <a:latin typeface="Cambria Math" panose="02040503050406030204" pitchFamily="18" charset="0"/>
                          <a:ea typeface="Cambria Math" panose="02040503050406030204" pitchFamily="18" charset="0"/>
                        </a:rPr>
                        <m:t>−</m:t>
                      </m:r>
                      <m:f>
                        <m:fPr>
                          <m:ctrlPr>
                            <a:rPr lang="en-US" sz="1800" i="1">
                              <a:latin typeface="Cambria Math" panose="02040503050406030204" pitchFamily="18" charset="0"/>
                              <a:ea typeface="Cambria Math" panose="02040503050406030204" pitchFamily="18" charset="0"/>
                            </a:rPr>
                          </m:ctrlPr>
                        </m:fPr>
                        <m:num>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ea typeface="Cambria Math" panose="02040503050406030204" pitchFamily="18" charset="0"/>
                                </a:rPr>
                                <m:t>𝑡</m:t>
                              </m:r>
                            </m:sub>
                          </m:sSub>
                        </m:num>
                        <m:den>
                          <m:rad>
                            <m:radPr>
                              <m:degHide m:val="on"/>
                              <m:ctrlPr>
                                <a:rPr lang="en-US" sz="1800" i="1">
                                  <a:latin typeface="Cambria Math" panose="02040503050406030204" pitchFamily="18" charset="0"/>
                                  <a:ea typeface="Cambria Math" panose="02040503050406030204" pitchFamily="18" charset="0"/>
                                </a:rPr>
                              </m:ctrlPr>
                            </m:radPr>
                            <m:deg/>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den>
                      </m:f>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𝝐</m:t>
                          </m:r>
                        </m:e>
                        <m:sub>
                          <m:r>
                            <a:rPr lang="en-US" sz="1800" i="1">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oMath>
                  </m:oMathPara>
                </a14:m>
                <a:endParaRPr lang="en-KR" dirty="0"/>
              </a:p>
            </p:txBody>
          </p:sp>
        </mc:Choice>
        <mc:Fallback xmlns="">
          <p:sp>
            <p:nvSpPr>
              <p:cNvPr id="10" name="TextBox 9">
                <a:extLst>
                  <a:ext uri="{FF2B5EF4-FFF2-40B4-BE49-F238E27FC236}">
                    <a16:creationId xmlns:a16="http://schemas.microsoft.com/office/drawing/2014/main" id="{69E4A9E1-4E8F-D321-10C1-65B618584A54}"/>
                  </a:ext>
                </a:extLst>
              </p:cNvPr>
              <p:cNvSpPr txBox="1">
                <a:spLocks noRot="1" noChangeAspect="1" noMove="1" noResize="1" noEditPoints="1" noAdjustHandles="1" noChangeArrowheads="1" noChangeShapeType="1" noTextEdit="1"/>
              </p:cNvSpPr>
              <p:nvPr/>
            </p:nvSpPr>
            <p:spPr>
              <a:xfrm>
                <a:off x="-740228" y="1513730"/>
                <a:ext cx="6096000" cy="734625"/>
              </a:xfrm>
              <a:prstGeom prst="rect">
                <a:avLst/>
              </a:prstGeom>
              <a:blipFill>
                <a:blip r:embed="rId7"/>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B6B0B84-D1D6-84B0-F95D-8DCBBC1BFBF5}"/>
                  </a:ext>
                </a:extLst>
              </p:cNvPr>
              <p:cNvSpPr txBox="1"/>
              <p:nvPr/>
            </p:nvSpPr>
            <p:spPr>
              <a:xfrm>
                <a:off x="1313807" y="2509606"/>
                <a:ext cx="9387840" cy="1827936"/>
              </a:xfrm>
              <a:prstGeom prst="rect">
                <a:avLst/>
              </a:prstGeom>
              <a:noFill/>
            </p:spPr>
            <p:txBody>
              <a:bodyPr wrap="square" lIns="0" r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𝐶</m:t>
                      </m:r>
                    </m:oMath>
                    <m:oMath xmlns:m="http://schemas.openxmlformats.org/officeDocument/2006/math">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ea typeface="Cambria Math" panose="02040503050406030204" pitchFamily="18" charset="0"/>
                                    </a:rPr>
                                    <m:t>𝑡</m:t>
                                  </m:r>
                                </m:sub>
                                <m:sup>
                                  <m:r>
                                    <a:rPr lang="en-US" b="0" i="1" smtClean="0">
                                      <a:latin typeface="Cambria Math" panose="02040503050406030204" pitchFamily="18" charset="0"/>
                                      <a:ea typeface="Cambria Math" panose="02040503050406030204" pitchFamily="18" charset="0"/>
                                    </a:rPr>
                                    <m:t>2</m:t>
                                  </m:r>
                                </m:sup>
                              </m:sSubSup>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e>
                                <m:sub>
                                  <m:r>
                                    <a:rPr lang="en-US" b="0" i="1" smtClean="0">
                                      <a:latin typeface="Cambria Math" panose="02040503050406030204" pitchFamily="18" charset="0"/>
                                      <a:ea typeface="Cambria Math" panose="02040503050406030204" pitchFamily="18" charset="0"/>
                                    </a:rPr>
                                    <m:t>𝑡</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e>
                              </m:d>
                            </m:den>
                          </m:f>
                          <m:r>
                            <m:rPr>
                              <m:lit/>
                            </m:rPr>
                            <a:rPr lang="en-US" b="1" i="1">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br>
                  <a:rPr lang="en-US" i="1" dirty="0">
                    <a:latin typeface="Cambria Math" panose="02040503050406030204" pitchFamily="18" charset="0"/>
                    <a:ea typeface="Cambria Math" panose="02040503050406030204" pitchFamily="18" charset="0"/>
                  </a:rPr>
                </a:br>
                <a:br>
                  <a:rPr lang="en-US" i="1" dirty="0">
                    <a:latin typeface="Cambria Math" panose="02040503050406030204" pitchFamily="18" charset="0"/>
                    <a:ea typeface="Cambria Math" panose="02040503050406030204" pitchFamily="18" charset="0"/>
                  </a:rPr>
                </a:br>
                <a:endParaRPr lang="en-US" dirty="0">
                  <a:ea typeface="Cambria Math" panose="02040503050406030204" pitchFamily="18" charset="0"/>
                </a:endParaRPr>
              </a:p>
              <a:p>
                <a:endParaRPr lang="en-US" dirty="0">
                  <a:ea typeface="Cambria Math" panose="02040503050406030204" pitchFamily="18" charset="0"/>
                </a:endParaRPr>
              </a:p>
            </p:txBody>
          </p:sp>
        </mc:Choice>
        <mc:Fallback xmlns="">
          <p:sp>
            <p:nvSpPr>
              <p:cNvPr id="11" name="TextBox 10">
                <a:extLst>
                  <a:ext uri="{FF2B5EF4-FFF2-40B4-BE49-F238E27FC236}">
                    <a16:creationId xmlns:a16="http://schemas.microsoft.com/office/drawing/2014/main" id="{4B6B0B84-D1D6-84B0-F95D-8DCBBC1BFBF5}"/>
                  </a:ext>
                </a:extLst>
              </p:cNvPr>
              <p:cNvSpPr txBox="1">
                <a:spLocks noRot="1" noChangeAspect="1" noMove="1" noResize="1" noEditPoints="1" noAdjustHandles="1" noChangeArrowheads="1" noChangeShapeType="1" noTextEdit="1"/>
              </p:cNvSpPr>
              <p:nvPr/>
            </p:nvSpPr>
            <p:spPr>
              <a:xfrm>
                <a:off x="1313807" y="2509606"/>
                <a:ext cx="9387840" cy="1827936"/>
              </a:xfrm>
              <a:prstGeom prst="rect">
                <a:avLst/>
              </a:prstGeom>
              <a:blipFill>
                <a:blip r:embed="rId8"/>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F790F7-97E0-B75D-768D-E9AF6175154A}"/>
                  </a:ext>
                </a:extLst>
              </p:cNvPr>
              <p:cNvSpPr txBox="1"/>
              <p:nvPr/>
            </p:nvSpPr>
            <p:spPr>
              <a:xfrm>
                <a:off x="5924005" y="1714772"/>
                <a:ext cx="4500155" cy="440698"/>
              </a:xfrm>
              <a:prstGeom prst="rect">
                <a:avLst/>
              </a:prstGeom>
              <a:noFill/>
            </p:spPr>
            <p:txBody>
              <a:bodyPr wrap="square">
                <a:spAutoFit/>
              </a:bodyPr>
              <a:lstStyle/>
              <a:p>
                <a14:m>
                  <m:oMath xmlns:m="http://schemas.openxmlformats.org/officeDocument/2006/math">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𝒙</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m:t>
                    </m:r>
                  </m:oMath>
                </a14:m>
                <a:r>
                  <a:rPr lang="en-US" sz="1800" dirty="0">
                    <a:ea typeface="Cambria Math" panose="02040503050406030204" pitchFamily="18" charset="0"/>
                  </a:rPr>
                  <a:t> </a:t>
                </a:r>
                <a14:m>
                  <m:oMath xmlns:m="http://schemas.openxmlformats.org/officeDocument/2006/math">
                    <m:rad>
                      <m:radPr>
                        <m:degHide m:val="on"/>
                        <m:ctrlPr>
                          <a:rPr lang="en-US" sz="1800" i="1">
                            <a:latin typeface="Cambria Math" panose="02040503050406030204" pitchFamily="18" charset="0"/>
                            <a:ea typeface="Cambria Math" panose="02040503050406030204" pitchFamily="18" charset="0"/>
                          </a:rPr>
                        </m:ctrlPr>
                      </m:radPr>
                      <m:deg/>
                      <m:e>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rad>
                    <m:sSub>
                      <m:sSubPr>
                        <m:ctrlPr>
                          <a:rPr lang="en-US" sz="1800" i="1">
                            <a:latin typeface="Cambria Math" panose="02040503050406030204" pitchFamily="18" charset="0"/>
                            <a:ea typeface="Cambria Math" panose="02040503050406030204" pitchFamily="18" charset="0"/>
                          </a:rPr>
                        </m:ctrlPr>
                      </m:sSubPr>
                      <m:e>
                        <m:r>
                          <a:rPr lang="en-US" sz="1800" b="1" i="1">
                            <a:latin typeface="Cambria Math" panose="02040503050406030204" pitchFamily="18" charset="0"/>
                            <a:ea typeface="Cambria Math" panose="02040503050406030204" pitchFamily="18" charset="0"/>
                          </a:rPr>
                          <m:t>𝒙</m:t>
                        </m:r>
                      </m:e>
                      <m:sub>
                        <m:r>
                          <a:rPr lang="en-US" sz="1800" i="1">
                            <a:latin typeface="Cambria Math" panose="02040503050406030204" pitchFamily="18" charset="0"/>
                            <a:ea typeface="Cambria Math" panose="02040503050406030204" pitchFamily="18" charset="0"/>
                          </a:rPr>
                          <m:t>0</m:t>
                        </m:r>
                      </m:sub>
                    </m:sSub>
                    <m:r>
                      <a:rPr lang="en-US" sz="1800" b="0" i="1" smtClean="0">
                        <a:latin typeface="Cambria Math" panose="02040503050406030204" pitchFamily="18" charset="0"/>
                        <a:ea typeface="Cambria Math" panose="02040503050406030204" pitchFamily="18" charset="0"/>
                      </a:rPr>
                      <m:t>+</m:t>
                    </m:r>
                    <m:rad>
                      <m:radPr>
                        <m:degHide m:val="on"/>
                        <m:ctrlPr>
                          <a:rPr lang="en-US" sz="1800" b="0" i="1" smtClean="0">
                            <a:latin typeface="Cambria Math" panose="02040503050406030204" pitchFamily="18" charset="0"/>
                            <a:ea typeface="Cambria Math" panose="02040503050406030204" pitchFamily="18" charset="0"/>
                          </a:rPr>
                        </m:ctrlPr>
                      </m:radPr>
                      <m:deg/>
                      <m:e>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1−</m:t>
                            </m:r>
                            <m:acc>
                              <m:accPr>
                                <m:chr m:val="̅"/>
                                <m:ctrlPr>
                                  <a:rPr lang="en-US" sz="1800" i="1">
                                    <a:latin typeface="Cambria Math" panose="02040503050406030204" pitchFamily="18" charset="0"/>
                                    <a:ea typeface="Cambria Math" panose="02040503050406030204" pitchFamily="18" charset="0"/>
                                  </a:rPr>
                                </m:ctrlPr>
                              </m:accPr>
                              <m:e>
                                <m:sSub>
                                  <m:sSubPr>
                                    <m:ctrlPr>
                                      <a:rPr lang="en-US" sz="1800" i="1">
                                        <a:latin typeface="Cambria Math" panose="02040503050406030204" pitchFamily="18" charset="0"/>
                                        <a:ea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𝛼</m:t>
                                    </m:r>
                                  </m:e>
                                  <m:sub>
                                    <m:r>
                                      <a:rPr lang="en-US" sz="1800" i="1">
                                        <a:latin typeface="Cambria Math" panose="02040503050406030204" pitchFamily="18" charset="0"/>
                                        <a:ea typeface="Cambria Math" panose="02040503050406030204" pitchFamily="18" charset="0"/>
                                      </a:rPr>
                                      <m:t>𝑡</m:t>
                                    </m:r>
                                  </m:sub>
                                </m:sSub>
                              </m:e>
                            </m:acc>
                          </m:e>
                        </m:d>
                      </m:e>
                    </m:rad>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𝝐</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       </m:t>
                    </m:r>
                    <m:sSub>
                      <m:sSubPr>
                        <m:ctrlPr>
                          <a:rPr lang="en-US" sz="1800" b="0"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𝝐</m:t>
                        </m:r>
                      </m:e>
                      <m:sub>
                        <m:r>
                          <a:rPr lang="en-US" sz="1800" b="0" i="1" smtClean="0">
                            <a:latin typeface="Cambria Math" panose="02040503050406030204" pitchFamily="18" charset="0"/>
                            <a:ea typeface="Cambria Math" panose="02040503050406030204" pitchFamily="18" charset="0"/>
                          </a:rPr>
                          <m:t>𝑡</m:t>
                        </m:r>
                      </m:sub>
                    </m:sSub>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𝒩</m:t>
                    </m:r>
                    <m:d>
                      <m:dPr>
                        <m:ctrlPr>
                          <a:rPr lang="en-US" sz="1800" b="0" i="1" smtClean="0">
                            <a:latin typeface="Cambria Math" panose="02040503050406030204" pitchFamily="18" charset="0"/>
                            <a:ea typeface="Cambria Math" panose="02040503050406030204" pitchFamily="18" charset="0"/>
                          </a:rPr>
                        </m:ctrlPr>
                      </m:dPr>
                      <m:e>
                        <m:r>
                          <a:rPr lang="en-US" sz="1800" b="1" i="1" smtClean="0">
                            <a:latin typeface="Cambria Math" panose="02040503050406030204" pitchFamily="18" charset="0"/>
                            <a:ea typeface="Cambria Math" panose="02040503050406030204" pitchFamily="18" charset="0"/>
                          </a:rPr>
                          <m:t>𝟎</m:t>
                        </m:r>
                        <m:r>
                          <a:rPr lang="en-US" sz="1800" b="0" i="1" smtClean="0">
                            <a:latin typeface="Cambria Math" panose="02040503050406030204" pitchFamily="18" charset="0"/>
                            <a:ea typeface="Cambria Math" panose="02040503050406030204" pitchFamily="18" charset="0"/>
                          </a:rPr>
                          <m:t>,</m:t>
                        </m:r>
                        <m:r>
                          <a:rPr lang="en-US" sz="1800" b="1" i="0" smtClean="0">
                            <a:latin typeface="Cambria Math" panose="02040503050406030204" pitchFamily="18" charset="0"/>
                            <a:ea typeface="Cambria Math" panose="02040503050406030204" pitchFamily="18" charset="0"/>
                          </a:rPr>
                          <m:t>𝐈</m:t>
                        </m:r>
                      </m:e>
                    </m:d>
                  </m:oMath>
                </a14:m>
                <a:endParaRPr lang="en-KR" dirty="0"/>
              </a:p>
            </p:txBody>
          </p:sp>
        </mc:Choice>
        <mc:Fallback xmlns="">
          <p:sp>
            <p:nvSpPr>
              <p:cNvPr id="3" name="TextBox 2">
                <a:extLst>
                  <a:ext uri="{FF2B5EF4-FFF2-40B4-BE49-F238E27FC236}">
                    <a16:creationId xmlns:a16="http://schemas.microsoft.com/office/drawing/2014/main" id="{D0F790F7-97E0-B75D-768D-E9AF6175154A}"/>
                  </a:ext>
                </a:extLst>
              </p:cNvPr>
              <p:cNvSpPr txBox="1">
                <a:spLocks noRot="1" noChangeAspect="1" noMove="1" noResize="1" noEditPoints="1" noAdjustHandles="1" noChangeArrowheads="1" noChangeShapeType="1" noTextEdit="1"/>
              </p:cNvSpPr>
              <p:nvPr/>
            </p:nvSpPr>
            <p:spPr>
              <a:xfrm>
                <a:off x="5924005" y="1714772"/>
                <a:ext cx="4500155" cy="440698"/>
              </a:xfrm>
              <a:prstGeom prst="rect">
                <a:avLst/>
              </a:prstGeom>
              <a:blipFill>
                <a:blip r:embed="rId9"/>
                <a:stretch>
                  <a:fillRect b="-8333"/>
                </a:stretch>
              </a:blipFill>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D9D26C4-2262-8004-0E85-167F135EAD2D}"/>
                  </a:ext>
                </a:extLst>
              </p:cNvPr>
              <p:cNvSpPr txBox="1"/>
              <p:nvPr/>
            </p:nvSpPr>
            <p:spPr>
              <a:xfrm>
                <a:off x="452846" y="3588626"/>
                <a:ext cx="2325189" cy="584775"/>
              </a:xfrm>
              <a:prstGeom prst="rect">
                <a:avLst/>
              </a:prstGeom>
              <a:noFill/>
            </p:spPr>
            <p:txBody>
              <a:bodyPr wrap="square">
                <a:spAutoFit/>
              </a:bodyPr>
              <a:lstStyle/>
              <a:p>
                <a:r>
                  <a:rPr lang="en-US" sz="1600" dirty="0">
                    <a:latin typeface="Pretendard" panose="02000503000000020004" pitchFamily="2" charset="-127"/>
                    <a:ea typeface="Pretendard" panose="02000503000000020004" pitchFamily="2" charset="-127"/>
                    <a:cs typeface="Pretendard" panose="02000503000000020004" pitchFamily="2" charset="-127"/>
                  </a:rPr>
                  <a:t>What was </a:t>
                </a:r>
                <a14:m>
                  <m:oMath xmlns:m="http://schemas.openxmlformats.org/officeDocument/2006/math">
                    <m:r>
                      <a:rPr lang="en-US" sz="1600" i="1">
                        <a:latin typeface="Cambria Math" panose="02040503050406030204" pitchFamily="18" charset="0"/>
                      </a:rPr>
                      <m:t>𝑞</m:t>
                    </m:r>
                  </m:oMath>
                </a14:m>
                <a:r>
                  <a:rPr lang="en-US" sz="1600" dirty="0">
                    <a:latin typeface="Pretendard" panose="02000503000000020004" pitchFamily="2" charset="-127"/>
                    <a:ea typeface="Pretendard" panose="02000503000000020004" pitchFamily="2" charset="-127"/>
                    <a:cs typeface="Pretendard" panose="02000503000000020004" pitchFamily="2" charset="-127"/>
                  </a:rPr>
                  <a:t>?</a:t>
                </a:r>
              </a:p>
              <a:p>
                <a:r>
                  <a:rPr lang="en-US" sz="1600" dirty="0">
                    <a:latin typeface="Pretendard" panose="02000503000000020004" pitchFamily="2" charset="-127"/>
                    <a:ea typeface="Pretendard" panose="02000503000000020004" pitchFamily="2" charset="-127"/>
                    <a:cs typeface="Pretendard" panose="02000503000000020004" pitchFamily="2" charset="-127"/>
                  </a:rPr>
                  <a:t>Recall</a:t>
                </a:r>
                <a:r>
                  <a:rPr lang="en-US" sz="1600" b="0" dirty="0"/>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r>
                          <a:rPr lang="en-US" sz="1600" b="0" i="1" smtClean="0">
                            <a:latin typeface="Cambria Math" panose="02040503050406030204" pitchFamily="18" charset="0"/>
                          </a:rPr>
                          <m:t>𝑇</m:t>
                        </m:r>
                      </m:sub>
                    </m:sSub>
                    <m:r>
                      <a:rPr lang="en-US" sz="1600" b="0" i="1" smtClean="0">
                        <a:latin typeface="Cambria Math" panose="02040503050406030204" pitchFamily="18" charset="0"/>
                      </a:rPr>
                      <m:t>∼</m:t>
                    </m:r>
                    <m:r>
                      <a:rPr lang="en-US" sz="1600" b="0" i="1" smtClean="0">
                        <a:latin typeface="Cambria Math" panose="02040503050406030204" pitchFamily="18" charset="0"/>
                      </a:rPr>
                      <m:t>𝑞</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1:</m:t>
                            </m:r>
                            <m:r>
                              <a:rPr lang="en-US" sz="1600" b="0" i="1" smtClean="0">
                                <a:latin typeface="Cambria Math" panose="02040503050406030204" pitchFamily="18" charset="0"/>
                              </a:rPr>
                              <m:t>𝑇</m:t>
                            </m:r>
                          </m:sub>
                        </m:sSub>
                      </m:e>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0</m:t>
                            </m:r>
                          </m:sub>
                        </m:sSub>
                      </m:e>
                    </m:d>
                  </m:oMath>
                </a14:m>
                <a:endParaRPr lang="en-KR" sz="1600" dirty="0"/>
              </a:p>
            </p:txBody>
          </p:sp>
        </mc:Choice>
        <mc:Fallback>
          <p:sp>
            <p:nvSpPr>
              <p:cNvPr id="7" name="TextBox 6">
                <a:extLst>
                  <a:ext uri="{FF2B5EF4-FFF2-40B4-BE49-F238E27FC236}">
                    <a16:creationId xmlns:a16="http://schemas.microsoft.com/office/drawing/2014/main" id="{0D9D26C4-2262-8004-0E85-167F135EAD2D}"/>
                  </a:ext>
                </a:extLst>
              </p:cNvPr>
              <p:cNvSpPr txBox="1">
                <a:spLocks noRot="1" noChangeAspect="1" noMove="1" noResize="1" noEditPoints="1" noAdjustHandles="1" noChangeArrowheads="1" noChangeShapeType="1" noTextEdit="1"/>
              </p:cNvSpPr>
              <p:nvPr/>
            </p:nvSpPr>
            <p:spPr>
              <a:xfrm>
                <a:off x="452846" y="3588626"/>
                <a:ext cx="2325189" cy="584775"/>
              </a:xfrm>
              <a:prstGeom prst="rect">
                <a:avLst/>
              </a:prstGeom>
              <a:blipFill>
                <a:blip r:embed="rId10"/>
                <a:stretch>
                  <a:fillRect l="-1087" t="-2128" b="-12766"/>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A87835-8DF4-02D2-8683-8C9EF6DFFB2B}"/>
                  </a:ext>
                </a:extLst>
              </p:cNvPr>
              <p:cNvSpPr txBox="1"/>
              <p:nvPr/>
            </p:nvSpPr>
            <p:spPr>
              <a:xfrm>
                <a:off x="452846" y="5513673"/>
                <a:ext cx="2325189" cy="523220"/>
              </a:xfrm>
              <a:prstGeom prst="rect">
                <a:avLst/>
              </a:prstGeom>
              <a:noFill/>
            </p:spPr>
            <p:txBody>
              <a:bodyPr wrap="square">
                <a:spAutoFit/>
              </a:bodyPr>
              <a:lstStyle/>
              <a:p>
                <a:r>
                  <a:rPr lang="en-US" sz="1400" dirty="0">
                    <a:latin typeface="Pretendard" panose="02000503000000020004" pitchFamily="2" charset="-127"/>
                    <a:ea typeface="Pretendard" panose="02000503000000020004" pitchFamily="2" charset="-127"/>
                    <a:cs typeface="Pretendard" panose="02000503000000020004" pitchFamily="2" charset="-127"/>
                  </a:rPr>
                  <a:t>Also take an expectation over data </a:t>
                </a:r>
                <a14:m>
                  <m:oMath xmlns:m="http://schemas.openxmlformats.org/officeDocument/2006/math">
                    <m:sSub>
                      <m:sSubPr>
                        <m:ctrlPr>
                          <a:rPr lang="en-US" sz="14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400"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sz="1400" b="0" i="1" smtClean="0">
                            <a:latin typeface="Cambria Math" panose="02040503050406030204" pitchFamily="18" charset="0"/>
                            <a:ea typeface="Pretendard" panose="02000503000000020004" pitchFamily="2" charset="-127"/>
                            <a:cs typeface="Pretendard" panose="02000503000000020004" pitchFamily="2" charset="-127"/>
                          </a:rPr>
                          <m:t>0</m:t>
                        </m:r>
                      </m:sub>
                    </m:sSub>
                  </m:oMath>
                </a14:m>
                <a:endParaRPr lang="en-KR" sz="1400" dirty="0"/>
              </a:p>
            </p:txBody>
          </p:sp>
        </mc:Choice>
        <mc:Fallback xmlns="">
          <p:sp>
            <p:nvSpPr>
              <p:cNvPr id="9" name="TextBox 8">
                <a:extLst>
                  <a:ext uri="{FF2B5EF4-FFF2-40B4-BE49-F238E27FC236}">
                    <a16:creationId xmlns:a16="http://schemas.microsoft.com/office/drawing/2014/main" id="{A1A87835-8DF4-02D2-8683-8C9EF6DFFB2B}"/>
                  </a:ext>
                </a:extLst>
              </p:cNvPr>
              <p:cNvSpPr txBox="1">
                <a:spLocks noRot="1" noChangeAspect="1" noMove="1" noResize="1" noEditPoints="1" noAdjustHandles="1" noChangeArrowheads="1" noChangeShapeType="1" noTextEdit="1"/>
              </p:cNvSpPr>
              <p:nvPr/>
            </p:nvSpPr>
            <p:spPr>
              <a:xfrm>
                <a:off x="452846" y="5513673"/>
                <a:ext cx="2325189" cy="523220"/>
              </a:xfrm>
              <a:prstGeom prst="rect">
                <a:avLst/>
              </a:prstGeom>
              <a:blipFill>
                <a:blip r:embed="rId11"/>
                <a:stretch>
                  <a:fillRect l="-543" b="-930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BDAF596-FFBC-6965-5C5F-339FE7FFF08A}"/>
                  </a:ext>
                </a:extLst>
              </p:cNvPr>
              <p:cNvSpPr txBox="1"/>
              <p:nvPr/>
            </p:nvSpPr>
            <p:spPr>
              <a:xfrm>
                <a:off x="1871622" y="5406907"/>
                <a:ext cx="8675177" cy="719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𝔼</m:t>
                          </m:r>
                        </m:e>
                        <m:sub>
                          <m:sSub>
                            <m:sSubPr>
                              <m:ctrlPr>
                                <a:rPr lang="en-US" i="1" smtClean="0">
                                  <a:solidFill>
                                    <a:srgbClr val="FF0000"/>
                                  </a:solidFill>
                                  <a:latin typeface="Cambria Math" panose="02040503050406030204" pitchFamily="18" charset="0"/>
                                  <a:ea typeface="Cambria Math" panose="02040503050406030204" pitchFamily="18" charset="0"/>
                                </a:rPr>
                              </m:ctrlPr>
                            </m:sSubPr>
                            <m:e>
                              <m:r>
                                <a:rPr lang="en-US" b="1" i="1" smtClean="0">
                                  <a:solidFill>
                                    <a:srgbClr val="FF0000"/>
                                  </a:solidFill>
                                  <a:latin typeface="Cambria Math" panose="02040503050406030204" pitchFamily="18" charset="0"/>
                                  <a:ea typeface="Cambria Math" panose="02040503050406030204" pitchFamily="18" charset="0"/>
                                </a:rPr>
                                <m:t>𝒙</m:t>
                              </m:r>
                            </m:e>
                            <m:sub>
                              <m:r>
                                <a:rPr lang="en-US" b="0" i="1" smtClean="0">
                                  <a:solidFill>
                                    <a:srgbClr val="FF0000"/>
                                  </a:solidFill>
                                  <a:latin typeface="Cambria Math" panose="02040503050406030204" pitchFamily="18" charset="0"/>
                                  <a:ea typeface="Cambria Math" panose="02040503050406030204" pitchFamily="18" charset="0"/>
                                </a:rPr>
                                <m:t>0</m:t>
                              </m:r>
                            </m:sub>
                          </m:sSub>
                          <m:r>
                            <a:rPr lang="en-US" b="1" i="1" smtClean="0">
                              <a:latin typeface="Cambria Math" panose="02040503050406030204" pitchFamily="18" charset="0"/>
                              <a:ea typeface="Cambria Math" panose="02040503050406030204" pitchFamily="18" charset="0"/>
                            </a:rPr>
                            <m:t>,   </m:t>
                          </m:r>
                          <m:r>
                            <a:rPr lang="en-US" b="1">
                              <a:solidFill>
                                <a:srgbClr val="0070C0"/>
                              </a:solidFill>
                              <a:latin typeface="Cambria Math" panose="02040503050406030204" pitchFamily="18" charset="0"/>
                              <a:ea typeface="Cambria Math" panose="02040503050406030204" pitchFamily="18" charset="0"/>
                            </a:rPr>
                            <m:t>𝛜</m:t>
                          </m:r>
                          <m:r>
                            <a:rPr lang="en-US" b="1">
                              <a:solidFill>
                                <a:srgbClr val="0070C0"/>
                              </a:solidFill>
                              <a:latin typeface="Cambria Math" panose="02040503050406030204" pitchFamily="18" charset="0"/>
                              <a:ea typeface="Cambria Math" panose="02040503050406030204" pitchFamily="18" charset="0"/>
                            </a:rPr>
                            <m:t>∼</m:t>
                          </m:r>
                          <m:r>
                            <a:rPr lang="en-US" b="1">
                              <a:solidFill>
                                <a:srgbClr val="0070C0"/>
                              </a:solidFill>
                              <a:latin typeface="Cambria Math" panose="02040503050406030204" pitchFamily="18" charset="0"/>
                              <a:ea typeface="Cambria Math" panose="02040503050406030204" pitchFamily="18" charset="0"/>
                            </a:rPr>
                            <m:t>𝓝</m:t>
                          </m:r>
                          <m:d>
                            <m:dPr>
                              <m:ctrlPr>
                                <a:rPr lang="en-US" b="1" i="1">
                                  <a:solidFill>
                                    <a:srgbClr val="0070C0"/>
                                  </a:solidFill>
                                  <a:latin typeface="Cambria Math" panose="02040503050406030204" pitchFamily="18" charset="0"/>
                                  <a:ea typeface="Cambria Math" panose="02040503050406030204" pitchFamily="18" charset="0"/>
                                </a:rPr>
                              </m:ctrlPr>
                            </m:dPr>
                            <m:e>
                              <m:r>
                                <a:rPr lang="en-US" b="1">
                                  <a:solidFill>
                                    <a:srgbClr val="0070C0"/>
                                  </a:solidFill>
                                  <a:latin typeface="Cambria Math" panose="02040503050406030204" pitchFamily="18" charset="0"/>
                                  <a:ea typeface="Cambria Math" panose="02040503050406030204" pitchFamily="18" charset="0"/>
                                </a:rPr>
                                <m:t>𝟎</m:t>
                              </m:r>
                              <m:r>
                                <a:rPr lang="en-US" b="1">
                                  <a:solidFill>
                                    <a:srgbClr val="0070C0"/>
                                  </a:solidFill>
                                  <a:latin typeface="Cambria Math" panose="02040503050406030204" pitchFamily="18" charset="0"/>
                                  <a:ea typeface="Cambria Math" panose="02040503050406030204" pitchFamily="18" charset="0"/>
                                </a:rPr>
                                <m:t>,</m:t>
                              </m:r>
                              <m:r>
                                <a:rPr lang="en-US" b="1">
                                  <a:solidFill>
                                    <a:srgbClr val="0070C0"/>
                                  </a:solidFill>
                                  <a:latin typeface="Cambria Math" panose="02040503050406030204" pitchFamily="18" charset="0"/>
                                  <a:ea typeface="Cambria Math" panose="02040503050406030204" pitchFamily="18" charset="0"/>
                                </a:rPr>
                                <m:t>𝐈</m:t>
                              </m:r>
                            </m:e>
                          </m:d>
                          <m:r>
                            <a:rPr lang="en-US" b="1">
                              <a:solidFill>
                                <a:srgbClr val="0070C0"/>
                              </a:solidFill>
                              <a:latin typeface="Cambria Math" panose="02040503050406030204" pitchFamily="18" charset="0"/>
                              <a:ea typeface="Cambria Math" panose="02040503050406030204" pitchFamily="18" charset="0"/>
                            </a:rPr>
                            <m:t>,   </m:t>
                          </m:r>
                          <m:r>
                            <a:rPr lang="en-US" b="1" smtClean="0">
                              <a:solidFill>
                                <a:schemeClr val="tx1"/>
                              </a:solidFill>
                              <a:latin typeface="Cambria Math" panose="02040503050406030204" pitchFamily="18" charset="0"/>
                              <a:ea typeface="Cambria Math" panose="02040503050406030204" pitchFamily="18" charset="0"/>
                            </a:rPr>
                            <m:t>𝐭</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e>
                              </m:d>
                            </m:den>
                          </m:f>
                          <m:r>
                            <m:rPr>
                              <m:lit/>
                            </m:rP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1" i="1">
                              <a:solidFill>
                                <a:srgbClr val="0070C0"/>
                              </a:solidFill>
                              <a:latin typeface="Cambria Math" panose="02040503050406030204" pitchFamily="18" charset="0"/>
                              <a:ea typeface="Cambria Math" panose="02040503050406030204" pitchFamily="18" charset="0"/>
                            </a:rPr>
                            <m:t>𝝐</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sSub>
                            <m:sSubPr>
                              <m:ctrlPr>
                                <a:rPr lang="en-US" i="1" smtClean="0">
                                  <a:solidFill>
                                    <a:srgbClr val="FF0000"/>
                                  </a:solidFill>
                                  <a:latin typeface="Cambria Math" panose="02040503050406030204" pitchFamily="18" charset="0"/>
                                  <a:ea typeface="Cambria Math" panose="02040503050406030204" pitchFamily="18" charset="0"/>
                                </a:rPr>
                              </m:ctrlPr>
                            </m:sSubPr>
                            <m:e>
                              <m:r>
                                <a:rPr lang="en-US" b="1" i="1">
                                  <a:solidFill>
                                    <a:srgbClr val="FF0000"/>
                                  </a:solidFill>
                                  <a:latin typeface="Cambria Math" panose="02040503050406030204" pitchFamily="18" charset="0"/>
                                  <a:ea typeface="Cambria Math" panose="02040503050406030204" pitchFamily="18" charset="0"/>
                                </a:rPr>
                                <m:t>𝒙</m:t>
                              </m:r>
                            </m:e>
                            <m:sub>
                              <m:r>
                                <a:rPr lang="en-US" i="1">
                                  <a:solidFill>
                                    <a:srgbClr val="FF0000"/>
                                  </a:solidFill>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d>
                            </m:e>
                          </m:rad>
                          <m:r>
                            <a:rPr lang="en-US" b="1" i="1">
                              <a:solidFill>
                                <a:srgbClr val="0070C0"/>
                              </a:solidFill>
                              <a:latin typeface="Cambria Math" panose="02040503050406030204" pitchFamily="18" charset="0"/>
                              <a:ea typeface="Cambria Math" panose="02040503050406030204" pitchFamily="18" charset="0"/>
                            </a:rPr>
                            <m:t>𝝐</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3" name="TextBox 12">
                <a:extLst>
                  <a:ext uri="{FF2B5EF4-FFF2-40B4-BE49-F238E27FC236}">
                    <a16:creationId xmlns:a16="http://schemas.microsoft.com/office/drawing/2014/main" id="{1BDAF596-FFBC-6965-5C5F-339FE7FFF08A}"/>
                  </a:ext>
                </a:extLst>
              </p:cNvPr>
              <p:cNvSpPr txBox="1">
                <a:spLocks noRot="1" noChangeAspect="1" noMove="1" noResize="1" noEditPoints="1" noAdjustHandles="1" noChangeArrowheads="1" noChangeShapeType="1" noTextEdit="1"/>
              </p:cNvSpPr>
              <p:nvPr/>
            </p:nvSpPr>
            <p:spPr>
              <a:xfrm>
                <a:off x="1871622" y="5406907"/>
                <a:ext cx="8675177" cy="719941"/>
              </a:xfrm>
              <a:prstGeom prst="rect">
                <a:avLst/>
              </a:prstGeom>
              <a:blipFill>
                <a:blip r:embed="rId12"/>
                <a:stretch>
                  <a:fillRect/>
                </a:stretch>
              </a:blipFill>
            </p:spPr>
            <p:txBody>
              <a:bodyPr/>
              <a:lstStyle/>
              <a:p>
                <a:r>
                  <a:rPr lang="en-KR">
                    <a:noFill/>
                  </a:rPr>
                  <a:t> </a:t>
                </a:r>
              </a:p>
            </p:txBody>
          </p:sp>
        </mc:Fallback>
      </mc:AlternateContent>
      <p:cxnSp>
        <p:nvCxnSpPr>
          <p:cNvPr id="14" name="Straight Connector 13">
            <a:extLst>
              <a:ext uri="{FF2B5EF4-FFF2-40B4-BE49-F238E27FC236}">
                <a16:creationId xmlns:a16="http://schemas.microsoft.com/office/drawing/2014/main" id="{A92508E5-214D-3CA6-7E9F-CE8AD421F02B}"/>
              </a:ext>
            </a:extLst>
          </p:cNvPr>
          <p:cNvCxnSpPr>
            <a:cxnSpLocks/>
          </p:cNvCxnSpPr>
          <p:nvPr/>
        </p:nvCxnSpPr>
        <p:spPr>
          <a:xfrm>
            <a:off x="609600" y="2438399"/>
            <a:ext cx="11321143"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14C1D78-DF9E-3736-218B-51435AACA813}"/>
              </a:ext>
            </a:extLst>
          </p:cNvPr>
          <p:cNvCxnSpPr>
            <a:cxnSpLocks/>
          </p:cNvCxnSpPr>
          <p:nvPr/>
        </p:nvCxnSpPr>
        <p:spPr>
          <a:xfrm>
            <a:off x="531223" y="5142411"/>
            <a:ext cx="11321143"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18436A6-5C1E-442B-9C70-71326C98FF72}"/>
                  </a:ext>
                </a:extLst>
              </p:cNvPr>
              <p:cNvSpPr txBox="1"/>
              <p:nvPr/>
            </p:nvSpPr>
            <p:spPr>
              <a:xfrm>
                <a:off x="3713809" y="3474403"/>
                <a:ext cx="6466114" cy="719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𝑞</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e>
                              </m:d>
                            </m:den>
                          </m:f>
                          <m:r>
                            <m:rPr>
                              <m:lit/>
                            </m:rP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sSub>
                            <m:sSubPr>
                              <m:ctrlPr>
                                <a:rPr lang="en-US" i="1" smtClean="0">
                                  <a:solidFill>
                                    <a:srgbClr val="0070C0"/>
                                  </a:solidFill>
                                  <a:latin typeface="Cambria Math" panose="02040503050406030204" pitchFamily="18" charset="0"/>
                                  <a:ea typeface="Cambria Math" panose="02040503050406030204" pitchFamily="18" charset="0"/>
                                </a:rPr>
                              </m:ctrlPr>
                            </m:sSubPr>
                            <m:e>
                              <m:r>
                                <a:rPr lang="en-US" b="1" i="1">
                                  <a:solidFill>
                                    <a:srgbClr val="0070C0"/>
                                  </a:solidFill>
                                  <a:latin typeface="Cambria Math" panose="02040503050406030204" pitchFamily="18" charset="0"/>
                                  <a:ea typeface="Cambria Math" panose="02040503050406030204" pitchFamily="18" charset="0"/>
                                </a:rPr>
                                <m:t>𝝐</m:t>
                              </m:r>
                            </m:e>
                            <m:sub>
                              <m:r>
                                <a:rPr lang="en-US" i="1">
                                  <a:solidFill>
                                    <a:srgbClr val="0070C0"/>
                                  </a:solidFill>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d>
                            </m:e>
                          </m:rad>
                          <m:sSub>
                            <m:sSubPr>
                              <m:ctrlPr>
                                <a:rPr lang="en-US" i="1" smtClean="0">
                                  <a:solidFill>
                                    <a:srgbClr val="0070C0"/>
                                  </a:solidFill>
                                  <a:latin typeface="Cambria Math" panose="02040503050406030204" pitchFamily="18" charset="0"/>
                                  <a:ea typeface="Cambria Math" panose="02040503050406030204" pitchFamily="18" charset="0"/>
                                </a:rPr>
                              </m:ctrlPr>
                            </m:sSubPr>
                            <m:e>
                              <m:r>
                                <a:rPr lang="en-US" b="1" i="1">
                                  <a:solidFill>
                                    <a:srgbClr val="0070C0"/>
                                  </a:solidFill>
                                  <a:latin typeface="Cambria Math" panose="02040503050406030204" pitchFamily="18" charset="0"/>
                                  <a:ea typeface="Cambria Math" panose="02040503050406030204" pitchFamily="18" charset="0"/>
                                </a:rPr>
                                <m:t>𝝐</m:t>
                              </m:r>
                            </m:e>
                            <m:sub>
                              <m:r>
                                <a:rPr lang="en-US" i="1">
                                  <a:solidFill>
                                    <a:srgbClr val="0070C0"/>
                                  </a:solidFill>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2" name="TextBox 11">
                <a:extLst>
                  <a:ext uri="{FF2B5EF4-FFF2-40B4-BE49-F238E27FC236}">
                    <a16:creationId xmlns:a16="http://schemas.microsoft.com/office/drawing/2014/main" id="{B18436A6-5C1E-442B-9C70-71326C98FF72}"/>
                  </a:ext>
                </a:extLst>
              </p:cNvPr>
              <p:cNvSpPr txBox="1">
                <a:spLocks noRot="1" noChangeAspect="1" noMove="1" noResize="1" noEditPoints="1" noAdjustHandles="1" noChangeArrowheads="1" noChangeShapeType="1" noTextEdit="1"/>
              </p:cNvSpPr>
              <p:nvPr/>
            </p:nvSpPr>
            <p:spPr>
              <a:xfrm>
                <a:off x="3713809" y="3474403"/>
                <a:ext cx="6466114" cy="719941"/>
              </a:xfrm>
              <a:prstGeom prst="rect">
                <a:avLst/>
              </a:prstGeom>
              <a:blipFill>
                <a:blip r:embed="rId13"/>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35F8875-06B0-7FF6-4D24-0BB4E74006DA}"/>
                  </a:ext>
                </a:extLst>
              </p:cNvPr>
              <p:cNvSpPr txBox="1"/>
              <p:nvPr/>
            </p:nvSpPr>
            <p:spPr>
              <a:xfrm>
                <a:off x="3025237" y="4171598"/>
                <a:ext cx="8410699" cy="7199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𝔼</m:t>
                          </m:r>
                        </m:e>
                        <m:sub>
                          <m:r>
                            <a:rPr lang="en-US" b="1">
                              <a:solidFill>
                                <a:srgbClr val="0070C0"/>
                              </a:solidFill>
                              <a:latin typeface="Cambria Math" panose="02040503050406030204" pitchFamily="18" charset="0"/>
                              <a:ea typeface="Cambria Math" panose="02040503050406030204" pitchFamily="18" charset="0"/>
                            </a:rPr>
                            <m:t>𝛜</m:t>
                          </m:r>
                          <m:r>
                            <a:rPr lang="en-US" b="1">
                              <a:solidFill>
                                <a:srgbClr val="0070C0"/>
                              </a:solidFill>
                              <a:latin typeface="Cambria Math" panose="02040503050406030204" pitchFamily="18" charset="0"/>
                              <a:ea typeface="Cambria Math" panose="02040503050406030204" pitchFamily="18" charset="0"/>
                            </a:rPr>
                            <m:t>∼</m:t>
                          </m:r>
                          <m:r>
                            <a:rPr lang="en-US" b="1">
                              <a:solidFill>
                                <a:srgbClr val="0070C0"/>
                              </a:solidFill>
                              <a:latin typeface="Cambria Math" panose="02040503050406030204" pitchFamily="18" charset="0"/>
                              <a:ea typeface="Cambria Math" panose="02040503050406030204" pitchFamily="18" charset="0"/>
                            </a:rPr>
                            <m:t>𝓝</m:t>
                          </m:r>
                          <m:d>
                            <m:dPr>
                              <m:ctrlPr>
                                <a:rPr lang="en-US" b="1" i="1">
                                  <a:solidFill>
                                    <a:srgbClr val="0070C0"/>
                                  </a:solidFill>
                                  <a:latin typeface="Cambria Math" panose="02040503050406030204" pitchFamily="18" charset="0"/>
                                  <a:ea typeface="Cambria Math" panose="02040503050406030204" pitchFamily="18" charset="0"/>
                                </a:rPr>
                              </m:ctrlPr>
                            </m:dPr>
                            <m:e>
                              <m:r>
                                <a:rPr lang="en-US" b="1">
                                  <a:solidFill>
                                    <a:srgbClr val="0070C0"/>
                                  </a:solidFill>
                                  <a:latin typeface="Cambria Math" panose="02040503050406030204" pitchFamily="18" charset="0"/>
                                  <a:ea typeface="Cambria Math" panose="02040503050406030204" pitchFamily="18" charset="0"/>
                                </a:rPr>
                                <m:t>𝟎</m:t>
                              </m:r>
                              <m:r>
                                <a:rPr lang="en-US" b="1">
                                  <a:solidFill>
                                    <a:srgbClr val="0070C0"/>
                                  </a:solidFill>
                                  <a:latin typeface="Cambria Math" panose="02040503050406030204" pitchFamily="18" charset="0"/>
                                  <a:ea typeface="Cambria Math" panose="02040503050406030204" pitchFamily="18" charset="0"/>
                                </a:rPr>
                                <m:t>,</m:t>
                              </m:r>
                              <m:r>
                                <a:rPr lang="en-US" b="1">
                                  <a:solidFill>
                                    <a:srgbClr val="0070C0"/>
                                  </a:solidFill>
                                  <a:latin typeface="Cambria Math" panose="02040503050406030204" pitchFamily="18" charset="0"/>
                                  <a:ea typeface="Cambria Math" panose="02040503050406030204" pitchFamily="18" charset="0"/>
                                </a:rPr>
                                <m:t>𝐈</m:t>
                              </m:r>
                            </m:e>
                          </m:d>
                          <m:r>
                            <a:rPr lang="en-US" b="1">
                              <a:solidFill>
                                <a:srgbClr val="0070C0"/>
                              </a:solidFill>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𝐭</m:t>
                          </m:r>
                        </m:sub>
                      </m:sSub>
                      <m:d>
                        <m:dPr>
                          <m:begChr m:val="["/>
                          <m:endChr m:val="]"/>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num>
                            <m:den>
                              <m:r>
                                <a:rPr lang="en-US" i="1">
                                  <a:latin typeface="Cambria Math" panose="02040503050406030204" pitchFamily="18" charset="0"/>
                                  <a:ea typeface="Cambria Math" panose="02040503050406030204" pitchFamily="18" charset="0"/>
                                </a:rPr>
                                <m:t>2</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𝑡</m:t>
                                  </m:r>
                                </m:sub>
                                <m:sup>
                                  <m:r>
                                    <a:rPr lang="en-US" i="1">
                                      <a:latin typeface="Cambria Math" panose="02040503050406030204" pitchFamily="18" charset="0"/>
                                      <a:ea typeface="Cambria Math" panose="02040503050406030204" pitchFamily="18" charset="0"/>
                                    </a:rPr>
                                    <m:t>2</m:t>
                                  </m:r>
                                </m:sup>
                              </m:sSubSup>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𝛼</m:t>
                                          </m:r>
                                        </m:e>
                                      </m:acc>
                                    </m:e>
                                    <m:sub>
                                      <m:r>
                                        <a:rPr lang="en-US" i="1">
                                          <a:latin typeface="Cambria Math" panose="02040503050406030204" pitchFamily="18" charset="0"/>
                                          <a:ea typeface="Cambria Math" panose="02040503050406030204" pitchFamily="18" charset="0"/>
                                        </a:rPr>
                                        <m:t>𝑡</m:t>
                                      </m:r>
                                    </m:sub>
                                  </m:sSub>
                                </m:e>
                              </m:d>
                            </m:den>
                          </m:f>
                          <m:r>
                            <m:rPr>
                              <m:lit/>
                            </m:rP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r>
                            <a:rPr lang="en-US" b="1" i="1">
                              <a:solidFill>
                                <a:srgbClr val="0070C0"/>
                              </a:solidFill>
                              <a:latin typeface="Cambria Math" panose="02040503050406030204" pitchFamily="18" charset="0"/>
                              <a:ea typeface="Cambria Math" panose="02040503050406030204" pitchFamily="18" charset="0"/>
                            </a:rPr>
                            <m:t>𝝐</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rad>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i="1">
                              <a:latin typeface="Cambria Math" panose="02040503050406030204" pitchFamily="18" charset="0"/>
                              <a:ea typeface="Cambria Math" panose="02040503050406030204" pitchFamily="18" charset="0"/>
                            </a:rPr>
                            <m:t>+</m:t>
                          </m:r>
                          <m:rad>
                            <m:radPr>
                              <m:degHide m:val="on"/>
                              <m:ctrlPr>
                                <a:rPr lang="en-US" i="1">
                                  <a:latin typeface="Cambria Math" panose="02040503050406030204" pitchFamily="18" charset="0"/>
                                  <a:ea typeface="Cambria Math" panose="02040503050406030204" pitchFamily="18" charset="0"/>
                                </a:rPr>
                              </m:ctrlPr>
                            </m:radPr>
                            <m:deg/>
                            <m:e>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ea typeface="Cambria Math" panose="02040503050406030204" pitchFamily="18" charset="0"/>
                                        </a:rPr>
                                      </m:ctrlPr>
                                    </m:acc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𝛼</m:t>
                                          </m:r>
                                        </m:e>
                                        <m:sub>
                                          <m:r>
                                            <a:rPr lang="en-US" i="1">
                                              <a:latin typeface="Cambria Math" panose="02040503050406030204" pitchFamily="18" charset="0"/>
                                              <a:ea typeface="Cambria Math" panose="02040503050406030204" pitchFamily="18" charset="0"/>
                                            </a:rPr>
                                            <m:t>𝑡</m:t>
                                          </m:r>
                                        </m:sub>
                                      </m:sSub>
                                    </m:e>
                                  </m:acc>
                                </m:e>
                              </m:d>
                            </m:e>
                          </m:rad>
                          <m:r>
                            <a:rPr lang="en-US" b="1" i="1">
                              <a:solidFill>
                                <a:srgbClr val="0070C0"/>
                              </a:solidFill>
                              <a:latin typeface="Cambria Math" panose="02040503050406030204" pitchFamily="18" charset="0"/>
                              <a:ea typeface="Cambria Math" panose="02040503050406030204" pitchFamily="18" charset="0"/>
                            </a:rPr>
                            <m:t>𝝐</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p>
            </p:txBody>
          </p:sp>
        </mc:Choice>
        <mc:Fallback xmlns="">
          <p:sp>
            <p:nvSpPr>
              <p:cNvPr id="17" name="TextBox 16">
                <a:extLst>
                  <a:ext uri="{FF2B5EF4-FFF2-40B4-BE49-F238E27FC236}">
                    <a16:creationId xmlns:a16="http://schemas.microsoft.com/office/drawing/2014/main" id="{E35F8875-06B0-7FF6-4D24-0BB4E74006DA}"/>
                  </a:ext>
                </a:extLst>
              </p:cNvPr>
              <p:cNvSpPr txBox="1">
                <a:spLocks noRot="1" noChangeAspect="1" noMove="1" noResize="1" noEditPoints="1" noAdjustHandles="1" noChangeArrowheads="1" noChangeShapeType="1" noTextEdit="1"/>
              </p:cNvSpPr>
              <p:nvPr/>
            </p:nvSpPr>
            <p:spPr>
              <a:xfrm>
                <a:off x="3025237" y="4171598"/>
                <a:ext cx="8410699" cy="719941"/>
              </a:xfrm>
              <a:prstGeom prst="rect">
                <a:avLst/>
              </a:prstGeom>
              <a:blipFill>
                <a:blip r:embed="rId14"/>
                <a:stretch>
                  <a:fillRect/>
                </a:stretch>
              </a:blipFill>
            </p:spPr>
            <p:txBody>
              <a:bodyPr/>
              <a:lstStyle/>
              <a:p>
                <a:r>
                  <a:rPr lang="en-KR">
                    <a:noFill/>
                  </a:rPr>
                  <a:t> </a:t>
                </a:r>
              </a:p>
            </p:txBody>
          </p:sp>
        </mc:Fallback>
      </mc:AlternateContent>
      <p:pic>
        <p:nvPicPr>
          <p:cNvPr id="31" name="Audio 30">
            <a:extLst>
              <a:ext uri="{FF2B5EF4-FFF2-40B4-BE49-F238E27FC236}">
                <a16:creationId xmlns:a16="http://schemas.microsoft.com/office/drawing/2014/main" id="{C47CC887-66DA-3584-85EC-FF7E62F382C5}"/>
              </a:ext>
            </a:extLst>
          </p:cNvPr>
          <p:cNvPicPr>
            <a:picLocks noChangeAspect="1"/>
          </p:cNvPicPr>
          <p:nvPr>
            <a:audioFile r:link="rId3"/>
            <p:extLst>
              <p:ext uri="{DAA4B4D4-6D71-4841-9C94-3DE7FCFB9230}">
                <p14:media xmlns:p14="http://schemas.microsoft.com/office/powerpoint/2010/main" r:embed="rId2"/>
              </p:ext>
            </p:extLst>
          </p:nvPr>
        </p:nvPicPr>
        <p:blipFill>
          <a:blip r:embed="rId15"/>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700111798"/>
      </p:ext>
    </p:extLst>
  </p:cSld>
  <p:clrMapOvr>
    <a:masterClrMapping/>
  </p:clrMapOvr>
  <mc:AlternateContent xmlns:mc="http://schemas.openxmlformats.org/markup-compatibility/2006">
    <mc:Choice xmlns:p14="http://schemas.microsoft.com/office/powerpoint/2010/main" Requires="p14">
      <p:transition spd="slow" p14:dur="2000" advTm="64608"/>
    </mc:Choice>
    <mc:Fallback>
      <p:transition spd="slow" advTm="646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31"/>
                </p:tgtEl>
              </p:cMediaNode>
            </p:audio>
          </p:childTnLst>
        </p:cTn>
      </p:par>
    </p:tnLst>
    <p:bldLst>
      <p:bldP spid="7" grpId="0"/>
      <p:bldP spid="9" grpId="0"/>
      <p:bldP spid="13" grpId="0"/>
      <p:bldP spid="12" grpId="0"/>
      <p:bldP spid="17" grpId="0"/>
    </p:bldLst>
  </p:timing>
  <p:extLst>
    <p:ext uri="{3A86A75C-4F4B-4683-9AE1-C65F6400EC91}">
      <p14:laserTraceLst xmlns:p14="http://schemas.microsoft.com/office/powerpoint/2010/main">
        <p14:tracePtLst>
          <p14:tracePt t="2235" x="10507663" y="6799263"/>
          <p14:tracePt t="2244" x="9771063" y="6764338"/>
          <p14:tracePt t="2252" x="9440863" y="6764338"/>
          <p14:tracePt t="2260" x="8907463" y="6738938"/>
          <p14:tracePt t="2268" x="8424863" y="6705600"/>
          <p14:tracePt t="2276" x="8288338" y="6697663"/>
          <p14:tracePt t="2285" x="8001000" y="6662738"/>
          <p14:tracePt t="2293" x="7805738" y="6646863"/>
          <p14:tracePt t="2301" x="7670800" y="6586538"/>
          <p14:tracePt t="2309" x="7586663" y="6561138"/>
          <p14:tracePt t="2318" x="7518400" y="6527800"/>
          <p14:tracePt t="2326" x="7475538" y="6494463"/>
          <p14:tracePt t="2334" x="7434263" y="6451600"/>
          <p14:tracePt t="2342" x="7416800" y="6426200"/>
          <p14:tracePt t="2350" x="7391400" y="6392863"/>
          <p14:tracePt t="2358" x="7391400" y="6350000"/>
          <p14:tracePt t="2367" x="7373938" y="6332538"/>
          <p14:tracePt t="2375" x="7373938" y="6291263"/>
          <p14:tracePt t="2383" x="7358063" y="6256338"/>
          <p14:tracePt t="2399" x="7358063" y="6230938"/>
          <p14:tracePt t="2416" x="7358063" y="6215063"/>
          <p14:tracePt t="2424" x="7358063" y="6197600"/>
          <p14:tracePt t="2440" x="7358063" y="6180138"/>
          <p14:tracePt t="2448" x="7358063" y="6154738"/>
          <p14:tracePt t="2457" x="7358063" y="6096000"/>
          <p14:tracePt t="2719" x="7358063" y="6138863"/>
          <p14:tracePt t="2727" x="7315200" y="6332538"/>
          <p14:tracePt t="2735" x="7264400" y="6561138"/>
          <p14:tracePt t="2744" x="7239000" y="6723063"/>
          <p14:tracePt t="3400" x="0" y="0"/>
        </p14:tracePtLst>
        <p14:tracePtLst>
          <p14:tracePt t="32256" x="4681538" y="6494463"/>
          <p14:tracePt t="32269" x="4986338" y="6256338"/>
          <p14:tracePt t="32271" x="5105400" y="6138863"/>
          <p14:tracePt t="32279" x="5376863" y="5884863"/>
          <p14:tracePt t="32286" x="5664200" y="5638800"/>
          <p14:tracePt t="32294" x="5884863" y="5402263"/>
          <p14:tracePt t="32302" x="6129338" y="5207000"/>
          <p14:tracePt t="32310" x="6265863" y="5054600"/>
          <p14:tracePt t="32318" x="6469063" y="4859338"/>
          <p14:tracePt t="32326" x="6519863" y="4818063"/>
          <p14:tracePt t="32335" x="6621463" y="4699000"/>
          <p14:tracePt t="32343" x="6713538" y="4589463"/>
          <p14:tracePt t="32351" x="6773863" y="4529138"/>
          <p14:tracePt t="32359" x="6815138" y="4470400"/>
          <p14:tracePt t="32367" x="6875463" y="4394200"/>
          <p14:tracePt t="32375" x="6908800" y="4351338"/>
          <p14:tracePt t="32384" x="6934200" y="4310063"/>
          <p14:tracePt t="32392" x="6967538" y="4275138"/>
          <p14:tracePt t="32400" x="6985000" y="4249738"/>
          <p14:tracePt t="32408" x="6985000" y="4233863"/>
          <p14:tracePt t="32416" x="6992938" y="4216400"/>
          <p14:tracePt t="32425" x="6992938" y="4198938"/>
          <p14:tracePt t="32433" x="6992938" y="4191000"/>
          <p14:tracePt t="32449" x="6992938" y="4173538"/>
          <p14:tracePt t="32474" x="6992938" y="4157663"/>
          <p14:tracePt t="32490" x="6992938" y="4140200"/>
          <p14:tracePt t="32499" x="6992938" y="4114800"/>
          <p14:tracePt t="32507" x="6992938" y="4056063"/>
          <p14:tracePt t="32515" x="6992938" y="3979863"/>
          <p14:tracePt t="32523" x="6992938" y="3919538"/>
          <p14:tracePt t="32532" x="7010400" y="3843338"/>
          <p14:tracePt t="32539" x="7010400" y="3767138"/>
          <p14:tracePt t="32548" x="7027863" y="3708400"/>
          <p14:tracePt t="32556" x="7027863" y="3675063"/>
          <p14:tracePt t="32565" x="7027863" y="3657600"/>
          <p14:tracePt t="32572" x="7027863" y="3649663"/>
          <p14:tracePt t="32582" x="7027863" y="3632200"/>
          <p14:tracePt t="32621" x="7010400" y="3632200"/>
          <p14:tracePt t="32631" x="6992938" y="3632200"/>
          <p14:tracePt t="32638" x="6985000" y="3632200"/>
          <p14:tracePt t="32648" x="6951663" y="3649663"/>
          <p14:tracePt t="32654" x="6926263" y="3675063"/>
          <p14:tracePt t="32664" x="6875463" y="3708400"/>
          <p14:tracePt t="32670" x="6858000" y="3733800"/>
          <p14:tracePt t="32679" x="6815138" y="3767138"/>
          <p14:tracePt t="32687" x="6773863" y="3810000"/>
          <p14:tracePt t="32695" x="6723063" y="3843338"/>
          <p14:tracePt t="32703" x="6697663" y="3860800"/>
          <p14:tracePt t="32711" x="6662738" y="3868738"/>
          <p14:tracePt t="32720" x="6654800" y="3886200"/>
          <p14:tracePt t="32736" x="6637338" y="3903663"/>
          <p14:tracePt t="32777" x="6637338" y="3919538"/>
          <p14:tracePt t="32834" x="6621463" y="3919538"/>
          <p14:tracePt t="32900" x="6621463" y="3929063"/>
          <p14:tracePt t="32941" x="6621463" y="3944938"/>
          <p14:tracePt t="32957" x="6604000" y="3944938"/>
          <p14:tracePt t="32966" x="6604000" y="3962400"/>
          <p14:tracePt t="32990" x="6596063" y="3979863"/>
          <p14:tracePt t="33039" x="6596063" y="3987800"/>
          <p14:tracePt t="40075" x="6596063" y="4005263"/>
          <p14:tracePt t="40083" x="6596063" y="4021138"/>
          <p14:tracePt t="40100" x="6596063" y="4038600"/>
          <p14:tracePt t="40108" x="6578600" y="4056063"/>
          <p14:tracePt t="40116" x="6578600" y="4064000"/>
          <p14:tracePt t="40124" x="6545263" y="4097338"/>
          <p14:tracePt t="40133" x="6545263" y="4114800"/>
          <p14:tracePt t="40141" x="6519863" y="4140200"/>
          <p14:tracePt t="40149" x="6469063" y="4191000"/>
          <p14:tracePt t="40157" x="6459538" y="4198938"/>
          <p14:tracePt t="40165" x="6426200" y="4249738"/>
          <p14:tracePt t="40173" x="6383338" y="4259263"/>
          <p14:tracePt t="40181" x="6332538" y="4292600"/>
          <p14:tracePt t="40190" x="6291263" y="4335463"/>
          <p14:tracePt t="40199" x="6265863" y="4351338"/>
          <p14:tracePt t="40206" x="6230938" y="4351338"/>
          <p14:tracePt t="40215" x="6189663" y="4386263"/>
          <p14:tracePt t="40223" x="6172200" y="4394200"/>
          <p14:tracePt t="40232" x="6138863" y="4394200"/>
          <p14:tracePt t="40239" x="6113463" y="4411663"/>
          <p14:tracePt t="40249" x="6096000" y="4411663"/>
          <p14:tracePt t="40256" x="6062663" y="4427538"/>
          <p14:tracePt t="40265" x="6053138" y="4427538"/>
          <p14:tracePt t="40272" x="6019800" y="4427538"/>
          <p14:tracePt t="40281" x="5994400" y="4427538"/>
          <p14:tracePt t="40288" x="5976938" y="4445000"/>
          <p14:tracePt t="40298" x="5943600" y="4445000"/>
          <p14:tracePt t="40305" x="5926138" y="4445000"/>
          <p14:tracePt t="40313" x="5900738" y="4452938"/>
          <p14:tracePt t="40321" x="5867400" y="4452938"/>
          <p14:tracePt t="40329" x="5859463" y="4470400"/>
          <p14:tracePt t="40337" x="5824538" y="4470400"/>
          <p14:tracePt t="40346" x="5808663" y="4470400"/>
          <p14:tracePt t="40362" x="5783263" y="4487863"/>
          <p14:tracePt t="40370" x="5765800" y="4487863"/>
          <p14:tracePt t="40378" x="5748338" y="4487863"/>
          <p14:tracePt t="40395" x="5732463" y="4503738"/>
          <p14:tracePt t="40403" x="5722938" y="4503738"/>
          <p14:tracePt t="40411" x="5707063" y="4503738"/>
          <p14:tracePt t="40419" x="5689600" y="4521200"/>
          <p14:tracePt t="40427" x="5664200" y="4521200"/>
          <p14:tracePt t="40436" x="5646738" y="4529138"/>
          <p14:tracePt t="40444" x="5613400" y="4529138"/>
          <p14:tracePt t="40452" x="5570538" y="4546600"/>
          <p14:tracePt t="40460" x="5554663" y="4546600"/>
          <p14:tracePt t="40468" x="5511800" y="4564063"/>
          <p14:tracePt t="40477" x="5494338" y="4579938"/>
          <p14:tracePt t="40485" x="5453063" y="4579938"/>
          <p14:tracePt t="40493" x="5418138" y="4589463"/>
          <p14:tracePt t="40501" x="5402263" y="4589463"/>
          <p14:tracePt t="40509" x="5376863" y="4605338"/>
          <p14:tracePt t="40518" x="5359400" y="4605338"/>
          <p14:tracePt t="40526" x="5341938" y="4605338"/>
          <p14:tracePt t="40534" x="5334000" y="4622800"/>
          <p14:tracePt t="40542" x="5316538" y="4622800"/>
          <p14:tracePt t="40551" x="5300663" y="4622800"/>
          <p14:tracePt t="40575" x="5283200" y="4622800"/>
          <p14:tracePt t="40657" x="5283200" y="4640263"/>
          <p14:tracePt t="41403" x="5283200" y="4648200"/>
          <p14:tracePt t="41411" x="5283200" y="4665663"/>
          <p14:tracePt t="41419" x="5265738" y="4699000"/>
          <p14:tracePt t="41428" x="5265738" y="4716463"/>
          <p14:tracePt t="41436" x="5257800" y="4716463"/>
          <p14:tracePt t="41444" x="5240338" y="4741863"/>
          <p14:tracePt t="41452" x="5224463" y="4757738"/>
          <p14:tracePt t="41460" x="5207000" y="4775200"/>
          <p14:tracePt t="41468" x="5207000" y="4783138"/>
          <p14:tracePt t="41477" x="5199063" y="4800600"/>
          <p14:tracePt t="41485" x="5181600" y="4818063"/>
          <p14:tracePt t="41493" x="5181600" y="4833938"/>
          <p14:tracePt t="41502" x="5164138" y="4843463"/>
          <p14:tracePt t="41517" x="5148263" y="4859338"/>
          <p14:tracePt t="41526" x="5138738" y="4876800"/>
          <p14:tracePt t="41534" x="5138738" y="4894263"/>
          <p14:tracePt t="41550" x="5122863" y="4910138"/>
          <p14:tracePt t="41558" x="5105400" y="4910138"/>
          <p14:tracePt t="41567" x="5105400" y="4919663"/>
          <p14:tracePt t="41575" x="5087938" y="4935538"/>
          <p14:tracePt t="41583" x="5072063" y="4935538"/>
          <p14:tracePt t="41591" x="5072063" y="4953000"/>
          <p14:tracePt t="41599" x="5062538" y="4953000"/>
          <p14:tracePt t="41608" x="5046663" y="4970463"/>
          <p14:tracePt t="41624" x="5029200" y="4970463"/>
          <p14:tracePt t="41632" x="5011738" y="4978400"/>
          <p14:tracePt t="41640" x="5003800" y="4978400"/>
          <p14:tracePt t="41649" x="4986338" y="4995863"/>
          <p14:tracePt t="41657" x="4970463" y="4995863"/>
          <p14:tracePt t="41665" x="4953000" y="4995863"/>
          <p14:tracePt t="41673" x="4935538" y="4995863"/>
          <p14:tracePt t="41690" x="4927600" y="4995863"/>
          <p14:tracePt t="41714" x="4910138" y="4995863"/>
          <p14:tracePt t="41739" x="4894263" y="4995863"/>
          <p14:tracePt t="41755" x="4876800" y="4995863"/>
          <p14:tracePt t="41765" x="4868863" y="4995863"/>
          <p14:tracePt t="41772" x="4868863" y="4978400"/>
          <p14:tracePt t="41782" x="4851400" y="4970463"/>
          <p14:tracePt t="41788" x="4851400" y="4953000"/>
          <p14:tracePt t="41798" x="4833938" y="4935538"/>
          <p14:tracePt t="41805" x="4833938" y="4919663"/>
          <p14:tracePt t="41813" x="4818063" y="4910138"/>
          <p14:tracePt t="41821" x="4818063" y="4894263"/>
          <p14:tracePt t="41846" x="4818063" y="4876800"/>
          <p14:tracePt t="47991" x="4868863" y="4919663"/>
          <p14:tracePt t="47999" x="4927600" y="4953000"/>
          <p14:tracePt t="48007" x="4986338" y="4970463"/>
          <p14:tracePt t="48017" x="5011738" y="4978400"/>
          <p14:tracePt t="48024" x="5072063" y="5011738"/>
          <p14:tracePt t="48032" x="5122863" y="5011738"/>
          <p14:tracePt t="48040" x="5181600" y="5029200"/>
          <p14:tracePt t="48049" x="5265738" y="5046663"/>
          <p14:tracePt t="48057" x="5359400" y="5054600"/>
          <p14:tracePt t="48065" x="5468938" y="5072063"/>
          <p14:tracePt t="48073" x="5537200" y="5072063"/>
          <p14:tracePt t="48082" x="5613400" y="5072063"/>
          <p14:tracePt t="48089" x="5689600" y="5072063"/>
          <p14:tracePt t="48099" x="5748338" y="5072063"/>
          <p14:tracePt t="48106" x="5808663" y="5072063"/>
          <p14:tracePt t="48115" x="5859463" y="5072063"/>
          <p14:tracePt t="48122" x="5900738" y="5072063"/>
          <p14:tracePt t="48132" x="5943600" y="5054600"/>
          <p14:tracePt t="48139" x="5961063" y="5046663"/>
          <p14:tracePt t="48148" x="5994400" y="5029200"/>
          <p14:tracePt t="48155" x="6002338" y="5029200"/>
          <p14:tracePt t="48171" x="6019800" y="5029200"/>
          <p14:tracePt t="48212" x="6037263" y="5029200"/>
          <p14:tracePt t="48893" x="6002338" y="5087938"/>
          <p14:tracePt t="48901" x="5976938" y="5148263"/>
          <p14:tracePt t="48909" x="5884863" y="5249863"/>
          <p14:tracePt t="48917" x="5808663" y="5376863"/>
          <p14:tracePt t="48926" x="5707063" y="5494338"/>
          <p14:tracePt t="48934" x="5554663" y="5656263"/>
          <p14:tracePt t="48942" x="5376863" y="5867400"/>
          <p14:tracePt t="48950" x="5207000" y="6037263"/>
          <p14:tracePt t="48958" x="5003800" y="6230938"/>
          <p14:tracePt t="48967" x="4757738" y="6408738"/>
          <p14:tracePt t="48975" x="4546600" y="6586538"/>
          <p14:tracePt t="48983" x="4368800" y="6738938"/>
          <p14:tracePt t="50362" x="11803063" y="6332538"/>
          <p14:tracePt t="50369" x="11488738" y="6299200"/>
          <p14:tracePt t="50377" x="11201400" y="6299200"/>
          <p14:tracePt t="50385" x="10964863" y="6291263"/>
          <p14:tracePt t="50393" x="10769600" y="6291263"/>
          <p14:tracePt t="50401" x="10693400" y="6291263"/>
          <p14:tracePt t="50409" x="10523538" y="6291263"/>
          <p14:tracePt t="50417" x="10421938" y="6273800"/>
          <p14:tracePt t="50425" x="10345738" y="6256338"/>
          <p14:tracePt t="50434" x="10312400" y="6256338"/>
          <p14:tracePt t="50442" x="10269538" y="6240463"/>
          <p14:tracePt t="50450" x="10253663" y="6240463"/>
          <p14:tracePt t="50458" x="10236200" y="6240463"/>
          <p14:tracePt t="50671" x="10269538" y="6256338"/>
          <p14:tracePt t="50681" x="10482263" y="6375400"/>
          <p14:tracePt t="50687" x="10693400" y="6510338"/>
          <p14:tracePt t="50696" x="10990263" y="6662738"/>
          <p14:tracePt t="50704" x="11295063" y="6840538"/>
          <p14:tracePt t="52157" x="4986338" y="6799263"/>
          <p14:tracePt t="52168" x="4851400" y="6781800"/>
          <p14:tracePt t="52176" x="4741863" y="6764338"/>
          <p14:tracePt t="52184" x="4640263" y="6756400"/>
          <p14:tracePt t="52189" x="4579938" y="6756400"/>
          <p14:tracePt t="52220" x="4462463" y="6756400"/>
          <p14:tracePt t="52221" x="4411663" y="6756400"/>
          <p14:tracePt t="52228" x="4386263" y="6756400"/>
          <p14:tracePt t="52237" x="4351338" y="6756400"/>
          <p14:tracePt t="52245" x="4325938" y="6756400"/>
          <p14:tracePt t="52253" x="4292600" y="6756400"/>
          <p14:tracePt t="52261" x="4267200" y="6756400"/>
          <p14:tracePt t="52270" x="4233863" y="6756400"/>
          <p14:tracePt t="52278" x="4216400" y="6738938"/>
          <p14:tracePt t="52286" x="4191000" y="6738938"/>
          <p14:tracePt t="52294" x="4173538" y="6738938"/>
          <p14:tracePt t="52302" x="4157663" y="6723063"/>
          <p14:tracePt t="52310" x="4140200" y="6723063"/>
          <p14:tracePt t="52319" x="4132263" y="6723063"/>
          <p14:tracePt t="52327" x="4114800" y="6723063"/>
          <p14:tracePt t="52335" x="4097338" y="6705600"/>
          <p14:tracePt t="52343" x="4081463" y="6705600"/>
          <p14:tracePt t="52352" x="4038600" y="6697663"/>
          <p14:tracePt t="52360" x="4021138" y="6680200"/>
          <p14:tracePt t="52368" x="3937000" y="6646863"/>
          <p14:tracePt t="52376" x="3860800" y="6621463"/>
          <p14:tracePt t="52384" x="3784600" y="6586538"/>
          <p14:tracePt t="52392" x="3741738" y="6570663"/>
          <p14:tracePt t="52401" x="3614738" y="6527800"/>
          <p14:tracePt t="52409" x="3556000" y="6494463"/>
          <p14:tracePt t="52417" x="3479800" y="6469063"/>
          <p14:tracePt t="52425" x="3421063" y="6426200"/>
          <p14:tracePt t="52433" x="3344863" y="6408738"/>
          <p14:tracePt t="52442" x="3284538" y="6375400"/>
          <p14:tracePt t="52450" x="3243263" y="6350000"/>
          <p14:tracePt t="52458" x="3200400" y="6332538"/>
          <p14:tracePt t="52466" x="3182938" y="6332538"/>
          <p14:tracePt t="52474" x="3149600" y="6316663"/>
          <p14:tracePt t="52483" x="3141663" y="6299200"/>
          <p14:tracePt t="52491" x="3124200" y="6299200"/>
          <p14:tracePt t="52507" x="3106738" y="6299200"/>
          <p14:tracePt t="52523" x="3106738" y="6291263"/>
          <p14:tracePt t="52598" x="3106738" y="6273800"/>
          <p14:tracePt t="54417" x="3124200" y="6273800"/>
          <p14:tracePt t="54425" x="3167063" y="6273800"/>
          <p14:tracePt t="54433" x="3225800" y="6256338"/>
          <p14:tracePt t="54442" x="3302000" y="6230938"/>
          <p14:tracePt t="54450" x="3411538" y="6197600"/>
          <p14:tracePt t="54458" x="3479800" y="6180138"/>
          <p14:tracePt t="54467" x="3530600" y="6180138"/>
          <p14:tracePt t="54474" x="3632200" y="6164263"/>
          <p14:tracePt t="54482" x="3690938" y="6154738"/>
          <p14:tracePt t="54491" x="3767138" y="6138863"/>
          <p14:tracePt t="54499" x="3827463" y="6121400"/>
          <p14:tracePt t="54507" x="3878263" y="6121400"/>
          <p14:tracePt t="54516" x="3937000" y="6103938"/>
          <p14:tracePt t="54523" x="3979863" y="6103938"/>
          <p14:tracePt t="54532" x="3995738" y="6096000"/>
          <p14:tracePt t="54540" x="4021138" y="6096000"/>
          <p14:tracePt t="54549" x="4038600" y="6078538"/>
          <p14:tracePt t="54556" x="4056063" y="6078538"/>
          <p14:tracePt t="54565" x="4071938" y="6078538"/>
          <p14:tracePt t="54582" x="4071938" y="6062663"/>
          <p14:tracePt t="54589" x="4081463" y="6062663"/>
          <p14:tracePt t="54622" x="4081463" y="6045200"/>
          <p14:tracePt t="54631" x="4097338" y="6037263"/>
          <p14:tracePt t="54638" x="4097338" y="6002338"/>
          <p14:tracePt t="54646" x="4097338" y="5867400"/>
          <p14:tracePt t="55696" x="4081463" y="5867400"/>
          <p14:tracePt t="55704" x="4071938" y="5867400"/>
          <p14:tracePt t="55712" x="4056063" y="5867400"/>
          <p14:tracePt t="55720" x="4038600" y="5867400"/>
          <p14:tracePt t="55728" x="3995738" y="5867400"/>
          <p14:tracePt t="55736" x="3962400" y="5884863"/>
          <p14:tracePt t="55745" x="3860800" y="5900738"/>
          <p14:tracePt t="55753" x="3827463" y="5900738"/>
          <p14:tracePt t="55761" x="3751263" y="5900738"/>
          <p14:tracePt t="55769" x="3690938" y="5900738"/>
          <p14:tracePt t="55778" x="3649663" y="5910263"/>
          <p14:tracePt t="55786" x="3589338" y="5910263"/>
          <p14:tracePt t="55794" x="3530600" y="5926138"/>
          <p14:tracePt t="55802" x="3479800" y="5926138"/>
          <p14:tracePt t="55810" x="3454400" y="5943600"/>
          <p14:tracePt t="55818" x="3411538" y="5961063"/>
          <p14:tracePt t="55826" x="3395663" y="5961063"/>
          <p14:tracePt t="55835" x="3378200" y="5969000"/>
          <p14:tracePt t="55843" x="3344863" y="5969000"/>
          <p14:tracePt t="55851" x="3335338" y="5986463"/>
          <p14:tracePt t="55859" x="3319463" y="6002338"/>
          <p14:tracePt t="55868" x="3284538" y="6019800"/>
          <p14:tracePt t="55876" x="3276600" y="6037263"/>
          <p14:tracePt t="55884" x="3243263" y="6037263"/>
          <p14:tracePt t="55892" x="3225800" y="6045200"/>
          <p14:tracePt t="55900" x="3217863" y="6062663"/>
          <p14:tracePt t="55908" x="3182938" y="6062663"/>
          <p14:tracePt t="55917" x="3149600" y="6078538"/>
          <p14:tracePt t="55925" x="3141663" y="6078538"/>
          <p14:tracePt t="55933" x="3106738" y="6096000"/>
          <p14:tracePt t="57819" x="3141663" y="6096000"/>
          <p14:tracePt t="57826" x="3378200" y="6096000"/>
          <p14:tracePt t="57835" x="3649663" y="6096000"/>
          <p14:tracePt t="57843" x="3937000" y="6096000"/>
          <p14:tracePt t="57851" x="4208463" y="6103938"/>
          <p14:tracePt t="57859" x="4699000" y="6103938"/>
          <p14:tracePt t="57867" x="4927600" y="6138863"/>
          <p14:tracePt t="57875" x="5418138" y="6138863"/>
          <p14:tracePt t="57884" x="5783263" y="6138863"/>
          <p14:tracePt t="57892" x="5884863" y="6138863"/>
          <p14:tracePt t="57900" x="6129338" y="6138863"/>
          <p14:tracePt t="57908" x="6248400" y="6138863"/>
          <p14:tracePt t="57916" x="6350000" y="6138863"/>
          <p14:tracePt t="57925" x="6392863" y="6138863"/>
          <p14:tracePt t="57933" x="6426200" y="6138863"/>
          <p14:tracePt t="57941" x="6443663" y="6138863"/>
          <p14:tracePt t="57949" x="6459538" y="6138863"/>
          <p14:tracePt t="57999" x="6443663" y="6138863"/>
          <p14:tracePt t="58007" x="6426200" y="6138863"/>
          <p14:tracePt t="58016" x="6408738" y="6154738"/>
          <p14:tracePt t="58023" x="6383338" y="6154738"/>
          <p14:tracePt t="58033" x="6350000" y="6164263"/>
          <p14:tracePt t="58039" x="6307138" y="6197600"/>
          <p14:tracePt t="58049" x="6273800" y="6215063"/>
          <p14:tracePt t="58056" x="6230938" y="6230938"/>
          <p14:tracePt t="58066" x="6172200" y="6273800"/>
          <p14:tracePt t="58072" x="6138863" y="6291263"/>
          <p14:tracePt t="58082" x="6078538" y="6299200"/>
          <p14:tracePt t="58089" x="6019800" y="6316663"/>
          <p14:tracePt t="58098" x="5961063" y="6350000"/>
          <p14:tracePt t="58105" x="5900738" y="6350000"/>
          <p14:tracePt t="58115" x="5859463" y="6367463"/>
          <p14:tracePt t="58122" x="5799138" y="6375400"/>
          <p14:tracePt t="58130" x="5722938" y="6392863"/>
          <p14:tracePt t="58138" x="5664200" y="6408738"/>
          <p14:tracePt t="58146" x="5588000" y="6408738"/>
          <p14:tracePt t="58154" x="5494338" y="6426200"/>
          <p14:tracePt t="58162" x="5418138" y="6434138"/>
          <p14:tracePt t="58171" x="5376863" y="6451600"/>
          <p14:tracePt t="58179" x="5283200" y="6451600"/>
          <p14:tracePt t="58187" x="5240338" y="6469063"/>
          <p14:tracePt t="58195" x="5148263" y="6469063"/>
          <p14:tracePt t="58203" x="5105400" y="6469063"/>
          <p14:tracePt t="58212" x="5046663" y="6484938"/>
          <p14:tracePt t="58220" x="4970463" y="6484938"/>
          <p14:tracePt t="58228" x="4910138" y="6494463"/>
          <p14:tracePt t="58236" x="4833938" y="6494463"/>
          <p14:tracePt t="58244" x="4775200" y="6510338"/>
          <p14:tracePt t="58253" x="4640263" y="6510338"/>
          <p14:tracePt t="58261" x="4597400" y="6510338"/>
          <p14:tracePt t="58269" x="4445000" y="6527800"/>
          <p14:tracePt t="58277" x="4343400" y="6527800"/>
          <p14:tracePt t="58286" x="4233863" y="6527800"/>
          <p14:tracePt t="58294" x="4191000" y="6527800"/>
          <p14:tracePt t="58302" x="4081463" y="6527800"/>
          <p14:tracePt t="58310" x="4005263" y="6527800"/>
          <p14:tracePt t="58318" x="3937000" y="6527800"/>
          <p14:tracePt t="58327" x="3878263" y="6494463"/>
          <p14:tracePt t="58334" x="3810000" y="6469063"/>
          <p14:tracePt t="58343" x="3767138" y="6434138"/>
          <p14:tracePt t="58351" x="3725863" y="6426200"/>
          <p14:tracePt t="58360" x="3690938" y="6392863"/>
          <p14:tracePt t="58367" x="3649663" y="6350000"/>
          <p14:tracePt t="58375" x="3632200" y="6332538"/>
          <p14:tracePt t="58384" x="3589338" y="6299200"/>
          <p14:tracePt t="58392" x="3556000" y="6273800"/>
          <p14:tracePt t="58400" x="3513138" y="6230938"/>
          <p14:tracePt t="58408" x="3479800" y="6197600"/>
          <p14:tracePt t="58417" x="3436938" y="6154738"/>
          <p14:tracePt t="58425" x="3411538" y="6121400"/>
          <p14:tracePt t="58433" x="3378200" y="6096000"/>
          <p14:tracePt t="58441" x="3360738" y="6078538"/>
          <p14:tracePt t="58450" x="3344863" y="6062663"/>
          <p14:tracePt t="58458" x="3344863" y="6045200"/>
          <p14:tracePt t="58466" x="3335338" y="6045200"/>
          <p14:tracePt t="58474" x="3335338" y="6037263"/>
          <p14:tracePt t="58490" x="3335338" y="6019800"/>
          <p14:tracePt t="58507" x="3335338" y="5986463"/>
          <p14:tracePt t="58516" x="3335338" y="5961063"/>
          <p14:tracePt t="58523" x="3335338" y="5910263"/>
          <p14:tracePt t="58532" x="3360738" y="5849938"/>
          <p14:tracePt t="58539" x="3421063" y="5773738"/>
          <p14:tracePt t="58549" x="3479800" y="5707063"/>
          <p14:tracePt t="58556" x="3589338" y="5595938"/>
          <p14:tracePt t="58566" x="3708400" y="5503863"/>
          <p14:tracePt t="58572" x="3827463" y="5443538"/>
          <p14:tracePt t="58583" x="3962400" y="5384800"/>
          <p14:tracePt t="58589" x="4208463" y="5341938"/>
          <p14:tracePt t="58599" x="4445000" y="5300663"/>
          <p14:tracePt t="58605" x="4681538" y="5283200"/>
          <p14:tracePt t="58616" x="5003800" y="5283200"/>
          <p14:tracePt t="58621" x="5595938" y="5283200"/>
          <p14:tracePt t="58632" x="6019800" y="5283200"/>
          <p14:tracePt t="58638" x="6248400" y="5283200"/>
          <p14:tracePt t="58649" x="6621463" y="5283200"/>
          <p14:tracePt t="58654" x="7053263" y="5283200"/>
          <p14:tracePt t="58666" x="7416800" y="5283200"/>
          <p14:tracePt t="58670" x="7747000" y="5283200"/>
          <p14:tracePt t="58682" x="8018463" y="5283200"/>
          <p14:tracePt t="58687" x="8255000" y="5283200"/>
          <p14:tracePt t="58699" x="8313738" y="5283200"/>
          <p14:tracePt t="58703" x="8483600" y="5283200"/>
          <p14:tracePt t="58716" x="8602663" y="5283200"/>
          <p14:tracePt t="58720" x="8712200" y="5283200"/>
          <p14:tracePt t="58732" x="8780463" y="5283200"/>
          <p14:tracePt t="58736" x="8831263" y="5283200"/>
          <p14:tracePt t="58749" x="8872538" y="5283200"/>
          <p14:tracePt t="58752" x="8907463" y="5283200"/>
          <p14:tracePt t="58766" x="8915400" y="5300663"/>
          <p14:tracePt t="58769" x="8932863" y="5300663"/>
          <p14:tracePt t="58782" x="8948738" y="5300663"/>
          <p14:tracePt t="58786" x="8966200" y="5300663"/>
          <p14:tracePt t="58799" x="8974138" y="5300663"/>
          <p14:tracePt t="58802" x="8991600" y="5300663"/>
          <p14:tracePt t="58816" x="9009063" y="5300663"/>
          <p14:tracePt t="58819" x="9042400" y="5308600"/>
          <p14:tracePt t="58832" x="9101138" y="5308600"/>
          <p14:tracePt t="58835" x="9177338" y="5308600"/>
          <p14:tracePt t="58849" x="9245600" y="5326063"/>
          <p14:tracePt t="58852" x="9321800" y="5341938"/>
          <p14:tracePt t="58866" x="9431338" y="5359400"/>
          <p14:tracePt t="58868" x="9532938" y="5376863"/>
          <p14:tracePt t="58882" x="9593263" y="5384800"/>
          <p14:tracePt t="58885" x="9685338" y="5418138"/>
          <p14:tracePt t="58899" x="9771063" y="5435600"/>
          <p14:tracePt t="58900" x="9880600" y="5461000"/>
          <p14:tracePt t="58909" x="9923463" y="5461000"/>
          <p14:tracePt t="58917" x="9999663" y="5478463"/>
          <p14:tracePt t="58925" x="10040938" y="5494338"/>
          <p14:tracePt t="58933" x="10091738" y="5494338"/>
          <p14:tracePt t="58941" x="10101263" y="5503863"/>
          <p14:tracePt t="58950" x="10117138" y="5503863"/>
          <p14:tracePt t="58957" x="10134600" y="5519738"/>
          <p14:tracePt t="58974" x="10152063" y="5519738"/>
          <p14:tracePt t="58990" x="10152063" y="5537200"/>
          <p14:tracePt t="59023" x="10152063" y="5554663"/>
          <p14:tracePt t="59049" x="10152063" y="5570538"/>
          <p14:tracePt t="59056" x="10152063" y="5580063"/>
          <p14:tracePt t="59066" x="10152063" y="5595938"/>
          <p14:tracePt t="59072" x="10152063" y="5613400"/>
          <p14:tracePt t="59089" x="10152063" y="5638800"/>
          <p14:tracePt t="59098" x="10134600" y="5672138"/>
          <p14:tracePt t="59105" x="10101263" y="5707063"/>
          <p14:tracePt t="59115" x="10058400" y="5748338"/>
          <p14:tracePt t="59121" x="10015538" y="5791200"/>
          <p14:tracePt t="59129" x="9939338" y="5834063"/>
          <p14:tracePt t="59138" x="9847263" y="5900738"/>
          <p14:tracePt t="59146" x="9761538" y="5969000"/>
          <p14:tracePt t="59154" x="9644063" y="6037263"/>
          <p14:tracePt t="59162" x="9491663" y="6121400"/>
          <p14:tracePt t="59171" x="9355138" y="6197600"/>
          <p14:tracePt t="59179" x="9202738" y="6256338"/>
          <p14:tracePt t="59187" x="9067800" y="6332538"/>
          <p14:tracePt t="59195" x="8907463" y="6375400"/>
          <p14:tracePt t="59203" x="8847138" y="6392863"/>
          <p14:tracePt t="59212" x="8602663" y="6484938"/>
          <p14:tracePt t="59220" x="8483600" y="6494463"/>
          <p14:tracePt t="59228" x="8348663" y="6527800"/>
          <p14:tracePt t="59236" x="8212138" y="6545263"/>
          <p14:tracePt t="63699" x="8051800" y="6545263"/>
          <p14:tracePt t="63705" x="7848600" y="6604000"/>
          <p14:tracePt t="63717" x="7612063" y="6680200"/>
          <p14:tracePt t="63722" x="7373938" y="6738938"/>
          <p14:tracePt t="63732" x="7129463" y="6756400"/>
          <p14:tracePt t="63738" x="6908800" y="6781800"/>
          <p14:tracePt t="63748" x="6662738" y="6799263"/>
        </p14:tracePtLst>
      </p14:laserTraceLst>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84E5AD-878E-8B31-6B8D-427073B75248}"/>
              </a:ext>
            </a:extLst>
          </p:cNvPr>
          <p:cNvSpPr>
            <a:spLocks noGrp="1"/>
          </p:cNvSpPr>
          <p:nvPr>
            <p:ph type="sldNum" sz="quarter" idx="13"/>
          </p:nvPr>
        </p:nvSpPr>
        <p:spPr/>
        <p:txBody>
          <a:bodyPr/>
          <a:lstStyle/>
          <a:p>
            <a:fld id="{EB4B8DE2-A4E8-46E4-8BBF-D75455EFF32C}" type="slidenum">
              <a:rPr lang="en-US" smtClean="0"/>
              <a:pPr/>
              <a:t>34</a:t>
            </a:fld>
            <a:endParaRPr lang="en-US" dirty="0"/>
          </a:p>
        </p:txBody>
      </p:sp>
      <p:sp>
        <p:nvSpPr>
          <p:cNvPr id="5" name="Content Placeholder 4">
            <a:extLst>
              <a:ext uri="{FF2B5EF4-FFF2-40B4-BE49-F238E27FC236}">
                <a16:creationId xmlns:a16="http://schemas.microsoft.com/office/drawing/2014/main" id="{CA31D4A4-9641-2E32-18DB-6EB86D50EDCD}"/>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9D9299AD-849A-2C16-297D-0ECA768C6E49}"/>
              </a:ext>
            </a:extLst>
          </p:cNvPr>
          <p:cNvSpPr>
            <a:spLocks noGrp="1"/>
          </p:cNvSpPr>
          <p:nvPr>
            <p:ph type="body" sz="quarter" idx="10"/>
          </p:nvPr>
        </p:nvSpPr>
        <p:spPr>
          <a:xfrm>
            <a:off x="609600" y="652047"/>
            <a:ext cx="10972800" cy="369332"/>
          </a:xfrm>
        </p:spPr>
        <p:txBody>
          <a:bodyPr/>
          <a:lstStyle/>
          <a:p>
            <a:r>
              <a:rPr lang="en-US" sz="2000" dirty="0"/>
              <a:t>DDPM uses a simpler variant loss</a:t>
            </a:r>
            <a:endParaRPr lang="en-KR"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6AA8FF-9E4C-F5C5-C481-4065D648EF59}"/>
                  </a:ext>
                </a:extLst>
              </p:cNvPr>
              <p:cNvSpPr txBox="1"/>
              <p:nvPr/>
            </p:nvSpPr>
            <p:spPr>
              <a:xfrm>
                <a:off x="0" y="1213877"/>
                <a:ext cx="8675177" cy="789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a:latin typeface="Cambria Math" panose="02040503050406030204" pitchFamily="18" charset="0"/>
                              <a:ea typeface="Cambria Math" panose="02040503050406030204" pitchFamily="18" charset="0"/>
                            </a:rPr>
                            <m:t>𝔼</m:t>
                          </m:r>
                        </m:e>
                        <m:sub>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𝒙</m:t>
                              </m:r>
                            </m:e>
                            <m:sub>
                              <m:r>
                                <a:rPr lang="en-US" sz="2000" b="0" i="1" smtClean="0">
                                  <a:solidFill>
                                    <a:srgbClr val="FF0000"/>
                                  </a:solidFill>
                                  <a:latin typeface="Cambria Math" panose="02040503050406030204" pitchFamily="18" charset="0"/>
                                  <a:ea typeface="Cambria Math" panose="02040503050406030204" pitchFamily="18" charset="0"/>
                                </a:rPr>
                                <m:t>0</m:t>
                              </m:r>
                            </m:sub>
                          </m:sSub>
                          <m:r>
                            <a:rPr lang="en-US" sz="2000" b="1" i="1" smtClean="0">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𝛜</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𝓝</m:t>
                          </m:r>
                          <m:d>
                            <m:dPr>
                              <m:ctrlPr>
                                <a:rPr lang="en-US" sz="2000" b="1" i="1">
                                  <a:solidFill>
                                    <a:srgbClr val="0070C0"/>
                                  </a:solidFill>
                                  <a:latin typeface="Cambria Math" panose="02040503050406030204" pitchFamily="18" charset="0"/>
                                  <a:ea typeface="Cambria Math" panose="02040503050406030204" pitchFamily="18" charset="0"/>
                                </a:rPr>
                              </m:ctrlPr>
                            </m:dPr>
                            <m:e>
                              <m:r>
                                <a:rPr lang="en-US" sz="2000" b="1">
                                  <a:solidFill>
                                    <a:srgbClr val="0070C0"/>
                                  </a:solidFill>
                                  <a:latin typeface="Cambria Math" panose="02040503050406030204" pitchFamily="18" charset="0"/>
                                  <a:ea typeface="Cambria Math" panose="02040503050406030204" pitchFamily="18" charset="0"/>
                                </a:rPr>
                                <m:t>𝟎</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𝐈</m:t>
                              </m:r>
                            </m:e>
                          </m:d>
                          <m:r>
                            <a:rPr lang="en-US" sz="2000" b="1">
                              <a:solidFill>
                                <a:srgbClr val="0070C0"/>
                              </a:solidFill>
                              <a:latin typeface="Cambria Math" panose="02040503050406030204" pitchFamily="18" charset="0"/>
                              <a:ea typeface="Cambria Math" panose="02040503050406030204" pitchFamily="18" charset="0"/>
                            </a:rPr>
                            <m:t>,   </m:t>
                          </m:r>
                          <m:r>
                            <a:rPr lang="en-US" sz="2000" b="1" smtClean="0">
                              <a:solidFill>
                                <a:schemeClr val="tx1"/>
                              </a:solidFill>
                              <a:latin typeface="Cambria Math" panose="02040503050406030204" pitchFamily="18" charset="0"/>
                              <a:ea typeface="Cambria Math" panose="02040503050406030204" pitchFamily="18" charset="0"/>
                            </a:rPr>
                            <m:t>𝐭</m:t>
                          </m:r>
                        </m:sub>
                      </m:sSub>
                      <m:d>
                        <m:dPr>
                          <m:begChr m:val="["/>
                          <m:endChr m:val="]"/>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𝑡</m:t>
                                  </m:r>
                                </m:sub>
                                <m:sup>
                                  <m:r>
                                    <a:rPr lang="en-US" sz="2000" i="1">
                                      <a:latin typeface="Cambria Math" panose="02040503050406030204" pitchFamily="18" charset="0"/>
                                      <a:ea typeface="Cambria Math" panose="02040503050406030204" pitchFamily="18" charset="0"/>
                                    </a:rPr>
                                    <m:t>2</m:t>
                                  </m:r>
                                </m:sup>
                              </m:sSubSup>
                            </m:num>
                            <m:den>
                              <m:r>
                                <a:rPr lang="en-US" sz="2000" i="1">
                                  <a:latin typeface="Cambria Math" panose="02040503050406030204" pitchFamily="18" charset="0"/>
                                  <a:ea typeface="Cambria Math" panose="02040503050406030204" pitchFamily="18" charset="0"/>
                                </a:rPr>
                                <m:t>2</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𝑡</m:t>
                                  </m:r>
                                </m:sub>
                                <m:sup>
                                  <m:r>
                                    <a:rPr lang="en-US" sz="2000" i="1">
                                      <a:latin typeface="Cambria Math" panose="02040503050406030204" pitchFamily="18" charset="0"/>
                                      <a:ea typeface="Cambria Math" panose="02040503050406030204" pitchFamily="18" charset="0"/>
                                    </a:rPr>
                                    <m:t>2</m:t>
                                  </m:r>
                                </m:sup>
                              </m:sSubSup>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𝛼</m:t>
                                          </m:r>
                                        </m:e>
                                      </m:acc>
                                    </m:e>
                                    <m:sub>
                                      <m:r>
                                        <a:rPr lang="en-US" sz="2000" i="1">
                                          <a:latin typeface="Cambria Math" panose="02040503050406030204" pitchFamily="18" charset="0"/>
                                          <a:ea typeface="Cambria Math" panose="02040503050406030204" pitchFamily="18" charset="0"/>
                                        </a:rPr>
                                        <m:t>𝑡</m:t>
                                      </m:r>
                                    </m:sub>
                                  </m:sSub>
                                </m:e>
                              </m:d>
                            </m:den>
                          </m:f>
                          <m:r>
                            <m:rPr>
                              <m:lit/>
                            </m:rP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𝝐</m:t>
                              </m:r>
                            </m:e>
                            <m:sub>
                              <m:r>
                                <a:rPr lang="en-US" sz="2000" i="1">
                                  <a:latin typeface="Cambria Math" panose="02040503050406030204" pitchFamily="18" charset="0"/>
                                  <a:ea typeface="Cambria Math" panose="02040503050406030204" pitchFamily="18" charset="0"/>
                                </a:rPr>
                                <m:t>𝜃</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rad>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𝒙</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d>
                            </m:e>
                          </m:rad>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m:rPr>
                              <m:lit/>
                            </m:rPr>
                            <a:rPr lang="en-US" sz="2000" b="1"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m:rPr>
                                  <m:lit/>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e>
                      </m:d>
                    </m:oMath>
                  </m:oMathPara>
                </a14:m>
                <a:endParaRPr lang="en-KR" sz="2000" dirty="0"/>
              </a:p>
            </p:txBody>
          </p:sp>
        </mc:Choice>
        <mc:Fallback xmlns="">
          <p:sp>
            <p:nvSpPr>
              <p:cNvPr id="7" name="TextBox 6">
                <a:extLst>
                  <a:ext uri="{FF2B5EF4-FFF2-40B4-BE49-F238E27FC236}">
                    <a16:creationId xmlns:a16="http://schemas.microsoft.com/office/drawing/2014/main" id="{D56AA8FF-9E4C-F5C5-C481-4065D648EF59}"/>
                  </a:ext>
                </a:extLst>
              </p:cNvPr>
              <p:cNvSpPr txBox="1">
                <a:spLocks noRot="1" noChangeAspect="1" noMove="1" noResize="1" noEditPoints="1" noAdjustHandles="1" noChangeArrowheads="1" noChangeShapeType="1" noTextEdit="1"/>
              </p:cNvSpPr>
              <p:nvPr/>
            </p:nvSpPr>
            <p:spPr>
              <a:xfrm>
                <a:off x="0" y="1213877"/>
                <a:ext cx="8675177" cy="789640"/>
              </a:xfrm>
              <a:prstGeom prst="rect">
                <a:avLst/>
              </a:prstGeom>
              <a:blipFill>
                <a:blip r:embed="rId6"/>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3B9593C-AB34-011D-4877-619459D77AF8}"/>
                  </a:ext>
                </a:extLst>
              </p:cNvPr>
              <p:cNvSpPr txBox="1"/>
              <p:nvPr/>
            </p:nvSpPr>
            <p:spPr>
              <a:xfrm>
                <a:off x="-284721" y="2089610"/>
                <a:ext cx="8675177" cy="5507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𝐿</m:t>
                              </m:r>
                            </m:e>
                            <m:sub>
                              <m:r>
                                <m:rPr>
                                  <m:sty m:val="p"/>
                                </m:rPr>
                                <a:rPr lang="en-US" sz="2000" b="0" i="0" smtClean="0">
                                  <a:latin typeface="Cambria Math" panose="02040503050406030204" pitchFamily="18" charset="0"/>
                                  <a:ea typeface="Cambria Math" panose="02040503050406030204" pitchFamily="18" charset="0"/>
                                </a:rPr>
                                <m:t>simple</m:t>
                              </m:r>
                            </m:sub>
                          </m:sSub>
                          <m:r>
                            <a:rPr lang="en-US" sz="2000" b="0" i="1" smtClean="0">
                              <a:latin typeface="Cambria Math" panose="02040503050406030204" pitchFamily="18" charset="0"/>
                              <a:ea typeface="Cambria Math" panose="02040503050406030204" pitchFamily="18" charset="0"/>
                            </a:rPr>
                            <m:t>=</m:t>
                          </m:r>
                          <m:r>
                            <a:rPr lang="en-US" sz="2000" b="1">
                              <a:latin typeface="Cambria Math" panose="02040503050406030204" pitchFamily="18" charset="0"/>
                              <a:ea typeface="Cambria Math" panose="02040503050406030204" pitchFamily="18" charset="0"/>
                            </a:rPr>
                            <m:t>𝔼</m:t>
                          </m:r>
                        </m:e>
                        <m:sub>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𝒙</m:t>
                              </m:r>
                            </m:e>
                            <m:sub>
                              <m:r>
                                <a:rPr lang="en-US" sz="2000" b="0" i="1" smtClean="0">
                                  <a:solidFill>
                                    <a:srgbClr val="FF0000"/>
                                  </a:solidFill>
                                  <a:latin typeface="Cambria Math" panose="02040503050406030204" pitchFamily="18" charset="0"/>
                                  <a:ea typeface="Cambria Math" panose="02040503050406030204" pitchFamily="18" charset="0"/>
                                </a:rPr>
                                <m:t>0</m:t>
                              </m:r>
                            </m:sub>
                          </m:sSub>
                          <m:r>
                            <a:rPr lang="en-US" sz="2000" b="1" i="1" smtClean="0">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𝛜</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𝓝</m:t>
                          </m:r>
                          <m:d>
                            <m:dPr>
                              <m:ctrlPr>
                                <a:rPr lang="en-US" sz="2000" b="1" i="1">
                                  <a:solidFill>
                                    <a:srgbClr val="0070C0"/>
                                  </a:solidFill>
                                  <a:latin typeface="Cambria Math" panose="02040503050406030204" pitchFamily="18" charset="0"/>
                                  <a:ea typeface="Cambria Math" panose="02040503050406030204" pitchFamily="18" charset="0"/>
                                </a:rPr>
                              </m:ctrlPr>
                            </m:dPr>
                            <m:e>
                              <m:r>
                                <a:rPr lang="en-US" sz="2000" b="1">
                                  <a:solidFill>
                                    <a:srgbClr val="0070C0"/>
                                  </a:solidFill>
                                  <a:latin typeface="Cambria Math" panose="02040503050406030204" pitchFamily="18" charset="0"/>
                                  <a:ea typeface="Cambria Math" panose="02040503050406030204" pitchFamily="18" charset="0"/>
                                </a:rPr>
                                <m:t>𝟎</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𝐈</m:t>
                              </m:r>
                            </m:e>
                          </m:d>
                          <m:r>
                            <a:rPr lang="en-US" sz="2000" b="1">
                              <a:solidFill>
                                <a:srgbClr val="0070C0"/>
                              </a:solidFill>
                              <a:latin typeface="Cambria Math" panose="02040503050406030204" pitchFamily="18" charset="0"/>
                              <a:ea typeface="Cambria Math" panose="02040503050406030204" pitchFamily="18" charset="0"/>
                            </a:rPr>
                            <m:t>,   </m:t>
                          </m:r>
                          <m:r>
                            <a:rPr lang="en-US" sz="2000" b="1" smtClean="0">
                              <a:solidFill>
                                <a:schemeClr val="tx1"/>
                              </a:solidFill>
                              <a:latin typeface="Cambria Math" panose="02040503050406030204" pitchFamily="18" charset="0"/>
                              <a:ea typeface="Cambria Math" panose="02040503050406030204" pitchFamily="18" charset="0"/>
                            </a:rPr>
                            <m:t>𝐭</m:t>
                          </m:r>
                        </m:sub>
                      </m:sSub>
                      <m:d>
                        <m:dPr>
                          <m:begChr m:val="["/>
                          <m:endChr m:val="]"/>
                          <m:ctrlPr>
                            <a:rPr lang="en-US" sz="2000" i="1">
                              <a:latin typeface="Cambria Math" panose="02040503050406030204" pitchFamily="18" charset="0"/>
                              <a:ea typeface="Cambria Math" panose="02040503050406030204" pitchFamily="18" charset="0"/>
                            </a:rPr>
                          </m:ctrlPr>
                        </m:dPr>
                        <m:e>
                          <m:r>
                            <m:rPr>
                              <m:lit/>
                            </m:rP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𝝐</m:t>
                              </m:r>
                            </m:e>
                            <m:sub>
                              <m:r>
                                <a:rPr lang="en-US" sz="2000" i="1">
                                  <a:latin typeface="Cambria Math" panose="02040503050406030204" pitchFamily="18" charset="0"/>
                                  <a:ea typeface="Cambria Math" panose="02040503050406030204" pitchFamily="18" charset="0"/>
                                </a:rPr>
                                <m:t>𝜃</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rad>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𝒙</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d>
                            </m:e>
                          </m:rad>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m:rPr>
                              <m:lit/>
                            </m:rPr>
                            <a:rPr lang="en-US" sz="2000" b="1"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m:rPr>
                                  <m:lit/>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e>
                      </m:d>
                    </m:oMath>
                  </m:oMathPara>
                </a14:m>
                <a:endParaRPr lang="en-KR" sz="2000" dirty="0"/>
              </a:p>
            </p:txBody>
          </p:sp>
        </mc:Choice>
        <mc:Fallback xmlns="">
          <p:sp>
            <p:nvSpPr>
              <p:cNvPr id="8" name="TextBox 7">
                <a:extLst>
                  <a:ext uri="{FF2B5EF4-FFF2-40B4-BE49-F238E27FC236}">
                    <a16:creationId xmlns:a16="http://schemas.microsoft.com/office/drawing/2014/main" id="{A3B9593C-AB34-011D-4877-619459D77AF8}"/>
                  </a:ext>
                </a:extLst>
              </p:cNvPr>
              <p:cNvSpPr txBox="1">
                <a:spLocks noRot="1" noChangeAspect="1" noMove="1" noResize="1" noEditPoints="1" noAdjustHandles="1" noChangeArrowheads="1" noChangeShapeType="1" noTextEdit="1"/>
              </p:cNvSpPr>
              <p:nvPr/>
            </p:nvSpPr>
            <p:spPr>
              <a:xfrm>
                <a:off x="-284721" y="2089610"/>
                <a:ext cx="8675177" cy="550728"/>
              </a:xfrm>
              <a:prstGeom prst="rect">
                <a:avLst/>
              </a:prstGeom>
              <a:blipFill>
                <a:blip r:embed="rId7"/>
                <a:stretch>
                  <a:fillRect b="-2273"/>
                </a:stretch>
              </a:blipFill>
            </p:spPr>
            <p:txBody>
              <a:bodyPr/>
              <a:lstStyle/>
              <a:p>
                <a:r>
                  <a:rPr lang="en-KR">
                    <a:noFill/>
                  </a:rPr>
                  <a:t> </a:t>
                </a:r>
              </a:p>
            </p:txBody>
          </p:sp>
        </mc:Fallback>
      </mc:AlternateContent>
      <p:sp>
        <p:nvSpPr>
          <p:cNvPr id="9" name="TextBox 8">
            <a:extLst>
              <a:ext uri="{FF2B5EF4-FFF2-40B4-BE49-F238E27FC236}">
                <a16:creationId xmlns:a16="http://schemas.microsoft.com/office/drawing/2014/main" id="{838043CC-C8F0-78FC-4B1D-F9CBEBA59B24}"/>
              </a:ext>
            </a:extLst>
          </p:cNvPr>
          <p:cNvSpPr txBox="1"/>
          <p:nvPr/>
        </p:nvSpPr>
        <p:spPr>
          <a:xfrm>
            <a:off x="7563520" y="2350386"/>
            <a:ext cx="4526880" cy="307777"/>
          </a:xfrm>
          <a:prstGeom prst="rect">
            <a:avLst/>
          </a:prstGeom>
          <a:noFill/>
        </p:spPr>
        <p:txBody>
          <a:bodyPr wrap="none" lIns="0" rIns="0" rtlCol="0">
            <a:spAutoFit/>
          </a:bodyPr>
          <a:lstStyle/>
          <a:p>
            <a:pPr algn="l"/>
            <a:r>
              <a:rPr lang="en-KR" sz="1400" i="1" dirty="0">
                <a:latin typeface="Pretendard" panose="02000503000000020004" pitchFamily="2" charset="-127"/>
                <a:ea typeface="Pretendard" panose="02000503000000020004" pitchFamily="2" charset="-127"/>
                <a:cs typeface="Pretendard" panose="02000503000000020004" pitchFamily="2" charset="-127"/>
              </a:rPr>
              <a:t>”Beneficial to sample quality (and simpler to implement)”</a:t>
            </a:r>
          </a:p>
        </p:txBody>
      </p:sp>
      <p:pic>
        <p:nvPicPr>
          <p:cNvPr id="12" name="Audio 11">
            <a:extLst>
              <a:ext uri="{FF2B5EF4-FFF2-40B4-BE49-F238E27FC236}">
                <a16:creationId xmlns:a16="http://schemas.microsoft.com/office/drawing/2014/main" id="{E357D781-A56F-1368-3FFF-5618129AF468}"/>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1420415224"/>
      </p:ext>
    </p:extLst>
  </p:cSld>
  <p:clrMapOvr>
    <a:masterClrMapping/>
  </p:clrMapOvr>
  <mc:AlternateContent xmlns:mc="http://schemas.openxmlformats.org/markup-compatibility/2006">
    <mc:Choice xmlns:p14="http://schemas.microsoft.com/office/powerpoint/2010/main" Requires="p14">
      <p:transition spd="slow" p14:dur="2000" advTm="24384"/>
    </mc:Choice>
    <mc:Fallback>
      <p:transition spd="slow" advTm="243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12"/>
                </p:tgtEl>
              </p:cMediaNode>
            </p:audio>
          </p:childTnLst>
        </p:cTn>
      </p:par>
    </p:tnLst>
    <p:bldLst>
      <p:bldP spid="8" grpId="0"/>
      <p:bldP spid="9" grpId="0"/>
    </p:bldLst>
  </p:timing>
  <p:extLst>
    <p:ext uri="{3A86A75C-4F4B-4683-9AE1-C65F6400EC91}">
      <p14:laserTraceLst xmlns:p14="http://schemas.microsoft.com/office/powerpoint/2010/main">
        <p14:tracePtLst>
          <p14:tracePt t="752" x="9906000" y="4833938"/>
          <p14:tracePt t="759" x="9431338" y="4716463"/>
          <p14:tracePt t="767" x="8364538" y="4445000"/>
          <p14:tracePt t="775" x="7416800" y="4191000"/>
          <p14:tracePt t="783" x="6596063" y="3987800"/>
          <p14:tracePt t="791" x="6273800" y="3944938"/>
          <p14:tracePt t="799" x="5664200" y="3843338"/>
          <p14:tracePt t="807" x="5181600" y="3751263"/>
          <p14:tracePt t="815" x="5072063" y="3725863"/>
          <p14:tracePt t="824" x="4800600" y="3675063"/>
          <p14:tracePt t="832" x="4605338" y="3649663"/>
          <p14:tracePt t="840" x="4503738" y="3614738"/>
          <p14:tracePt t="848" x="4411663" y="3598863"/>
          <p14:tracePt t="856" x="4402138" y="3589338"/>
          <p14:tracePt t="864" x="4368800" y="3573463"/>
          <p14:tracePt t="3446" x="4325938" y="3649663"/>
          <p14:tracePt t="3454" x="4081463" y="4064000"/>
          <p14:tracePt t="3464" x="3886200" y="4470400"/>
          <p14:tracePt t="3470" x="3675063" y="4783138"/>
          <p14:tracePt t="3481" x="3454400" y="5046663"/>
          <p14:tracePt t="3487" x="3225800" y="5283200"/>
          <p14:tracePt t="3497" x="3014663" y="5494338"/>
          <p14:tracePt t="3503" x="2852738" y="5672138"/>
          <p14:tracePt t="3513" x="2717800" y="5791200"/>
          <p14:tracePt t="3520" x="2616200" y="5910263"/>
          <p14:tracePt t="3529" x="2387600" y="6164263"/>
          <p14:tracePt t="3536" x="2209800" y="6392863"/>
          <p14:tracePt t="3546" x="2039938" y="6629400"/>
          <p14:tracePt t="3552" x="2024063" y="6680200"/>
          <p14:tracePt t="3561" x="1922463" y="6824663"/>
          <p14:tracePt t="3700" x="2819400" y="6697663"/>
          <p14:tracePt t="3709" x="3335338" y="6494463"/>
          <p14:tracePt t="3717" x="3878263" y="6350000"/>
          <p14:tracePt t="3724" x="4546600" y="6197600"/>
          <p14:tracePt t="3733" x="5224463" y="6138863"/>
          <p14:tracePt t="3741" x="5884863" y="6138863"/>
          <p14:tracePt t="3750" x="6621463" y="6138863"/>
          <p14:tracePt t="3757" x="7297738" y="6164263"/>
          <p14:tracePt t="3766" x="7594600" y="6291263"/>
          <p14:tracePt t="3774" x="8051800" y="6469063"/>
          <p14:tracePt t="3782" x="8186738" y="6545263"/>
          <p14:tracePt t="3790" x="8424863" y="6621463"/>
          <p14:tracePt t="3798" x="8577263" y="6697663"/>
          <p14:tracePt t="3807" x="8694738" y="6764338"/>
          <p14:tracePt t="3815" x="8737600" y="6781800"/>
          <p14:tracePt t="3823" x="8755063" y="6799263"/>
          <p14:tracePt t="3831" x="8770938" y="6799263"/>
          <p14:tracePt t="3840" x="8770938" y="6815138"/>
          <p14:tracePt t="3864" x="8755063" y="6824663"/>
          <p14:tracePt t="3872" x="8678863" y="6840538"/>
          <p14:tracePt t="3979" x="6367463" y="6840538"/>
          <p14:tracePt t="3987" x="6324600" y="6824663"/>
          <p14:tracePt t="3997" x="6307138" y="6824663"/>
          <p14:tracePt t="4003" x="6291263" y="6824663"/>
          <p14:tracePt t="4020" x="6273800" y="6824663"/>
          <p14:tracePt t="4029" x="6265863" y="6824663"/>
          <p14:tracePt t="4044" x="6248400" y="6824663"/>
          <p14:tracePt t="4061" x="6230938" y="6824663"/>
          <p14:tracePt t="4077" x="6215063" y="6815138"/>
          <p14:tracePt t="4085" x="6215063" y="6799263"/>
          <p14:tracePt t="4094" x="6197600" y="6799263"/>
          <p14:tracePt t="4102" x="6197600" y="6781800"/>
          <p14:tracePt t="4110" x="6189663" y="6756400"/>
          <p14:tracePt t="4118" x="6189663" y="6738938"/>
          <p14:tracePt t="4126" x="6172200" y="6705600"/>
          <p14:tracePt t="4134" x="6154738" y="6662738"/>
          <p14:tracePt t="4143" x="6138863" y="6629400"/>
          <p14:tracePt t="4151" x="6113463" y="6527800"/>
          <p14:tracePt t="4159" x="6078538" y="6451600"/>
          <p14:tracePt t="4167" x="6053138" y="6350000"/>
          <p14:tracePt t="4176" x="6019800" y="6215063"/>
          <p14:tracePt t="4184" x="5994400" y="6078538"/>
          <p14:tracePt t="4192" x="5926138" y="5926138"/>
          <p14:tracePt t="4200" x="5900738" y="5765800"/>
          <p14:tracePt t="4208" x="5842000" y="5554663"/>
          <p14:tracePt t="4217" x="5783263" y="5402263"/>
          <p14:tracePt t="4225" x="5765800" y="5308600"/>
          <p14:tracePt t="4233" x="5722938" y="5189538"/>
          <p14:tracePt t="4241" x="5689600" y="5054600"/>
          <p14:tracePt t="4250" x="5630863" y="4919663"/>
          <p14:tracePt t="4257" x="5613400" y="4843463"/>
          <p14:tracePt t="4266" x="5588000" y="4775200"/>
          <p14:tracePt t="4274" x="5554663" y="4716463"/>
          <p14:tracePt t="4282" x="5554663" y="4665663"/>
          <p14:tracePt t="4290" x="5537200" y="4648200"/>
          <p14:tracePt t="4298" x="5529263" y="4640263"/>
          <p14:tracePt t="4307" x="5529263" y="4622800"/>
          <p14:tracePt t="4339" x="5511800" y="4622800"/>
          <p14:tracePt t="4929" x="5494338" y="4622800"/>
          <p14:tracePt t="4947" x="5494338" y="4605338"/>
          <p14:tracePt t="4954" x="5478463" y="4605338"/>
          <p14:tracePt t="4970" x="5468938" y="4589463"/>
          <p14:tracePt t="4980" x="5453063" y="4589463"/>
          <p14:tracePt t="4997" x="5435600" y="4579938"/>
          <p14:tracePt t="5003" x="5418138" y="4579938"/>
          <p14:tracePt t="5013" x="5402263" y="4564063"/>
          <p14:tracePt t="5019" x="5376863" y="4546600"/>
          <p14:tracePt t="5029" x="5359400" y="4529138"/>
          <p14:tracePt t="5036" x="5334000" y="4521200"/>
          <p14:tracePt t="5044" x="5300663" y="4487863"/>
          <p14:tracePt t="5053" x="5283200" y="4470400"/>
          <p14:tracePt t="5061" x="5257800" y="4445000"/>
          <p14:tracePt t="5069" x="5224463" y="4411663"/>
          <p14:tracePt t="5077" x="5207000" y="4394200"/>
          <p14:tracePt t="5085" x="5199063" y="4386263"/>
          <p14:tracePt t="5094" x="5181600" y="4351338"/>
          <p14:tracePt t="5102" x="5164138" y="4335463"/>
          <p14:tracePt t="5110" x="5164138" y="4310063"/>
          <p14:tracePt t="5118" x="5164138" y="4292600"/>
          <p14:tracePt t="5126" x="5148263" y="4275138"/>
          <p14:tracePt t="5134" x="5148263" y="4249738"/>
          <p14:tracePt t="5143" x="5148263" y="4216400"/>
          <p14:tracePt t="5151" x="5148263" y="4191000"/>
          <p14:tracePt t="5159" x="5148263" y="4157663"/>
          <p14:tracePt t="5167" x="5148263" y="4122738"/>
          <p14:tracePt t="5175" x="5148263" y="4064000"/>
          <p14:tracePt t="5184" x="5148263" y="3987800"/>
          <p14:tracePt t="5192" x="5199063" y="3903663"/>
          <p14:tracePt t="5200" x="5207000" y="3868738"/>
          <p14:tracePt t="5208" x="5265738" y="3784600"/>
          <p14:tracePt t="5216" x="5300663" y="3725863"/>
          <p14:tracePt t="5225" x="5341938" y="3657600"/>
          <p14:tracePt t="5233" x="5392738" y="3614738"/>
          <p14:tracePt t="5241" x="5468938" y="3538538"/>
          <p14:tracePt t="5249" x="5537200" y="3479800"/>
          <p14:tracePt t="5257" x="5595938" y="3436938"/>
          <p14:tracePt t="5266" x="5672138" y="3403600"/>
          <p14:tracePt t="5274" x="5783263" y="3378200"/>
          <p14:tracePt t="5282" x="5842000" y="3344863"/>
          <p14:tracePt t="5290" x="5918200" y="3327400"/>
          <p14:tracePt t="5298" x="5994400" y="3319463"/>
          <p14:tracePt t="5307" x="6053138" y="3319463"/>
          <p14:tracePt t="5315" x="6113463" y="3319463"/>
          <p14:tracePt t="5323" x="6154738" y="3319463"/>
          <p14:tracePt t="5331" x="6189663" y="3319463"/>
          <p14:tracePt t="5339" x="6215063" y="3319463"/>
          <p14:tracePt t="5348" x="6230938" y="3319463"/>
          <p14:tracePt t="5364" x="6230938" y="3327400"/>
          <p14:tracePt t="5372" x="6248400" y="3327400"/>
          <p14:tracePt t="5381" x="6248400" y="3344863"/>
          <p14:tracePt t="5397" x="6248400" y="3360738"/>
          <p14:tracePt t="5429" x="6248400" y="3378200"/>
          <p14:tracePt t="5454" x="6248400" y="3395663"/>
          <p14:tracePt t="5479" x="6248400" y="3403600"/>
          <p14:tracePt t="5487" x="6230938" y="3403600"/>
          <p14:tracePt t="5497" x="6215063" y="3403600"/>
          <p14:tracePt t="5503" x="6215063" y="3421063"/>
          <p14:tracePt t="5513" x="6215063" y="3436938"/>
          <p14:tracePt t="5520" x="6197600" y="3436938"/>
          <p14:tracePt t="5529" x="6189663" y="3462338"/>
          <p14:tracePt t="5536" x="6138863" y="3497263"/>
          <p14:tracePt t="5544" x="6078538" y="3573463"/>
          <p14:tracePt t="5552" x="5994400" y="3657600"/>
          <p14:tracePt t="5560" x="5859463" y="3792538"/>
          <p14:tracePt t="5569" x="5595938" y="4081463"/>
          <p14:tracePt t="5577" x="5478463" y="4198938"/>
          <p14:tracePt t="5585" x="5087938" y="4681538"/>
          <p14:tracePt t="5593" x="4935538" y="4833938"/>
          <p14:tracePt t="5601" x="4673600" y="5130800"/>
          <p14:tracePt t="5610" x="4411663" y="5418138"/>
          <p14:tracePt t="5618" x="4191000" y="5672138"/>
          <p14:tracePt t="5626" x="3979863" y="5849938"/>
          <p14:tracePt t="5634" x="3903663" y="5926138"/>
          <p14:tracePt t="5643" x="3741738" y="6045200"/>
          <p14:tracePt t="5651" x="3649663" y="6154738"/>
          <p14:tracePt t="5659" x="3556000" y="6230938"/>
          <p14:tracePt t="5667" x="3497263" y="6273800"/>
          <p14:tracePt t="5676" x="3421063" y="6350000"/>
          <p14:tracePt t="5683" x="3378200" y="6375400"/>
          <p14:tracePt t="5692" x="3335338" y="6426200"/>
          <p14:tracePt t="5700" x="3284538" y="6469063"/>
          <p14:tracePt t="5708" x="3243263" y="6510338"/>
          <p14:tracePt t="5716" x="3200400" y="6561138"/>
          <p14:tracePt t="5725" x="3149600" y="6604000"/>
          <p14:tracePt t="5732" x="3106738" y="6646863"/>
          <p14:tracePt t="5741" x="3065463" y="6697663"/>
          <p14:tracePt t="5749" x="3014663" y="6738938"/>
          <p14:tracePt t="5757" x="2971800" y="6764338"/>
          <p14:tracePt t="5765" x="2878138" y="6840538"/>
          <p14:tracePt t="6798" x="3548063" y="6408738"/>
          <p14:tracePt t="6982" x="6113463" y="2743200"/>
          <p14:tracePt t="8576" x="6053138" y="2743200"/>
          <p14:tracePt t="8585" x="5976938" y="2700338"/>
          <p14:tracePt t="8593" x="5900738" y="2667000"/>
          <p14:tracePt t="8601" x="5808663" y="2641600"/>
          <p14:tracePt t="8609" x="5707063" y="2598738"/>
          <p14:tracePt t="8618" x="5537200" y="2489200"/>
          <p14:tracePt t="8626" x="5334000" y="2413000"/>
          <p14:tracePt t="8634" x="5138738" y="2336800"/>
          <p14:tracePt t="8642" x="4953000" y="2235200"/>
          <p14:tracePt t="8650" x="4792663" y="2159000"/>
          <p14:tracePt t="8659" x="4741863" y="2141538"/>
          <p14:tracePt t="8667" x="4622800" y="2074863"/>
          <p14:tracePt t="8675" x="4503738" y="2014538"/>
          <p14:tracePt t="8683" x="4351338" y="1938338"/>
          <p14:tracePt t="8691" x="4310063" y="1922463"/>
          <p14:tracePt t="8700" x="4249738" y="1887538"/>
          <p14:tracePt t="8708" x="4191000" y="1846263"/>
          <p14:tracePt t="8716" x="4140200" y="1828800"/>
          <p14:tracePt t="8724" x="4114800" y="1811338"/>
          <p14:tracePt t="8732" x="4081463" y="1803400"/>
          <p14:tracePt t="8740" x="4071938" y="1803400"/>
          <p14:tracePt t="8749" x="4056063" y="1803400"/>
          <p14:tracePt t="8757" x="4056063" y="1785938"/>
          <p14:tracePt t="8765" x="4038600" y="1785938"/>
          <p14:tracePt t="8773" x="4021138" y="1785938"/>
          <p14:tracePt t="8790" x="4005263" y="1785938"/>
          <p14:tracePt t="8798" x="3995738" y="1785938"/>
          <p14:tracePt t="8806" x="3979863" y="1785938"/>
          <p14:tracePt t="8814" x="3962400" y="1785938"/>
          <p14:tracePt t="8831" x="3944938" y="1785938"/>
          <p14:tracePt t="8847" x="3937000" y="1785938"/>
          <p14:tracePt t="8880" x="3919538" y="1785938"/>
          <p14:tracePt t="8904" x="3903663" y="1785938"/>
          <p14:tracePt t="8914" x="3886200" y="1785938"/>
          <p14:tracePt t="8930" x="3878263" y="1785938"/>
          <p14:tracePt t="8937" x="3860800" y="1785938"/>
          <p14:tracePt t="8954" x="3843338" y="1785938"/>
          <p14:tracePt t="8963" x="3827463" y="1785938"/>
          <p14:tracePt t="8970" x="3827463" y="1803400"/>
          <p14:tracePt t="8986" x="3810000" y="1803400"/>
          <p14:tracePt t="9003" x="3802063" y="1803400"/>
          <p14:tracePt t="9027" x="3784600" y="1803400"/>
          <p14:tracePt t="10371" x="3784600" y="1846263"/>
          <p14:tracePt t="10381" x="3784600" y="1947863"/>
          <p14:tracePt t="10388" x="3751263" y="1981200"/>
          <p14:tracePt t="10399" x="3725863" y="2082800"/>
          <p14:tracePt t="10404" x="3708400" y="2141538"/>
          <p14:tracePt t="10414" x="3665538" y="2217738"/>
          <p14:tracePt t="10421" x="3649663" y="2278063"/>
          <p14:tracePt t="10430" x="3606800" y="2328863"/>
          <p14:tracePt t="10437" x="3573463" y="2370138"/>
          <p14:tracePt t="10447" x="3556000" y="2387600"/>
          <p14:tracePt t="10453" x="3530600" y="2405063"/>
          <p14:tracePt t="10463" x="3497263" y="2413000"/>
          <p14:tracePt t="10470" x="3479800" y="2430463"/>
          <p14:tracePt t="10478" x="3436938" y="2446338"/>
          <p14:tracePt t="10486" x="3421063" y="2446338"/>
          <p14:tracePt t="10494" x="3360738" y="2463800"/>
          <p14:tracePt t="10503" x="3319463" y="2463800"/>
          <p14:tracePt t="10511" x="3259138" y="2463800"/>
          <p14:tracePt t="10519" x="3182938" y="2463800"/>
          <p14:tracePt t="10527" x="3141663" y="2463800"/>
          <p14:tracePt t="10535" x="3081338" y="2463800"/>
          <p14:tracePt t="10544" x="3005138" y="2463800"/>
          <p14:tracePt t="10552" x="2946400" y="2463800"/>
          <p14:tracePt t="10560" x="2878138" y="2463800"/>
          <p14:tracePt t="10568" x="2819400" y="2446338"/>
          <p14:tracePt t="10576" x="2760663" y="2413000"/>
          <p14:tracePt t="10584" x="2735263" y="2405063"/>
          <p14:tracePt t="10593" x="2700338" y="2387600"/>
          <p14:tracePt t="10601" x="2684463" y="2370138"/>
          <p14:tracePt t="10609" x="2659063" y="2354263"/>
          <p14:tracePt t="10617" x="2641600" y="2336800"/>
          <p14:tracePt t="10626" x="2624138" y="2311400"/>
          <p14:tracePt t="10634" x="2616200" y="2278063"/>
          <p14:tracePt t="10642" x="2598738" y="2268538"/>
          <p14:tracePt t="10650" x="2598738" y="2235200"/>
          <p14:tracePt t="10658" x="2582863" y="2209800"/>
          <p14:tracePt t="10667" x="2582863" y="2159000"/>
          <p14:tracePt t="10675" x="2582863" y="2100263"/>
          <p14:tracePt t="10683" x="2565400" y="2074863"/>
          <p14:tracePt t="10691" x="2565400" y="1998663"/>
          <p14:tracePt t="10699" x="2565400" y="1938338"/>
          <p14:tracePt t="10708" x="2565400" y="1879600"/>
          <p14:tracePt t="10716" x="2565400" y="1803400"/>
          <p14:tracePt t="10724" x="2565400" y="1727200"/>
          <p14:tracePt t="10732" x="2565400" y="1633538"/>
          <p14:tracePt t="10740" x="2565400" y="1557338"/>
          <p14:tracePt t="10748" x="2582863" y="1498600"/>
          <p14:tracePt t="10757" x="2598738" y="1422400"/>
          <p14:tracePt t="10765" x="2674938" y="1320800"/>
          <p14:tracePt t="10773" x="2717800" y="1244600"/>
          <p14:tracePt t="10782" x="2751138" y="1219200"/>
          <p14:tracePt t="10789" x="2811463" y="1185863"/>
          <p14:tracePt t="10798" x="2928938" y="1125538"/>
          <p14:tracePt t="10806" x="3005138" y="1092200"/>
          <p14:tracePt t="10814" x="3106738" y="1084263"/>
          <p14:tracePt t="10822" x="3182938" y="1084263"/>
          <p14:tracePt t="10831" x="3284538" y="1084263"/>
          <p14:tracePt t="10839" x="3335338" y="1084263"/>
          <p14:tracePt t="10848" x="3436938" y="1084263"/>
          <p14:tracePt t="10855" x="3513138" y="1084263"/>
          <p14:tracePt t="10864" x="3606800" y="1109663"/>
          <p14:tracePt t="10871" x="3675063" y="1143000"/>
          <p14:tracePt t="10881" x="3741738" y="1168400"/>
          <p14:tracePt t="10888" x="3784600" y="1201738"/>
          <p14:tracePt t="10897" x="3810000" y="1227138"/>
          <p14:tracePt t="10904" x="3843338" y="1244600"/>
          <p14:tracePt t="10914" x="3878263" y="1262063"/>
          <p14:tracePt t="10921" x="3886200" y="1287463"/>
          <p14:tracePt t="10931" x="3886200" y="1303338"/>
          <p14:tracePt t="10937" x="3903663" y="1303338"/>
          <p14:tracePt t="10947" x="3903663" y="1320800"/>
          <p14:tracePt t="10953" x="3903663" y="1338263"/>
          <p14:tracePt t="10964" x="3903663" y="1354138"/>
          <p14:tracePt t="10970" x="3919538" y="1363663"/>
          <p14:tracePt t="10980" x="3919538" y="1379538"/>
          <p14:tracePt t="10994" x="3919538" y="1397000"/>
          <p14:tracePt t="11002" x="3919538" y="1414463"/>
          <p14:tracePt t="11019" x="3919538" y="1422400"/>
          <p14:tracePt t="11027" x="3919538" y="1439863"/>
          <p14:tracePt t="11044" x="3919538" y="1455738"/>
          <p14:tracePt t="11068" x="3919538" y="1473200"/>
          <p14:tracePt t="11092" x="3919538" y="1481138"/>
          <p14:tracePt t="11297" x="3903663" y="1481138"/>
          <p14:tracePt t="11306" x="3903663" y="1498600"/>
          <p14:tracePt t="11322" x="3886200" y="1498600"/>
          <p14:tracePt t="11404" x="3919538" y="1531938"/>
          <p14:tracePt t="11414" x="3995738" y="1557338"/>
          <p14:tracePt t="11420" x="4114800" y="1633538"/>
          <p14:tracePt t="11430" x="4233863" y="1709738"/>
          <p14:tracePt t="11437" x="4368800" y="1770063"/>
          <p14:tracePt t="11446" x="4445000" y="1811338"/>
          <p14:tracePt t="11453" x="4546600" y="1879600"/>
          <p14:tracePt t="11463" x="4640263" y="1922463"/>
          <p14:tracePt t="11470" x="4716463" y="1963738"/>
          <p14:tracePt t="11478" x="4741863" y="1981200"/>
          <p14:tracePt t="11486" x="4775200" y="1981200"/>
          <p14:tracePt t="11494" x="4800600" y="1998663"/>
          <p14:tracePt t="11510" x="4800600" y="2014538"/>
          <p14:tracePt t="11592" x="4792663" y="2014538"/>
          <p14:tracePt t="11601" x="4775200" y="1998663"/>
          <p14:tracePt t="11609" x="4757738" y="1998663"/>
          <p14:tracePt t="11617" x="4741863" y="1998663"/>
          <p14:tracePt t="11631" x="4716463" y="1981200"/>
          <p14:tracePt t="11635" x="4681538" y="1981200"/>
          <p14:tracePt t="11648" x="4640263" y="1981200"/>
          <p14:tracePt t="11650" x="4597400" y="1981200"/>
          <p14:tracePt t="11664" x="4564063" y="1981200"/>
          <p14:tracePt t="11667" x="4521200" y="1981200"/>
          <p14:tracePt t="11680" x="4487863" y="1963738"/>
          <p14:tracePt t="11684" x="4462463" y="1963738"/>
          <p14:tracePt t="11697" x="4445000" y="1963738"/>
          <p14:tracePt t="11700" x="4427538" y="1947863"/>
          <p14:tracePt t="11714" x="4411663" y="1947863"/>
          <p14:tracePt t="11756" x="4411663" y="1938338"/>
          <p14:tracePt t="11765" x="4462463" y="1922463"/>
          <p14:tracePt t="11773" x="4538663" y="1887538"/>
          <p14:tracePt t="11781" x="4640263" y="1846263"/>
          <p14:tracePt t="11789" x="4910138" y="1744663"/>
          <p14:tracePt t="11798" x="5199063" y="1684338"/>
          <p14:tracePt t="11806" x="5359400" y="1633538"/>
          <p14:tracePt t="11814" x="5630863" y="1574800"/>
          <p14:tracePt t="11822" x="5961063" y="1516063"/>
          <p14:tracePt t="11830" x="6291263" y="1473200"/>
          <p14:tracePt t="11839" x="6604000" y="1439863"/>
          <p14:tracePt t="11847" x="6891338" y="1422400"/>
          <p14:tracePt t="11855" x="6992938" y="1422400"/>
          <p14:tracePt t="11864" x="7188200" y="1422400"/>
          <p14:tracePt t="11871" x="7358063" y="1422400"/>
          <p14:tracePt t="11880" x="7459663" y="1422400"/>
          <p14:tracePt t="11888" x="7535863" y="1422400"/>
          <p14:tracePt t="11897" x="7569200" y="1422400"/>
          <p14:tracePt t="11904" x="7594600" y="1422400"/>
          <p14:tracePt t="11914" x="7627938" y="1422400"/>
          <p14:tracePt t="11937" x="7645400" y="1422400"/>
          <p14:tracePt t="12166" x="7627938" y="1422400"/>
          <p14:tracePt t="12388" x="7627938" y="1439863"/>
          <p14:tracePt t="12397" x="7627938" y="1481138"/>
          <p14:tracePt t="12404" x="7645400" y="1531938"/>
          <p14:tracePt t="12414" x="7645400" y="1574800"/>
          <p14:tracePt t="12420" x="7645400" y="1651000"/>
          <p14:tracePt t="12430" x="7653338" y="1785938"/>
          <p14:tracePt t="12437" x="7653338" y="1828800"/>
          <p14:tracePt t="12446" x="7653338" y="1922463"/>
          <p14:tracePt t="12453" x="7653338" y="2014538"/>
          <p14:tracePt t="12463" x="7670800" y="2082800"/>
          <p14:tracePt t="12469" x="7670800" y="2141538"/>
          <p14:tracePt t="12480" x="7670800" y="2192338"/>
          <p14:tracePt t="12486" x="7670800" y="2252663"/>
          <p14:tracePt t="12494" x="7670800" y="2311400"/>
          <p14:tracePt t="12502" x="7670800" y="2370138"/>
          <p14:tracePt t="12511" x="7670800" y="2405063"/>
          <p14:tracePt t="12519" x="7670800" y="2446338"/>
          <p14:tracePt t="12527" x="7704138" y="2489200"/>
          <p14:tracePt t="12535" x="7729538" y="2540000"/>
          <p14:tracePt t="12543" x="7789863" y="2565400"/>
          <p14:tracePt t="12551" x="7899400" y="2598738"/>
          <p14:tracePt t="12560" x="8018463" y="2608263"/>
          <p14:tracePt t="13035" x="8018463" y="2624138"/>
          <p14:tracePt t="13043" x="8018463" y="2659063"/>
          <p14:tracePt t="13052" x="8018463" y="2700338"/>
          <p14:tracePt t="13060" x="8018463" y="2735263"/>
          <p14:tracePt t="13068" x="8018463" y="2794000"/>
          <p14:tracePt t="13076" x="8018463" y="2870200"/>
          <p14:tracePt t="13084" x="8018463" y="3030538"/>
          <p14:tracePt t="13092" x="8018463" y="3073400"/>
          <p14:tracePt t="13100" x="8018463" y="3243263"/>
          <p14:tracePt t="13109" x="8001000" y="3268663"/>
          <p14:tracePt t="13117" x="7983538" y="3344863"/>
          <p14:tracePt t="13125" x="7975600" y="3436938"/>
          <p14:tracePt t="13133" x="7975600" y="3513138"/>
          <p14:tracePt t="13142" x="7958138" y="3589338"/>
          <p14:tracePt t="13150" x="7942263" y="3649663"/>
          <p14:tracePt t="13158" x="7924800" y="3708400"/>
          <p14:tracePt t="13166" x="7924800" y="3733800"/>
          <p14:tracePt t="13175" x="7916863" y="3792538"/>
          <p14:tracePt t="13183" x="7916863" y="3827463"/>
          <p14:tracePt t="13191" x="7899400" y="3843338"/>
          <p14:tracePt t="13199" x="7899400" y="3868738"/>
          <p14:tracePt t="13207" x="7899400" y="3886200"/>
          <p14:tracePt t="13215" x="7881938" y="3886200"/>
          <p14:tracePt t="13223" x="7881938" y="3903663"/>
          <p14:tracePt t="13232" x="7881938" y="3929063"/>
          <p14:tracePt t="13240" x="7866063" y="3944938"/>
          <p14:tracePt t="15388" x="7881938" y="3944938"/>
          <p14:tracePt t="15399" x="7942263" y="3944938"/>
          <p14:tracePt t="15404" x="7975600" y="3944938"/>
          <p14:tracePt t="15414" x="8018463" y="3944938"/>
          <p14:tracePt t="15421" x="8051800" y="3944938"/>
          <p14:tracePt t="15430" x="8059738" y="3944938"/>
          <p14:tracePt t="15437" x="8094663" y="3929063"/>
          <p14:tracePt t="15447" x="8153400" y="3903663"/>
          <p14:tracePt t="15454" x="8196263" y="3860800"/>
          <p14:tracePt t="15463" x="8247063" y="3810000"/>
          <p14:tracePt t="15470" x="8272463" y="3767138"/>
          <p14:tracePt t="15480" x="8305800" y="3725863"/>
          <p14:tracePt t="15486" x="8331200" y="3690938"/>
          <p14:tracePt t="15496" x="8348663" y="3675063"/>
          <p14:tracePt t="15503" x="8364538" y="3649663"/>
          <p14:tracePt t="15511" x="8382000" y="3632200"/>
          <p14:tracePt t="15519" x="8382000" y="3614738"/>
          <p14:tracePt t="15536" x="8389938" y="3598863"/>
          <p14:tracePt t="15609" x="8389938" y="3589338"/>
          <p14:tracePt t="15904" x="8389938" y="3573463"/>
          <p14:tracePt t="15929" x="8389938" y="3556000"/>
          <p14:tracePt t="15937" x="8389938" y="3538538"/>
          <p14:tracePt t="15953" x="8389938" y="3530600"/>
          <p14:tracePt t="17142" x="8389938" y="3479800"/>
          <p14:tracePt t="17150" x="8382000" y="3378200"/>
          <p14:tracePt t="17159" x="8364538" y="3344863"/>
          <p14:tracePt t="17166" x="8331200" y="3284538"/>
          <p14:tracePt t="17175" x="8305800" y="3208338"/>
          <p14:tracePt t="17183" x="8272463" y="3149600"/>
          <p14:tracePt t="17191" x="8229600" y="3073400"/>
          <p14:tracePt t="17199" x="8212138" y="3030538"/>
          <p14:tracePt t="17208" x="8186738" y="2989263"/>
          <p14:tracePt t="17215" x="8153400" y="2954338"/>
          <p14:tracePt t="17224" x="8135938" y="2928938"/>
          <p14:tracePt t="17232" x="8120063" y="2913063"/>
          <p14:tracePt t="17240" x="8120063" y="2895600"/>
          <p14:tracePt t="17248" x="8110538" y="2895600"/>
          <p14:tracePt t="17257" x="8094663" y="2878138"/>
          <p14:tracePt t="17273" x="8077200" y="2870200"/>
          <p14:tracePt t="17297" x="8059738" y="2870200"/>
          <p14:tracePt t="17314" x="8051800" y="2870200"/>
          <p14:tracePt t="17322" x="8034338" y="2870200"/>
          <p14:tracePt t="17331" x="8018463" y="2870200"/>
          <p14:tracePt t="17347" x="8001000" y="2870200"/>
          <p14:tracePt t="23091" x="7975600" y="2928938"/>
          <p14:tracePt t="23099" x="7866063" y="3259138"/>
          <p14:tracePt t="23108" x="7747000" y="3573463"/>
          <p14:tracePt t="23116" x="7653338" y="3903663"/>
          <p14:tracePt t="23124" x="7551738" y="4173538"/>
          <p14:tracePt t="23132" x="7459663" y="4452938"/>
          <p14:tracePt t="23140" x="7391400" y="4648200"/>
          <p14:tracePt t="23148" x="7315200" y="4843463"/>
          <p14:tracePt t="23157" x="7239000" y="5011738"/>
          <p14:tracePt t="23165" x="7180263" y="5148263"/>
          <p14:tracePt t="23173" x="7027863" y="5443538"/>
          <p14:tracePt t="23181" x="6850063" y="5715000"/>
          <p14:tracePt t="23189" x="6723063" y="5900738"/>
          <p14:tracePt t="23198" x="6596063" y="6062663"/>
          <p14:tracePt t="23206" x="6408738" y="6230938"/>
          <p14:tracePt t="23214" x="6265863" y="6350000"/>
          <p14:tracePt t="23222" x="6096000" y="6469063"/>
          <p14:tracePt t="23231" x="5961063" y="6561138"/>
          <p14:tracePt t="23239" x="5783263" y="6662738"/>
          <p14:tracePt t="23247" x="5613400" y="6723063"/>
          <p14:tracePt t="23255" x="5418138" y="6815138"/>
        </p14:tracePtLst>
      </p14:laserTraceLst>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0722-93E8-8C43-2D79-85F70FE5958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D04521-1A18-DBCC-BC17-5EF154B5C9F4}"/>
              </a:ext>
            </a:extLst>
          </p:cNvPr>
          <p:cNvSpPr>
            <a:spLocks noGrp="1"/>
          </p:cNvSpPr>
          <p:nvPr>
            <p:ph type="sldNum" sz="quarter" idx="13"/>
          </p:nvPr>
        </p:nvSpPr>
        <p:spPr/>
        <p:txBody>
          <a:bodyPr/>
          <a:lstStyle/>
          <a:p>
            <a:fld id="{EB4B8DE2-A4E8-46E4-8BBF-D75455EFF32C}" type="slidenum">
              <a:rPr lang="en-US" smtClean="0"/>
              <a:pPr/>
              <a:t>35</a:t>
            </a:fld>
            <a:endParaRPr lang="en-US" dirty="0"/>
          </a:p>
        </p:txBody>
      </p:sp>
      <p:pic>
        <p:nvPicPr>
          <p:cNvPr id="27" name="Content Placeholder 26" descr="A diagram of a function&#10;&#10;AI-generated content may be incorrect.">
            <a:extLst>
              <a:ext uri="{FF2B5EF4-FFF2-40B4-BE49-F238E27FC236}">
                <a16:creationId xmlns:a16="http://schemas.microsoft.com/office/drawing/2014/main" id="{F2D79189-E51F-10C2-CC13-E8182408DCE1}"/>
              </a:ext>
            </a:extLst>
          </p:cNvPr>
          <p:cNvPicPr>
            <a:picLocks noGrp="1" noChangeAspect="1"/>
          </p:cNvPicPr>
          <p:nvPr>
            <p:ph sz="quarter" idx="14"/>
          </p:nvPr>
        </p:nvPicPr>
        <p:blipFill>
          <a:blip r:embed="rId6">
            <a:extLst>
              <a:ext uri="{28A0092B-C50C-407E-A947-70E740481C1C}">
                <a14:useLocalDpi xmlns:a14="http://schemas.microsoft.com/office/drawing/2010/main" val="0"/>
              </a:ext>
            </a:extLst>
          </a:blip>
          <a:stretch>
            <a:fillRect/>
          </a:stretch>
        </p:blipFill>
        <p:spPr>
          <a:xfrm>
            <a:off x="9934859" y="3215865"/>
            <a:ext cx="902476" cy="463010"/>
          </a:xfrm>
        </p:spPr>
      </p:pic>
      <p:sp>
        <p:nvSpPr>
          <p:cNvPr id="6" name="Text Placeholder 2">
            <a:extLst>
              <a:ext uri="{FF2B5EF4-FFF2-40B4-BE49-F238E27FC236}">
                <a16:creationId xmlns:a16="http://schemas.microsoft.com/office/drawing/2014/main" id="{7701EA18-EDC3-15F5-FDEA-AF4B39CF92CA}"/>
              </a:ext>
            </a:extLst>
          </p:cNvPr>
          <p:cNvSpPr>
            <a:spLocks noGrp="1"/>
          </p:cNvSpPr>
          <p:nvPr>
            <p:ph type="body" sz="quarter" idx="10"/>
          </p:nvPr>
        </p:nvSpPr>
        <p:spPr>
          <a:xfrm>
            <a:off x="609600" y="652047"/>
            <a:ext cx="10972800" cy="369332"/>
          </a:xfrm>
        </p:spPr>
        <p:txBody>
          <a:bodyPr/>
          <a:lstStyle/>
          <a:p>
            <a:r>
              <a:rPr lang="en-US" sz="2000" dirty="0"/>
              <a:t>DDPM uses a simpler variant loss</a:t>
            </a:r>
            <a:endParaRPr lang="en-KR"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4A0E84-82F5-BEBE-709E-19E8DEBDDFB1}"/>
                  </a:ext>
                </a:extLst>
              </p:cNvPr>
              <p:cNvSpPr txBox="1"/>
              <p:nvPr/>
            </p:nvSpPr>
            <p:spPr>
              <a:xfrm>
                <a:off x="0" y="1213877"/>
                <a:ext cx="8675177" cy="789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a:latin typeface="Cambria Math" panose="02040503050406030204" pitchFamily="18" charset="0"/>
                              <a:ea typeface="Cambria Math" panose="02040503050406030204" pitchFamily="18" charset="0"/>
                            </a:rPr>
                            <m:t>𝔼</m:t>
                          </m:r>
                        </m:e>
                        <m:sub>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𝒙</m:t>
                              </m:r>
                            </m:e>
                            <m:sub>
                              <m:r>
                                <a:rPr lang="en-US" sz="2000" b="0" i="1" smtClean="0">
                                  <a:solidFill>
                                    <a:srgbClr val="FF0000"/>
                                  </a:solidFill>
                                  <a:latin typeface="Cambria Math" panose="02040503050406030204" pitchFamily="18" charset="0"/>
                                  <a:ea typeface="Cambria Math" panose="02040503050406030204" pitchFamily="18" charset="0"/>
                                </a:rPr>
                                <m:t>0</m:t>
                              </m:r>
                            </m:sub>
                          </m:sSub>
                          <m:r>
                            <a:rPr lang="en-US" sz="2000" b="1" i="1" smtClean="0">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𝛜</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𝓝</m:t>
                          </m:r>
                          <m:d>
                            <m:dPr>
                              <m:ctrlPr>
                                <a:rPr lang="en-US" sz="2000" b="1" i="1">
                                  <a:solidFill>
                                    <a:srgbClr val="0070C0"/>
                                  </a:solidFill>
                                  <a:latin typeface="Cambria Math" panose="02040503050406030204" pitchFamily="18" charset="0"/>
                                  <a:ea typeface="Cambria Math" panose="02040503050406030204" pitchFamily="18" charset="0"/>
                                </a:rPr>
                              </m:ctrlPr>
                            </m:dPr>
                            <m:e>
                              <m:r>
                                <a:rPr lang="en-US" sz="2000" b="1">
                                  <a:solidFill>
                                    <a:srgbClr val="0070C0"/>
                                  </a:solidFill>
                                  <a:latin typeface="Cambria Math" panose="02040503050406030204" pitchFamily="18" charset="0"/>
                                  <a:ea typeface="Cambria Math" panose="02040503050406030204" pitchFamily="18" charset="0"/>
                                </a:rPr>
                                <m:t>𝟎</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𝐈</m:t>
                              </m:r>
                            </m:e>
                          </m:d>
                          <m:r>
                            <a:rPr lang="en-US" sz="2000" b="1">
                              <a:solidFill>
                                <a:srgbClr val="0070C0"/>
                              </a:solidFill>
                              <a:latin typeface="Cambria Math" panose="02040503050406030204" pitchFamily="18" charset="0"/>
                              <a:ea typeface="Cambria Math" panose="02040503050406030204" pitchFamily="18" charset="0"/>
                            </a:rPr>
                            <m:t>,   </m:t>
                          </m:r>
                          <m:r>
                            <a:rPr lang="en-US" sz="2000" b="1" smtClean="0">
                              <a:solidFill>
                                <a:schemeClr val="tx1"/>
                              </a:solidFill>
                              <a:latin typeface="Cambria Math" panose="02040503050406030204" pitchFamily="18" charset="0"/>
                              <a:ea typeface="Cambria Math" panose="02040503050406030204" pitchFamily="18" charset="0"/>
                            </a:rPr>
                            <m:t>𝐭</m:t>
                          </m:r>
                        </m:sub>
                      </m:sSub>
                      <m:d>
                        <m:dPr>
                          <m:begChr m:val="["/>
                          <m:endChr m:val="]"/>
                          <m:ctrlPr>
                            <a:rPr lang="en-US" sz="2000" i="1">
                              <a:latin typeface="Cambria Math" panose="02040503050406030204" pitchFamily="18" charset="0"/>
                              <a:ea typeface="Cambria Math" panose="02040503050406030204" pitchFamily="18" charset="0"/>
                            </a:rPr>
                          </m:ctrlPr>
                        </m:dPr>
                        <m:e>
                          <m:f>
                            <m:fPr>
                              <m:ctrlPr>
                                <a:rPr lang="en-US" sz="2000" i="1">
                                  <a:latin typeface="Cambria Math" panose="02040503050406030204" pitchFamily="18" charset="0"/>
                                  <a:ea typeface="Cambria Math" panose="02040503050406030204" pitchFamily="18" charset="0"/>
                                </a:rPr>
                              </m:ctrlPr>
                            </m:fPr>
                            <m:num>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ea typeface="Cambria Math" panose="02040503050406030204" pitchFamily="18" charset="0"/>
                                    </a:rPr>
                                    <m:t>𝑡</m:t>
                                  </m:r>
                                </m:sub>
                                <m:sup>
                                  <m:r>
                                    <a:rPr lang="en-US" sz="2000" i="1">
                                      <a:latin typeface="Cambria Math" panose="02040503050406030204" pitchFamily="18" charset="0"/>
                                      <a:ea typeface="Cambria Math" panose="02040503050406030204" pitchFamily="18" charset="0"/>
                                    </a:rPr>
                                    <m:t>2</m:t>
                                  </m:r>
                                </m:sup>
                              </m:sSubSup>
                            </m:num>
                            <m:den>
                              <m:r>
                                <a:rPr lang="en-US" sz="2000" i="1">
                                  <a:latin typeface="Cambria Math" panose="02040503050406030204" pitchFamily="18" charset="0"/>
                                  <a:ea typeface="Cambria Math" panose="02040503050406030204" pitchFamily="18" charset="0"/>
                                </a:rPr>
                                <m:t>2</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𝑡</m:t>
                                  </m:r>
                                </m:sub>
                                <m:sup>
                                  <m:r>
                                    <a:rPr lang="en-US" sz="2000" i="1">
                                      <a:latin typeface="Cambria Math" panose="02040503050406030204" pitchFamily="18" charset="0"/>
                                      <a:ea typeface="Cambria Math" panose="02040503050406030204" pitchFamily="18" charset="0"/>
                                    </a:rPr>
                                    <m:t>2</m:t>
                                  </m:r>
                                </m:sup>
                              </m:sSubSup>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𝛼</m:t>
                                          </m:r>
                                        </m:e>
                                      </m:acc>
                                    </m:e>
                                    <m:sub>
                                      <m:r>
                                        <a:rPr lang="en-US" sz="2000" i="1">
                                          <a:latin typeface="Cambria Math" panose="02040503050406030204" pitchFamily="18" charset="0"/>
                                          <a:ea typeface="Cambria Math" panose="02040503050406030204" pitchFamily="18" charset="0"/>
                                        </a:rPr>
                                        <m:t>𝑡</m:t>
                                      </m:r>
                                    </m:sub>
                                  </m:sSub>
                                </m:e>
                              </m:d>
                            </m:den>
                          </m:f>
                          <m:r>
                            <m:rPr>
                              <m:lit/>
                            </m:rP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𝝐</m:t>
                              </m:r>
                            </m:e>
                            <m:sub>
                              <m:r>
                                <a:rPr lang="en-US" sz="2000" i="1">
                                  <a:latin typeface="Cambria Math" panose="02040503050406030204" pitchFamily="18" charset="0"/>
                                  <a:ea typeface="Cambria Math" panose="02040503050406030204" pitchFamily="18" charset="0"/>
                                </a:rPr>
                                <m:t>𝜃</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rad>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𝒙</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d>
                            </m:e>
                          </m:rad>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m:rPr>
                              <m:lit/>
                            </m:rPr>
                            <a:rPr lang="en-US" sz="2000" b="1"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m:rPr>
                                  <m:lit/>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e>
                      </m:d>
                    </m:oMath>
                  </m:oMathPara>
                </a14:m>
                <a:endParaRPr lang="en-KR" sz="2000" dirty="0"/>
              </a:p>
            </p:txBody>
          </p:sp>
        </mc:Choice>
        <mc:Fallback xmlns="">
          <p:sp>
            <p:nvSpPr>
              <p:cNvPr id="7" name="TextBox 6">
                <a:extLst>
                  <a:ext uri="{FF2B5EF4-FFF2-40B4-BE49-F238E27FC236}">
                    <a16:creationId xmlns:a16="http://schemas.microsoft.com/office/drawing/2014/main" id="{224A0E84-82F5-BEBE-709E-19E8DEBDDFB1}"/>
                  </a:ext>
                </a:extLst>
              </p:cNvPr>
              <p:cNvSpPr txBox="1">
                <a:spLocks noRot="1" noChangeAspect="1" noMove="1" noResize="1" noEditPoints="1" noAdjustHandles="1" noChangeArrowheads="1" noChangeShapeType="1" noTextEdit="1"/>
              </p:cNvSpPr>
              <p:nvPr/>
            </p:nvSpPr>
            <p:spPr>
              <a:xfrm>
                <a:off x="0" y="1213877"/>
                <a:ext cx="8675177" cy="789640"/>
              </a:xfrm>
              <a:prstGeom prst="rect">
                <a:avLst/>
              </a:prstGeom>
              <a:blipFill>
                <a:blip r:embed="rId7"/>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3A8F4DC-137C-21C6-7B3B-6E26EC628180}"/>
                  </a:ext>
                </a:extLst>
              </p:cNvPr>
              <p:cNvSpPr txBox="1"/>
              <p:nvPr/>
            </p:nvSpPr>
            <p:spPr>
              <a:xfrm>
                <a:off x="-284721" y="2089610"/>
                <a:ext cx="8675177" cy="5507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𝐿</m:t>
                              </m:r>
                            </m:e>
                            <m:sub>
                              <m:r>
                                <m:rPr>
                                  <m:sty m:val="p"/>
                                </m:rPr>
                                <a:rPr lang="en-US" sz="2000" b="0" i="0" smtClean="0">
                                  <a:latin typeface="Cambria Math" panose="02040503050406030204" pitchFamily="18" charset="0"/>
                                  <a:ea typeface="Cambria Math" panose="02040503050406030204" pitchFamily="18" charset="0"/>
                                </a:rPr>
                                <m:t>simple</m:t>
                              </m:r>
                            </m:sub>
                          </m:sSub>
                          <m:r>
                            <a:rPr lang="en-US" sz="2000" b="0" i="1" smtClean="0">
                              <a:latin typeface="Cambria Math" panose="02040503050406030204" pitchFamily="18" charset="0"/>
                              <a:ea typeface="Cambria Math" panose="02040503050406030204" pitchFamily="18" charset="0"/>
                            </a:rPr>
                            <m:t>=</m:t>
                          </m:r>
                          <m:r>
                            <a:rPr lang="en-US" sz="2000" b="1">
                              <a:latin typeface="Cambria Math" panose="02040503050406030204" pitchFamily="18" charset="0"/>
                              <a:ea typeface="Cambria Math" panose="02040503050406030204" pitchFamily="18" charset="0"/>
                            </a:rPr>
                            <m:t>𝔼</m:t>
                          </m:r>
                        </m:e>
                        <m:sub>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𝒙</m:t>
                              </m:r>
                            </m:e>
                            <m:sub>
                              <m:r>
                                <a:rPr lang="en-US" sz="2000" b="0" i="1" smtClean="0">
                                  <a:solidFill>
                                    <a:srgbClr val="FF0000"/>
                                  </a:solidFill>
                                  <a:latin typeface="Cambria Math" panose="02040503050406030204" pitchFamily="18" charset="0"/>
                                  <a:ea typeface="Cambria Math" panose="02040503050406030204" pitchFamily="18" charset="0"/>
                                </a:rPr>
                                <m:t>0</m:t>
                              </m:r>
                            </m:sub>
                          </m:sSub>
                          <m:r>
                            <a:rPr lang="en-US" sz="2000" b="1" i="1" smtClean="0">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𝛜</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𝓝</m:t>
                          </m:r>
                          <m:d>
                            <m:dPr>
                              <m:ctrlPr>
                                <a:rPr lang="en-US" sz="2000" b="1" i="1">
                                  <a:solidFill>
                                    <a:srgbClr val="0070C0"/>
                                  </a:solidFill>
                                  <a:latin typeface="Cambria Math" panose="02040503050406030204" pitchFamily="18" charset="0"/>
                                  <a:ea typeface="Cambria Math" panose="02040503050406030204" pitchFamily="18" charset="0"/>
                                </a:rPr>
                              </m:ctrlPr>
                            </m:dPr>
                            <m:e>
                              <m:r>
                                <a:rPr lang="en-US" sz="2000" b="1">
                                  <a:solidFill>
                                    <a:srgbClr val="0070C0"/>
                                  </a:solidFill>
                                  <a:latin typeface="Cambria Math" panose="02040503050406030204" pitchFamily="18" charset="0"/>
                                  <a:ea typeface="Cambria Math" panose="02040503050406030204" pitchFamily="18" charset="0"/>
                                </a:rPr>
                                <m:t>𝟎</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𝐈</m:t>
                              </m:r>
                            </m:e>
                          </m:d>
                          <m:r>
                            <a:rPr lang="en-US" sz="2000" b="1">
                              <a:solidFill>
                                <a:srgbClr val="0070C0"/>
                              </a:solidFill>
                              <a:latin typeface="Cambria Math" panose="02040503050406030204" pitchFamily="18" charset="0"/>
                              <a:ea typeface="Cambria Math" panose="02040503050406030204" pitchFamily="18" charset="0"/>
                            </a:rPr>
                            <m:t>,   </m:t>
                          </m:r>
                          <m:r>
                            <a:rPr lang="en-US" sz="2000" b="1" smtClean="0">
                              <a:solidFill>
                                <a:schemeClr val="tx1"/>
                              </a:solidFill>
                              <a:latin typeface="Cambria Math" panose="02040503050406030204" pitchFamily="18" charset="0"/>
                              <a:ea typeface="Cambria Math" panose="02040503050406030204" pitchFamily="18" charset="0"/>
                            </a:rPr>
                            <m:t>𝐭</m:t>
                          </m:r>
                        </m:sub>
                      </m:sSub>
                      <m:d>
                        <m:dPr>
                          <m:begChr m:val="["/>
                          <m:endChr m:val="]"/>
                          <m:ctrlPr>
                            <a:rPr lang="en-US" sz="2000" i="1">
                              <a:latin typeface="Cambria Math" panose="02040503050406030204" pitchFamily="18" charset="0"/>
                              <a:ea typeface="Cambria Math" panose="02040503050406030204" pitchFamily="18" charset="0"/>
                            </a:rPr>
                          </m:ctrlPr>
                        </m:dPr>
                        <m:e>
                          <m:r>
                            <m:rPr>
                              <m:lit/>
                            </m:rP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𝝐</m:t>
                              </m:r>
                            </m:e>
                            <m:sub>
                              <m:r>
                                <a:rPr lang="en-US" sz="2000" i="1">
                                  <a:latin typeface="Cambria Math" panose="02040503050406030204" pitchFamily="18" charset="0"/>
                                  <a:ea typeface="Cambria Math" panose="02040503050406030204" pitchFamily="18" charset="0"/>
                                </a:rPr>
                                <m:t>𝜃</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rad>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𝒙</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d>
                            </m:e>
                          </m:rad>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m:rPr>
                              <m:lit/>
                            </m:rPr>
                            <a:rPr lang="en-US" sz="2000" b="1"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m:rPr>
                                  <m:lit/>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e>
                      </m:d>
                    </m:oMath>
                  </m:oMathPara>
                </a14:m>
                <a:endParaRPr lang="en-KR" sz="2000" dirty="0"/>
              </a:p>
            </p:txBody>
          </p:sp>
        </mc:Choice>
        <mc:Fallback xmlns="">
          <p:sp>
            <p:nvSpPr>
              <p:cNvPr id="8" name="TextBox 7">
                <a:extLst>
                  <a:ext uri="{FF2B5EF4-FFF2-40B4-BE49-F238E27FC236}">
                    <a16:creationId xmlns:a16="http://schemas.microsoft.com/office/drawing/2014/main" id="{D3A8F4DC-137C-21C6-7B3B-6E26EC628180}"/>
                  </a:ext>
                </a:extLst>
              </p:cNvPr>
              <p:cNvSpPr txBox="1">
                <a:spLocks noRot="1" noChangeAspect="1" noMove="1" noResize="1" noEditPoints="1" noAdjustHandles="1" noChangeArrowheads="1" noChangeShapeType="1" noTextEdit="1"/>
              </p:cNvSpPr>
              <p:nvPr/>
            </p:nvSpPr>
            <p:spPr>
              <a:xfrm>
                <a:off x="-284721" y="2089610"/>
                <a:ext cx="8675177" cy="550728"/>
              </a:xfrm>
              <a:prstGeom prst="rect">
                <a:avLst/>
              </a:prstGeom>
              <a:blipFill>
                <a:blip r:embed="rId8"/>
                <a:stretch>
                  <a:fillRect b="-2273"/>
                </a:stretch>
              </a:blipFill>
            </p:spPr>
            <p:txBody>
              <a:bodyPr/>
              <a:lstStyle/>
              <a:p>
                <a:r>
                  <a:rPr lang="en-KR">
                    <a:noFill/>
                  </a:rPr>
                  <a:t> </a:t>
                </a:r>
              </a:p>
            </p:txBody>
          </p:sp>
        </mc:Fallback>
      </mc:AlternateContent>
      <p:sp>
        <p:nvSpPr>
          <p:cNvPr id="9" name="TextBox 8">
            <a:extLst>
              <a:ext uri="{FF2B5EF4-FFF2-40B4-BE49-F238E27FC236}">
                <a16:creationId xmlns:a16="http://schemas.microsoft.com/office/drawing/2014/main" id="{462DCE47-C2AB-81D0-E259-6B00D85B2D4F}"/>
              </a:ext>
            </a:extLst>
          </p:cNvPr>
          <p:cNvSpPr txBox="1"/>
          <p:nvPr/>
        </p:nvSpPr>
        <p:spPr>
          <a:xfrm>
            <a:off x="7563520" y="2350386"/>
            <a:ext cx="4526880" cy="307777"/>
          </a:xfrm>
          <a:prstGeom prst="rect">
            <a:avLst/>
          </a:prstGeom>
          <a:noFill/>
        </p:spPr>
        <p:txBody>
          <a:bodyPr wrap="none" lIns="0" rIns="0" rtlCol="0">
            <a:spAutoFit/>
          </a:bodyPr>
          <a:lstStyle/>
          <a:p>
            <a:pPr algn="l"/>
            <a:r>
              <a:rPr lang="en-KR" sz="1400" i="1" dirty="0">
                <a:latin typeface="Pretendard" panose="02000503000000020004" pitchFamily="2" charset="-127"/>
                <a:ea typeface="Pretendard" panose="02000503000000020004" pitchFamily="2" charset="-127"/>
                <a:cs typeface="Pretendard" panose="02000503000000020004" pitchFamily="2" charset="-127"/>
              </a:rPr>
              <a:t>”Beneficial to sample quality (and simpler to implement)”</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4714012-043C-3C85-759A-975670EE5991}"/>
                  </a:ext>
                </a:extLst>
              </p:cNvPr>
              <p:cNvSpPr txBox="1">
                <a:spLocks/>
              </p:cNvSpPr>
              <p:nvPr/>
            </p:nvSpPr>
            <p:spPr>
              <a:xfrm>
                <a:off x="609600" y="2927553"/>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Revisiting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0</m:t>
                        </m:r>
                      </m:sub>
                    </m:sSub>
                  </m:oMath>
                </a14:m>
                <a:endParaRPr lang="en-KR" sz="2000" dirty="0"/>
              </a:p>
            </p:txBody>
          </p:sp>
        </mc:Choice>
        <mc:Fallback xmlns="">
          <p:sp>
            <p:nvSpPr>
              <p:cNvPr id="2" name="Text Placeholder 2">
                <a:extLst>
                  <a:ext uri="{FF2B5EF4-FFF2-40B4-BE49-F238E27FC236}">
                    <a16:creationId xmlns:a16="http://schemas.microsoft.com/office/drawing/2014/main" id="{34714012-043C-3C85-759A-975670EE5991}"/>
                  </a:ext>
                </a:extLst>
              </p:cNvPr>
              <p:cNvSpPr txBox="1">
                <a:spLocks noRot="1" noChangeAspect="1" noMove="1" noResize="1" noEditPoints="1" noAdjustHandles="1" noChangeArrowheads="1" noChangeShapeType="1" noTextEdit="1"/>
              </p:cNvSpPr>
              <p:nvPr/>
            </p:nvSpPr>
            <p:spPr>
              <a:xfrm>
                <a:off x="609600" y="2927553"/>
                <a:ext cx="10972800" cy="369332"/>
              </a:xfrm>
              <a:prstGeom prst="rect">
                <a:avLst/>
              </a:prstGeom>
              <a:blipFill>
                <a:blip r:embed="rId9"/>
                <a:stretch>
                  <a:fillRect l="-1387" t="-13333" b="-3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AA5D18-14A8-817F-8674-C6511550E2B3}"/>
                  </a:ext>
                </a:extLst>
              </p:cNvPr>
              <p:cNvSpPr txBox="1"/>
              <p:nvPr/>
            </p:nvSpPr>
            <p:spPr>
              <a:xfrm>
                <a:off x="609600" y="3334860"/>
                <a:ext cx="4572000" cy="40498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𝐷</m:t>
                          </m:r>
                        </m:e>
                        <m:sub>
                          <m:r>
                            <a:rPr lang="en-US" i="1">
                              <a:latin typeface="Cambria Math" panose="02040503050406030204" pitchFamily="18" charset="0"/>
                              <a:ea typeface="Cambria Math" panose="02040503050406030204" pitchFamily="18" charset="0"/>
                            </a:rPr>
                            <m:t>𝐾𝐿</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𝑞</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i="1">
                              <a:latin typeface="Cambria Math" panose="02040503050406030204" pitchFamily="18" charset="0"/>
                              <a:ea typeface="Cambria Math" panose="02040503050406030204" pitchFamily="18" charset="0"/>
                            </a:rPr>
                            <m:t> </m:t>
                          </m:r>
                          <m:r>
                            <m:rPr>
                              <m:lit/>
                            </m:rPr>
                            <a:rPr lang="en-US" i="1">
                              <a:latin typeface="Cambria Math" panose="02040503050406030204" pitchFamily="18" charset="0"/>
                            </a:rPr>
                            <m:t>||</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b="1" i="1">
                                      <a:latin typeface="Cambria Math" panose="02040503050406030204" pitchFamily="18" charset="0"/>
                                    </a:rPr>
                                    <m:t>𝒙</m:t>
                                  </m:r>
                                </m:e>
                                <m:sub>
                                  <m:r>
                                    <a:rPr lang="en-US" i="1">
                                      <a:latin typeface="Cambria Math" panose="02040503050406030204" pitchFamily="18" charset="0"/>
                                    </a:rPr>
                                    <m:t>𝑡</m:t>
                                  </m:r>
                                </m:sub>
                              </m:sSub>
                            </m:e>
                          </m:d>
                        </m:e>
                      </m:d>
                      <m:r>
                        <a:rPr lang="en-US" b="0" i="1" smtClean="0">
                          <a:latin typeface="Cambria Math" panose="02040503050406030204" pitchFamily="18" charset="0"/>
                        </a:rPr>
                        <m:t>]</m:t>
                      </m:r>
                    </m:oMath>
                  </m:oMathPara>
                </a14:m>
                <a:endParaRPr lang="en-KR" dirty="0"/>
              </a:p>
            </p:txBody>
          </p:sp>
        </mc:Choice>
        <mc:Fallback xmlns="">
          <p:sp>
            <p:nvSpPr>
              <p:cNvPr id="11" name="TextBox 10">
                <a:extLst>
                  <a:ext uri="{FF2B5EF4-FFF2-40B4-BE49-F238E27FC236}">
                    <a16:creationId xmlns:a16="http://schemas.microsoft.com/office/drawing/2014/main" id="{8BAA5D18-14A8-817F-8674-C6511550E2B3}"/>
                  </a:ext>
                </a:extLst>
              </p:cNvPr>
              <p:cNvSpPr txBox="1">
                <a:spLocks noRot="1" noChangeAspect="1" noMove="1" noResize="1" noEditPoints="1" noAdjustHandles="1" noChangeArrowheads="1" noChangeShapeType="1" noTextEdit="1"/>
              </p:cNvSpPr>
              <p:nvPr/>
            </p:nvSpPr>
            <p:spPr>
              <a:xfrm>
                <a:off x="609600" y="3334860"/>
                <a:ext cx="4572000" cy="404983"/>
              </a:xfrm>
              <a:prstGeom prst="rect">
                <a:avLst/>
              </a:prstGeom>
              <a:blipFill>
                <a:blip r:embed="rId10"/>
                <a:stretch>
                  <a:fillRect b="-12121"/>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A9C1A8F-0BAA-0F19-41A5-3B59002CC189}"/>
                  </a:ext>
                </a:extLst>
              </p:cNvPr>
              <p:cNvSpPr txBox="1"/>
              <p:nvPr/>
            </p:nvSpPr>
            <p:spPr>
              <a:xfrm>
                <a:off x="609600" y="3844652"/>
                <a:ext cx="6193366"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func>
                        <m:funcPr>
                          <m:ctrlPr>
                            <a:rPr lang="en-US" i="1" smtClean="0">
                              <a:latin typeface="Cambria Math" panose="02040503050406030204" pitchFamily="18" charset="0"/>
                              <a:ea typeface="Cambria Math" panose="02040503050406030204" pitchFamily="18" charset="0"/>
                            </a:rPr>
                          </m:ctrlPr>
                        </m:funcPr>
                        <m:fName>
                          <m:r>
                            <m:rPr>
                              <m:sty m:val="p"/>
                            </m:rPr>
                            <a:rPr lang="en-US" smtClean="0">
                              <a:latin typeface="Cambria Math" panose="02040503050406030204" pitchFamily="18" charset="0"/>
                              <a:ea typeface="Cambria Math" panose="02040503050406030204" pitchFamily="18" charset="0"/>
                            </a:rPr>
                            <m:t>log</m:t>
                          </m:r>
                        </m:fName>
                        <m:e>
                          <m:sSub>
                            <m:sSubPr>
                              <m:ctrlPr>
                                <a:rPr lang="en-US"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𝑝</m:t>
                              </m:r>
                            </m:e>
                            <m:sub>
                              <m:r>
                                <a:rPr lang="en-US" i="1" smtClean="0">
                                  <a:latin typeface="Cambria Math" panose="02040503050406030204" pitchFamily="18" charset="0"/>
                                  <a:ea typeface="Cambria Math" panose="02040503050406030204" pitchFamily="18" charset="0"/>
                                </a:rPr>
                                <m:t>𝜃</m:t>
                              </m:r>
                            </m:sub>
                          </m:sSub>
                          <m:d>
                            <m:dPr>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0</m:t>
                                  </m:r>
                                </m:sub>
                              </m:sSub>
                            </m:e>
                            <m:e>
                              <m:sSub>
                                <m:sSubPr>
                                  <m:ctrlPr>
                                    <a:rPr lang="en-US"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i="1" smtClean="0">
                                      <a:latin typeface="Cambria Math" panose="02040503050406030204" pitchFamily="18" charset="0"/>
                                      <a:ea typeface="Cambria Math" panose="02040503050406030204" pitchFamily="18" charset="0"/>
                                    </a:rPr>
                                    <m:t>1</m:t>
                                  </m:r>
                                </m:sub>
                              </m:sSub>
                            </m:e>
                          </m:d>
                        </m:e>
                      </m:func>
                      <m:r>
                        <a:rPr lang="en-US" b="0" i="1" smtClean="0">
                          <a:latin typeface="Cambria Math" panose="02040503050406030204" pitchFamily="18" charset="0"/>
                          <a:ea typeface="Cambria Math" panose="02040503050406030204" pitchFamily="18" charset="0"/>
                        </a:rPr>
                        <m:t>]</m:t>
                      </m:r>
                    </m:oMath>
                  </m:oMathPara>
                </a14:m>
                <a:endParaRPr lang="en-KR" dirty="0"/>
              </a:p>
            </p:txBody>
          </p:sp>
        </mc:Choice>
        <mc:Fallback xmlns="">
          <p:sp>
            <p:nvSpPr>
              <p:cNvPr id="13" name="TextBox 12">
                <a:extLst>
                  <a:ext uri="{FF2B5EF4-FFF2-40B4-BE49-F238E27FC236}">
                    <a16:creationId xmlns:a16="http://schemas.microsoft.com/office/drawing/2014/main" id="{8A9C1A8F-0BAA-0F19-41A5-3B59002CC189}"/>
                  </a:ext>
                </a:extLst>
              </p:cNvPr>
              <p:cNvSpPr txBox="1">
                <a:spLocks noRot="1" noChangeAspect="1" noMove="1" noResize="1" noEditPoints="1" noAdjustHandles="1" noChangeArrowheads="1" noChangeShapeType="1" noTextEdit="1"/>
              </p:cNvSpPr>
              <p:nvPr/>
            </p:nvSpPr>
            <p:spPr>
              <a:xfrm>
                <a:off x="609600" y="3844652"/>
                <a:ext cx="6193366" cy="369332"/>
              </a:xfrm>
              <a:prstGeom prst="rect">
                <a:avLst/>
              </a:prstGeom>
              <a:blipFill>
                <a:blip r:embed="rId11"/>
                <a:stretch>
                  <a:fillRect b="-13333"/>
                </a:stretch>
              </a:blipFill>
            </p:spPr>
            <p:txBody>
              <a:bodyPr/>
              <a:lstStyle/>
              <a:p>
                <a:r>
                  <a:rPr lang="en-KR">
                    <a:noFill/>
                  </a:rPr>
                  <a:t> </a:t>
                </a:r>
              </a:p>
            </p:txBody>
          </p:sp>
        </mc:Fallback>
      </mc:AlternateContent>
      <p:sp>
        <p:nvSpPr>
          <p:cNvPr id="3" name="TextBox 2">
            <a:extLst>
              <a:ext uri="{FF2B5EF4-FFF2-40B4-BE49-F238E27FC236}">
                <a16:creationId xmlns:a16="http://schemas.microsoft.com/office/drawing/2014/main" id="{77D29865-1A9D-C1B9-83D9-C19F798B359C}"/>
              </a:ext>
            </a:extLst>
          </p:cNvPr>
          <p:cNvSpPr txBox="1"/>
          <p:nvPr/>
        </p:nvSpPr>
        <p:spPr>
          <a:xfrm>
            <a:off x="5406654" y="3392767"/>
            <a:ext cx="3268523" cy="338554"/>
          </a:xfrm>
          <a:prstGeom prst="rect">
            <a:avLst/>
          </a:prstGeom>
          <a:noFill/>
        </p:spPr>
        <p:txBody>
          <a:bodyPr wrap="none" lIns="0" rIns="0" rtlCol="0">
            <a:spAutoFit/>
          </a:bodyPr>
          <a:lstStyle/>
          <a:p>
            <a:pPr algn="l"/>
            <a:r>
              <a:rPr lang="en-US" sz="1600" dirty="0">
                <a:latin typeface="Pretendard" panose="02000503000000020004" pitchFamily="2" charset="-127"/>
                <a:ea typeface="Pretendard" panose="02000503000000020004" pitchFamily="2" charset="-127"/>
                <a:cs typeface="Pretendard" panose="02000503000000020004" pitchFamily="2" charset="-127"/>
              </a:rPr>
              <a:t>KL divergence between distribution</a:t>
            </a:r>
            <a:endParaRPr lang="en-KR" sz="1600" dirty="0" err="1">
              <a:latin typeface="Pretendard" panose="02000503000000020004" pitchFamily="2" charset="-127"/>
              <a:ea typeface="Pretendard" panose="02000503000000020004" pitchFamily="2" charset="-127"/>
              <a:cs typeface="Pretendard" panose="02000503000000020004" pitchFamily="2" charset="-127"/>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5E7BBF1-7EF5-9FB8-30BE-BCDFB4D860AE}"/>
                  </a:ext>
                </a:extLst>
              </p:cNvPr>
              <p:cNvSpPr txBox="1"/>
              <p:nvPr/>
            </p:nvSpPr>
            <p:spPr>
              <a:xfrm>
                <a:off x="3378199" y="3860041"/>
                <a:ext cx="6208751" cy="584775"/>
              </a:xfrm>
              <a:prstGeom prst="rect">
                <a:avLst/>
              </a:prstGeom>
              <a:noFill/>
            </p:spPr>
            <p:txBody>
              <a:bodyPr wrap="none" lIns="0" rIns="0" rtlCol="0">
                <a:spAutoFit/>
              </a:bodyPr>
              <a:lstStyle/>
              <a:p>
                <a14:m>
                  <m:oMath xmlns:m="http://schemas.openxmlformats.org/officeDocument/2006/math">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0</m:t>
                        </m:r>
                      </m:sub>
                    </m:sSub>
                  </m:oMath>
                </a14:m>
                <a:r>
                  <a:rPr lang="en-KR" sz="1600" dirty="0">
                    <a:latin typeface="Pretendard" panose="02000503000000020004" pitchFamily="2" charset="-127"/>
                    <a:ea typeface="Pretendard" panose="02000503000000020004" pitchFamily="2" charset="-127"/>
                    <a:cs typeface="Pretendard" panose="02000503000000020004" pitchFamily="2" charset="-127"/>
                  </a:rPr>
                  <a:t> is a fixed data (no stochasticity), while </a:t>
                </a:r>
                <a14:m>
                  <m:oMath xmlns:m="http://schemas.openxmlformats.org/officeDocument/2006/math">
                    <m:sSub>
                      <m:sSub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0" i="1" smtClean="0">
                            <a:latin typeface="Cambria Math" panose="02040503050406030204" pitchFamily="18" charset="0"/>
                            <a:ea typeface="Pretendard" panose="02000503000000020004" pitchFamily="2" charset="-127"/>
                            <a:cs typeface="Pretendard" panose="02000503000000020004" pitchFamily="2" charset="-127"/>
                          </a:rPr>
                          <m:t>𝑝</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𝜃</m:t>
                        </m:r>
                      </m:sub>
                    </m:sSub>
                    <m:d>
                      <m:dPr>
                        <m:ctrlPr>
                          <a:rPr lang="en-US" sz="1600" b="0" i="1" smtClean="0">
                            <a:latin typeface="Cambria Math" panose="02040503050406030204" pitchFamily="18" charset="0"/>
                            <a:ea typeface="Pretendard" panose="02000503000000020004" pitchFamily="2" charset="-127"/>
                            <a:cs typeface="Pretendard" panose="02000503000000020004" pitchFamily="2" charset="-127"/>
                          </a:rPr>
                        </m:ctrlPr>
                      </m:dPr>
                      <m:e>
                        <m:sSub>
                          <m:sSubPr>
                            <m:ctrlPr>
                              <a:rPr lang="en-US" sz="1600" i="1">
                                <a:latin typeface="Cambria Math" panose="02040503050406030204" pitchFamily="18" charset="0"/>
                                <a:ea typeface="Pretendard" panose="02000503000000020004" pitchFamily="2" charset="-127"/>
                                <a:cs typeface="Pretendard" panose="02000503000000020004" pitchFamily="2" charset="-127"/>
                              </a:rPr>
                            </m:ctrlPr>
                          </m:sSubPr>
                          <m:e>
                            <m:sSub>
                              <m:sSubPr>
                                <m:ctrlPr>
                                  <a:rPr lang="en-US" sz="160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sz="1600" b="1" i="1" smtClean="0">
                                    <a:latin typeface="Cambria Math" panose="02040503050406030204" pitchFamily="18" charset="0"/>
                                    <a:ea typeface="Pretendard" panose="02000503000000020004" pitchFamily="2" charset="-127"/>
                                    <a:cs typeface="Pretendard" panose="02000503000000020004" pitchFamily="2" charset="-127"/>
                                  </a:rPr>
                                  <m:t>𝒙</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0</m:t>
                                </m:r>
                              </m:sub>
                            </m:sSub>
                            <m:r>
                              <a:rPr lang="en-US" sz="1600" b="1" i="1" smtClean="0">
                                <a:latin typeface="Cambria Math" panose="02040503050406030204" pitchFamily="18" charset="0"/>
                                <a:ea typeface="Pretendard" panose="02000503000000020004" pitchFamily="2" charset="-127"/>
                                <a:cs typeface="Pretendard" panose="02000503000000020004" pitchFamily="2" charset="-127"/>
                              </a:rPr>
                              <m:t>|</m:t>
                            </m:r>
                            <m:r>
                              <a:rPr lang="en-US" sz="1600" b="1" i="1">
                                <a:latin typeface="Cambria Math" panose="02040503050406030204" pitchFamily="18" charset="0"/>
                                <a:ea typeface="Pretendard" panose="02000503000000020004" pitchFamily="2" charset="-127"/>
                                <a:cs typeface="Pretendard" panose="02000503000000020004" pitchFamily="2" charset="-127"/>
                              </a:rPr>
                              <m:t>𝒙</m:t>
                            </m:r>
                          </m:e>
                          <m:sub>
                            <m:r>
                              <a:rPr lang="en-US" sz="1600" b="0" i="1" smtClean="0">
                                <a:latin typeface="Cambria Math" panose="02040503050406030204" pitchFamily="18" charset="0"/>
                                <a:ea typeface="Pretendard" panose="02000503000000020004" pitchFamily="2" charset="-127"/>
                                <a:cs typeface="Pretendard" panose="02000503000000020004" pitchFamily="2" charset="-127"/>
                              </a:rPr>
                              <m:t>1</m:t>
                            </m:r>
                          </m:sub>
                        </m:sSub>
                      </m:e>
                    </m:d>
                  </m:oMath>
                </a14:m>
                <a:r>
                  <a:rPr lang="en-KR" sz="1600" i="1" dirty="0">
                    <a:latin typeface="Pretendard" panose="02000503000000020004" pitchFamily="2" charset="-127"/>
                    <a:ea typeface="Pretendard" panose="02000503000000020004" pitchFamily="2" charset="-127"/>
                    <a:cs typeface="Pretendard" panose="02000503000000020004" pitchFamily="2" charset="-127"/>
                  </a:rPr>
                  <a:t> </a:t>
                </a:r>
                <a:r>
                  <a:rPr lang="en-KR" sz="1600" dirty="0">
                    <a:latin typeface="Pretendard" panose="02000503000000020004" pitchFamily="2" charset="-127"/>
                    <a:ea typeface="Pretendard" panose="02000503000000020004" pitchFamily="2" charset="-127"/>
                    <a:cs typeface="Pretendard" panose="02000503000000020004" pitchFamily="2" charset="-127"/>
                  </a:rPr>
                  <a:t>is a distribution</a:t>
                </a:r>
                <a:r>
                  <a:rPr lang="en-KR" sz="1600" i="1" dirty="0">
                    <a:latin typeface="Pretendard" panose="02000503000000020004" pitchFamily="2" charset="-127"/>
                    <a:ea typeface="Pretendard" panose="02000503000000020004" pitchFamily="2" charset="-127"/>
                    <a:cs typeface="Pretendard" panose="02000503000000020004" pitchFamily="2" charset="-127"/>
                  </a:rPr>
                  <a:t>.</a:t>
                </a:r>
              </a:p>
              <a:p>
                <a:r>
                  <a:rPr lang="en-KR" sz="1600" dirty="0">
                    <a:latin typeface="Pretendard" panose="02000503000000020004" pitchFamily="2" charset="-127"/>
                    <a:ea typeface="Pretendard" panose="02000503000000020004" pitchFamily="2" charset="-127"/>
                    <a:cs typeface="Pretendard" panose="02000503000000020004" pitchFamily="2" charset="-127"/>
                  </a:rPr>
                  <a:t>Let’s compare the data with the mean of </a:t>
                </a:r>
                <a14:m>
                  <m:oMath xmlns:m="http://schemas.openxmlformats.org/officeDocument/2006/math">
                    <m:sSub>
                      <m:sSubPr>
                        <m:ctrlPr>
                          <a:rPr lang="en-US" sz="1600" i="1">
                            <a:latin typeface="Cambria Math" panose="02040503050406030204" pitchFamily="18" charset="0"/>
                            <a:ea typeface="Pretendard" panose="02000503000000020004" pitchFamily="2" charset="-127"/>
                            <a:cs typeface="Pretendard" panose="02000503000000020004" pitchFamily="2" charset="-127"/>
                          </a:rPr>
                        </m:ctrlPr>
                      </m:sSubPr>
                      <m:e>
                        <m:r>
                          <a:rPr lang="en-US" sz="1600" i="1">
                            <a:latin typeface="Cambria Math" panose="02040503050406030204" pitchFamily="18" charset="0"/>
                            <a:ea typeface="Pretendard" panose="02000503000000020004" pitchFamily="2" charset="-127"/>
                            <a:cs typeface="Pretendard" panose="02000503000000020004" pitchFamily="2" charset="-127"/>
                          </a:rPr>
                          <m:t>𝑝</m:t>
                        </m:r>
                      </m:e>
                      <m:sub>
                        <m:r>
                          <a:rPr lang="en-US" sz="1600" i="1">
                            <a:latin typeface="Cambria Math" panose="02040503050406030204" pitchFamily="18" charset="0"/>
                            <a:ea typeface="Pretendard" panose="02000503000000020004" pitchFamily="2" charset="-127"/>
                            <a:cs typeface="Pretendard" panose="02000503000000020004" pitchFamily="2" charset="-127"/>
                          </a:rPr>
                          <m:t>𝜃</m:t>
                        </m:r>
                      </m:sub>
                    </m:sSub>
                    <m:d>
                      <m:dPr>
                        <m:ctrlPr>
                          <a:rPr lang="en-US" sz="1600" i="1">
                            <a:latin typeface="Cambria Math" panose="02040503050406030204" pitchFamily="18" charset="0"/>
                            <a:ea typeface="Pretendard" panose="02000503000000020004" pitchFamily="2" charset="-127"/>
                            <a:cs typeface="Pretendard" panose="02000503000000020004" pitchFamily="2" charset="-127"/>
                          </a:rPr>
                        </m:ctrlPr>
                      </m:dPr>
                      <m:e>
                        <m:sSub>
                          <m:sSubPr>
                            <m:ctrlPr>
                              <a:rPr lang="en-US" sz="1600" i="1">
                                <a:latin typeface="Cambria Math" panose="02040503050406030204" pitchFamily="18" charset="0"/>
                                <a:ea typeface="Pretendard" panose="02000503000000020004" pitchFamily="2" charset="-127"/>
                                <a:cs typeface="Pretendard" panose="02000503000000020004" pitchFamily="2" charset="-127"/>
                              </a:rPr>
                            </m:ctrlPr>
                          </m:sSubPr>
                          <m:e>
                            <m:sSub>
                              <m:sSubPr>
                                <m:ctrlPr>
                                  <a:rPr lang="en-US" sz="1600" i="1">
                                    <a:latin typeface="Cambria Math" panose="02040503050406030204" pitchFamily="18" charset="0"/>
                                    <a:ea typeface="Pretendard" panose="02000503000000020004" pitchFamily="2" charset="-127"/>
                                    <a:cs typeface="Pretendard" panose="02000503000000020004" pitchFamily="2" charset="-127"/>
                                  </a:rPr>
                                </m:ctrlPr>
                              </m:sSubPr>
                              <m:e>
                                <m:r>
                                  <a:rPr lang="en-US" sz="1600" b="1" i="1">
                                    <a:latin typeface="Cambria Math" panose="02040503050406030204" pitchFamily="18" charset="0"/>
                                    <a:ea typeface="Pretendard" panose="02000503000000020004" pitchFamily="2" charset="-127"/>
                                    <a:cs typeface="Pretendard" panose="02000503000000020004" pitchFamily="2" charset="-127"/>
                                  </a:rPr>
                                  <m:t>𝒙</m:t>
                                </m:r>
                              </m:e>
                              <m:sub>
                                <m:r>
                                  <a:rPr lang="en-US" sz="1600" i="1">
                                    <a:latin typeface="Cambria Math" panose="02040503050406030204" pitchFamily="18" charset="0"/>
                                    <a:ea typeface="Pretendard" panose="02000503000000020004" pitchFamily="2" charset="-127"/>
                                    <a:cs typeface="Pretendard" panose="02000503000000020004" pitchFamily="2" charset="-127"/>
                                  </a:rPr>
                                  <m:t>0</m:t>
                                </m:r>
                              </m:sub>
                            </m:sSub>
                            <m:r>
                              <a:rPr lang="en-US" sz="1600" b="1" i="1">
                                <a:latin typeface="Cambria Math" panose="02040503050406030204" pitchFamily="18" charset="0"/>
                                <a:ea typeface="Pretendard" panose="02000503000000020004" pitchFamily="2" charset="-127"/>
                                <a:cs typeface="Pretendard" panose="02000503000000020004" pitchFamily="2" charset="-127"/>
                              </a:rPr>
                              <m:t>|</m:t>
                            </m:r>
                            <m:r>
                              <a:rPr lang="en-US" sz="1600" b="1" i="1">
                                <a:latin typeface="Cambria Math" panose="02040503050406030204" pitchFamily="18" charset="0"/>
                                <a:ea typeface="Pretendard" panose="02000503000000020004" pitchFamily="2" charset="-127"/>
                                <a:cs typeface="Pretendard" panose="02000503000000020004" pitchFamily="2" charset="-127"/>
                              </a:rPr>
                              <m:t>𝒙</m:t>
                            </m:r>
                          </m:e>
                          <m:sub>
                            <m:r>
                              <a:rPr lang="en-US" sz="1600" i="1">
                                <a:latin typeface="Cambria Math" panose="02040503050406030204" pitchFamily="18" charset="0"/>
                                <a:ea typeface="Pretendard" panose="02000503000000020004" pitchFamily="2" charset="-127"/>
                                <a:cs typeface="Pretendard" panose="02000503000000020004" pitchFamily="2" charset="-127"/>
                              </a:rPr>
                              <m:t>1</m:t>
                            </m:r>
                          </m:sub>
                        </m:sSub>
                      </m:e>
                    </m:d>
                  </m:oMath>
                </a14:m>
                <a:r>
                  <a:rPr lang="en-KR" sz="1600" dirty="0">
                    <a:latin typeface="Pretendard" panose="02000503000000020004" pitchFamily="2" charset="-127"/>
                    <a:ea typeface="Pretendard" panose="02000503000000020004" pitchFamily="2" charset="-127"/>
                    <a:cs typeface="Pretendard" panose="02000503000000020004" pitchFamily="2" charset="-127"/>
                  </a:rPr>
                  <a:t>!</a:t>
                </a:r>
                <a:endParaRPr lang="en-KR" sz="1600" i="1" dirty="0">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10" name="TextBox 9">
                <a:extLst>
                  <a:ext uri="{FF2B5EF4-FFF2-40B4-BE49-F238E27FC236}">
                    <a16:creationId xmlns:a16="http://schemas.microsoft.com/office/drawing/2014/main" id="{65E7BBF1-7EF5-9FB8-30BE-BCDFB4D860AE}"/>
                  </a:ext>
                </a:extLst>
              </p:cNvPr>
              <p:cNvSpPr txBox="1">
                <a:spLocks noRot="1" noChangeAspect="1" noMove="1" noResize="1" noEditPoints="1" noAdjustHandles="1" noChangeArrowheads="1" noChangeShapeType="1" noTextEdit="1"/>
              </p:cNvSpPr>
              <p:nvPr/>
            </p:nvSpPr>
            <p:spPr>
              <a:xfrm>
                <a:off x="3378199" y="3860041"/>
                <a:ext cx="6208751" cy="584775"/>
              </a:xfrm>
              <a:prstGeom prst="rect">
                <a:avLst/>
              </a:prstGeom>
              <a:blipFill>
                <a:blip r:embed="rId12"/>
                <a:stretch>
                  <a:fillRect l="-1833" t="-2128" r="-815" b="-14894"/>
                </a:stretch>
              </a:blipFill>
            </p:spPr>
            <p:txBody>
              <a:bodyPr/>
              <a:lstStyle/>
              <a:p>
                <a:r>
                  <a:rPr lang="en-KR">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ADD2685-F7A8-BC05-67E0-1FB4FA32DB89}"/>
                  </a:ext>
                </a:extLst>
              </p:cNvPr>
              <p:cNvSpPr txBox="1"/>
              <p:nvPr/>
            </p:nvSpPr>
            <p:spPr>
              <a:xfrm>
                <a:off x="91017" y="4699186"/>
                <a:ext cx="6193366" cy="11205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1" i="1" smtClean="0">
                              <a:solidFill>
                                <a:schemeClr val="tx1"/>
                              </a:solidFill>
                              <a:latin typeface="Cambria Math" panose="02040503050406030204" pitchFamily="18" charset="0"/>
                              <a:ea typeface="Cambria Math" panose="02040503050406030204" pitchFamily="18" charset="0"/>
                            </a:rPr>
                          </m:ctrlPr>
                        </m:sSubPr>
                        <m:e>
                          <m:r>
                            <a:rPr lang="en-US" sz="1800" b="1">
                              <a:solidFill>
                                <a:schemeClr val="tx1"/>
                              </a:solidFill>
                              <a:latin typeface="Cambria Math" panose="02040503050406030204" pitchFamily="18" charset="0"/>
                              <a:ea typeface="Cambria Math" panose="02040503050406030204" pitchFamily="18" charset="0"/>
                            </a:rPr>
                            <m:t>𝔼</m:t>
                          </m:r>
                        </m:e>
                        <m:sub>
                          <m:sSub>
                            <m:sSubPr>
                              <m:ctrlPr>
                                <a:rPr lang="en-US" sz="1800" i="1" smtClean="0">
                                  <a:solidFill>
                                    <a:schemeClr val="tx1"/>
                                  </a:solidFill>
                                  <a:latin typeface="Cambria Math" panose="02040503050406030204" pitchFamily="18" charset="0"/>
                                  <a:ea typeface="Cambria Math" panose="02040503050406030204" pitchFamily="18" charset="0"/>
                                </a:rPr>
                              </m:ctrlPr>
                            </m:sSubPr>
                            <m:e>
                              <m:r>
                                <a:rPr lang="en-US" sz="1800" b="1" i="1" smtClean="0">
                                  <a:solidFill>
                                    <a:schemeClr val="tx1"/>
                                  </a:solidFill>
                                  <a:latin typeface="Cambria Math" panose="02040503050406030204" pitchFamily="18" charset="0"/>
                                  <a:ea typeface="Cambria Math" panose="02040503050406030204" pitchFamily="18" charset="0"/>
                                </a:rPr>
                                <m:t>𝒙</m:t>
                              </m:r>
                            </m:e>
                            <m:sub>
                              <m:r>
                                <a:rPr lang="en-US" sz="1800" b="0" i="1" smtClean="0">
                                  <a:solidFill>
                                    <a:schemeClr val="tx1"/>
                                  </a:solidFill>
                                  <a:latin typeface="Cambria Math" panose="02040503050406030204" pitchFamily="18" charset="0"/>
                                  <a:ea typeface="Cambria Math" panose="02040503050406030204" pitchFamily="18" charset="0"/>
                                </a:rPr>
                                <m:t>0</m:t>
                              </m:r>
                            </m:sub>
                          </m:sSub>
                          <m:r>
                            <a:rPr lang="en-US" sz="1800" b="1" i="1" smtClean="0">
                              <a:solidFill>
                                <a:schemeClr val="tx1"/>
                              </a:solidFill>
                              <a:latin typeface="Cambria Math" panose="02040503050406030204" pitchFamily="18" charset="0"/>
                              <a:ea typeface="Cambria Math" panose="02040503050406030204" pitchFamily="18" charset="0"/>
                            </a:rPr>
                            <m:t>,   </m:t>
                          </m:r>
                          <m:r>
                            <a:rPr lang="en-US" sz="1800" b="1">
                              <a:solidFill>
                                <a:schemeClr val="tx1"/>
                              </a:solidFill>
                              <a:latin typeface="Cambria Math" panose="02040503050406030204" pitchFamily="18" charset="0"/>
                              <a:ea typeface="Cambria Math" panose="02040503050406030204" pitchFamily="18" charset="0"/>
                            </a:rPr>
                            <m:t>𝛜</m:t>
                          </m:r>
                          <m:r>
                            <a:rPr lang="en-US" sz="1800" b="1">
                              <a:solidFill>
                                <a:schemeClr val="tx1"/>
                              </a:solidFill>
                              <a:latin typeface="Cambria Math" panose="02040503050406030204" pitchFamily="18" charset="0"/>
                              <a:ea typeface="Cambria Math" panose="02040503050406030204" pitchFamily="18" charset="0"/>
                            </a:rPr>
                            <m:t>∼</m:t>
                          </m:r>
                          <m:r>
                            <a:rPr lang="en-US" sz="1800" b="1">
                              <a:solidFill>
                                <a:schemeClr val="tx1"/>
                              </a:solidFill>
                              <a:latin typeface="Cambria Math" panose="02040503050406030204" pitchFamily="18" charset="0"/>
                              <a:ea typeface="Cambria Math" panose="02040503050406030204" pitchFamily="18" charset="0"/>
                            </a:rPr>
                            <m:t>𝓝</m:t>
                          </m:r>
                          <m:d>
                            <m:dPr>
                              <m:ctrlPr>
                                <a:rPr lang="en-US" sz="1800" b="1" i="1">
                                  <a:solidFill>
                                    <a:schemeClr val="tx1"/>
                                  </a:solidFill>
                                  <a:latin typeface="Cambria Math" panose="02040503050406030204" pitchFamily="18" charset="0"/>
                                  <a:ea typeface="Cambria Math" panose="02040503050406030204" pitchFamily="18" charset="0"/>
                                </a:rPr>
                              </m:ctrlPr>
                            </m:dPr>
                            <m:e>
                              <m:r>
                                <a:rPr lang="en-US" sz="1800" b="1">
                                  <a:solidFill>
                                    <a:schemeClr val="tx1"/>
                                  </a:solidFill>
                                  <a:latin typeface="Cambria Math" panose="02040503050406030204" pitchFamily="18" charset="0"/>
                                  <a:ea typeface="Cambria Math" panose="02040503050406030204" pitchFamily="18" charset="0"/>
                                </a:rPr>
                                <m:t>𝟎</m:t>
                              </m:r>
                              <m:r>
                                <a:rPr lang="en-US" sz="1800" b="1">
                                  <a:solidFill>
                                    <a:schemeClr val="tx1"/>
                                  </a:solidFill>
                                  <a:latin typeface="Cambria Math" panose="02040503050406030204" pitchFamily="18" charset="0"/>
                                  <a:ea typeface="Cambria Math" panose="02040503050406030204" pitchFamily="18" charset="0"/>
                                </a:rPr>
                                <m:t>,</m:t>
                              </m:r>
                              <m:r>
                                <a:rPr lang="en-US" sz="1800" b="1">
                                  <a:solidFill>
                                    <a:schemeClr val="tx1"/>
                                  </a:solidFill>
                                  <a:latin typeface="Cambria Math" panose="02040503050406030204" pitchFamily="18" charset="0"/>
                                  <a:ea typeface="Cambria Math" panose="02040503050406030204" pitchFamily="18" charset="0"/>
                                </a:rPr>
                                <m:t>𝐈</m:t>
                              </m:r>
                            </m:e>
                          </m:d>
                        </m:sub>
                      </m:sSub>
                      <m:d>
                        <m:dPr>
                          <m:begChr m:val="["/>
                          <m:endChr m:val="]"/>
                          <m:ctrlPr>
                            <a:rPr lang="en-US" sz="1800" i="1">
                              <a:solidFill>
                                <a:schemeClr val="tx1"/>
                              </a:solidFill>
                              <a:latin typeface="Cambria Math" panose="02040503050406030204" pitchFamily="18" charset="0"/>
                              <a:ea typeface="Cambria Math" panose="02040503050406030204" pitchFamily="18" charset="0"/>
                            </a:rPr>
                          </m:ctrlPr>
                        </m:dPr>
                        <m:e>
                          <m:r>
                            <m:rPr>
                              <m:lit/>
                            </m:rPr>
                            <a:rPr lang="en-US" sz="1800" b="1" i="1">
                              <a:solidFill>
                                <a:schemeClr val="tx1"/>
                              </a:solidFill>
                              <a:latin typeface="Cambria Math" panose="02040503050406030204" pitchFamily="18" charset="0"/>
                              <a:ea typeface="Cambria Math" panose="02040503050406030204" pitchFamily="18" charset="0"/>
                            </a:rPr>
                            <m:t>||</m:t>
                          </m:r>
                          <m:r>
                            <a:rPr lang="en-US" sz="1800" i="1">
                              <a:solidFill>
                                <a:schemeClr val="tx1"/>
                              </a:solidFill>
                              <a:latin typeface="Cambria Math" panose="02040503050406030204" pitchFamily="18" charset="0"/>
                              <a:ea typeface="Cambria Math" panose="02040503050406030204" pitchFamily="18" charset="0"/>
                            </a:rPr>
                            <m:t> (</m:t>
                          </m:r>
                          <m:r>
                            <a:rPr lang="en-US" sz="1800" b="1" i="1">
                              <a:solidFill>
                                <a:schemeClr val="tx1"/>
                              </a:solidFill>
                              <a:latin typeface="Cambria Math" panose="02040503050406030204" pitchFamily="18" charset="0"/>
                              <a:ea typeface="Cambria Math" panose="02040503050406030204" pitchFamily="18" charset="0"/>
                            </a:rPr>
                            <m:t>𝝐</m:t>
                          </m:r>
                          <m:r>
                            <a:rPr lang="en-US" sz="1800" i="1">
                              <a:solidFill>
                                <a:schemeClr val="tx1"/>
                              </a:solidFill>
                              <a:latin typeface="Cambria Math" panose="02040503050406030204" pitchFamily="18" charset="0"/>
                              <a:ea typeface="Cambria Math" panose="02040503050406030204" pitchFamily="18" charset="0"/>
                            </a:rPr>
                            <m:t>−</m:t>
                          </m:r>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𝝐</m:t>
                              </m:r>
                            </m:e>
                            <m:sub>
                              <m:r>
                                <a:rPr lang="en-US" sz="1800" i="1">
                                  <a:solidFill>
                                    <a:schemeClr val="tx1"/>
                                  </a:solidFill>
                                  <a:latin typeface="Cambria Math" panose="02040503050406030204" pitchFamily="18" charset="0"/>
                                  <a:ea typeface="Cambria Math" panose="02040503050406030204" pitchFamily="18" charset="0"/>
                                </a:rPr>
                                <m:t>𝜃</m:t>
                              </m:r>
                            </m:sub>
                          </m:sSub>
                          <m:r>
                            <a:rPr lang="en-US" sz="1800" i="1">
                              <a:solidFill>
                                <a:schemeClr val="tx1"/>
                              </a:solidFill>
                              <a:latin typeface="Cambria Math" panose="02040503050406030204" pitchFamily="18" charset="0"/>
                              <a:ea typeface="Cambria Math" panose="02040503050406030204" pitchFamily="18" charset="0"/>
                            </a:rPr>
                            <m:t>(</m:t>
                          </m:r>
                          <m:rad>
                            <m:radPr>
                              <m:degHide m:val="on"/>
                              <m:ctrlPr>
                                <a:rPr lang="en-US" sz="1800" i="1">
                                  <a:solidFill>
                                    <a:schemeClr val="tx1"/>
                                  </a:solidFill>
                                  <a:latin typeface="Cambria Math" panose="02040503050406030204" pitchFamily="18" charset="0"/>
                                  <a:ea typeface="Cambria Math" panose="02040503050406030204" pitchFamily="18" charset="0"/>
                                </a:rPr>
                              </m:ctrlPr>
                            </m:radPr>
                            <m:deg/>
                            <m:e>
                              <m:acc>
                                <m:accPr>
                                  <m:chr m:val="̅"/>
                                  <m:ctrlPr>
                                    <a:rPr lang="en-US" sz="1800" i="1">
                                      <a:solidFill>
                                        <a:schemeClr val="tx1"/>
                                      </a:solidFill>
                                      <a:latin typeface="Cambria Math" panose="02040503050406030204" pitchFamily="18" charset="0"/>
                                      <a:ea typeface="Cambria Math" panose="02040503050406030204" pitchFamily="18" charset="0"/>
                                    </a:rPr>
                                  </m:ctrlPr>
                                </m:accPr>
                                <m:e>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i="1">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1</m:t>
                                      </m:r>
                                    </m:sub>
                                  </m:sSub>
                                </m:e>
                              </m:acc>
                            </m:e>
                          </m:rad>
                          <m:sSub>
                            <m:sSubPr>
                              <m:ctrlPr>
                                <a:rPr lang="en-US" sz="1800" i="1" smtClean="0">
                                  <a:solidFill>
                                    <a:schemeClr val="tx1"/>
                                  </a:solidFill>
                                  <a:latin typeface="Cambria Math" panose="02040503050406030204" pitchFamily="18" charset="0"/>
                                  <a:ea typeface="Cambria Math" panose="02040503050406030204" pitchFamily="18" charset="0"/>
                                </a:rPr>
                              </m:ctrlPr>
                            </m:sSubPr>
                            <m:e>
                              <m:r>
                                <a:rPr lang="en-US" sz="1800" b="1" i="1">
                                  <a:solidFill>
                                    <a:schemeClr val="tx1"/>
                                  </a:solidFill>
                                  <a:latin typeface="Cambria Math" panose="02040503050406030204" pitchFamily="18" charset="0"/>
                                  <a:ea typeface="Cambria Math" panose="02040503050406030204" pitchFamily="18" charset="0"/>
                                </a:rPr>
                                <m:t>𝒙</m:t>
                              </m:r>
                            </m:e>
                            <m:sub>
                              <m:r>
                                <a:rPr lang="en-US" sz="1800" i="1">
                                  <a:solidFill>
                                    <a:schemeClr val="tx1"/>
                                  </a:solidFill>
                                  <a:latin typeface="Cambria Math" panose="02040503050406030204" pitchFamily="18" charset="0"/>
                                  <a:ea typeface="Cambria Math" panose="02040503050406030204" pitchFamily="18" charset="0"/>
                                </a:rPr>
                                <m:t>0</m:t>
                              </m:r>
                            </m:sub>
                          </m:sSub>
                          <m:r>
                            <a:rPr lang="en-US" sz="1800" i="1">
                              <a:solidFill>
                                <a:schemeClr val="tx1"/>
                              </a:solidFill>
                              <a:latin typeface="Cambria Math" panose="02040503050406030204" pitchFamily="18" charset="0"/>
                              <a:ea typeface="Cambria Math" panose="02040503050406030204" pitchFamily="18" charset="0"/>
                            </a:rPr>
                            <m:t>+</m:t>
                          </m:r>
                          <m:rad>
                            <m:radPr>
                              <m:degHide m:val="on"/>
                              <m:ctrlPr>
                                <a:rPr lang="en-US" sz="1800" i="1">
                                  <a:solidFill>
                                    <a:schemeClr val="tx1"/>
                                  </a:solidFill>
                                  <a:latin typeface="Cambria Math" panose="02040503050406030204" pitchFamily="18" charset="0"/>
                                  <a:ea typeface="Cambria Math" panose="02040503050406030204" pitchFamily="18" charset="0"/>
                                </a:rPr>
                              </m:ctrlPr>
                            </m:radPr>
                            <m:deg/>
                            <m:e>
                              <m:d>
                                <m:dPr>
                                  <m:ctrlPr>
                                    <a:rPr lang="en-US" sz="1800" i="1">
                                      <a:solidFill>
                                        <a:schemeClr val="tx1"/>
                                      </a:solidFill>
                                      <a:latin typeface="Cambria Math" panose="02040503050406030204" pitchFamily="18" charset="0"/>
                                      <a:ea typeface="Cambria Math" panose="02040503050406030204" pitchFamily="18" charset="0"/>
                                    </a:rPr>
                                  </m:ctrlPr>
                                </m:dPr>
                                <m:e>
                                  <m:r>
                                    <a:rPr lang="en-US" sz="1800" i="1">
                                      <a:solidFill>
                                        <a:schemeClr val="tx1"/>
                                      </a:solidFill>
                                      <a:latin typeface="Cambria Math" panose="02040503050406030204" pitchFamily="18" charset="0"/>
                                      <a:ea typeface="Cambria Math" panose="02040503050406030204" pitchFamily="18" charset="0"/>
                                    </a:rPr>
                                    <m:t>1−</m:t>
                                  </m:r>
                                  <m:acc>
                                    <m:accPr>
                                      <m:chr m:val="̅"/>
                                      <m:ctrlPr>
                                        <a:rPr lang="en-US" sz="1800" i="1" smtClean="0">
                                          <a:solidFill>
                                            <a:schemeClr val="tx1"/>
                                          </a:solidFill>
                                          <a:latin typeface="Cambria Math" panose="02040503050406030204" pitchFamily="18" charset="0"/>
                                          <a:ea typeface="Cambria Math" panose="02040503050406030204" pitchFamily="18" charset="0"/>
                                        </a:rPr>
                                      </m:ctrlPr>
                                    </m:accPr>
                                    <m:e>
                                      <m:sSub>
                                        <m:sSubPr>
                                          <m:ctrlPr>
                                            <a:rPr lang="en-US" sz="1800" i="1">
                                              <a:solidFill>
                                                <a:schemeClr val="tx1"/>
                                              </a:solidFill>
                                              <a:latin typeface="Cambria Math" panose="02040503050406030204" pitchFamily="18" charset="0"/>
                                              <a:ea typeface="Cambria Math" panose="02040503050406030204" pitchFamily="18" charset="0"/>
                                            </a:rPr>
                                          </m:ctrlPr>
                                        </m:sSubPr>
                                        <m:e>
                                          <m:r>
                                            <a:rPr lang="en-US" sz="1800" i="1">
                                              <a:solidFill>
                                                <a:schemeClr val="tx1"/>
                                              </a:solidFill>
                                              <a:latin typeface="Cambria Math" panose="02040503050406030204" pitchFamily="18" charset="0"/>
                                              <a:ea typeface="Cambria Math" panose="02040503050406030204" pitchFamily="18" charset="0"/>
                                            </a:rPr>
                                            <m:t>𝛼</m:t>
                                          </m:r>
                                        </m:e>
                                        <m:sub>
                                          <m:r>
                                            <a:rPr lang="en-US" sz="1800" b="0" i="1" smtClean="0">
                                              <a:solidFill>
                                                <a:schemeClr val="tx1"/>
                                              </a:solidFill>
                                              <a:latin typeface="Cambria Math" panose="02040503050406030204" pitchFamily="18" charset="0"/>
                                              <a:ea typeface="Cambria Math" panose="02040503050406030204" pitchFamily="18" charset="0"/>
                                            </a:rPr>
                                            <m:t>1</m:t>
                                          </m:r>
                                        </m:sub>
                                      </m:sSub>
                                    </m:e>
                                  </m:acc>
                                </m:e>
                              </m:d>
                            </m:e>
                          </m:rad>
                          <m:r>
                            <a:rPr lang="en-US" sz="1800" b="1" i="1">
                              <a:solidFill>
                                <a:schemeClr val="tx1"/>
                              </a:solidFill>
                              <a:latin typeface="Cambria Math" panose="02040503050406030204" pitchFamily="18" charset="0"/>
                              <a:ea typeface="Cambria Math" panose="02040503050406030204" pitchFamily="18" charset="0"/>
                            </a:rPr>
                            <m:t>𝝐</m:t>
                          </m:r>
                          <m:r>
                            <a:rPr lang="en-US" sz="1800" i="1">
                              <a:solidFill>
                                <a:schemeClr val="tx1"/>
                              </a:solidFill>
                              <a:latin typeface="Cambria Math" panose="02040503050406030204" pitchFamily="18" charset="0"/>
                              <a:ea typeface="Cambria Math" panose="02040503050406030204" pitchFamily="18" charset="0"/>
                            </a:rPr>
                            <m:t>, </m:t>
                          </m:r>
                          <m:r>
                            <a:rPr lang="en-US" sz="1800" b="0" i="1" smtClean="0">
                              <a:solidFill>
                                <a:schemeClr val="tx1"/>
                              </a:solidFill>
                              <a:latin typeface="Cambria Math" panose="02040503050406030204" pitchFamily="18" charset="0"/>
                              <a:ea typeface="Cambria Math" panose="02040503050406030204" pitchFamily="18" charset="0"/>
                            </a:rPr>
                            <m:t>1</m:t>
                          </m:r>
                          <m:r>
                            <a:rPr lang="en-US" sz="1800" i="1">
                              <a:solidFill>
                                <a:schemeClr val="tx1"/>
                              </a:solidFill>
                              <a:latin typeface="Cambria Math" panose="02040503050406030204" pitchFamily="18" charset="0"/>
                              <a:ea typeface="Cambria Math" panose="02040503050406030204" pitchFamily="18" charset="0"/>
                            </a:rPr>
                            <m:t>))</m:t>
                          </m:r>
                          <m:r>
                            <m:rPr>
                              <m:lit/>
                            </m:rPr>
                            <a:rPr lang="en-US" sz="1800" b="1" i="1">
                              <a:solidFill>
                                <a:schemeClr val="tx1"/>
                              </a:solidFill>
                              <a:latin typeface="Cambria Math" panose="02040503050406030204" pitchFamily="18" charset="0"/>
                              <a:ea typeface="Cambria Math" panose="02040503050406030204" pitchFamily="18" charset="0"/>
                            </a:rPr>
                            <m:t>|</m:t>
                          </m:r>
                          <m:sSup>
                            <m:sSupPr>
                              <m:ctrlPr>
                                <a:rPr lang="en-US" sz="1800" i="1">
                                  <a:solidFill>
                                    <a:schemeClr val="tx1"/>
                                  </a:solidFill>
                                  <a:latin typeface="Cambria Math" panose="02040503050406030204" pitchFamily="18" charset="0"/>
                                  <a:ea typeface="Cambria Math" panose="02040503050406030204" pitchFamily="18" charset="0"/>
                                </a:rPr>
                              </m:ctrlPr>
                            </m:sSupPr>
                            <m:e>
                              <m:r>
                                <m:rPr>
                                  <m:lit/>
                                </m:rPr>
                                <a:rPr lang="en-US" sz="1800" i="1">
                                  <a:solidFill>
                                    <a:schemeClr val="tx1"/>
                                  </a:solidFill>
                                  <a:latin typeface="Cambria Math" panose="02040503050406030204" pitchFamily="18" charset="0"/>
                                  <a:ea typeface="Cambria Math" panose="02040503050406030204" pitchFamily="18" charset="0"/>
                                </a:rPr>
                                <m:t>|</m:t>
                              </m:r>
                            </m:e>
                            <m:sup>
                              <m:r>
                                <a:rPr lang="en-US" sz="1800" i="1">
                                  <a:solidFill>
                                    <a:schemeClr val="tx1"/>
                                  </a:solidFill>
                                  <a:latin typeface="Cambria Math" panose="02040503050406030204" pitchFamily="18" charset="0"/>
                                  <a:ea typeface="Cambria Math" panose="02040503050406030204" pitchFamily="18" charset="0"/>
                                </a:rPr>
                                <m:t>2</m:t>
                              </m:r>
                            </m:sup>
                          </m:sSup>
                        </m:e>
                      </m:d>
                    </m:oMath>
                    <m:oMath xmlns:m="http://schemas.openxmlformats.org/officeDocument/2006/math">
                      <m:r>
                        <a:rPr lang="en-US" sz="1800" b="0" i="1" smtClean="0">
                          <a:solidFill>
                            <a:schemeClr val="tx1"/>
                          </a:solidFill>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m:rPr>
                              <m:sty m:val="p"/>
                            </m:rPr>
                            <a:rPr lang="en-US" b="0" i="0" smtClean="0">
                              <a:latin typeface="Cambria Math" panose="02040503050406030204" pitchFamily="18" charset="0"/>
                              <a:ea typeface="Cambria Math" panose="02040503050406030204" pitchFamily="18" charset="0"/>
                            </a:rPr>
                            <m:t>C</m:t>
                          </m:r>
                          <m:r>
                            <a:rPr lang="en-US" b="1" i="0" smtClean="0">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b="1" i="1">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𝛜</m:t>
                          </m:r>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𝓝</m:t>
                          </m:r>
                          <m:d>
                            <m:dPr>
                              <m:ctrlPr>
                                <a:rPr lang="en-US" b="1"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𝟎</m:t>
                              </m:r>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𝐈</m:t>
                              </m:r>
                            </m:e>
                          </m:d>
                        </m:sub>
                      </m:sSub>
                      <m:d>
                        <m:dPr>
                          <m:begChr m:val="["/>
                          <m:endChr m:val="]"/>
                          <m:ctrlPr>
                            <a:rPr lang="en-US" i="1">
                              <a:latin typeface="Cambria Math" panose="02040503050406030204" pitchFamily="18" charset="0"/>
                              <a:ea typeface="Cambria Math" panose="02040503050406030204" pitchFamily="18" charset="0"/>
                            </a:rPr>
                          </m:ctrlPr>
                        </m:dPr>
                        <m:e>
                          <m:r>
                            <m:rPr>
                              <m:lit/>
                            </m:rP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sSub>
                            <m:sSubPr>
                              <m:ctrlPr>
                                <a:rPr lang="en-US" b="1" i="1">
                                  <a:latin typeface="Cambria Math" panose="02040503050406030204" pitchFamily="18" charset="0"/>
                                  <a:ea typeface="Cambria Math" panose="02040503050406030204" pitchFamily="18" charset="0"/>
                                </a:rPr>
                              </m:ctrlPr>
                            </m:sSubPr>
                            <m:e>
                              <m:acc>
                                <m:accPr>
                                  <m:chr m:val="̃"/>
                                  <m:ctrlPr>
                                    <a:rPr lang="en-US" b="1" i="1">
                                      <a:latin typeface="Cambria Math" panose="02040503050406030204" pitchFamily="18" charset="0"/>
                                      <a:ea typeface="Cambria Math" panose="02040503050406030204" pitchFamily="18" charset="0"/>
                                    </a:rPr>
                                  </m:ctrlPr>
                                </m:accPr>
                                <m:e>
                                  <m:r>
                                    <a:rPr lang="en-US" b="1" i="1">
                                      <a:latin typeface="Cambria Math" panose="02040503050406030204" pitchFamily="18" charset="0"/>
                                      <a:ea typeface="Cambria Math" panose="02040503050406030204" pitchFamily="18" charset="0"/>
                                    </a:rPr>
                                    <m:t>𝝁</m:t>
                                  </m:r>
                                </m:e>
                              </m:acc>
                            </m:e>
                            <m:sub>
                              <m:r>
                                <a:rPr lang="en-US" b="0" i="1" smtClean="0">
                                  <a:latin typeface="Cambria Math" panose="02040503050406030204" pitchFamily="18" charset="0"/>
                                  <a:ea typeface="Cambria Math" panose="02040503050406030204" pitchFamily="18" charset="0"/>
                                </a:rPr>
                                <m:t>1</m:t>
                              </m:r>
                            </m:sub>
                          </m:sSub>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1</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e>
                          </m:d>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𝝁</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1</m:t>
                                  </m:r>
                                </m:sub>
                              </m:sSub>
                              <m:r>
                                <a:rPr lang="en-US" b="0"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 xmlns:m="http://schemas.openxmlformats.org/officeDocument/2006/math">
                      <m:r>
                        <a:rPr lang="en-US" b="0" i="1" smtClean="0">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C</m:t>
                          </m:r>
                          <m:r>
                            <a:rPr lang="en-US" b="1">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𝔼</m:t>
                          </m:r>
                        </m:e>
                        <m:sub>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0</m:t>
                              </m:r>
                            </m:sub>
                          </m:sSub>
                          <m:r>
                            <a:rPr lang="en-US" b="1" i="1">
                              <a:latin typeface="Cambria Math" panose="02040503050406030204" pitchFamily="18" charset="0"/>
                              <a:ea typeface="Cambria Math" panose="02040503050406030204" pitchFamily="18" charset="0"/>
                            </a:rPr>
                            <m:t>,   </m:t>
                          </m:r>
                          <m:r>
                            <a:rPr lang="en-US" b="1">
                              <a:latin typeface="Cambria Math" panose="02040503050406030204" pitchFamily="18" charset="0"/>
                              <a:ea typeface="Cambria Math" panose="02040503050406030204" pitchFamily="18" charset="0"/>
                            </a:rPr>
                            <m:t>𝛜</m:t>
                          </m:r>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𝓝</m:t>
                          </m:r>
                          <m:d>
                            <m:dPr>
                              <m:ctrlPr>
                                <a:rPr lang="en-US" b="1" i="1">
                                  <a:latin typeface="Cambria Math" panose="02040503050406030204" pitchFamily="18" charset="0"/>
                                  <a:ea typeface="Cambria Math" panose="02040503050406030204" pitchFamily="18" charset="0"/>
                                </a:rPr>
                              </m:ctrlPr>
                            </m:dPr>
                            <m:e>
                              <m:r>
                                <a:rPr lang="en-US" b="1">
                                  <a:latin typeface="Cambria Math" panose="02040503050406030204" pitchFamily="18" charset="0"/>
                                  <a:ea typeface="Cambria Math" panose="02040503050406030204" pitchFamily="18" charset="0"/>
                                </a:rPr>
                                <m:t>𝟎</m:t>
                              </m:r>
                              <m:r>
                                <a:rPr lang="en-US" b="1">
                                  <a:latin typeface="Cambria Math" panose="02040503050406030204" pitchFamily="18" charset="0"/>
                                  <a:ea typeface="Cambria Math" panose="02040503050406030204" pitchFamily="18" charset="0"/>
                                </a:rPr>
                                <m:t>,</m:t>
                              </m:r>
                              <m:r>
                                <a:rPr lang="en-US" b="1">
                                  <a:latin typeface="Cambria Math" panose="02040503050406030204" pitchFamily="18" charset="0"/>
                                  <a:ea typeface="Cambria Math" panose="02040503050406030204" pitchFamily="18" charset="0"/>
                                </a:rPr>
                                <m:t>𝐈</m:t>
                              </m:r>
                            </m:e>
                          </m:d>
                        </m:sub>
                      </m:sSub>
                      <m:d>
                        <m:dPr>
                          <m:begChr m:val="["/>
                          <m:endChr m:val="]"/>
                          <m:ctrlPr>
                            <a:rPr lang="en-US" i="1">
                              <a:latin typeface="Cambria Math" panose="02040503050406030204" pitchFamily="18" charset="0"/>
                              <a:ea typeface="Cambria Math" panose="02040503050406030204" pitchFamily="18" charset="0"/>
                            </a:rPr>
                          </m:ctrlPr>
                        </m:dPr>
                        <m:e>
                          <m:r>
                            <m:rPr>
                              <m:lit/>
                            </m:rPr>
                            <a:rPr lang="en-US" b="1"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𝒙</m:t>
                              </m:r>
                            </m:e>
                            <m:sub>
                              <m:r>
                                <a:rPr lang="en-US" b="0" i="1" smtClean="0">
                                  <a:latin typeface="Cambria Math" panose="02040503050406030204" pitchFamily="18" charset="0"/>
                                  <a:ea typeface="Cambria Math" panose="02040503050406030204" pitchFamily="18" charset="0"/>
                                </a:rPr>
                                <m:t>0</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𝝁</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r>
                            <m:rPr>
                              <m:lit/>
                            </m:rPr>
                            <a:rPr lang="en-US" b="1"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m:rPr>
                                  <m:lit/>
                                </m:rPr>
                                <a:rPr lang="en-US"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e>
                      </m:d>
                    </m:oMath>
                  </m:oMathPara>
                </a14:m>
                <a:endParaRPr lang="en-KR" dirty="0">
                  <a:solidFill>
                    <a:schemeClr val="tx1"/>
                  </a:solidFill>
                </a:endParaRPr>
              </a:p>
            </p:txBody>
          </p:sp>
        </mc:Choice>
        <mc:Fallback>
          <p:sp>
            <p:nvSpPr>
              <p:cNvPr id="12" name="TextBox 11">
                <a:extLst>
                  <a:ext uri="{FF2B5EF4-FFF2-40B4-BE49-F238E27FC236}">
                    <a16:creationId xmlns:a16="http://schemas.microsoft.com/office/drawing/2014/main" id="{7ADD2685-F7A8-BC05-67E0-1FB4FA32DB89}"/>
                  </a:ext>
                </a:extLst>
              </p:cNvPr>
              <p:cNvSpPr txBox="1">
                <a:spLocks noRot="1" noChangeAspect="1" noMove="1" noResize="1" noEditPoints="1" noAdjustHandles="1" noChangeArrowheads="1" noChangeShapeType="1" noTextEdit="1"/>
              </p:cNvSpPr>
              <p:nvPr/>
            </p:nvSpPr>
            <p:spPr>
              <a:xfrm>
                <a:off x="91017" y="4699186"/>
                <a:ext cx="6193366" cy="1120500"/>
              </a:xfrm>
              <a:prstGeom prst="rect">
                <a:avLst/>
              </a:prstGeom>
              <a:blipFill>
                <a:blip r:embed="rId13"/>
                <a:stretch>
                  <a:fillRect b="-2247"/>
                </a:stretch>
              </a:blipFill>
            </p:spPr>
            <p:txBody>
              <a:bodyPr/>
              <a:lstStyle/>
              <a:p>
                <a:r>
                  <a:rPr lang="en-KR">
                    <a:noFill/>
                  </a:rPr>
                  <a:t> </a:t>
                </a:r>
              </a:p>
            </p:txBody>
          </p:sp>
        </mc:Fallback>
      </mc:AlternateContent>
      <p:sp>
        <p:nvSpPr>
          <p:cNvPr id="14" name="TextBox 13">
            <a:extLst>
              <a:ext uri="{FF2B5EF4-FFF2-40B4-BE49-F238E27FC236}">
                <a16:creationId xmlns:a16="http://schemas.microsoft.com/office/drawing/2014/main" id="{F7B7F3C3-0A34-758C-C193-5CB01981B4CC}"/>
              </a:ext>
            </a:extLst>
          </p:cNvPr>
          <p:cNvSpPr txBox="1"/>
          <p:nvPr/>
        </p:nvSpPr>
        <p:spPr>
          <a:xfrm>
            <a:off x="5181600" y="5920167"/>
            <a:ext cx="6949058" cy="307777"/>
          </a:xfrm>
          <a:prstGeom prst="rect">
            <a:avLst/>
          </a:prstGeom>
          <a:noFill/>
        </p:spPr>
        <p:txBody>
          <a:bodyPr wrap="square" lIns="0" rIns="0" rtlCol="0">
            <a:spAutoFit/>
          </a:bodyPr>
          <a:lstStyle/>
          <a:p>
            <a:r>
              <a:rPr lang="en-KR" sz="1400" dirty="0">
                <a:latin typeface="Pretendard" panose="02000503000000020004" pitchFamily="2" charset="-127"/>
                <a:ea typeface="Pretendard" panose="02000503000000020004" pitchFamily="2" charset="-127"/>
                <a:cs typeface="Pretendard" panose="02000503000000020004" pitchFamily="2" charset="-127"/>
              </a:rPr>
              <a:t>Simple loss is the L2 distance between the data and mean, ignoring the constants</a:t>
            </a:r>
            <a:endParaRPr lang="en-KR" sz="1400" i="1" dirty="0">
              <a:latin typeface="Pretendard" panose="02000503000000020004" pitchFamily="2" charset="-127"/>
              <a:ea typeface="Pretendard" panose="02000503000000020004" pitchFamily="2" charset="-127"/>
              <a:cs typeface="Pretendard" panose="02000503000000020004" pitchFamily="2" charset="-127"/>
            </a:endParaRPr>
          </a:p>
        </p:txBody>
      </p:sp>
      <p:cxnSp>
        <p:nvCxnSpPr>
          <p:cNvPr id="17" name="Straight Connector 16">
            <a:extLst>
              <a:ext uri="{FF2B5EF4-FFF2-40B4-BE49-F238E27FC236}">
                <a16:creationId xmlns:a16="http://schemas.microsoft.com/office/drawing/2014/main" id="{C622AFAA-8A23-845B-E3A7-12EC4B2459F4}"/>
              </a:ext>
            </a:extLst>
          </p:cNvPr>
          <p:cNvCxnSpPr/>
          <p:nvPr/>
        </p:nvCxnSpPr>
        <p:spPr>
          <a:xfrm>
            <a:off x="533400" y="2777067"/>
            <a:ext cx="11557000" cy="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621BD03-CDEA-670E-1594-7AB68AEEC1CC}"/>
              </a:ext>
            </a:extLst>
          </p:cNvPr>
          <p:cNvSpPr txBox="1"/>
          <p:nvPr/>
        </p:nvSpPr>
        <p:spPr>
          <a:xfrm>
            <a:off x="2290232" y="5920167"/>
            <a:ext cx="605368" cy="307777"/>
          </a:xfrm>
          <a:prstGeom prst="rect">
            <a:avLst/>
          </a:prstGeom>
          <a:noFill/>
        </p:spPr>
        <p:txBody>
          <a:bodyPr wrap="square">
            <a:spAutoFit/>
          </a:bodyPr>
          <a:lstStyle/>
          <a:p>
            <a:pPr algn="ctr"/>
            <a:r>
              <a:rPr lang="en-KR" sz="1400" dirty="0">
                <a:latin typeface="Pretendard Light" panose="02000403000000020004" pitchFamily="2" charset="-127"/>
                <a:ea typeface="Pretendard Light" panose="02000403000000020004" pitchFamily="2" charset="-127"/>
                <a:cs typeface="Pretendard Light" panose="02000403000000020004" pitchFamily="2" charset="-127"/>
              </a:rPr>
              <a:t>data </a:t>
            </a:r>
          </a:p>
        </p:txBody>
      </p:sp>
      <p:sp>
        <p:nvSpPr>
          <p:cNvPr id="21" name="Left Brace 20">
            <a:extLst>
              <a:ext uri="{FF2B5EF4-FFF2-40B4-BE49-F238E27FC236}">
                <a16:creationId xmlns:a16="http://schemas.microsoft.com/office/drawing/2014/main" id="{FD3C6BE6-F534-3CE0-66D1-00FD53ACA218}"/>
              </a:ext>
            </a:extLst>
          </p:cNvPr>
          <p:cNvSpPr/>
          <p:nvPr/>
        </p:nvSpPr>
        <p:spPr>
          <a:xfrm rot="16200000">
            <a:off x="2571919" y="5702388"/>
            <a:ext cx="88969" cy="236661"/>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p:sp>
        <p:nvSpPr>
          <p:cNvPr id="22" name="Left Brace 21">
            <a:extLst>
              <a:ext uri="{FF2B5EF4-FFF2-40B4-BE49-F238E27FC236}">
                <a16:creationId xmlns:a16="http://schemas.microsoft.com/office/drawing/2014/main" id="{DCD00959-D5B8-E885-81A4-1DCE6E17B8CF}"/>
              </a:ext>
            </a:extLst>
          </p:cNvPr>
          <p:cNvSpPr/>
          <p:nvPr/>
        </p:nvSpPr>
        <p:spPr>
          <a:xfrm rot="16200000">
            <a:off x="3394834" y="5400244"/>
            <a:ext cx="119543" cy="880128"/>
          </a:xfrm>
          <a:prstGeom prst="leftBrac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6FAA7B-6CFE-28F5-6B20-A751A4B3384A}"/>
                  </a:ext>
                </a:extLst>
              </p:cNvPr>
              <p:cNvSpPr txBox="1"/>
              <p:nvPr/>
            </p:nvSpPr>
            <p:spPr>
              <a:xfrm>
                <a:off x="2895600" y="5920167"/>
                <a:ext cx="1697567" cy="307777"/>
              </a:xfrm>
              <a:prstGeom prst="rect">
                <a:avLst/>
              </a:prstGeom>
              <a:noFill/>
            </p:spPr>
            <p:txBody>
              <a:bodyPr wrap="square">
                <a:spAutoFit/>
              </a:bodyPr>
              <a:lstStyle/>
              <a:p>
                <a:pPr algn="ctr"/>
                <a:r>
                  <a:rPr lang="en-KR" sz="1400" dirty="0">
                    <a:latin typeface="Pretendard Light" panose="02000403000000020004" pitchFamily="2" charset="-127"/>
                    <a:ea typeface="Pretendard Light" panose="02000403000000020004" pitchFamily="2" charset="-127"/>
                    <a:cs typeface="Pretendard Light" panose="02000403000000020004" pitchFamily="2" charset="-127"/>
                  </a:rPr>
                  <a:t>mean of </a:t>
                </a:r>
                <a14:m>
                  <m:oMath xmlns:m="http://schemas.openxmlformats.org/officeDocument/2006/math">
                    <m:sSub>
                      <m:sSubPr>
                        <m:ctrlPr>
                          <a:rPr lang="en-US" sz="1400" i="1">
                            <a:latin typeface="Cambria Math" panose="02040503050406030204" pitchFamily="18" charset="0"/>
                            <a:ea typeface="Pretendard" panose="02000503000000020004" pitchFamily="2" charset="-127"/>
                            <a:cs typeface="Pretendard" panose="02000503000000020004" pitchFamily="2" charset="-127"/>
                          </a:rPr>
                        </m:ctrlPr>
                      </m:sSubPr>
                      <m:e>
                        <m:r>
                          <m:rPr>
                            <m:sty m:val="p"/>
                          </m:rPr>
                          <a:rPr lang="en-US" sz="1400" b="0" i="0">
                            <a:latin typeface="Cambria Math" panose="02040503050406030204" pitchFamily="18" charset="0"/>
                            <a:ea typeface="Pretendard" panose="02000503000000020004" pitchFamily="2" charset="-127"/>
                            <a:cs typeface="Pretendard" panose="02000503000000020004" pitchFamily="2" charset="-127"/>
                          </a:rPr>
                          <m:t>p</m:t>
                        </m:r>
                      </m:e>
                      <m:sub>
                        <m:r>
                          <m:rPr>
                            <m:sty m:val="p"/>
                          </m:rPr>
                          <a:rPr lang="en-US" sz="1400" b="0" i="0">
                            <a:latin typeface="Cambria Math" panose="02040503050406030204" pitchFamily="18" charset="0"/>
                            <a:ea typeface="Pretendard" panose="02000503000000020004" pitchFamily="2" charset="-127"/>
                            <a:cs typeface="Pretendard" panose="02000503000000020004" pitchFamily="2" charset="-127"/>
                          </a:rPr>
                          <m:t>θ</m:t>
                        </m:r>
                      </m:sub>
                    </m:sSub>
                    <m:d>
                      <m:dPr>
                        <m:ctrlPr>
                          <a:rPr lang="en-US" sz="1400" i="1">
                            <a:latin typeface="Cambria Math" panose="02040503050406030204" pitchFamily="18" charset="0"/>
                            <a:ea typeface="Pretendard" panose="02000503000000020004" pitchFamily="2" charset="-127"/>
                            <a:cs typeface="Pretendard" panose="02000503000000020004" pitchFamily="2" charset="-127"/>
                          </a:rPr>
                        </m:ctrlPr>
                      </m:dPr>
                      <m:e>
                        <m:sSub>
                          <m:sSubPr>
                            <m:ctrlPr>
                              <a:rPr lang="en-US" sz="1400" i="1">
                                <a:latin typeface="Cambria Math" panose="02040503050406030204" pitchFamily="18" charset="0"/>
                                <a:ea typeface="Pretendard" panose="02000503000000020004" pitchFamily="2" charset="-127"/>
                                <a:cs typeface="Pretendard" panose="02000503000000020004" pitchFamily="2" charset="-127"/>
                              </a:rPr>
                            </m:ctrlPr>
                          </m:sSubPr>
                          <m:e>
                            <m:sSub>
                              <m:sSubPr>
                                <m:ctrlPr>
                                  <a:rPr lang="en-US" sz="1400" i="1">
                                    <a:latin typeface="Cambria Math" panose="02040503050406030204" pitchFamily="18" charset="0"/>
                                    <a:ea typeface="Pretendard" panose="02000503000000020004" pitchFamily="2" charset="-127"/>
                                    <a:cs typeface="Pretendard" panose="02000503000000020004" pitchFamily="2" charset="-127"/>
                                  </a:rPr>
                                </m:ctrlPr>
                              </m:sSubPr>
                              <m:e>
                                <m:r>
                                  <m:rPr>
                                    <m:sty m:val="p"/>
                                  </m:rPr>
                                  <a:rPr lang="en-US" sz="1400" b="0" i="0">
                                    <a:latin typeface="Cambria Math" panose="02040503050406030204" pitchFamily="18" charset="0"/>
                                    <a:ea typeface="Pretendard" panose="02000503000000020004" pitchFamily="2" charset="-127"/>
                                    <a:cs typeface="Pretendard" panose="02000503000000020004" pitchFamily="2" charset="-127"/>
                                  </a:rPr>
                                  <m:t>x</m:t>
                                </m:r>
                              </m:e>
                              <m:sub>
                                <m:r>
                                  <a:rPr lang="en-US" sz="1400" b="0" i="0">
                                    <a:latin typeface="Cambria Math" panose="02040503050406030204" pitchFamily="18" charset="0"/>
                                    <a:ea typeface="Pretendard" panose="02000503000000020004" pitchFamily="2" charset="-127"/>
                                    <a:cs typeface="Pretendard" panose="02000503000000020004" pitchFamily="2" charset="-127"/>
                                  </a:rPr>
                                  <m:t>0</m:t>
                                </m:r>
                              </m:sub>
                            </m:sSub>
                            <m:r>
                              <a:rPr lang="en-US" sz="1400" b="0" i="0">
                                <a:latin typeface="Cambria Math" panose="02040503050406030204" pitchFamily="18" charset="0"/>
                                <a:ea typeface="Pretendard" panose="02000503000000020004" pitchFamily="2" charset="-127"/>
                                <a:cs typeface="Pretendard" panose="02000503000000020004" pitchFamily="2" charset="-127"/>
                              </a:rPr>
                              <m:t>|</m:t>
                            </m:r>
                            <m:r>
                              <m:rPr>
                                <m:sty m:val="p"/>
                              </m:rPr>
                              <a:rPr lang="en-US" sz="1400" b="0" i="0">
                                <a:latin typeface="Cambria Math" panose="02040503050406030204" pitchFamily="18" charset="0"/>
                                <a:ea typeface="Pretendard" panose="02000503000000020004" pitchFamily="2" charset="-127"/>
                                <a:cs typeface="Pretendard" panose="02000503000000020004" pitchFamily="2" charset="-127"/>
                              </a:rPr>
                              <m:t>x</m:t>
                            </m:r>
                          </m:e>
                          <m:sub>
                            <m:r>
                              <a:rPr lang="en-US" sz="1400" b="0" i="0">
                                <a:latin typeface="Cambria Math" panose="02040503050406030204" pitchFamily="18" charset="0"/>
                                <a:ea typeface="Pretendard" panose="02000503000000020004" pitchFamily="2" charset="-127"/>
                                <a:cs typeface="Pretendard" panose="02000503000000020004" pitchFamily="2" charset="-127"/>
                              </a:rPr>
                              <m:t>1</m:t>
                            </m:r>
                          </m:sub>
                        </m:sSub>
                      </m:e>
                    </m:d>
                  </m:oMath>
                </a14:m>
                <a:endParaRPr lang="en-KR" sz="1400" dirty="0">
                  <a:latin typeface="Pretendard Light" panose="02000403000000020004" pitchFamily="2" charset="-127"/>
                  <a:ea typeface="Pretendard Light" panose="02000403000000020004" pitchFamily="2" charset="-127"/>
                  <a:cs typeface="Pretendard Light" panose="02000403000000020004" pitchFamily="2" charset="-127"/>
                </a:endParaRPr>
              </a:p>
            </p:txBody>
          </p:sp>
        </mc:Choice>
        <mc:Fallback xmlns="">
          <p:sp>
            <p:nvSpPr>
              <p:cNvPr id="24" name="TextBox 23">
                <a:extLst>
                  <a:ext uri="{FF2B5EF4-FFF2-40B4-BE49-F238E27FC236}">
                    <a16:creationId xmlns:a16="http://schemas.microsoft.com/office/drawing/2014/main" id="{B06FAA7B-6CFE-28F5-6B20-A751A4B3384A}"/>
                  </a:ext>
                </a:extLst>
              </p:cNvPr>
              <p:cNvSpPr txBox="1">
                <a:spLocks noRot="1" noChangeAspect="1" noMove="1" noResize="1" noEditPoints="1" noAdjustHandles="1" noChangeArrowheads="1" noChangeShapeType="1" noTextEdit="1"/>
              </p:cNvSpPr>
              <p:nvPr/>
            </p:nvSpPr>
            <p:spPr>
              <a:xfrm>
                <a:off x="2895600" y="5920167"/>
                <a:ext cx="1697567" cy="307777"/>
              </a:xfrm>
              <a:prstGeom prst="rect">
                <a:avLst/>
              </a:prstGeom>
              <a:blipFill>
                <a:blip r:embed="rId14"/>
                <a:stretch>
                  <a:fillRect t="-4000" b="-16000"/>
                </a:stretch>
              </a:blipFill>
            </p:spPr>
            <p:txBody>
              <a:bodyPr/>
              <a:lstStyle/>
              <a:p>
                <a:r>
                  <a:rPr lang="en-KR">
                    <a:noFill/>
                  </a:rPr>
                  <a:t> </a:t>
                </a:r>
              </a:p>
            </p:txBody>
          </p:sp>
        </mc:Fallback>
      </mc:AlternateContent>
      <p:pic>
        <p:nvPicPr>
          <p:cNvPr id="29" name="Picture 28" descr="A diagram of a normal distribution&#10;&#10;AI-generated content may be incorrect.">
            <a:extLst>
              <a:ext uri="{FF2B5EF4-FFF2-40B4-BE49-F238E27FC236}">
                <a16:creationId xmlns:a16="http://schemas.microsoft.com/office/drawing/2014/main" id="{06D11A10-EDF6-A493-FD76-DE1EDEB0F70F}"/>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932149" y="3901314"/>
            <a:ext cx="905186" cy="464400"/>
          </a:xfrm>
          <a:prstGeom prst="rect">
            <a:avLst/>
          </a:prstGeom>
        </p:spPr>
      </p:pic>
      <p:pic>
        <p:nvPicPr>
          <p:cNvPr id="26" name="Audio 25">
            <a:extLst>
              <a:ext uri="{FF2B5EF4-FFF2-40B4-BE49-F238E27FC236}">
                <a16:creationId xmlns:a16="http://schemas.microsoft.com/office/drawing/2014/main" id="{711E43E9-FA15-112E-8247-739BF8C371E1}"/>
              </a:ext>
            </a:extLst>
          </p:cNvPr>
          <p:cNvPicPr>
            <a:picLocks noChangeAspect="1"/>
          </p:cNvPicPr>
          <p:nvPr>
            <a:audioFile r:link="rId3"/>
            <p:extLst>
              <p:ext uri="{DAA4B4D4-6D71-4841-9C94-3DE7FCFB9230}">
                <p14:media xmlns:p14="http://schemas.microsoft.com/office/powerpoint/2010/main" r:embed="rId2"/>
              </p:ext>
            </p:extLst>
          </p:nvPr>
        </p:nvPicPr>
        <p:blipFill>
          <a:blip r:embed="rId16"/>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920677072"/>
      </p:ext>
    </p:extLst>
  </p:cSld>
  <p:clrMapOvr>
    <a:masterClrMapping/>
  </p:clrMapOvr>
  <mc:AlternateContent xmlns:mc="http://schemas.openxmlformats.org/markup-compatibility/2006">
    <mc:Choice xmlns:p14="http://schemas.microsoft.com/office/powerpoint/2010/main" Requires="p14">
      <p:transition spd="slow" p14:dur="2000" advTm="86922"/>
    </mc:Choice>
    <mc:Fallback>
      <p:transition spd="slow" advTm="869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26"/>
                </p:tgtEl>
              </p:cMediaNode>
            </p:audio>
          </p:childTnLst>
        </p:cTn>
      </p:par>
    </p:tnLst>
    <p:bldLst>
      <p:bldP spid="11" grpId="0"/>
      <p:bldP spid="13" grpId="0"/>
      <p:bldP spid="3" grpId="0"/>
      <p:bldP spid="10" grpId="0"/>
      <p:bldP spid="12" grpId="0"/>
      <p:bldP spid="14" grpId="0"/>
      <p:bldP spid="19" grpId="0"/>
      <p:bldP spid="21" grpId="0" animBg="1"/>
      <p:bldP spid="22" grpId="0" animBg="1"/>
      <p:bldP spid="24" grpId="0"/>
    </p:bldLst>
  </p:timing>
  <p:extLst>
    <p:ext uri="{3A86A75C-4F4B-4683-9AE1-C65F6400EC91}">
      <p14:laserTraceLst xmlns:p14="http://schemas.microsoft.com/office/powerpoint/2010/main">
        <p14:tracePtLst>
          <p14:tracePt t="22083" x="5453063" y="4648200"/>
          <p14:tracePt t="22091" x="5529263" y="4648200"/>
          <p14:tracePt t="22101" x="5595938" y="4648200"/>
          <p14:tracePt t="22107" x="5707063" y="4699000"/>
          <p14:tracePt t="22119" x="5808663" y="4724400"/>
          <p14:tracePt t="22124" x="5918200" y="4757738"/>
          <p14:tracePt t="22134" x="6037263" y="4783138"/>
          <p14:tracePt t="22140" x="6273800" y="4833938"/>
          <p14:tracePt t="22150" x="6561138" y="4910138"/>
          <p14:tracePt t="22157" x="6832600" y="4978400"/>
          <p14:tracePt t="22166" x="7069138" y="5046663"/>
          <p14:tracePt t="22173" x="7264400" y="5087938"/>
          <p14:tracePt t="22181" x="7459663" y="5130800"/>
          <p14:tracePt t="22189" x="7627938" y="5189538"/>
          <p14:tracePt t="22198" x="7789863" y="5249863"/>
          <p14:tracePt t="22206" x="7840663" y="5265738"/>
          <p14:tracePt t="22214" x="7924800" y="5308600"/>
          <p14:tracePt t="22222" x="8018463" y="5341938"/>
          <p14:tracePt t="22231" x="8051800" y="5359400"/>
          <p14:tracePt t="22239" x="8094663" y="5376863"/>
          <p14:tracePt t="22247" x="8110538" y="5384800"/>
          <p14:tracePt t="22255" x="8120063" y="5384800"/>
          <p14:tracePt t="22509" x="8094663" y="5384800"/>
          <p14:tracePt t="22517" x="8077200" y="5384800"/>
          <p14:tracePt t="22526" x="8034338" y="5402263"/>
          <p14:tracePt t="22534" x="7983538" y="5418138"/>
          <p14:tracePt t="22542" x="7881938" y="5435600"/>
          <p14:tracePt t="22550" x="7840663" y="5435600"/>
          <p14:tracePt t="22558" x="7764463" y="5443538"/>
          <p14:tracePt t="22567" x="7688263" y="5461000"/>
          <p14:tracePt t="22575" x="7586663" y="5478463"/>
          <p14:tracePt t="22584" x="7510463" y="5478463"/>
          <p14:tracePt t="22591" x="7434263" y="5478463"/>
          <p14:tracePt t="22601" x="7340600" y="5478463"/>
          <p14:tracePt t="22608" x="7297738" y="5478463"/>
          <p14:tracePt t="22617" x="7239000" y="5478463"/>
          <p14:tracePt t="22624" x="7188200" y="5478463"/>
          <p14:tracePt t="22634" x="7180263" y="5478463"/>
          <p14:tracePt t="22640" x="7162800" y="5478463"/>
          <p14:tracePt t="22686" x="7145338" y="5478463"/>
          <p14:tracePt t="23001" x="7129463" y="5478463"/>
          <p14:tracePt t="23009" x="7104063" y="5478463"/>
          <p14:tracePt t="23017" x="7053263" y="5478463"/>
          <p14:tracePt t="23025" x="7043738" y="5478463"/>
          <p14:tracePt t="23034" x="6934200" y="5503863"/>
          <p14:tracePt t="23042" x="6858000" y="5519738"/>
          <p14:tracePt t="23051" x="6756400" y="5554663"/>
          <p14:tracePt t="23058" x="6596063" y="5580063"/>
          <p14:tracePt t="23067" x="6426200" y="5630863"/>
          <p14:tracePt t="23074" x="6265863" y="5672138"/>
          <p14:tracePt t="23084" x="6062663" y="5732463"/>
          <p14:tracePt t="23091" x="5842000" y="5808663"/>
          <p14:tracePt t="23101" x="5595938" y="5884863"/>
          <p14:tracePt t="23107" x="5087938" y="6078538"/>
          <p14:tracePt t="23117" x="4757738" y="6197600"/>
          <p14:tracePt t="23124" x="4411663" y="6367463"/>
          <p14:tracePt t="23133" x="4249738" y="6434138"/>
          <p14:tracePt t="23140" x="3903663" y="6621463"/>
          <p14:tracePt t="23150" x="3606800" y="6738938"/>
          <p14:tracePt t="33462" x="3360738" y="6392863"/>
          <p14:tracePt t="33473" x="3573463" y="6078538"/>
          <p14:tracePt t="33481" x="3751263" y="5773738"/>
          <p14:tracePt t="33490" x="3878263" y="5570538"/>
          <p14:tracePt t="33494" x="4005263" y="5359400"/>
          <p14:tracePt t="33502" x="4097338" y="5173663"/>
          <p14:tracePt t="33510" x="4325938" y="4859338"/>
          <p14:tracePt t="33518" x="4402138" y="4775200"/>
          <p14:tracePt t="33526" x="4521200" y="4546600"/>
          <p14:tracePt t="33535" x="4640263" y="4394200"/>
          <p14:tracePt t="33543" x="4716463" y="4310063"/>
          <p14:tracePt t="33551" x="4757738" y="4259263"/>
          <p14:tracePt t="33559" x="4792663" y="4233863"/>
          <p14:tracePt t="33568" x="4800600" y="4216400"/>
          <p14:tracePt t="33576" x="4818063" y="4216400"/>
          <p14:tracePt t="33584" x="4833938" y="4198938"/>
          <p14:tracePt t="33616" x="4851400" y="4198938"/>
          <p14:tracePt t="33634" x="4851400" y="4191000"/>
          <p14:tracePt t="33641" x="4876800" y="4173538"/>
          <p14:tracePt t="33651" x="4935538" y="4122738"/>
          <p14:tracePt t="33658" x="5011738" y="4056063"/>
          <p14:tracePt t="33667" x="5087938" y="3979863"/>
          <p14:tracePt t="33674" x="5138738" y="3944938"/>
          <p14:tracePt t="33684" x="5265738" y="3843338"/>
          <p14:tracePt t="33690" x="5392738" y="3733800"/>
          <p14:tracePt t="33701" x="5511800" y="3657600"/>
          <p14:tracePt t="33707" x="5646738" y="3556000"/>
          <p14:tracePt t="33715" x="5783263" y="3497263"/>
          <p14:tracePt t="33723" x="5926138" y="3403600"/>
          <p14:tracePt t="33731" x="5976938" y="3395663"/>
          <p14:tracePt t="33740" x="6078538" y="3344863"/>
          <p14:tracePt t="33748" x="6189663" y="3302000"/>
          <p14:tracePt t="33756" x="6291263" y="3268663"/>
          <p14:tracePt t="33764" x="6367463" y="3259138"/>
          <p14:tracePt t="33772" x="6408738" y="3259138"/>
          <p14:tracePt t="33780" x="6469063" y="3259138"/>
          <p14:tracePt t="33789" x="6484938" y="3259138"/>
          <p14:tracePt t="33797" x="6502400" y="3259138"/>
          <p14:tracePt t="33813" x="6519863" y="3259138"/>
          <p14:tracePt t="33846" x="6519863" y="3268663"/>
          <p14:tracePt t="33863" x="6519863" y="3284538"/>
          <p14:tracePt t="33879" x="6519863" y="3302000"/>
          <p14:tracePt t="33903" x="6519863" y="3319463"/>
          <p14:tracePt t="33911" x="6502400" y="3319463"/>
          <p14:tracePt t="33920" x="6484938" y="3319463"/>
          <p14:tracePt t="33928" x="6484938" y="3327400"/>
          <p14:tracePt t="33936" x="6469063" y="3327400"/>
          <p14:tracePt t="33961" x="6459538" y="3344863"/>
          <p14:tracePt t="33969" x="6443663" y="3344863"/>
          <p14:tracePt t="33985" x="6426200" y="3344863"/>
          <p14:tracePt t="33993" x="6408738" y="3360738"/>
          <p14:tracePt t="34010" x="6392863" y="3378200"/>
          <p14:tracePt t="34018" x="6383338" y="3378200"/>
          <p14:tracePt t="34035" x="6367463" y="3395663"/>
          <p14:tracePt t="34043" x="6350000" y="3395663"/>
          <p14:tracePt t="34059" x="6332538" y="3403600"/>
          <p14:tracePt t="34067" x="6324600" y="3403600"/>
          <p14:tracePt t="34092" x="6324600" y="3421063"/>
          <p14:tracePt t="34101" x="6307138" y="3421063"/>
          <p14:tracePt t="34109" x="6291263" y="3421063"/>
          <p14:tracePt t="34133" x="6273800" y="3421063"/>
          <p14:tracePt t="34142" x="6273800" y="3436938"/>
          <p14:tracePt t="34174" x="6265863" y="3436938"/>
          <p14:tracePt t="34207" x="6265863" y="3454400"/>
          <p14:tracePt t="34216" x="6248400" y="3454400"/>
          <p14:tracePt t="34256" x="6248400" y="3462338"/>
          <p14:tracePt t="34297" x="6230938" y="3462338"/>
          <p14:tracePt t="34305" x="6230938" y="3479800"/>
          <p14:tracePt t="34338" x="6230938" y="3497263"/>
          <p14:tracePt t="34346" x="6215063" y="3497263"/>
          <p14:tracePt t="34379" x="6215063" y="3513138"/>
          <p14:tracePt t="34813" x="6230938" y="3513138"/>
          <p14:tracePt t="35051" x="6230938" y="3530600"/>
          <p14:tracePt t="35256" x="6230938" y="3538538"/>
          <p14:tracePt t="35411" x="6215063" y="3538538"/>
          <p14:tracePt t="35534" x="6197600" y="3538538"/>
          <p14:tracePt t="35698" x="6197600" y="3530600"/>
          <p14:tracePt t="35714" x="6189663" y="3530600"/>
          <p14:tracePt t="35838" x="6189663" y="3513138"/>
          <p14:tracePt t="36149" x="6197600" y="3513138"/>
          <p14:tracePt t="36272" x="6197600" y="3530600"/>
          <p14:tracePt t="36436" x="6215063" y="3530600"/>
          <p14:tracePt t="36452" x="6215063" y="3538538"/>
          <p14:tracePt t="36813" x="6215063" y="3556000"/>
          <p14:tracePt t="37747" x="6197600" y="3556000"/>
          <p14:tracePt t="37755" x="6172200" y="3556000"/>
          <p14:tracePt t="37764" x="6096000" y="3538538"/>
          <p14:tracePt t="37772" x="6062663" y="3538538"/>
          <p14:tracePt t="37780" x="5926138" y="3538538"/>
          <p14:tracePt t="37788" x="5842000" y="3538538"/>
          <p14:tracePt t="37796" x="5707063" y="3538538"/>
          <p14:tracePt t="37805" x="5537200" y="3538538"/>
          <p14:tracePt t="37813" x="5376863" y="3538538"/>
          <p14:tracePt t="37821" x="5207000" y="3538538"/>
          <p14:tracePt t="37829" x="5046663" y="3538538"/>
          <p14:tracePt t="37837" x="5003800" y="3556000"/>
          <p14:tracePt t="37846" x="4868863" y="3573463"/>
          <p14:tracePt t="37854" x="4732338" y="3589338"/>
          <p14:tracePt t="37862" x="4622800" y="3598863"/>
          <p14:tracePt t="37870" x="4538663" y="3598863"/>
          <p14:tracePt t="37878" x="4445000" y="3598863"/>
          <p14:tracePt t="37887" x="4402138" y="3598863"/>
          <p14:tracePt t="37895" x="4343400" y="3598863"/>
          <p14:tracePt t="37903" x="4292600" y="3598863"/>
          <p14:tracePt t="37911" x="4275138" y="3598863"/>
          <p14:tracePt t="37919" x="4249738" y="3598863"/>
          <p14:tracePt t="37928" x="4216400" y="3598863"/>
          <p14:tracePt t="37944" x="4191000" y="3598863"/>
          <p14:tracePt t="37952" x="4173538" y="3598863"/>
          <p14:tracePt t="37960" x="4157663" y="3598863"/>
          <p14:tracePt t="37969" x="4140200" y="3598863"/>
          <p14:tracePt t="37977" x="4132263" y="3598863"/>
          <p14:tracePt t="37985" x="4097338" y="3598863"/>
          <p14:tracePt t="37993" x="4081463" y="3598863"/>
          <p14:tracePt t="38009" x="4056063" y="3614738"/>
          <p14:tracePt t="38018" x="4021138" y="3614738"/>
          <p14:tracePt t="38026" x="3979863" y="3632200"/>
          <p14:tracePt t="38034" x="3919538" y="3649663"/>
          <p14:tracePt t="38042" x="3843338" y="3657600"/>
          <p14:tracePt t="38051" x="3741738" y="3690938"/>
          <p14:tracePt t="38059" x="3606800" y="3751263"/>
          <p14:tracePt t="38067" x="3497263" y="3784600"/>
          <p14:tracePt t="38075" x="3436938" y="3784600"/>
          <p14:tracePt t="38084" x="3344863" y="3810000"/>
          <p14:tracePt t="38091" x="3243263" y="3843338"/>
          <p14:tracePt t="38101" x="3149600" y="3860800"/>
          <p14:tracePt t="38108" x="3081338" y="3868738"/>
          <p14:tracePt t="38117" x="3014663" y="3886200"/>
          <p14:tracePt t="38124" x="2971800" y="3903663"/>
          <p14:tracePt t="38134" x="2928938" y="3903663"/>
          <p14:tracePt t="38140" x="2878138" y="3903663"/>
          <p14:tracePt t="38151" x="2870200" y="3903663"/>
          <p14:tracePt t="38157" x="2836863" y="3903663"/>
          <p14:tracePt t="38167" x="2819400" y="3903663"/>
          <p14:tracePt t="38174" x="2794000" y="3903663"/>
          <p14:tracePt t="38182" x="2776538" y="3903663"/>
          <p14:tracePt t="38190" x="2760663" y="3903663"/>
          <p14:tracePt t="38198" x="2751138" y="3903663"/>
          <p14:tracePt t="38214" x="2735263" y="3903663"/>
          <p14:tracePt t="38223" x="2717800" y="3903663"/>
          <p14:tracePt t="38239" x="2700338" y="3903663"/>
          <p14:tracePt t="38255" x="2684463" y="3903663"/>
          <p14:tracePt t="38272" x="2674938" y="3903663"/>
          <p14:tracePt t="38288" x="2659063" y="3903663"/>
          <p14:tracePt t="38297" x="2641600" y="3903663"/>
          <p14:tracePt t="38313" x="2624138" y="3903663"/>
          <p14:tracePt t="38321" x="2616200" y="3903663"/>
          <p14:tracePt t="38337" x="2598738" y="3903663"/>
          <p14:tracePt t="38362" x="2582863" y="3903663"/>
          <p14:tracePt t="38394" x="2565400" y="3903663"/>
          <p14:tracePt t="38419" x="2565400" y="3886200"/>
          <p14:tracePt t="38509" x="2565400" y="3868738"/>
          <p14:tracePt t="39116" x="2547938" y="3868738"/>
          <p14:tracePt t="39501" x="2565400" y="3868738"/>
          <p14:tracePt t="39723" x="2582863" y="3868738"/>
          <p14:tracePt t="41197" x="2598738" y="3868738"/>
          <p14:tracePt t="41452" x="2616200" y="3868738"/>
          <p14:tracePt t="41460" x="2616200" y="3886200"/>
          <p14:tracePt t="42001" x="2616200" y="3868738"/>
          <p14:tracePt t="42616" x="2624138" y="3868738"/>
          <p14:tracePt t="42697" x="2641600" y="3868738"/>
          <p14:tracePt t="42747" x="2659063" y="3868738"/>
          <p14:tracePt t="42820" x="2674938" y="3868738"/>
          <p14:tracePt t="42853" x="2684463" y="3868738"/>
          <p14:tracePt t="42886" x="2700338" y="3868738"/>
          <p14:tracePt t="42894" x="2717800" y="3868738"/>
          <p14:tracePt t="42902" x="2751138" y="3868738"/>
          <p14:tracePt t="42910" x="2760663" y="3860800"/>
          <p14:tracePt t="42919" x="2794000" y="3860800"/>
          <p14:tracePt t="42927" x="2819400" y="3843338"/>
          <p14:tracePt t="42935" x="2852738" y="3827463"/>
          <p14:tracePt t="42943" x="2878138" y="3810000"/>
          <p14:tracePt t="42951" x="2913063" y="3810000"/>
          <p14:tracePt t="42960" x="2954338" y="3792538"/>
          <p14:tracePt t="42968" x="2971800" y="3784600"/>
          <p14:tracePt t="42976" x="3014663" y="3784600"/>
          <p14:tracePt t="42984" x="3048000" y="3767138"/>
          <p14:tracePt t="42992" x="3065463" y="3767138"/>
          <p14:tracePt t="43001" x="3090863" y="3767138"/>
          <p14:tracePt t="43009" x="3106738" y="3751263"/>
          <p14:tracePt t="43018" x="3149600" y="3751263"/>
          <p14:tracePt t="43025" x="3167063" y="3751263"/>
          <p14:tracePt t="43034" x="3200400" y="3733800"/>
          <p14:tracePt t="43041" x="3225800" y="3733800"/>
          <p14:tracePt t="43051" x="3243263" y="3733800"/>
          <p14:tracePt t="43058" x="3276600" y="3725863"/>
          <p14:tracePt t="43068" x="3284538" y="3725863"/>
          <p14:tracePt t="43074" x="3319463" y="3708400"/>
          <p14:tracePt t="43084" x="3344863" y="3708400"/>
          <p14:tracePt t="43101" x="3378200" y="3708400"/>
          <p14:tracePt t="43107" x="3411538" y="3690938"/>
          <p14:tracePt t="43117" x="3421063" y="3690938"/>
          <p14:tracePt t="43132" x="3436938" y="3675063"/>
          <p14:tracePt t="43140" x="3454400" y="3675063"/>
          <p14:tracePt t="43148" x="3471863" y="3675063"/>
          <p14:tracePt t="43156" x="3479800" y="3675063"/>
          <p14:tracePt t="43165" x="3497263" y="3675063"/>
          <p14:tracePt t="43173" x="3497263" y="3657600"/>
          <p14:tracePt t="43181" x="3513138" y="3657600"/>
          <p14:tracePt t="43205" x="3530600" y="3657600"/>
          <p14:tracePt t="43230" x="3548063" y="3657600"/>
          <p14:tracePt t="43287" x="3556000" y="3657600"/>
          <p14:tracePt t="43345" x="3573463" y="3657600"/>
          <p14:tracePt t="43369" x="3589338" y="3657600"/>
          <p14:tracePt t="43377" x="3589338" y="3649663"/>
          <p14:tracePt t="43386" x="3606800" y="3649663"/>
          <p14:tracePt t="43402" x="3614738" y="3649663"/>
          <p14:tracePt t="43419" x="3632200" y="3649663"/>
          <p14:tracePt t="43435" x="3649663" y="3649663"/>
          <p14:tracePt t="43451" x="3665538" y="3649663"/>
          <p14:tracePt t="43476" x="3675063" y="3649663"/>
          <p14:tracePt t="44018" x="3690938" y="3649663"/>
          <p14:tracePt t="44025" x="3802063" y="3657600"/>
          <p14:tracePt t="44035" x="3903663" y="3690938"/>
          <p14:tracePt t="44041" x="4071938" y="3733800"/>
          <p14:tracePt t="44051" x="4208463" y="3784600"/>
          <p14:tracePt t="44058" x="4275138" y="3810000"/>
          <p14:tracePt t="44067" x="4411663" y="3860800"/>
          <p14:tracePt t="44074" x="4538663" y="3903663"/>
          <p14:tracePt t="44084" x="4640263" y="3929063"/>
          <p14:tracePt t="44090" x="4716463" y="3944938"/>
          <p14:tracePt t="44100" x="4800600" y="3962400"/>
          <p14:tracePt t="44107" x="4851400" y="3987800"/>
          <p14:tracePt t="44117" x="4894263" y="3987800"/>
          <p14:tracePt t="44123" x="4927600" y="4005263"/>
          <p14:tracePt t="44131" x="4935538" y="4005263"/>
          <p14:tracePt t="44140" x="4953000" y="4005263"/>
          <p14:tracePt t="44148" x="4970463" y="4005263"/>
          <p14:tracePt t="44164" x="4986338" y="4005263"/>
          <p14:tracePt t="44885" x="4970463" y="4005263"/>
          <p14:tracePt t="45025" x="4970463" y="4021138"/>
          <p14:tracePt t="45098" x="4953000" y="4021138"/>
          <p14:tracePt t="45172" x="4935538" y="4021138"/>
          <p14:tracePt t="45205" x="4927600" y="4021138"/>
          <p14:tracePt t="45237" x="4910138" y="4021138"/>
          <p14:tracePt t="45287" x="4894263" y="4021138"/>
          <p14:tracePt t="45312" x="4876800" y="4021138"/>
          <p14:tracePt t="45328" x="4868863" y="4021138"/>
          <p14:tracePt t="45344" x="4868863" y="4038600"/>
          <p14:tracePt t="45352" x="4851400" y="4038600"/>
          <p14:tracePt t="45369" x="4833938" y="4038600"/>
          <p14:tracePt t="45393" x="4818063" y="4038600"/>
          <p14:tracePt t="45402" x="4800600" y="4038600"/>
          <p14:tracePt t="45426" x="4792663" y="4038600"/>
          <p14:tracePt t="45443" x="4775200" y="4038600"/>
          <p14:tracePt t="45459" x="4757738" y="4038600"/>
          <p14:tracePt t="45475" x="4741863" y="4038600"/>
          <p14:tracePt t="45492" x="4732338" y="4038600"/>
          <p14:tracePt t="45508" x="4716463" y="4038600"/>
          <p14:tracePt t="45518" x="4699000" y="4038600"/>
          <p14:tracePt t="45524" x="4681538" y="4038600"/>
          <p14:tracePt t="45534" x="4673600" y="4038600"/>
          <p14:tracePt t="45541" x="4656138" y="4056063"/>
          <p14:tracePt t="45551" x="4640263" y="4056063"/>
          <p14:tracePt t="45567" x="4605338" y="4056063"/>
          <p14:tracePt t="45574" x="4597400" y="4056063"/>
          <p14:tracePt t="45584" x="4579938" y="4056063"/>
          <p14:tracePt t="45590" x="4564063" y="4064000"/>
          <p14:tracePt t="45598" x="4538663" y="4064000"/>
          <p14:tracePt t="45607" x="4521200" y="4064000"/>
          <p14:tracePt t="45615" x="4503738" y="4064000"/>
          <p14:tracePt t="45623" x="4487863" y="4064000"/>
          <p14:tracePt t="45631" x="4470400" y="4064000"/>
          <p14:tracePt t="45639" x="4462463" y="4064000"/>
          <p14:tracePt t="45648" x="4445000" y="4064000"/>
          <p14:tracePt t="45672" x="4427538" y="4064000"/>
          <p14:tracePt t="46606" x="4411663" y="4064000"/>
          <p14:tracePt t="46615" x="4386263" y="4064000"/>
          <p14:tracePt t="46623" x="4343400" y="4097338"/>
          <p14:tracePt t="46631" x="4275138" y="4114800"/>
          <p14:tracePt t="46639" x="4233863" y="4140200"/>
          <p14:tracePt t="46647" x="4173538" y="4157663"/>
          <p14:tracePt t="46656" x="4097338" y="4191000"/>
          <p14:tracePt t="46664" x="3995738" y="4216400"/>
          <p14:tracePt t="46672" x="3944938" y="4233863"/>
          <p14:tracePt t="46680" x="3878263" y="4249738"/>
          <p14:tracePt t="46688" x="3767138" y="4259263"/>
          <p14:tracePt t="46697" x="3632200" y="4292600"/>
          <p14:tracePt t="46705" x="3606800" y="4310063"/>
          <p14:tracePt t="46713" x="3497263" y="4318000"/>
          <p14:tracePt t="46721" x="3395663" y="4335463"/>
          <p14:tracePt t="46729" x="3319463" y="4351338"/>
          <p14:tracePt t="46738" x="3243263" y="4368800"/>
          <p14:tracePt t="46746" x="3167063" y="4386263"/>
          <p14:tracePt t="46754" x="3081338" y="4394200"/>
          <p14:tracePt t="46762" x="3030538" y="4394200"/>
          <p14:tracePt t="46770" x="2946400" y="4411663"/>
          <p14:tracePt t="46779" x="2895600" y="4411663"/>
          <p14:tracePt t="46787" x="2836863" y="4427538"/>
          <p14:tracePt t="46795" x="2794000" y="4427538"/>
          <p14:tracePt t="46803" x="2735263" y="4445000"/>
          <p14:tracePt t="46811" x="2700338" y="4445000"/>
          <p14:tracePt t="46819" x="2674938" y="4445000"/>
          <p14:tracePt t="46827" x="2641600" y="4445000"/>
          <p14:tracePt t="46836" x="2616200" y="4445000"/>
          <p14:tracePt t="46844" x="2582863" y="4445000"/>
          <p14:tracePt t="46852" x="2547938" y="4445000"/>
          <p14:tracePt t="46861" x="2522538" y="4445000"/>
          <p14:tracePt t="46869" x="2506663" y="4445000"/>
          <p14:tracePt t="46877" x="2489200" y="4445000"/>
          <p14:tracePt t="46885" x="2481263" y="4445000"/>
          <p14:tracePt t="46893" x="2446338" y="4445000"/>
          <p14:tracePt t="46910" x="2430463" y="4445000"/>
          <p14:tracePt t="46918" x="2420938" y="4445000"/>
          <p14:tracePt t="46935" x="2405063" y="4445000"/>
          <p14:tracePt t="46942" x="2387600" y="4445000"/>
          <p14:tracePt t="46959" x="2370138" y="4445000"/>
          <p14:tracePt t="46983" x="2354263" y="4445000"/>
          <p14:tracePt t="47001" x="2344738" y="4445000"/>
          <p14:tracePt t="47024" x="2328863" y="4445000"/>
          <p14:tracePt t="47034" x="2311400" y="4445000"/>
          <p14:tracePt t="47040" x="2311400" y="4427538"/>
          <p14:tracePt t="47051" x="2293938" y="4427538"/>
          <p14:tracePt t="47057" x="2286000" y="4427538"/>
          <p14:tracePt t="47074" x="2268538" y="4427538"/>
          <p14:tracePt t="47082" x="2252663" y="4411663"/>
          <p14:tracePt t="47098" x="2235200" y="4411663"/>
          <p14:tracePt t="47114" x="2217738" y="4411663"/>
          <p14:tracePt t="47131" x="2217738" y="4394200"/>
          <p14:tracePt t="47139" x="2209800" y="4394200"/>
          <p14:tracePt t="47163" x="2192338" y="4394200"/>
          <p14:tracePt t="47221" x="2176463" y="4394200"/>
          <p14:tracePt t="47245" x="2176463" y="4386263"/>
          <p14:tracePt t="47377" x="2176463" y="4368800"/>
          <p14:tracePt t="47426" x="2192338" y="4368800"/>
          <p14:tracePt t="47483" x="2209800" y="4368800"/>
          <p14:tracePt t="47516" x="2209800" y="4351338"/>
          <p14:tracePt t="47524" x="2217738" y="4351338"/>
          <p14:tracePt t="47549" x="2235200" y="4351338"/>
          <p14:tracePt t="47590" x="2252663" y="4335463"/>
          <p14:tracePt t="47614" x="2268538" y="4335463"/>
          <p14:tracePt t="47639" x="2286000" y="4318000"/>
          <p14:tracePt t="47664" x="2293938" y="4318000"/>
          <p14:tracePt t="47688" x="2293938" y="4310063"/>
          <p14:tracePt t="47696" x="2311400" y="4310063"/>
          <p14:tracePt t="47704" x="2328863" y="4310063"/>
          <p14:tracePt t="47721" x="2328863" y="4292600"/>
          <p14:tracePt t="47729" x="2344738" y="4292600"/>
          <p14:tracePt t="47745" x="2354263" y="4292600"/>
          <p14:tracePt t="47770" x="2370138" y="4275138"/>
          <p14:tracePt t="47795" x="2387600" y="4275138"/>
          <p14:tracePt t="47819" x="2387600" y="4259263"/>
          <p14:tracePt t="47836" x="2405063" y="4259263"/>
          <p14:tracePt t="47844" x="2405063" y="4249738"/>
          <p14:tracePt t="47860" x="2420938" y="4249738"/>
          <p14:tracePt t="47868" x="2420938" y="4233863"/>
          <p14:tracePt t="47893" x="2420938" y="4216400"/>
          <p14:tracePt t="47901" x="2430463" y="4216400"/>
          <p14:tracePt t="48221" x="2420938" y="4216400"/>
          <p14:tracePt t="48270" x="2405063" y="4216400"/>
          <p14:tracePt t="48295" x="2387600" y="4216400"/>
          <p14:tracePt t="48327" x="2370138" y="4216400"/>
          <p14:tracePt t="48368" x="2354263" y="4216400"/>
          <p14:tracePt t="48401" x="2344738" y="4198938"/>
          <p14:tracePt t="48442" x="2344738" y="4191000"/>
          <p14:tracePt t="48467" x="2328863" y="4191000"/>
          <p14:tracePt t="48860" x="2344738" y="4191000"/>
          <p14:tracePt t="49024" x="2354263" y="4191000"/>
          <p14:tracePt t="49147" x="2370138" y="4191000"/>
          <p14:tracePt t="49237" x="2387600" y="4191000"/>
          <p14:tracePt t="49262" x="2387600" y="4198938"/>
          <p14:tracePt t="49409" x="2405063" y="4198938"/>
          <p14:tracePt t="49680" x="2387600" y="4198938"/>
          <p14:tracePt t="49909" x="2370138" y="4198938"/>
          <p14:tracePt t="50171" x="2420938" y="4198938"/>
          <p14:tracePt t="50180" x="2463800" y="4198938"/>
          <p14:tracePt t="50188" x="2547938" y="4198938"/>
          <p14:tracePt t="50196" x="2684463" y="4198938"/>
          <p14:tracePt t="50204" x="2878138" y="4198938"/>
          <p14:tracePt t="50212" x="3167063" y="4198938"/>
          <p14:tracePt t="50220" x="3649663" y="4198938"/>
          <p14:tracePt t="50228" x="4071938" y="4198938"/>
          <p14:tracePt t="50237" x="4503738" y="4198938"/>
          <p14:tracePt t="50245" x="4732338" y="4198938"/>
          <p14:tracePt t="50253" x="5164138" y="4198938"/>
          <p14:tracePt t="50261" x="5588000" y="4173538"/>
          <p14:tracePt t="50269" x="6019800" y="4114800"/>
          <p14:tracePt t="50278" x="6383338" y="4097338"/>
          <p14:tracePt t="50286" x="6713538" y="4038600"/>
          <p14:tracePt t="50294" x="7027863" y="3987800"/>
          <p14:tracePt t="50302" x="7264400" y="3944938"/>
          <p14:tracePt t="50311" x="7459663" y="3929063"/>
          <p14:tracePt t="50319" x="7535863" y="3919538"/>
          <p14:tracePt t="50327" x="7704138" y="3886200"/>
          <p14:tracePt t="50335" x="7840663" y="3868738"/>
          <p14:tracePt t="50344" x="7942263" y="3843338"/>
          <p14:tracePt t="50352" x="8051800" y="3843338"/>
          <p14:tracePt t="50360" x="8120063" y="3827463"/>
          <p14:tracePt t="50368" x="8196263" y="3827463"/>
          <p14:tracePt t="50376" x="8272463" y="3827463"/>
          <p14:tracePt t="50385" x="8331200" y="3827463"/>
          <p14:tracePt t="50392" x="8382000" y="3827463"/>
          <p14:tracePt t="50401" x="8407400" y="3827463"/>
          <p14:tracePt t="50409" x="8440738" y="3827463"/>
          <p14:tracePt t="50425" x="8450263" y="3827463"/>
          <p14:tracePt t="50435" x="8466138" y="3827463"/>
          <p14:tracePt t="50458" x="8483600" y="3827463"/>
          <p14:tracePt t="50564" x="8483600" y="3843338"/>
          <p14:tracePt t="50590" x="8466138" y="3843338"/>
          <p14:tracePt t="50597" x="8466138" y="3860800"/>
          <p14:tracePt t="50614" x="8450263" y="3860800"/>
          <p14:tracePt t="50630" x="8450263" y="3868738"/>
          <p14:tracePt t="50638" x="8440738" y="3868738"/>
          <p14:tracePt t="50655" x="8424863" y="3868738"/>
          <p14:tracePt t="50663" x="8424863" y="3886200"/>
          <p14:tracePt t="50679" x="8407400" y="3886200"/>
          <p14:tracePt t="50687" x="8389938" y="3886200"/>
          <p14:tracePt t="50704" x="8382000" y="3903663"/>
          <p14:tracePt t="50728" x="8364538" y="3903663"/>
          <p14:tracePt t="50753" x="8348663" y="3903663"/>
          <p14:tracePt t="51245" x="8331200" y="3903663"/>
          <p14:tracePt t="51277" x="8313738" y="3903663"/>
          <p14:tracePt t="51294" x="8305800" y="3903663"/>
          <p14:tracePt t="51311" x="8288338" y="3903663"/>
          <p14:tracePt t="51318" x="8272463" y="3919538"/>
          <p14:tracePt t="51327" x="8255000" y="3919538"/>
          <p14:tracePt t="51335" x="8255000" y="3929063"/>
          <p14:tracePt t="51343" x="8229600" y="3929063"/>
          <p14:tracePt t="51351" x="8196263" y="3944938"/>
          <p14:tracePt t="51360" x="8186738" y="3944938"/>
          <p14:tracePt t="51368" x="8153400" y="3962400"/>
          <p14:tracePt t="51376" x="8120063" y="3962400"/>
          <p14:tracePt t="51385" x="8077200" y="3987800"/>
          <p14:tracePt t="51392" x="8018463" y="3987800"/>
          <p14:tracePt t="51401" x="7916863" y="4038600"/>
          <p14:tracePt t="51409" x="7881938" y="4056063"/>
          <p14:tracePt t="51418" x="7805738" y="4081463"/>
          <p14:tracePt t="51425" x="7721600" y="4097338"/>
          <p14:tracePt t="51434" x="7645400" y="4122738"/>
          <p14:tracePt t="51441" x="7569200" y="4140200"/>
          <p14:tracePt t="51451" x="7459663" y="4173538"/>
          <p14:tracePt t="51458" x="7416800" y="4191000"/>
          <p14:tracePt t="51468" x="7323138" y="4198938"/>
          <p14:tracePt t="51474" x="7256463" y="4216400"/>
          <p14:tracePt t="51484" x="7188200" y="4233863"/>
          <p14:tracePt t="51491" x="7145338" y="4249738"/>
          <p14:tracePt t="51500" x="7086600" y="4259263"/>
          <p14:tracePt t="51507" x="7027863" y="4275138"/>
          <p14:tracePt t="51517" x="6967538" y="4292600"/>
          <p14:tracePt t="51523" x="6926263" y="4310063"/>
          <p14:tracePt t="51532" x="6832600" y="4310063"/>
          <p14:tracePt t="51540" x="6789738" y="4318000"/>
          <p14:tracePt t="51548" x="6723063" y="4335463"/>
          <p14:tracePt t="51556" x="6654800" y="4351338"/>
          <p14:tracePt t="51564" x="6596063" y="4368800"/>
          <p14:tracePt t="51573" x="6519863" y="4386263"/>
          <p14:tracePt t="51581" x="6426200" y="4411663"/>
          <p14:tracePt t="51589" x="6383338" y="4427538"/>
          <p14:tracePt t="51597" x="6291263" y="4445000"/>
          <p14:tracePt t="51605" x="6215063" y="4452938"/>
          <p14:tracePt t="51614" x="6078538" y="4503738"/>
          <p14:tracePt t="51622" x="6053138" y="4521200"/>
          <p14:tracePt t="51630" x="5943600" y="4529138"/>
          <p14:tracePt t="51638" x="5884863" y="4546600"/>
          <p14:tracePt t="51646" x="5808663" y="4564063"/>
          <p14:tracePt t="51655" x="5748338" y="4564063"/>
          <p14:tracePt t="51663" x="5689600" y="4579938"/>
          <p14:tracePt t="51671" x="5664200" y="4589463"/>
          <p14:tracePt t="51679" x="5630863" y="4589463"/>
          <p14:tracePt t="51687" x="5613400" y="4605338"/>
          <p14:tracePt t="51696" x="5588000" y="4605338"/>
          <p14:tracePt t="51704" x="5570538" y="4605338"/>
          <p14:tracePt t="51712" x="5554663" y="4605338"/>
          <p14:tracePt t="51736" x="5537200" y="4605338"/>
          <p14:tracePt t="51785" x="5537200" y="4622800"/>
          <p14:tracePt t="54130" x="5554663" y="4622800"/>
          <p14:tracePt t="54138" x="5722938" y="4622800"/>
          <p14:tracePt t="54146" x="5961063" y="4665663"/>
          <p14:tracePt t="54155" x="6273800" y="4741863"/>
          <p14:tracePt t="54163" x="7010400" y="4919663"/>
          <p14:tracePt t="54171" x="7916863" y="5113338"/>
          <p14:tracePt t="54179" x="9042400" y="5359400"/>
          <p14:tracePt t="54187" x="10371138" y="5638800"/>
          <p14:tracePt t="54196" x="11785600" y="5943600"/>
          <p14:tracePt t="55344" x="11430000" y="6662738"/>
          <p14:tracePt t="55355" x="11158538" y="6570663"/>
          <p14:tracePt t="55362" x="10914063" y="6510338"/>
          <p14:tracePt t="55370" x="10675938" y="6434138"/>
          <p14:tracePt t="55376" x="10439400" y="6375400"/>
          <p14:tracePt t="55386" x="10236200" y="6332538"/>
          <p14:tracePt t="55392" x="10075863" y="6299200"/>
          <p14:tracePt t="55402" x="9906000" y="6273800"/>
          <p14:tracePt t="55408" x="9863138" y="6273800"/>
          <p14:tracePt t="55418" x="9728200" y="6240463"/>
          <p14:tracePt t="55425" x="9626600" y="6230938"/>
          <p14:tracePt t="55435" x="9517063" y="6215063"/>
          <p14:tracePt t="55441" x="9440863" y="6215063"/>
          <p14:tracePt t="55453" x="9380538" y="6197600"/>
          <p14:tracePt t="55458" x="9313863" y="6180138"/>
          <p14:tracePt t="55470" x="9245600" y="6180138"/>
          <p14:tracePt t="55474" x="9202738" y="6164263"/>
          <p14:tracePt t="55485" x="9110663" y="6164263"/>
          <p14:tracePt t="55490" x="9067800" y="6154738"/>
          <p14:tracePt t="55501" x="9009063" y="6154738"/>
          <p14:tracePt t="55507" x="8932863" y="6154738"/>
          <p14:tracePt t="55518" x="8872538" y="6154738"/>
          <p14:tracePt t="55523" x="8813800" y="6138863"/>
          <p14:tracePt t="55535" x="8755063" y="6121400"/>
          <p14:tracePt t="55540" x="8712200" y="6103938"/>
          <p14:tracePt t="55551" x="8643938" y="6103938"/>
          <p14:tracePt t="55556" x="8602663" y="6103938"/>
          <p14:tracePt t="55569" x="8559800" y="6096000"/>
          <p14:tracePt t="55573" x="8516938" y="6096000"/>
          <p14:tracePt t="55586" x="8483600" y="6096000"/>
          <p14:tracePt t="55589" x="8424863" y="6096000"/>
          <p14:tracePt t="55603" x="8382000" y="6096000"/>
          <p14:tracePt t="55606" x="8348663" y="6096000"/>
          <p14:tracePt t="55620" x="8288338" y="6096000"/>
          <p14:tracePt t="55622" x="8229600" y="6096000"/>
          <p14:tracePt t="55636" x="8170863" y="6096000"/>
          <p14:tracePt t="55639" x="8051800" y="6096000"/>
          <p14:tracePt t="55653" x="8001000" y="6096000"/>
          <p14:tracePt t="55656" x="7866063" y="6154738"/>
          <p14:tracePt t="55668" x="7789863" y="6180138"/>
          <p14:tracePt t="55672" x="7721600" y="6215063"/>
          <p14:tracePt t="55686" x="7612063" y="6256338"/>
          <p14:tracePt t="55689" x="7586663" y="6273800"/>
          <p14:tracePt t="55702" x="7434263" y="6367463"/>
          <p14:tracePt t="55705" x="7315200" y="6469063"/>
          <p14:tracePt t="55868" x="7297738" y="6469063"/>
          <p14:tracePt t="55875" x="7053263" y="6494463"/>
          <p14:tracePt t="55884" x="6723063" y="6604000"/>
          <p14:tracePt t="55892" x="6350000" y="6705600"/>
          <p14:tracePt t="55902" x="5994400" y="6815138"/>
          <p14:tracePt t="57085" x="4894263" y="5359400"/>
          <p14:tracePt t="57091" x="5199063" y="5113338"/>
          <p14:tracePt t="57096" x="5418138" y="4935538"/>
          <p14:tracePt t="57105" x="5613400" y="4783138"/>
          <p14:tracePt t="57113" x="5672138" y="4724400"/>
          <p14:tracePt t="57121" x="5842000" y="4605338"/>
          <p14:tracePt t="57129" x="5943600" y="4529138"/>
          <p14:tracePt t="57137" x="6019800" y="4487863"/>
          <p14:tracePt t="57146" x="6096000" y="4445000"/>
          <p14:tracePt t="57154" x="6154738" y="4411663"/>
          <p14:tracePt t="57162" x="6189663" y="4411663"/>
          <p14:tracePt t="57170" x="6265863" y="4411663"/>
          <p14:tracePt t="69845" x="6230938" y="4427538"/>
          <p14:tracePt t="69853" x="6062663" y="4589463"/>
          <p14:tracePt t="69861" x="5867400" y="4741863"/>
          <p14:tracePt t="69870" x="5664200" y="4953000"/>
          <p14:tracePt t="69877" x="5453063" y="5130800"/>
          <p14:tracePt t="69885" x="5224463" y="5384800"/>
          <p14:tracePt t="69894" x="5046663" y="5595938"/>
          <p14:tracePt t="69902" x="4927600" y="5748338"/>
          <p14:tracePt t="69910" x="4851400" y="5867400"/>
          <p14:tracePt t="69918" x="4775200" y="5943600"/>
          <p14:tracePt t="69926" x="4732338" y="5986463"/>
          <p14:tracePt t="69935" x="4640263" y="6078538"/>
          <p14:tracePt t="69943" x="4564063" y="6164263"/>
          <p14:tracePt t="69952" x="4503738" y="6215063"/>
          <p14:tracePt t="69959" x="4462463" y="6256338"/>
          <p14:tracePt t="69968" x="4386263" y="6316663"/>
          <p14:tracePt t="69975" x="4325938" y="6367463"/>
          <p14:tracePt t="69985" x="4233863" y="6426200"/>
          <p14:tracePt t="69992" x="4173538" y="6484938"/>
          <p14:tracePt t="70003" x="4038600" y="6586538"/>
          <p14:tracePt t="70008" x="3995738" y="6621463"/>
          <p14:tracePt t="70019" x="3937000" y="6680200"/>
          <p14:tracePt t="70025" x="3878263" y="6723063"/>
          <p14:tracePt t="70035" x="3810000" y="6756400"/>
          <p14:tracePt t="70041" x="3751263" y="6781800"/>
          <p14:tracePt t="70052" x="3708400" y="6824663"/>
          <p14:tracePt t="70057" x="3690938" y="6840538"/>
          <p14:tracePt t="71583" x="3937000" y="6756400"/>
          <p14:tracePt t="71591" x="4564063" y="6469063"/>
          <p14:tracePt t="71599" x="4986338" y="6367463"/>
          <p14:tracePt t="71607" x="5418138" y="6240463"/>
          <p14:tracePt t="71615" x="5842000" y="6138863"/>
          <p14:tracePt t="71623" x="6324600" y="6078538"/>
          <p14:tracePt t="71631" x="6926263" y="6037263"/>
          <p14:tracePt t="71639" x="7594600" y="6037263"/>
          <p14:tracePt t="71648" x="8847138" y="6037263"/>
          <p14:tracePt t="71655" x="9821863" y="6037263"/>
          <p14:tracePt t="71664" x="10929938" y="6121400"/>
          <p14:tracePt t="72387" x="7704138" y="6375400"/>
          <p14:tracePt t="72395" x="7162800" y="6062663"/>
          <p14:tracePt t="72403" x="6697663" y="5824538"/>
          <p14:tracePt t="72410" x="6392863" y="5638800"/>
          <p14:tracePt t="72419" x="6307138" y="5595938"/>
          <p14:tracePt t="72426" x="6096000" y="5494338"/>
          <p14:tracePt t="72435" x="5961063" y="5435600"/>
          <p14:tracePt t="72443" x="5859463" y="5402263"/>
          <p14:tracePt t="72451" x="5783263" y="5376863"/>
          <p14:tracePt t="72459" x="5722938" y="5359400"/>
          <p14:tracePt t="72468" x="5689600" y="5359400"/>
          <p14:tracePt t="72475" x="5646738" y="5359400"/>
          <p14:tracePt t="72485" x="5613400" y="5359400"/>
          <p14:tracePt t="72492" x="5570538" y="5359400"/>
          <p14:tracePt t="72502" x="5554663" y="5359400"/>
          <p14:tracePt t="72508" x="5511800" y="5359400"/>
          <p14:tracePt t="72518" x="5468938" y="5359400"/>
          <p14:tracePt t="72525" x="5418138" y="5359400"/>
          <p14:tracePt t="72534" x="5376863" y="5359400"/>
          <p14:tracePt t="72541" x="5316538" y="5359400"/>
          <p14:tracePt t="72551" x="5283200" y="5376863"/>
          <p14:tracePt t="72557" x="5224463" y="5384800"/>
          <p14:tracePt t="72566" x="5181600" y="5384800"/>
          <p14:tracePt t="72574" x="5148263" y="5384800"/>
          <p14:tracePt t="72582" x="5105400" y="5384800"/>
          <p14:tracePt t="72590" x="5046663" y="5384800"/>
          <p14:tracePt t="72598" x="5011738" y="5384800"/>
          <p14:tracePt t="72607" x="4910138" y="5384800"/>
          <p14:tracePt t="72615" x="4876800" y="5384800"/>
          <p14:tracePt t="72623" x="4818063" y="5359400"/>
          <p14:tracePt t="72631" x="4757738" y="5300663"/>
          <p14:tracePt t="72639" x="4716463" y="5265738"/>
          <p14:tracePt t="72648" x="4673600" y="5224463"/>
          <p14:tracePt t="72656" x="4622800" y="5189538"/>
          <p14:tracePt t="72664" x="4605338" y="5164138"/>
          <p14:tracePt t="72672" x="4579938" y="5148263"/>
          <p14:tracePt t="72680" x="4579938" y="5130800"/>
          <p14:tracePt t="72688" x="4579938" y="5113338"/>
          <p14:tracePt t="72697" x="4564063" y="5105400"/>
          <p14:tracePt t="85877" x="4538663" y="5113338"/>
          <p14:tracePt t="85885" x="4368800" y="5249863"/>
          <p14:tracePt t="85894" x="4208463" y="5376863"/>
          <p14:tracePt t="85903" x="4038600" y="5494338"/>
          <p14:tracePt t="85910" x="3886200" y="5580063"/>
          <p14:tracePt t="85918" x="3751263" y="5638800"/>
          <p14:tracePt t="85926" x="3573463" y="5748338"/>
          <p14:tracePt t="85935" x="3421063" y="5808663"/>
          <p14:tracePt t="85943" x="3284538" y="5884863"/>
          <p14:tracePt t="85952" x="3149600" y="5943600"/>
          <p14:tracePt t="85959" x="2852738" y="6096000"/>
          <p14:tracePt t="85968" x="2547938" y="6230938"/>
          <p14:tracePt t="85975" x="2252663" y="6350000"/>
          <p14:tracePt t="85985" x="1981200" y="6434138"/>
          <p14:tracePt t="85992" x="1770063" y="6510338"/>
          <p14:tracePt t="86002" x="1684338" y="6545263"/>
          <p14:tracePt t="86008" x="1516063" y="6604000"/>
          <p14:tracePt t="86018" x="1414463" y="6646863"/>
          <p14:tracePt t="86025" x="1303338" y="6680200"/>
          <p14:tracePt t="86034" x="1244600" y="6680200"/>
          <p14:tracePt t="86041" x="1219200" y="6697663"/>
          <p14:tracePt t="86051" x="1185863" y="6705600"/>
          <p14:tracePt t="86057" x="1168400" y="6705600"/>
          <p14:tracePt t="86066" x="1160463" y="6705600"/>
          <p14:tracePt t="86082" x="1143000" y="6705600"/>
          <p14:tracePt t="86147" x="1143000" y="6723063"/>
          <p14:tracePt t="86156" x="1143000" y="6781800"/>
          <p14:tracePt t="86164" x="1201738" y="6840538"/>
        </p14:tracePtLst>
      </p14:laserTraceLst>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B2A3A8-47F4-9C2D-CD95-DABB58492BB5}"/>
              </a:ext>
            </a:extLst>
          </p:cNvPr>
          <p:cNvSpPr>
            <a:spLocks noGrp="1"/>
          </p:cNvSpPr>
          <p:nvPr>
            <p:ph type="sldNum" sz="quarter" idx="13"/>
          </p:nvPr>
        </p:nvSpPr>
        <p:spPr/>
        <p:txBody>
          <a:bodyPr/>
          <a:lstStyle/>
          <a:p>
            <a:fld id="{EB4B8DE2-A4E8-46E4-8BBF-D75455EFF32C}" type="slidenum">
              <a:rPr lang="en-US" smtClean="0"/>
              <a:pPr/>
              <a:t>36</a:t>
            </a:fld>
            <a:endParaRPr lang="en-US" dirty="0"/>
          </a:p>
        </p:txBody>
      </p:sp>
      <p:sp>
        <p:nvSpPr>
          <p:cNvPr id="5" name="Content Placeholder 4">
            <a:extLst>
              <a:ext uri="{FF2B5EF4-FFF2-40B4-BE49-F238E27FC236}">
                <a16:creationId xmlns:a16="http://schemas.microsoft.com/office/drawing/2014/main" id="{BC07EAFA-3D08-1DAB-CB35-0AD1753C2C72}"/>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978F8F8D-3737-2198-59E7-D7061ED81ABC}"/>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Training DDPM</a:t>
            </a:r>
            <a:endParaRPr lang="en-KR"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07CD709-EF92-4B19-F599-448F01A1BF31}"/>
                  </a:ext>
                </a:extLst>
              </p:cNvPr>
              <p:cNvSpPr txBox="1"/>
              <p:nvPr/>
            </p:nvSpPr>
            <p:spPr>
              <a:xfrm>
                <a:off x="1758411" y="510610"/>
                <a:ext cx="8675177" cy="5507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a:latin typeface="Cambria Math" panose="02040503050406030204" pitchFamily="18" charset="0"/>
                              <a:ea typeface="Cambria Math" panose="02040503050406030204" pitchFamily="18" charset="0"/>
                            </a:rPr>
                            <m:t>𝔼</m:t>
                          </m:r>
                        </m:e>
                        <m:sub>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𝒙</m:t>
                              </m:r>
                            </m:e>
                            <m:sub>
                              <m:r>
                                <a:rPr lang="en-US" sz="2000" b="0" i="1" smtClean="0">
                                  <a:solidFill>
                                    <a:srgbClr val="FF0000"/>
                                  </a:solidFill>
                                  <a:latin typeface="Cambria Math" panose="02040503050406030204" pitchFamily="18" charset="0"/>
                                  <a:ea typeface="Cambria Math" panose="02040503050406030204" pitchFamily="18" charset="0"/>
                                </a:rPr>
                                <m:t>0</m:t>
                              </m:r>
                            </m:sub>
                          </m:sSub>
                          <m:r>
                            <a:rPr lang="en-US" sz="2000" b="1" i="1" smtClean="0">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𝛜</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𝓝</m:t>
                          </m:r>
                          <m:d>
                            <m:dPr>
                              <m:ctrlPr>
                                <a:rPr lang="en-US" sz="2000" b="1" i="1">
                                  <a:solidFill>
                                    <a:srgbClr val="0070C0"/>
                                  </a:solidFill>
                                  <a:latin typeface="Cambria Math" panose="02040503050406030204" pitchFamily="18" charset="0"/>
                                  <a:ea typeface="Cambria Math" panose="02040503050406030204" pitchFamily="18" charset="0"/>
                                </a:rPr>
                              </m:ctrlPr>
                            </m:dPr>
                            <m:e>
                              <m:r>
                                <a:rPr lang="en-US" sz="2000" b="1">
                                  <a:solidFill>
                                    <a:srgbClr val="0070C0"/>
                                  </a:solidFill>
                                  <a:latin typeface="Cambria Math" panose="02040503050406030204" pitchFamily="18" charset="0"/>
                                  <a:ea typeface="Cambria Math" panose="02040503050406030204" pitchFamily="18" charset="0"/>
                                </a:rPr>
                                <m:t>𝟎</m:t>
                              </m:r>
                              <m:r>
                                <a:rPr lang="en-US" sz="2000" b="1">
                                  <a:solidFill>
                                    <a:srgbClr val="0070C0"/>
                                  </a:solidFill>
                                  <a:latin typeface="Cambria Math" panose="02040503050406030204" pitchFamily="18" charset="0"/>
                                  <a:ea typeface="Cambria Math" panose="02040503050406030204" pitchFamily="18" charset="0"/>
                                </a:rPr>
                                <m:t>,</m:t>
                              </m:r>
                              <m:r>
                                <a:rPr lang="en-US" sz="2000" b="1">
                                  <a:solidFill>
                                    <a:srgbClr val="0070C0"/>
                                  </a:solidFill>
                                  <a:latin typeface="Cambria Math" panose="02040503050406030204" pitchFamily="18" charset="0"/>
                                  <a:ea typeface="Cambria Math" panose="02040503050406030204" pitchFamily="18" charset="0"/>
                                </a:rPr>
                                <m:t>𝐈</m:t>
                              </m:r>
                            </m:e>
                          </m:d>
                          <m:r>
                            <a:rPr lang="en-US" sz="2000" b="1">
                              <a:solidFill>
                                <a:srgbClr val="0070C0"/>
                              </a:solidFill>
                              <a:latin typeface="Cambria Math" panose="02040503050406030204" pitchFamily="18" charset="0"/>
                              <a:ea typeface="Cambria Math" panose="02040503050406030204" pitchFamily="18" charset="0"/>
                            </a:rPr>
                            <m:t>,   </m:t>
                          </m:r>
                          <m:r>
                            <a:rPr lang="en-US" sz="2000" b="1">
                              <a:solidFill>
                                <a:srgbClr val="0070C0"/>
                              </a:solidFill>
                              <a:latin typeface="Cambria Math" panose="02040503050406030204" pitchFamily="18" charset="0"/>
                              <a:ea typeface="Cambria Math" panose="02040503050406030204" pitchFamily="18" charset="0"/>
                            </a:rPr>
                            <m:t>𝐭</m:t>
                          </m:r>
                        </m:sub>
                      </m:sSub>
                      <m:d>
                        <m:dPr>
                          <m:begChr m:val="["/>
                          <m:endChr m:val="]"/>
                          <m:ctrlPr>
                            <a:rPr lang="en-US" sz="2000" i="1">
                              <a:latin typeface="Cambria Math" panose="02040503050406030204" pitchFamily="18" charset="0"/>
                              <a:ea typeface="Cambria Math" panose="02040503050406030204" pitchFamily="18" charset="0"/>
                            </a:rPr>
                          </m:ctrlPr>
                        </m:dPr>
                        <m:e>
                          <m:r>
                            <m:rPr>
                              <m:lit/>
                            </m:rPr>
                            <a:rPr lang="en-US" sz="2000" b="1"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 (</m:t>
                          </m:r>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𝝐</m:t>
                              </m:r>
                            </m:e>
                            <m:sub>
                              <m:r>
                                <a:rPr lang="en-US" sz="2000" i="1">
                                  <a:latin typeface="Cambria Math" panose="02040503050406030204" pitchFamily="18" charset="0"/>
                                  <a:ea typeface="Cambria Math" panose="02040503050406030204" pitchFamily="18" charset="0"/>
                                </a:rPr>
                                <m:t>𝜃</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rad>
                          <m:sSub>
                            <m:sSubPr>
                              <m:ctrlPr>
                                <a:rPr lang="en-US" sz="2000" i="1" smtClean="0">
                                  <a:solidFill>
                                    <a:srgbClr val="FF0000"/>
                                  </a:solidFill>
                                  <a:latin typeface="Cambria Math" panose="02040503050406030204" pitchFamily="18" charset="0"/>
                                  <a:ea typeface="Cambria Math" panose="02040503050406030204" pitchFamily="18" charset="0"/>
                                </a:rPr>
                              </m:ctrlPr>
                            </m:sSubPr>
                            <m:e>
                              <m:r>
                                <a:rPr lang="en-US" sz="2000" b="1" i="1">
                                  <a:solidFill>
                                    <a:srgbClr val="FF0000"/>
                                  </a:solidFill>
                                  <a:latin typeface="Cambria Math" panose="02040503050406030204" pitchFamily="18" charset="0"/>
                                  <a:ea typeface="Cambria Math" panose="02040503050406030204" pitchFamily="18" charset="0"/>
                                </a:rPr>
                                <m:t>𝒙</m:t>
                              </m:r>
                            </m:e>
                            <m:sub>
                              <m:r>
                                <a:rPr lang="en-US" sz="2000" i="1">
                                  <a:solidFill>
                                    <a:srgbClr val="FF0000"/>
                                  </a:solidFill>
                                  <a:latin typeface="Cambria Math" panose="02040503050406030204" pitchFamily="18" charset="0"/>
                                  <a:ea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𝛼</m:t>
                                          </m:r>
                                        </m:e>
                                        <m:sub>
                                          <m:r>
                                            <a:rPr lang="en-US" sz="2000" i="1">
                                              <a:latin typeface="Cambria Math" panose="02040503050406030204" pitchFamily="18" charset="0"/>
                                              <a:ea typeface="Cambria Math" panose="02040503050406030204" pitchFamily="18" charset="0"/>
                                            </a:rPr>
                                            <m:t>𝑡</m:t>
                                          </m:r>
                                        </m:sub>
                                      </m:sSub>
                                    </m:e>
                                  </m:acc>
                                </m:e>
                              </m:d>
                            </m:e>
                          </m:rad>
                          <m:r>
                            <a:rPr lang="en-US" sz="2000" b="1" i="1">
                              <a:solidFill>
                                <a:srgbClr val="0070C0"/>
                              </a:solidFill>
                              <a:latin typeface="Cambria Math" panose="02040503050406030204" pitchFamily="18" charset="0"/>
                              <a:ea typeface="Cambria Math" panose="02040503050406030204" pitchFamily="18" charset="0"/>
                            </a:rPr>
                            <m:t>𝝐</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m:t>
                          </m:r>
                          <m:r>
                            <m:rPr>
                              <m:lit/>
                            </m:rPr>
                            <a:rPr lang="en-US" sz="2000" b="1"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m:rPr>
                                  <m:lit/>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e>
                      </m:d>
                    </m:oMath>
                  </m:oMathPara>
                </a14:m>
                <a:endParaRPr lang="en-KR" sz="2000" dirty="0"/>
              </a:p>
            </p:txBody>
          </p:sp>
        </mc:Choice>
        <mc:Fallback xmlns="">
          <p:sp>
            <p:nvSpPr>
              <p:cNvPr id="7" name="TextBox 6">
                <a:extLst>
                  <a:ext uri="{FF2B5EF4-FFF2-40B4-BE49-F238E27FC236}">
                    <a16:creationId xmlns:a16="http://schemas.microsoft.com/office/drawing/2014/main" id="{A07CD709-EF92-4B19-F599-448F01A1BF31}"/>
                  </a:ext>
                </a:extLst>
              </p:cNvPr>
              <p:cNvSpPr txBox="1">
                <a:spLocks noRot="1" noChangeAspect="1" noMove="1" noResize="1" noEditPoints="1" noAdjustHandles="1" noChangeArrowheads="1" noChangeShapeType="1" noTextEdit="1"/>
              </p:cNvSpPr>
              <p:nvPr/>
            </p:nvSpPr>
            <p:spPr>
              <a:xfrm>
                <a:off x="1758411" y="510610"/>
                <a:ext cx="8675177" cy="550728"/>
              </a:xfrm>
              <a:prstGeom prst="rect">
                <a:avLst/>
              </a:prstGeom>
              <a:blipFill>
                <a:blip r:embed="rId5"/>
                <a:stretch>
                  <a:fillRect/>
                </a:stretch>
              </a:blipFill>
            </p:spPr>
            <p:txBody>
              <a:bodyPr/>
              <a:lstStyle/>
              <a:p>
                <a:r>
                  <a:rPr lang="en-KR">
                    <a:noFill/>
                  </a:rPr>
                  <a:t> </a:t>
                </a:r>
              </a:p>
            </p:txBody>
          </p:sp>
        </mc:Fallback>
      </mc:AlternateContent>
      <p:pic>
        <p:nvPicPr>
          <p:cNvPr id="8" name="Picture 7">
            <a:extLst>
              <a:ext uri="{FF2B5EF4-FFF2-40B4-BE49-F238E27FC236}">
                <a16:creationId xmlns:a16="http://schemas.microsoft.com/office/drawing/2014/main" id="{D65D8274-30D8-FBD1-ED25-32A047CA9277}"/>
              </a:ext>
            </a:extLst>
          </p:cNvPr>
          <p:cNvPicPr>
            <a:picLocks noChangeAspect="1"/>
          </p:cNvPicPr>
          <p:nvPr/>
        </p:nvPicPr>
        <p:blipFill>
          <a:blip r:embed="rId6"/>
          <a:stretch>
            <a:fillRect/>
          </a:stretch>
        </p:blipFill>
        <p:spPr>
          <a:xfrm>
            <a:off x="609600" y="1115943"/>
            <a:ext cx="4681748" cy="2266952"/>
          </a:xfrm>
          <a:prstGeom prst="rect">
            <a:avLst/>
          </a:prstGeom>
        </p:spPr>
      </p:pic>
      <p:grpSp>
        <p:nvGrpSpPr>
          <p:cNvPr id="47" name="Group 46">
            <a:extLst>
              <a:ext uri="{FF2B5EF4-FFF2-40B4-BE49-F238E27FC236}">
                <a16:creationId xmlns:a16="http://schemas.microsoft.com/office/drawing/2014/main" id="{82695E97-3BA1-2588-871F-030511B503BF}"/>
              </a:ext>
            </a:extLst>
          </p:cNvPr>
          <p:cNvGrpSpPr/>
          <p:nvPr/>
        </p:nvGrpSpPr>
        <p:grpSpPr>
          <a:xfrm>
            <a:off x="689205" y="4656027"/>
            <a:ext cx="10813589" cy="1339446"/>
            <a:chOff x="689205" y="4656027"/>
            <a:chExt cx="10813589" cy="1339446"/>
          </a:xfrm>
        </p:grpSpPr>
        <p:grpSp>
          <p:nvGrpSpPr>
            <p:cNvPr id="9" name="Group 8">
              <a:extLst>
                <a:ext uri="{FF2B5EF4-FFF2-40B4-BE49-F238E27FC236}">
                  <a16:creationId xmlns:a16="http://schemas.microsoft.com/office/drawing/2014/main" id="{475FA84A-8C49-DD64-BA69-40A8EC4B4086}"/>
                </a:ext>
              </a:extLst>
            </p:cNvPr>
            <p:cNvGrpSpPr/>
            <p:nvPr/>
          </p:nvGrpSpPr>
          <p:grpSpPr>
            <a:xfrm>
              <a:off x="689205" y="4656027"/>
              <a:ext cx="10813589" cy="1339446"/>
              <a:chOff x="706363" y="3122264"/>
              <a:chExt cx="10813589" cy="1339446"/>
            </a:xfrm>
          </p:grpSpPr>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2A702913-EE29-837E-5918-0BC116799697}"/>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10" name="Oval 9">
                    <a:extLst>
                      <a:ext uri="{FF2B5EF4-FFF2-40B4-BE49-F238E27FC236}">
                        <a16:creationId xmlns:a16="http://schemas.microsoft.com/office/drawing/2014/main" id="{2A702913-EE29-837E-5918-0BC116799697}"/>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7"/>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A54667DA-4351-9965-4D5B-3D25E24A154B}"/>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11" name="Oval 10">
                    <a:extLst>
                      <a:ext uri="{FF2B5EF4-FFF2-40B4-BE49-F238E27FC236}">
                        <a16:creationId xmlns:a16="http://schemas.microsoft.com/office/drawing/2014/main" id="{A54667DA-4351-9965-4D5B-3D25E24A154B}"/>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8"/>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08303111-3E19-6607-1CFF-E8AC4CC6252D}"/>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12" name="Oval 11">
                    <a:extLst>
                      <a:ext uri="{FF2B5EF4-FFF2-40B4-BE49-F238E27FC236}">
                        <a16:creationId xmlns:a16="http://schemas.microsoft.com/office/drawing/2014/main" id="{08303111-3E19-6607-1CFF-E8AC4CC6252D}"/>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9"/>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161FD150-4DFA-20A4-B72E-CBA19FA9B950}"/>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13" name="Oval 12">
                    <a:extLst>
                      <a:ext uri="{FF2B5EF4-FFF2-40B4-BE49-F238E27FC236}">
                        <a16:creationId xmlns:a16="http://schemas.microsoft.com/office/drawing/2014/main" id="{161FD150-4DFA-20A4-B72E-CBA19FA9B950}"/>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0"/>
                    <a:stretch>
                      <a:fillRect l="-8333"/>
                    </a:stretch>
                  </a:blipFill>
                  <a:ln/>
                </p:spPr>
                <p:txBody>
                  <a:bodyPr/>
                  <a:lstStyle/>
                  <a:p>
                    <a:r>
                      <a:rPr lang="en-KR">
                        <a:noFill/>
                      </a:rPr>
                      <a:t> </a:t>
                    </a:r>
                  </a:p>
                </p:txBody>
              </p:sp>
            </mc:Fallback>
          </mc:AlternateContent>
          <p:pic>
            <p:nvPicPr>
              <p:cNvPr id="22" name="Picture 2">
                <a:extLst>
                  <a:ext uri="{FF2B5EF4-FFF2-40B4-BE49-F238E27FC236}">
                    <a16:creationId xmlns:a16="http://schemas.microsoft.com/office/drawing/2014/main" id="{558A9699-97AD-7545-1A0B-EE3CAC9FFA5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886AEC3F-5F1D-46EA-CD60-A8F4B72FEE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a:extLst>
                  <a:ext uri="{FF2B5EF4-FFF2-40B4-BE49-F238E27FC236}">
                    <a16:creationId xmlns:a16="http://schemas.microsoft.com/office/drawing/2014/main" id="{45700EDB-F620-A109-0006-297985B02839}"/>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6" name="Elbow Connector 25">
              <a:extLst>
                <a:ext uri="{FF2B5EF4-FFF2-40B4-BE49-F238E27FC236}">
                  <a16:creationId xmlns:a16="http://schemas.microsoft.com/office/drawing/2014/main" id="{88168245-861B-C2F9-0409-C823ECBC8754}"/>
                </a:ext>
              </a:extLst>
            </p:cNvPr>
            <p:cNvCxnSpPr>
              <a:stCxn id="12" idx="0"/>
              <a:endCxn id="13" idx="0"/>
            </p:cNvCxnSpPr>
            <p:nvPr/>
          </p:nvCxnSpPr>
          <p:spPr>
            <a:xfrm rot="16200000" flipH="1">
              <a:off x="9118407" y="3268670"/>
              <a:ext cx="19284" cy="2793999"/>
            </a:xfrm>
            <a:prstGeom prst="bentConnector3">
              <a:avLst>
                <a:gd name="adj1" fmla="val -1213840"/>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B9E7A643-1638-109F-A27D-906739B48077}"/>
                </a:ext>
              </a:extLst>
            </p:cNvPr>
            <p:cNvCxnSpPr>
              <a:cxnSpLocks/>
              <a:stCxn id="11" idx="0"/>
              <a:endCxn id="13" idx="0"/>
            </p:cNvCxnSpPr>
            <p:nvPr/>
          </p:nvCxnSpPr>
          <p:spPr>
            <a:xfrm rot="5400000" flipH="1" flipV="1">
              <a:off x="7206116" y="1356379"/>
              <a:ext cx="12700" cy="6637865"/>
            </a:xfrm>
            <a:prstGeom prst="bentConnector3">
              <a:avLst>
                <a:gd name="adj1" fmla="val 2747386"/>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2632F3F4-1430-CC16-8A14-267C8974FA42}"/>
                </a:ext>
              </a:extLst>
            </p:cNvPr>
            <p:cNvCxnSpPr>
              <a:cxnSpLocks/>
              <a:stCxn id="10" idx="0"/>
              <a:endCxn id="13" idx="0"/>
            </p:cNvCxnSpPr>
            <p:nvPr/>
          </p:nvCxnSpPr>
          <p:spPr>
            <a:xfrm rot="16200000" flipH="1">
              <a:off x="5743837" y="-105900"/>
              <a:ext cx="19284" cy="9543139"/>
            </a:xfrm>
            <a:prstGeom prst="bentConnector3">
              <a:avLst>
                <a:gd name="adj1" fmla="val -2092553"/>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sp>
        <p:nvSpPr>
          <p:cNvPr id="37" name="TextBox 36">
            <a:extLst>
              <a:ext uri="{FF2B5EF4-FFF2-40B4-BE49-F238E27FC236}">
                <a16:creationId xmlns:a16="http://schemas.microsoft.com/office/drawing/2014/main" id="{66072D23-B5CF-6CC5-0BEA-2E360A15BAB5}"/>
              </a:ext>
            </a:extLst>
          </p:cNvPr>
          <p:cNvSpPr txBox="1"/>
          <p:nvPr/>
        </p:nvSpPr>
        <p:spPr>
          <a:xfrm>
            <a:off x="3850993" y="3800578"/>
            <a:ext cx="4490012" cy="369332"/>
          </a:xfrm>
          <a:prstGeom prst="rect">
            <a:avLst/>
          </a:prstGeom>
          <a:noFill/>
        </p:spPr>
        <p:txBody>
          <a:bodyPr wrap="none" lIns="0" rIns="0" rtlCol="0">
            <a:spAutoFit/>
          </a:bodyPr>
          <a:lstStyle/>
          <a:p>
            <a:pPr algn="l"/>
            <a:r>
              <a:rPr lang="en-KR" dirty="0">
                <a:latin typeface="Pretendard Medium" panose="02000503000000020004" pitchFamily="2" charset="-127"/>
                <a:ea typeface="Pretendard Medium" panose="02000503000000020004" pitchFamily="2" charset="-127"/>
                <a:cs typeface="Pretendard Medium" panose="02000503000000020004" pitchFamily="2" charset="-127"/>
              </a:rPr>
              <a:t>DDPM learns to denoise from any timestep</a:t>
            </a:r>
          </a:p>
        </p:txBody>
      </p:sp>
      <p:pic>
        <p:nvPicPr>
          <p:cNvPr id="18" name="Audio 17">
            <a:extLst>
              <a:ext uri="{FF2B5EF4-FFF2-40B4-BE49-F238E27FC236}">
                <a16:creationId xmlns:a16="http://schemas.microsoft.com/office/drawing/2014/main" id="{BDBEB895-B113-E601-355B-BC3CB8A0EB0D}"/>
              </a:ext>
            </a:extLst>
          </p:cNvPr>
          <p:cNvPicPr>
            <a:picLocks noChangeAspect="1"/>
          </p:cNvPicPr>
          <p:nvPr>
            <a:audioFile r:link="rId2"/>
            <p:extLst>
              <p:ext uri="{DAA4B4D4-6D71-4841-9C94-3DE7FCFB9230}">
                <p14:media xmlns:p14="http://schemas.microsoft.com/office/powerpoint/2010/main" r:embed="rId1"/>
              </p:ext>
            </p:extLst>
          </p:nvPr>
        </p:nvPicPr>
        <p:blipFill>
          <a:blip r:embed="rId1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0930165"/>
      </p:ext>
    </p:extLst>
  </p:cSld>
  <p:clrMapOvr>
    <a:masterClrMapping/>
  </p:clrMapOvr>
  <mc:AlternateContent xmlns:mc="http://schemas.openxmlformats.org/markup-compatibility/2006">
    <mc:Choice xmlns:p14="http://schemas.microsoft.com/office/powerpoint/2010/main" Requires="p14">
      <p:transition spd="slow" p14:dur="2000" advTm="42346"/>
    </mc:Choice>
    <mc:Fallback>
      <p:transition spd="slow" advTm="423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extLst>
    <p:ext uri="{3A86A75C-4F4B-4683-9AE1-C65F6400EC91}">
      <p14:laserTraceLst xmlns:p14="http://schemas.microsoft.com/office/powerpoint/2010/main">
        <p14:tracePtLst>
          <p14:tracePt t="5907" x="8542338" y="4310063"/>
          <p14:tracePt t="5914" x="8440738" y="4310063"/>
          <p14:tracePt t="5923" x="8272463" y="4275138"/>
          <p14:tracePt t="5930" x="8153400" y="4233863"/>
          <p14:tracePt t="5940" x="7983538" y="4173538"/>
          <p14:tracePt t="5947" x="7840663" y="4081463"/>
          <p14:tracePt t="5956" x="7729538" y="4005263"/>
          <p14:tracePt t="5963" x="7612063" y="3919538"/>
          <p14:tracePt t="5973" x="7518400" y="3843338"/>
          <p14:tracePt t="5979" x="7315200" y="3657600"/>
          <p14:tracePt t="5989" x="7104063" y="3454400"/>
          <p14:tracePt t="5996" x="6926263" y="3243263"/>
          <p14:tracePt t="6006" x="6773863" y="3048000"/>
          <p14:tracePt t="6012" x="6654800" y="2870200"/>
          <p14:tracePt t="6023" x="6561138" y="2735263"/>
          <p14:tracePt t="6028" x="6527800" y="2667000"/>
          <p14:tracePt t="6040" x="6443663" y="2565400"/>
          <p14:tracePt t="6045" x="6392863" y="2471738"/>
          <p14:tracePt t="6056" x="6332538" y="2387600"/>
          <p14:tracePt t="6061" x="6273800" y="2293938"/>
          <p14:tracePt t="6073" x="6230938" y="2235200"/>
          <p14:tracePt t="6078" x="6197600" y="2176463"/>
          <p14:tracePt t="6089" x="6172200" y="2133600"/>
          <p14:tracePt t="6094" x="6138863" y="2082800"/>
          <p14:tracePt t="6107" x="6113463" y="2057400"/>
          <p14:tracePt t="6111" x="6096000" y="2024063"/>
          <p14:tracePt t="6124" x="6078538" y="2014538"/>
          <p14:tracePt t="6128" x="6062663" y="1981200"/>
          <p14:tracePt t="6140" x="6053138" y="1981200"/>
          <p14:tracePt t="6144" x="6037263" y="1963738"/>
          <p14:tracePt t="6157" x="6002338" y="1947863"/>
          <p14:tracePt t="6160" x="5994400" y="1938338"/>
          <p14:tracePt t="6173" x="5976938" y="1938338"/>
          <p14:tracePt t="6177" x="5943600" y="1922463"/>
          <p14:tracePt t="6190" x="5918200" y="1905000"/>
          <p14:tracePt t="6194" x="5867400" y="1887538"/>
          <p14:tracePt t="6206" x="5824538" y="1879600"/>
          <p14:tracePt t="6210" x="5799138" y="1862138"/>
          <p14:tracePt t="6223" x="5748338" y="1846263"/>
          <p14:tracePt t="6226" x="5707063" y="1803400"/>
          <p14:tracePt t="6240" x="5664200" y="1785938"/>
          <p14:tracePt t="6241" x="5595938" y="1752600"/>
          <p14:tracePt t="6250" x="5554663" y="1709738"/>
          <p14:tracePt t="6258" x="5511800" y="1668463"/>
          <p14:tracePt t="6266" x="5468938" y="1633538"/>
          <p14:tracePt t="6274" x="5435600" y="1592263"/>
          <p14:tracePt t="6283" x="5402263" y="1557338"/>
          <p14:tracePt t="6291" x="5392738" y="1549400"/>
          <p14:tracePt t="6299" x="5376863" y="1531938"/>
          <p14:tracePt t="6307" x="5359400" y="1516063"/>
          <p14:tracePt t="6315" x="5341938" y="1498600"/>
          <p14:tracePt t="6324" x="5341938" y="1481138"/>
          <p14:tracePt t="6332" x="5341938" y="1473200"/>
          <p14:tracePt t="6340" x="5334000" y="1473200"/>
          <p14:tracePt t="6381" x="5334000" y="1455738"/>
          <p14:tracePt t="6487" x="5316538" y="1455738"/>
          <p14:tracePt t="6496" x="5316538" y="1439863"/>
          <p14:tracePt t="6521" x="5316538" y="1422400"/>
          <p14:tracePt t="6537" x="5300663" y="1422400"/>
          <p14:tracePt t="6545" x="5300663" y="1414463"/>
          <p14:tracePt t="6569" x="5300663" y="1397000"/>
          <p14:tracePt t="6586" x="5283200" y="1397000"/>
          <p14:tracePt t="6619" x="5283200" y="1379538"/>
          <p14:tracePt t="6742" x="5265738" y="1379538"/>
          <p14:tracePt t="6832" x="5257800" y="1363663"/>
          <p14:tracePt t="6979" x="5257800" y="1379538"/>
          <p14:tracePt t="6988" x="5257800" y="1397000"/>
          <p14:tracePt t="6995" x="5265738" y="1397000"/>
          <p14:tracePt t="7005" x="5265738" y="1414463"/>
          <p14:tracePt t="7012" x="5283200" y="1422400"/>
          <p14:tracePt t="7022" x="5283200" y="1439863"/>
          <p14:tracePt t="7028" x="5300663" y="1473200"/>
          <p14:tracePt t="7045" x="5316538" y="1516063"/>
          <p14:tracePt t="7053" x="5334000" y="1549400"/>
          <p14:tracePt t="7061" x="5334000" y="1574800"/>
          <p14:tracePt t="7069" x="5341938" y="1617663"/>
          <p14:tracePt t="7077" x="5359400" y="1651000"/>
          <p14:tracePt t="7086" x="5376863" y="1709738"/>
          <p14:tracePt t="7094" x="5392738" y="1770063"/>
          <p14:tracePt t="7102" x="5402263" y="1828800"/>
          <p14:tracePt t="7110" x="5402263" y="1879600"/>
          <p14:tracePt t="7119" x="5418138" y="1938338"/>
          <p14:tracePt t="7127" x="5435600" y="1981200"/>
          <p14:tracePt t="7135" x="5435600" y="2014538"/>
          <p14:tracePt t="7143" x="5435600" y="2057400"/>
          <p14:tracePt t="7151" x="5435600" y="2082800"/>
          <p14:tracePt t="7159" x="5435600" y="2116138"/>
          <p14:tracePt t="7168" x="5435600" y="2141538"/>
          <p14:tracePt t="7176" x="5435600" y="2159000"/>
          <p14:tracePt t="7184" x="5435600" y="2192338"/>
          <p14:tracePt t="7192" x="5435600" y="2209800"/>
          <p14:tracePt t="7201" x="5435600" y="2217738"/>
          <p14:tracePt t="7209" x="5435600" y="2235200"/>
          <p14:tracePt t="7217" x="5435600" y="2252663"/>
          <p14:tracePt t="7225" x="5435600" y="2268538"/>
          <p14:tracePt t="7234" x="5435600" y="2278063"/>
          <p14:tracePt t="7250" x="5435600" y="2293938"/>
          <p14:tracePt t="7258" x="5435600" y="2328863"/>
          <p14:tracePt t="7266" x="5435600" y="2336800"/>
          <p14:tracePt t="7274" x="5435600" y="2354263"/>
          <p14:tracePt t="7282" x="5435600" y="2387600"/>
          <p14:tracePt t="7290" x="5435600" y="2405063"/>
          <p14:tracePt t="7299" x="5435600" y="2430463"/>
          <p14:tracePt t="7307" x="5418138" y="2463800"/>
          <p14:tracePt t="7315" x="5418138" y="2471738"/>
          <p14:tracePt t="7323" x="5402263" y="2522538"/>
          <p14:tracePt t="7332" x="5392738" y="2565400"/>
          <p14:tracePt t="7340" x="5376863" y="2598738"/>
          <p14:tracePt t="7348" x="5359400" y="2641600"/>
          <p14:tracePt t="7356" x="5359400" y="2667000"/>
          <p14:tracePt t="7364" x="5341938" y="2700338"/>
          <p14:tracePt t="7373" x="5341938" y="2735263"/>
          <p14:tracePt t="7381" x="5334000" y="2735263"/>
          <p14:tracePt t="7389" x="5334000" y="2743200"/>
          <p14:tracePt t="7397" x="5334000" y="2760663"/>
          <p14:tracePt t="7413" x="5334000" y="2776538"/>
          <p14:tracePt t="10891" x="5316538" y="2776538"/>
          <p14:tracePt t="10895" x="5300663" y="2776538"/>
          <p14:tracePt t="10907" x="5265738" y="2776538"/>
          <p14:tracePt t="10911" x="5257800" y="2776538"/>
          <p14:tracePt t="10924" x="5240338" y="2776538"/>
          <p14:tracePt t="10927" x="5199063" y="2794000"/>
          <p14:tracePt t="10941" x="5164138" y="2801938"/>
          <p14:tracePt t="10944" x="5122863" y="2819400"/>
          <p14:tracePt t="10957" x="5087938" y="2836863"/>
          <p14:tracePt t="10961" x="5062538" y="2852738"/>
          <p14:tracePt t="10974" x="5029200" y="2870200"/>
          <p14:tracePt t="10977" x="5011738" y="2878138"/>
          <p14:tracePt t="10993" x="5003800" y="2878138"/>
          <p14:tracePt t="11007" x="4986338" y="2895600"/>
          <p14:tracePt t="11099" x="4986338" y="2878138"/>
          <p14:tracePt t="11108" x="5062538" y="2801938"/>
          <p14:tracePt t="11115" x="5138738" y="2717800"/>
          <p14:tracePt t="11123" x="5224463" y="2624138"/>
          <p14:tracePt t="11140" x="5341938" y="2489200"/>
          <p14:tracePt t="11141" x="5453063" y="2370138"/>
          <p14:tracePt t="11148" x="5570538" y="2209800"/>
          <p14:tracePt t="11157" x="5672138" y="2082800"/>
          <p14:tracePt t="11164" x="5799138" y="1922463"/>
          <p14:tracePt t="11173" x="5900738" y="1803400"/>
          <p14:tracePt t="11181" x="6002338" y="1668463"/>
          <p14:tracePt t="11189" x="6154738" y="1516063"/>
          <p14:tracePt t="11197" x="6265863" y="1379538"/>
          <p14:tracePt t="11206" x="6383338" y="1262063"/>
          <p14:tracePt t="11213" x="6426200" y="1219200"/>
          <p14:tracePt t="11223" x="6527800" y="1109663"/>
          <p14:tracePt t="11230" x="6621463" y="1023938"/>
          <p14:tracePt t="11240" x="6697663" y="957263"/>
          <p14:tracePt t="11246" x="6756400" y="914400"/>
          <p14:tracePt t="11256" x="6799263" y="896938"/>
          <p14:tracePt t="11263" x="6832600" y="871538"/>
          <p14:tracePt t="11273" x="6858000" y="855663"/>
          <p14:tracePt t="11279" x="6875463" y="855663"/>
          <p14:tracePt t="11296" x="6891338" y="855663"/>
          <p14:tracePt t="11385" x="6891338" y="871538"/>
          <p14:tracePt t="11508" x="6891338" y="889000"/>
          <p14:tracePt t="11779" x="6891338" y="896938"/>
          <p14:tracePt t="11795" x="6891338" y="914400"/>
          <p14:tracePt t="11804" x="6891338" y="947738"/>
          <p14:tracePt t="11812" x="6908800" y="957263"/>
          <p14:tracePt t="11820" x="6908800" y="973138"/>
          <p14:tracePt t="11828" x="6926263" y="990600"/>
          <p14:tracePt t="11836" x="6926263" y="1008063"/>
          <p14:tracePt t="11853" x="6934200" y="1023938"/>
          <p14:tracePt t="11886" x="6951663" y="1023938"/>
          <p14:tracePt t="11935" x="6967538" y="1023938"/>
          <p14:tracePt t="11976" x="6985000" y="1023938"/>
          <p14:tracePt t="12049" x="6985000" y="1008063"/>
          <p14:tracePt t="12074" x="6992938" y="1008063"/>
          <p14:tracePt t="12082" x="6992938" y="990600"/>
          <p14:tracePt t="12132" x="6992938" y="973138"/>
          <p14:tracePt t="12148" x="7010400" y="973138"/>
          <p14:tracePt t="12172" x="7010400" y="957263"/>
          <p14:tracePt t="12271" x="7010400" y="947738"/>
          <p14:tracePt t="12902" x="6992938" y="947738"/>
          <p14:tracePt t="13000" x="6992938" y="957263"/>
          <p14:tracePt t="13246" x="6985000" y="957263"/>
          <p14:tracePt t="13303" x="6967538" y="957263"/>
          <p14:tracePt t="13353" x="6951663" y="957263"/>
          <p14:tracePt t="13377" x="6934200" y="973138"/>
          <p14:tracePt t="13394" x="6926263" y="973138"/>
          <p14:tracePt t="13402" x="6908800" y="973138"/>
          <p14:tracePt t="13410" x="6891338" y="973138"/>
          <p14:tracePt t="13418" x="6891338" y="990600"/>
          <p14:tracePt t="13427" x="6875463" y="990600"/>
          <p14:tracePt t="13434" x="6858000" y="1008063"/>
          <p14:tracePt t="13443" x="6832600" y="1008063"/>
          <p14:tracePt t="13451" x="6815138" y="1023938"/>
          <p14:tracePt t="13459" x="6799263" y="1023938"/>
          <p14:tracePt t="13468" x="6773863" y="1033463"/>
          <p14:tracePt t="13476" x="6756400" y="1049338"/>
          <p14:tracePt t="13484" x="6713538" y="1084263"/>
          <p14:tracePt t="13492" x="6680200" y="1092200"/>
          <p14:tracePt t="13500" x="6654800" y="1109663"/>
          <p14:tracePt t="13508" x="6621463" y="1125538"/>
          <p14:tracePt t="13517" x="6578600" y="1150938"/>
          <p14:tracePt t="13525" x="6545263" y="1168400"/>
          <p14:tracePt t="13533" x="6502400" y="1219200"/>
          <p14:tracePt t="13541" x="6459538" y="1244600"/>
          <p14:tracePt t="13549" x="6408738" y="1262063"/>
          <p14:tracePt t="13557" x="6324600" y="1320800"/>
          <p14:tracePt t="13566" x="6273800" y="1354138"/>
          <p14:tracePt t="13574" x="6215063" y="1397000"/>
          <p14:tracePt t="13582" x="6113463" y="1473200"/>
          <p14:tracePt t="13590" x="6062663" y="1481138"/>
          <p14:tracePt t="13599" x="5976938" y="1549400"/>
          <p14:tracePt t="13607" x="5884863" y="1608138"/>
          <p14:tracePt t="13615" x="5824538" y="1668463"/>
          <p14:tracePt t="13623" x="5732463" y="1727200"/>
          <p14:tracePt t="13631" x="5672138" y="1770063"/>
          <p14:tracePt t="13640" x="5613400" y="1828800"/>
          <p14:tracePt t="13648" x="5554663" y="1862138"/>
          <p14:tracePt t="13656" x="5478463" y="1905000"/>
          <p14:tracePt t="13664" x="5435600" y="1947863"/>
          <p14:tracePt t="13673" x="5392738" y="1981200"/>
          <p14:tracePt t="13681" x="5341938" y="2014538"/>
          <p14:tracePt t="13690" x="5316538" y="2039938"/>
          <p14:tracePt t="13697" x="5283200" y="2057400"/>
          <p14:tracePt t="13706" x="5257800" y="2074863"/>
          <p14:tracePt t="13723" x="5240338" y="2074863"/>
          <p14:tracePt t="13730" x="5240338" y="2082800"/>
          <p14:tracePt t="13746" x="5224463" y="2082800"/>
          <p14:tracePt t="14164" x="5181600" y="2082800"/>
          <p14:tracePt t="14173" x="5148263" y="2082800"/>
          <p14:tracePt t="14181" x="5072063" y="2116138"/>
          <p14:tracePt t="14190" x="4986338" y="2141538"/>
          <p14:tracePt t="14197" x="4894263" y="2176463"/>
          <p14:tracePt t="14206" x="4792663" y="2209800"/>
          <p14:tracePt t="14213" x="4732338" y="2209800"/>
          <p14:tracePt t="14223" x="4538663" y="2252663"/>
          <p14:tracePt t="14230" x="4402138" y="2278063"/>
          <p14:tracePt t="14239" x="4292600" y="2293938"/>
          <p14:tracePt t="14246" x="4173538" y="2311400"/>
          <p14:tracePt t="14255" x="4005263" y="2336800"/>
          <p14:tracePt t="14262" x="3878263" y="2354263"/>
          <p14:tracePt t="14272" x="3810000" y="2354263"/>
          <p14:tracePt t="14279" x="3708400" y="2370138"/>
          <p14:tracePt t="14287" x="3606800" y="2370138"/>
          <p14:tracePt t="14295" x="3513138" y="2387600"/>
          <p14:tracePt t="14303" x="3421063" y="2387600"/>
          <p14:tracePt t="14312" x="3378200" y="2387600"/>
          <p14:tracePt t="14320" x="3319463" y="2387600"/>
          <p14:tracePt t="14328" x="3276600" y="2387600"/>
          <p14:tracePt t="14336" x="3243263" y="2387600"/>
          <p14:tracePt t="14345" x="3217863" y="2387600"/>
          <p14:tracePt t="14353" x="3167063" y="2387600"/>
          <p14:tracePt t="14361" x="3149600" y="2387600"/>
          <p14:tracePt t="14369" x="3141663" y="2387600"/>
          <p14:tracePt t="14377" x="3106738" y="2387600"/>
          <p14:tracePt t="14385" x="3090863" y="2387600"/>
          <p14:tracePt t="14394" x="3065463" y="2387600"/>
          <p14:tracePt t="14402" x="3048000" y="2387600"/>
          <p14:tracePt t="14410" x="3014663" y="2387600"/>
          <p14:tracePt t="14418" x="2989263" y="2387600"/>
          <p14:tracePt t="14426" x="2971800" y="2387600"/>
          <p14:tracePt t="14435" x="2946400" y="2387600"/>
          <p14:tracePt t="14443" x="2928938" y="2387600"/>
          <p14:tracePt t="14451" x="2895600" y="2387600"/>
          <p14:tracePt t="14459" x="2878138" y="2387600"/>
          <p14:tracePt t="14467" x="2870200" y="2387600"/>
          <p14:tracePt t="14483" x="2852738" y="2387600"/>
          <p14:tracePt t="14492" x="2836863" y="2387600"/>
          <p14:tracePt t="14500" x="2819400" y="2387600"/>
          <p14:tracePt t="14516" x="2811463" y="2387600"/>
          <p14:tracePt t="14533" x="2794000" y="2387600"/>
          <p14:tracePt t="14541" x="2776538" y="2387600"/>
          <p14:tracePt t="14549" x="2776538" y="2370138"/>
          <p14:tracePt t="14558" x="2760663" y="2370138"/>
          <p14:tracePt t="14566" x="2751138" y="2354263"/>
          <p14:tracePt t="14582" x="2717800" y="2336800"/>
          <p14:tracePt t="14590" x="2700338" y="2336800"/>
          <p14:tracePt t="14598" x="2684463" y="2328863"/>
          <p14:tracePt t="14607" x="2674938" y="2311400"/>
          <p14:tracePt t="14615" x="2659063" y="2293938"/>
          <p14:tracePt t="14623" x="2641600" y="2293938"/>
          <p14:tracePt t="14631" x="2616200" y="2278063"/>
          <p14:tracePt t="14640" x="2598738" y="2268538"/>
          <p14:tracePt t="14656" x="2582863" y="2252663"/>
          <p14:tracePt t="14664" x="2565400" y="2235200"/>
          <p14:tracePt t="14673" x="2547938" y="2235200"/>
          <p14:tracePt t="14680" x="2540000" y="2217738"/>
          <p14:tracePt t="14697" x="2522538" y="2209800"/>
          <p14:tracePt t="14706" x="2506663" y="2209800"/>
          <p14:tracePt t="14713" x="2506663" y="2192338"/>
          <p14:tracePt t="14723" x="2489200" y="2192338"/>
          <p14:tracePt t="14739" x="2481263" y="2176463"/>
          <p14:tracePt t="14755" x="2463800" y="2176463"/>
          <p14:tracePt t="14772" x="2463800" y="2159000"/>
          <p14:tracePt t="14787" x="2446338" y="2159000"/>
          <p14:tracePt t="14828" x="2446338" y="2141538"/>
          <p14:tracePt t="14853" x="2446338" y="2133600"/>
          <p14:tracePt t="14861" x="2430463" y="2133600"/>
          <p14:tracePt t="14870" x="2430463" y="2116138"/>
          <p14:tracePt t="14885" x="2420938" y="2100263"/>
          <p14:tracePt t="14893" x="2420938" y="2082800"/>
          <p14:tracePt t="14902" x="2405063" y="2082800"/>
          <p14:tracePt t="14910" x="2405063" y="2074863"/>
          <p14:tracePt t="14918" x="2387600" y="2057400"/>
          <p14:tracePt t="14926" x="2387600" y="2039938"/>
          <p14:tracePt t="14934" x="2370138" y="2039938"/>
          <p14:tracePt t="14943" x="2354263" y="2024063"/>
          <p14:tracePt t="14951" x="2354263" y="2014538"/>
          <p14:tracePt t="14967" x="2344738" y="1998663"/>
          <p14:tracePt t="14983" x="2344738" y="1981200"/>
          <p14:tracePt t="15024" x="2328863" y="1981200"/>
          <p14:tracePt t="15861" x="2328863" y="1998663"/>
          <p14:tracePt t="15870" x="2344738" y="1998663"/>
          <p14:tracePt t="16319" x="2344738" y="2014538"/>
          <p14:tracePt t="16345" x="2328863" y="2014538"/>
          <p14:tracePt t="16393" x="2311400" y="2024063"/>
          <p14:tracePt t="16418" x="2293938" y="2024063"/>
          <p14:tracePt t="16451" x="2286000" y="2039938"/>
          <p14:tracePt t="16492" x="2268538" y="2039938"/>
          <p14:tracePt t="16524" x="2252663" y="2039938"/>
          <p14:tracePt t="16533" x="2252663" y="2057400"/>
          <p14:tracePt t="16549" x="2235200" y="2057400"/>
          <p14:tracePt t="16574" x="2235200" y="2074863"/>
          <p14:tracePt t="16582" x="2217738" y="2074863"/>
          <p14:tracePt t="16606" x="2209800" y="2074863"/>
          <p14:tracePt t="16615" x="2209800" y="2082800"/>
          <p14:tracePt t="16639" x="2192338" y="2082800"/>
          <p14:tracePt t="16672" x="2192338" y="2100263"/>
          <p14:tracePt t="16680" x="2176463" y="2100263"/>
          <p14:tracePt t="16713" x="2176463" y="2116138"/>
          <p14:tracePt t="16723" x="2159000" y="2116138"/>
          <p14:tracePt t="16746" x="2159000" y="2133600"/>
          <p14:tracePt t="16755" x="2151063" y="2133600"/>
          <p14:tracePt t="16779" x="2133600" y="2141538"/>
          <p14:tracePt t="16803" x="2116138" y="2159000"/>
          <p14:tracePt t="16819" x="2100263" y="2159000"/>
          <p14:tracePt t="16828" x="2100263" y="2176463"/>
          <p14:tracePt t="16844" x="2090738" y="2176463"/>
          <p14:tracePt t="16853" x="2090738" y="2192338"/>
          <p14:tracePt t="16877" x="2090738" y="2209800"/>
          <p14:tracePt t="16885" x="2074863" y="2209800"/>
          <p14:tracePt t="17672" x="2074863" y="2217738"/>
          <p14:tracePt t="17983" x="2090738" y="2217738"/>
          <p14:tracePt t="18008" x="2090738" y="2235200"/>
          <p14:tracePt t="18033" x="2090738" y="2252663"/>
          <p14:tracePt t="18049" x="2090738" y="2268538"/>
          <p14:tracePt t="18057" x="2090738" y="2278063"/>
          <p14:tracePt t="18066" x="2090738" y="2293938"/>
          <p14:tracePt t="18074" x="2090738" y="2311400"/>
          <p14:tracePt t="18082" x="2090738" y="2336800"/>
          <p14:tracePt t="18098" x="2090738" y="2370138"/>
          <p14:tracePt t="18107" x="2074863" y="2405063"/>
          <p14:tracePt t="18115" x="2074863" y="2413000"/>
          <p14:tracePt t="18123" x="2074863" y="2430463"/>
          <p14:tracePt t="18131" x="2057400" y="2463800"/>
          <p14:tracePt t="18139" x="2057400" y="2471738"/>
          <p14:tracePt t="18148" x="2039938" y="2471738"/>
          <p14:tracePt t="18157" x="2039938" y="2489200"/>
          <p14:tracePt t="18164" x="2039938" y="2506663"/>
          <p14:tracePt t="18180" x="2024063" y="2522538"/>
          <p14:tracePt t="18189" x="2024063" y="2540000"/>
          <p14:tracePt t="18475" x="2039938" y="2540000"/>
          <p14:tracePt t="18565" x="2057400" y="2540000"/>
          <p14:tracePt t="20565" x="2100263" y="2547938"/>
          <p14:tracePt t="20573" x="2151063" y="2598738"/>
          <p14:tracePt t="20582" x="2192338" y="2624138"/>
          <p14:tracePt t="20590" x="2235200" y="2659063"/>
          <p14:tracePt t="20598" x="2286000" y="2684463"/>
          <p14:tracePt t="20607" x="2328863" y="2735263"/>
          <p14:tracePt t="20614" x="2370138" y="2776538"/>
          <p14:tracePt t="20623" x="2420938" y="2801938"/>
          <p14:tracePt t="20631" x="2463800" y="2852738"/>
          <p14:tracePt t="20640" x="2489200" y="2878138"/>
          <p14:tracePt t="20647" x="2522538" y="2913063"/>
          <p14:tracePt t="20656" x="2540000" y="2928938"/>
          <p14:tracePt t="20664" x="2547938" y="2938463"/>
          <p14:tracePt t="20673" x="2565400" y="2954338"/>
          <p14:tracePt t="20680" x="2582863" y="2971800"/>
          <p14:tracePt t="20690" x="2598738" y="2989263"/>
          <p14:tracePt t="20706" x="2598738" y="2997200"/>
          <p14:tracePt t="20722" x="2616200" y="2997200"/>
          <p14:tracePt t="20729" x="2616200" y="3014663"/>
          <p14:tracePt t="20754" x="2624138" y="3014663"/>
          <p14:tracePt t="20770" x="2659063" y="3030538"/>
          <p14:tracePt t="20778" x="2674938" y="3048000"/>
          <p14:tracePt t="20787" x="2751138" y="3065463"/>
          <p14:tracePt t="20795" x="2811463" y="3090863"/>
          <p14:tracePt t="20803" x="2870200" y="3124200"/>
          <p14:tracePt t="20811" x="2946400" y="3167063"/>
          <p14:tracePt t="20820" x="3014663" y="3200400"/>
          <p14:tracePt t="20827" x="3141663" y="3268663"/>
          <p14:tracePt t="20836" x="3167063" y="3284538"/>
          <p14:tracePt t="20844" x="3259138" y="3319463"/>
          <p14:tracePt t="20852" x="3360738" y="3344863"/>
          <p14:tracePt t="20860" x="3436938" y="3378200"/>
          <p14:tracePt t="20870" x="3513138" y="3403600"/>
          <p14:tracePt t="20877" x="3573463" y="3421063"/>
          <p14:tracePt t="20885" x="3649663" y="3436938"/>
          <p14:tracePt t="20893" x="3708400" y="3462338"/>
          <p14:tracePt t="20901" x="3751263" y="3479800"/>
          <p14:tracePt t="20909" x="3810000" y="3497263"/>
          <p14:tracePt t="20918" x="3878263" y="3530600"/>
          <p14:tracePt t="20926" x="3919538" y="3530600"/>
          <p14:tracePt t="20934" x="3944938" y="3556000"/>
          <p14:tracePt t="20942" x="3979863" y="3573463"/>
          <p14:tracePt t="20951" x="4005263" y="3573463"/>
          <p14:tracePt t="20959" x="4021138" y="3589338"/>
          <p14:tracePt t="20967" x="4056063" y="3589338"/>
          <p14:tracePt t="20975" x="4071938" y="3589338"/>
          <p14:tracePt t="20983" x="4081463" y="3589338"/>
          <p14:tracePt t="20991" x="4097338" y="3589338"/>
          <p14:tracePt t="21000" x="4114800" y="3589338"/>
          <p14:tracePt t="21007" x="4132263" y="3589338"/>
          <p14:tracePt t="21016" x="4140200" y="3589338"/>
          <p14:tracePt t="21024" x="4191000" y="3589338"/>
          <p14:tracePt t="21033" x="4249738" y="3589338"/>
          <p14:tracePt t="21041" x="4292600" y="3573463"/>
          <p14:tracePt t="21049" x="4386263" y="3556000"/>
          <p14:tracePt t="21057" x="4487863" y="3513138"/>
          <p14:tracePt t="21065" x="4579938" y="3462338"/>
          <p14:tracePt t="21073" x="4716463" y="3436938"/>
          <p14:tracePt t="21082" x="4792663" y="3403600"/>
          <p14:tracePt t="21090" x="4927600" y="3378200"/>
          <p14:tracePt t="21098" x="5029200" y="3344863"/>
          <p14:tracePt t="21106" x="5138738" y="3327400"/>
          <p14:tracePt t="21114" x="5240338" y="3302000"/>
          <p14:tracePt t="21123" x="5316538" y="3284538"/>
          <p14:tracePt t="21131" x="5392738" y="3268663"/>
          <p14:tracePt t="21140" x="5453063" y="3259138"/>
          <p14:tracePt t="21147" x="5478463" y="3243263"/>
          <p14:tracePt t="21157" x="5529263" y="3225800"/>
          <p14:tracePt t="21163" x="5537200" y="3225800"/>
          <p14:tracePt t="21173" x="5554663" y="3225800"/>
          <p14:tracePt t="21180" x="5588000" y="3208338"/>
          <p14:tracePt t="21190" x="5595938" y="3208338"/>
          <p14:tracePt t="21213" x="5613400" y="3208338"/>
          <p14:tracePt t="40175" x="5613400" y="3225800"/>
          <p14:tracePt t="40182" x="5630863" y="3302000"/>
          <p14:tracePt t="40191" x="5689600" y="3395663"/>
          <p14:tracePt t="40198" x="5732463" y="3436938"/>
          <p14:tracePt t="40207" x="5783263" y="3497263"/>
          <p14:tracePt t="40215" x="5842000" y="3538538"/>
          <p14:tracePt t="40225" x="5900738" y="3573463"/>
          <p14:tracePt t="40230" x="6053138" y="3690938"/>
          <p14:tracePt t="40243" x="6189663" y="3751263"/>
          <p14:tracePt t="40247" x="6324600" y="3843338"/>
          <p14:tracePt t="40257" x="6459538" y="3903663"/>
          <p14:tracePt t="40263" x="6596063" y="3979863"/>
          <p14:tracePt t="40273" x="6637338" y="4005263"/>
          <p14:tracePt t="40280" x="6723063" y="4064000"/>
          <p14:tracePt t="40290" x="6789738" y="4114800"/>
          <p14:tracePt t="40296" x="6832600" y="4157663"/>
          <p14:tracePt t="40307" x="6858000" y="4191000"/>
          <p14:tracePt t="40312" x="6891338" y="4216400"/>
          <p14:tracePt t="40323" x="6908800" y="4216400"/>
          <p14:tracePt t="40329" x="6908800" y="4233863"/>
          <p14:tracePt t="40340" x="6908800" y="4249738"/>
          <p14:tracePt t="40345" x="6926263" y="4249738"/>
          <p14:tracePt t="40357" x="6926263" y="4259263"/>
          <p14:tracePt t="40362" x="6934200" y="4259263"/>
          <p14:tracePt t="40374" x="6934200" y="4275138"/>
          <p14:tracePt t="40378" x="6934200" y="4292600"/>
          <p14:tracePt t="40393" x="6934200" y="4310063"/>
          <p14:tracePt t="40409" x="6934200" y="4318000"/>
          <p14:tracePt t="40425" x="6951663" y="4335463"/>
          <p14:tracePt t="40444" x="6951663" y="4351338"/>
          <p14:tracePt t="40452" x="6951663" y="4386263"/>
          <p14:tracePt t="40460" x="6951663" y="4411663"/>
          <p14:tracePt t="40468" x="6951663" y="4503738"/>
          <p14:tracePt t="40476" x="6967538" y="4579938"/>
          <p14:tracePt t="40485" x="6985000" y="4681538"/>
          <p14:tracePt t="40493" x="6992938" y="4800600"/>
          <p14:tracePt t="40501" x="7053263" y="4970463"/>
          <p14:tracePt t="40509" x="7119938" y="5105400"/>
          <p14:tracePt t="40517" x="7145338" y="5148263"/>
          <p14:tracePt t="40526" x="7188200" y="5224463"/>
          <p14:tracePt t="40534" x="7256463" y="5308600"/>
          <p14:tracePt t="40542" x="7297738" y="5359400"/>
          <p14:tracePt t="40550" x="7340600" y="5402263"/>
          <p14:tracePt t="40559" x="7373938" y="5435600"/>
          <p14:tracePt t="40575" x="7391400" y="5435600"/>
          <p14:tracePt t="40583" x="7399338" y="5443538"/>
          <p14:tracePt t="40600" x="7416800" y="5443538"/>
          <p14:tracePt t="40632" x="7434263" y="5443538"/>
          <p14:tracePt t="40665" x="7434263" y="5435600"/>
          <p14:tracePt t="40747" x="7450138" y="5435600"/>
          <p14:tracePt t="40757" x="7459663" y="5418138"/>
          <p14:tracePt t="40774" x="7493000" y="5418138"/>
          <p14:tracePt t="40780" x="7518400" y="5384800"/>
          <p14:tracePt t="40791" x="7535863" y="5384800"/>
          <p14:tracePt t="40796" x="7569200" y="5376863"/>
          <p14:tracePt t="40806" x="7594600" y="5359400"/>
          <p14:tracePt t="40813" x="7627938" y="5341938"/>
          <p14:tracePt t="40822" x="7645400" y="5326063"/>
          <p14:tracePt t="40829" x="7688263" y="5308600"/>
          <p14:tracePt t="40837" x="7704138" y="5308600"/>
          <p14:tracePt t="40845" x="7729538" y="5300663"/>
          <p14:tracePt t="40862" x="7747000" y="5300663"/>
          <p14:tracePt t="40886" x="7764463" y="5300663"/>
          <p14:tracePt t="40952" x="7764463" y="5308600"/>
          <p14:tracePt t="40960" x="7764463" y="5326063"/>
          <p14:tracePt t="40969" x="7764463" y="5341938"/>
          <p14:tracePt t="40976" x="7764463" y="5376863"/>
          <p14:tracePt t="40985" x="7764463" y="5384800"/>
          <p14:tracePt t="40993" x="7764463" y="5418138"/>
          <p14:tracePt t="41001" x="7764463" y="5435600"/>
          <p14:tracePt t="41009" x="7764463" y="5443538"/>
          <p14:tracePt t="41018" x="7764463" y="5461000"/>
          <p14:tracePt t="41026" x="7780338" y="5478463"/>
          <p14:tracePt t="41042" x="7780338" y="5494338"/>
          <p14:tracePt t="41051" x="7780338" y="5503863"/>
          <p14:tracePt t="41075" x="7780338" y="5519738"/>
          <p14:tracePt t="41157" x="7729538" y="5494338"/>
          <p14:tracePt t="41165" x="7704138" y="5443538"/>
          <p14:tracePt t="41173" x="7653338" y="5384800"/>
          <p14:tracePt t="41181" x="7612063" y="5308600"/>
          <p14:tracePt t="41190" x="7569200" y="5207000"/>
          <p14:tracePt t="41198" x="7518400" y="5072063"/>
          <p14:tracePt t="41207" x="7459663" y="4876800"/>
          <p14:tracePt t="41215" x="7434263" y="4716463"/>
          <p14:tracePt t="41223" x="7391400" y="4521200"/>
          <p14:tracePt t="41231" x="7358063" y="4275138"/>
          <p14:tracePt t="41240" x="7358063" y="4081463"/>
          <p14:tracePt t="41247" x="7358063" y="3843338"/>
          <p14:tracePt t="41257" x="7358063" y="3767138"/>
          <p14:tracePt t="41264" x="7358063" y="3649663"/>
          <p14:tracePt t="41273" x="7358063" y="3538538"/>
          <p14:tracePt t="41280" x="7399338" y="3479800"/>
          <p14:tracePt t="41290" x="7416800" y="3454400"/>
          <p14:tracePt t="41296" x="7434263" y="3436938"/>
          <p14:tracePt t="41306" x="7493000" y="3436938"/>
          <p14:tracePt t="41313" x="7551738" y="3436938"/>
          <p14:tracePt t="41321" x="7612063" y="3436938"/>
          <p14:tracePt t="41329" x="7721600" y="3530600"/>
          <p14:tracePt t="41337" x="7848600" y="3632200"/>
          <p14:tracePt t="41345" x="8018463" y="3792538"/>
          <p14:tracePt t="41354" x="8186738" y="3944938"/>
          <p14:tracePt t="41362" x="8348663" y="4173538"/>
          <p14:tracePt t="41370" x="8516938" y="4411663"/>
          <p14:tracePt t="41378" x="8678863" y="4681538"/>
          <p14:tracePt t="41386" x="8796338" y="4978400"/>
          <p14:tracePt t="41395" x="8907463" y="5249863"/>
          <p14:tracePt t="41403" x="8966200" y="5494338"/>
          <p14:tracePt t="41411" x="9009063" y="5732463"/>
          <p14:tracePt t="41419" x="9024938" y="5926138"/>
          <p14:tracePt t="41427" x="9024938" y="6121400"/>
          <p14:tracePt t="41436" x="9024938" y="6316663"/>
          <p14:tracePt t="41444" x="9024938" y="6484938"/>
          <p14:tracePt t="41452" x="8847138" y="6781800"/>
        </p14:tracePtLst>
      </p14:laserTraceLst>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9AEF7-1146-3BBD-8B08-75C9919EED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DCC437-295A-0DF7-E264-FD22077D1387}"/>
              </a:ext>
            </a:extLst>
          </p:cNvPr>
          <p:cNvSpPr>
            <a:spLocks noGrp="1"/>
          </p:cNvSpPr>
          <p:nvPr>
            <p:ph type="sldNum" sz="quarter" idx="13"/>
          </p:nvPr>
        </p:nvSpPr>
        <p:spPr/>
        <p:txBody>
          <a:bodyPr/>
          <a:lstStyle/>
          <a:p>
            <a:fld id="{EB4B8DE2-A4E8-46E4-8BBF-D75455EFF32C}" type="slidenum">
              <a:rPr lang="en-US" smtClean="0"/>
              <a:pPr/>
              <a:t>37</a:t>
            </a:fld>
            <a:endParaRPr lang="en-US" dirty="0"/>
          </a:p>
        </p:txBody>
      </p:sp>
      <p:sp>
        <p:nvSpPr>
          <p:cNvPr id="5" name="Content Placeholder 4">
            <a:extLst>
              <a:ext uri="{FF2B5EF4-FFF2-40B4-BE49-F238E27FC236}">
                <a16:creationId xmlns:a16="http://schemas.microsoft.com/office/drawing/2014/main" id="{3275F65E-F073-5D43-9202-295B3FC370CE}"/>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4C6C69F7-EC0E-F6E7-755A-A6D0BBEA1113}"/>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Sampling from DDPM</a:t>
            </a:r>
            <a:endParaRPr lang="en-KR" sz="2000" dirty="0"/>
          </a:p>
        </p:txBody>
      </p:sp>
      <p:sp>
        <p:nvSpPr>
          <p:cNvPr id="37" name="TextBox 36">
            <a:extLst>
              <a:ext uri="{FF2B5EF4-FFF2-40B4-BE49-F238E27FC236}">
                <a16:creationId xmlns:a16="http://schemas.microsoft.com/office/drawing/2014/main" id="{B032DB53-A46D-7913-E668-9F7C1C7A0CBB}"/>
              </a:ext>
            </a:extLst>
          </p:cNvPr>
          <p:cNvSpPr txBox="1"/>
          <p:nvPr/>
        </p:nvSpPr>
        <p:spPr>
          <a:xfrm>
            <a:off x="4005683" y="3847145"/>
            <a:ext cx="4180632" cy="369332"/>
          </a:xfrm>
          <a:prstGeom prst="rect">
            <a:avLst/>
          </a:prstGeom>
          <a:noFill/>
        </p:spPr>
        <p:txBody>
          <a:bodyPr wrap="none" lIns="0" rIns="0" rtlCol="0">
            <a:spAutoFit/>
          </a:bodyPr>
          <a:lstStyle/>
          <a:p>
            <a:pPr algn="l"/>
            <a:r>
              <a:rPr lang="en-KR" dirty="0">
                <a:latin typeface="Pretendard Medium" panose="02000503000000020004" pitchFamily="2" charset="-127"/>
                <a:ea typeface="Pretendard Medium" panose="02000503000000020004" pitchFamily="2" charset="-127"/>
                <a:cs typeface="Pretendard Medium" panose="02000503000000020004" pitchFamily="2" charset="-127"/>
              </a:rPr>
              <a:t>DDPM gradually denoises from the prior</a:t>
            </a:r>
          </a:p>
        </p:txBody>
      </p:sp>
      <p:pic>
        <p:nvPicPr>
          <p:cNvPr id="3" name="Picture 2">
            <a:extLst>
              <a:ext uri="{FF2B5EF4-FFF2-40B4-BE49-F238E27FC236}">
                <a16:creationId xmlns:a16="http://schemas.microsoft.com/office/drawing/2014/main" id="{011DA4F8-3D7C-0884-115F-5257DD75C41D}"/>
              </a:ext>
            </a:extLst>
          </p:cNvPr>
          <p:cNvPicPr>
            <a:picLocks noChangeAspect="1"/>
          </p:cNvPicPr>
          <p:nvPr/>
        </p:nvPicPr>
        <p:blipFill>
          <a:blip r:embed="rId5"/>
          <a:stretch>
            <a:fillRect/>
          </a:stretch>
        </p:blipFill>
        <p:spPr>
          <a:xfrm>
            <a:off x="609600" y="1188155"/>
            <a:ext cx="4746743" cy="22680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01DA76A-02C2-5A81-935C-F7DF8076FF8D}"/>
                  </a:ext>
                </a:extLst>
              </p:cNvPr>
              <p:cNvSpPr txBox="1"/>
              <p:nvPr/>
            </p:nvSpPr>
            <p:spPr>
              <a:xfrm>
                <a:off x="5130580" y="1677720"/>
                <a:ext cx="6094674" cy="7587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𝝁</m:t>
                          </m:r>
                        </m:e>
                        <m:sub>
                          <m:r>
                            <a:rPr lang="en-US" b="1" i="1" smtClean="0">
                              <a:solidFill>
                                <a:schemeClr val="tx1"/>
                              </a:solidFill>
                              <a:latin typeface="Cambria Math" panose="02040503050406030204" pitchFamily="18" charset="0"/>
                              <a:ea typeface="Cambria Math" panose="02040503050406030204" pitchFamily="18" charset="0"/>
                            </a:rPr>
                            <m:t>𝜽</m:t>
                          </m:r>
                        </m:sub>
                      </m:sSub>
                      <m:d>
                        <m:dPr>
                          <m:ctrlPr>
                            <a:rPr lang="en-US" b="1"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b="1"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e>
                      </m:d>
                      <m:r>
                        <a:rPr lang="en-US" b="0" i="1" smtClean="0">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rad>
                        </m:den>
                      </m:f>
                      <m:d>
                        <m:dPr>
                          <m:ctrlPr>
                            <a:rPr lang="en-US"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𝛽</m:t>
                                  </m:r>
                                </m:e>
                                <m:sub>
                                  <m:r>
                                    <a:rPr lang="en-US" i="1">
                                      <a:solidFill>
                                        <a:schemeClr val="tx1"/>
                                      </a:solidFill>
                                      <a:latin typeface="Cambria Math" panose="02040503050406030204" pitchFamily="18" charset="0"/>
                                      <a:ea typeface="Cambria Math" panose="02040503050406030204" pitchFamily="18" charset="0"/>
                                    </a:rPr>
                                    <m:t>𝑡</m:t>
                                  </m:r>
                                </m:sub>
                              </m:sSub>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1−</m:t>
                                  </m:r>
                                  <m:acc>
                                    <m:accPr>
                                      <m:chr m:val="̅"/>
                                      <m:ctrlPr>
                                        <a:rPr lang="en-US" i="1">
                                          <a:solidFill>
                                            <a:schemeClr val="tx1"/>
                                          </a:solidFill>
                                          <a:latin typeface="Cambria Math" panose="02040503050406030204" pitchFamily="18" charset="0"/>
                                          <a:ea typeface="Cambria Math" panose="02040503050406030204" pitchFamily="18" charset="0"/>
                                        </a:rPr>
                                      </m:ctrlPr>
                                    </m:acc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acc>
                                </m:e>
                              </m:rad>
                            </m:den>
                          </m:f>
                          <m:sSub>
                            <m:sSubPr>
                              <m:ctrlPr>
                                <a:rPr lang="en-US" i="1" smtClean="0">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𝝐</m:t>
                              </m:r>
                            </m:e>
                            <m:sub>
                              <m:r>
                                <a:rPr lang="en-US" b="0" i="1" smtClean="0">
                                  <a:solidFill>
                                    <a:schemeClr val="tx1"/>
                                  </a:solidFill>
                                  <a:latin typeface="Cambria Math" panose="02040503050406030204" pitchFamily="18" charset="0"/>
                                  <a:ea typeface="Cambria Math" panose="02040503050406030204" pitchFamily="18" charset="0"/>
                                </a:rPr>
                                <m:t>𝜃</m:t>
                              </m:r>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𝑡</m:t>
                              </m:r>
                            </m:sub>
                          </m:sSub>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r>
                            <a:rPr lang="en-US" b="0" i="1" smtClean="0">
                              <a:solidFill>
                                <a:schemeClr val="tx1"/>
                              </a:solidFill>
                              <a:latin typeface="Cambria Math" panose="02040503050406030204" pitchFamily="18" charset="0"/>
                              <a:ea typeface="Cambria Math" panose="02040503050406030204" pitchFamily="18" charset="0"/>
                            </a:rPr>
                            <m:t>)</m:t>
                          </m:r>
                        </m:e>
                      </m:d>
                    </m:oMath>
                  </m:oMathPara>
                </a14:m>
                <a:endParaRPr lang="en-KR" dirty="0">
                  <a:solidFill>
                    <a:schemeClr val="tx1"/>
                  </a:solidFill>
                </a:endParaRPr>
              </a:p>
            </p:txBody>
          </p:sp>
        </mc:Choice>
        <mc:Fallback xmlns="">
          <p:sp>
            <p:nvSpPr>
              <p:cNvPr id="15" name="TextBox 14">
                <a:extLst>
                  <a:ext uri="{FF2B5EF4-FFF2-40B4-BE49-F238E27FC236}">
                    <a16:creationId xmlns:a16="http://schemas.microsoft.com/office/drawing/2014/main" id="{201DA76A-02C2-5A81-935C-F7DF8076FF8D}"/>
                  </a:ext>
                </a:extLst>
              </p:cNvPr>
              <p:cNvSpPr txBox="1">
                <a:spLocks noRot="1" noChangeAspect="1" noMove="1" noResize="1" noEditPoints="1" noAdjustHandles="1" noChangeArrowheads="1" noChangeShapeType="1" noTextEdit="1"/>
              </p:cNvSpPr>
              <p:nvPr/>
            </p:nvSpPr>
            <p:spPr>
              <a:xfrm>
                <a:off x="5130580" y="1677720"/>
                <a:ext cx="6094674" cy="758797"/>
              </a:xfrm>
              <a:prstGeom prst="rect">
                <a:avLst/>
              </a:prstGeom>
              <a:blipFill>
                <a:blip r:embed="rId6"/>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29F7A8-8977-BA59-DC25-9895E4B0B079}"/>
                  </a:ext>
                </a:extLst>
              </p:cNvPr>
              <p:cNvSpPr txBox="1"/>
              <p:nvPr/>
            </p:nvSpPr>
            <p:spPr>
              <a:xfrm>
                <a:off x="6126365" y="1191530"/>
                <a:ext cx="4829464"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0" smtClean="0">
                              <a:solidFill>
                                <a:schemeClr val="tx1"/>
                              </a:solidFill>
                              <a:latin typeface="Cambria Math" panose="02040503050406030204" pitchFamily="18" charset="0"/>
                              <a:ea typeface="Cambria Math" panose="02040503050406030204" pitchFamily="18" charset="0"/>
                            </a:rPr>
                            <m:t>𝚺</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KR" sz="2000" dirty="0">
                  <a:solidFill>
                    <a:schemeClr val="tx1"/>
                  </a:solidFill>
                </a:endParaRPr>
              </a:p>
            </p:txBody>
          </p:sp>
        </mc:Choice>
        <mc:Fallback xmlns="">
          <p:sp>
            <p:nvSpPr>
              <p:cNvPr id="16" name="TextBox 15">
                <a:extLst>
                  <a:ext uri="{FF2B5EF4-FFF2-40B4-BE49-F238E27FC236}">
                    <a16:creationId xmlns:a16="http://schemas.microsoft.com/office/drawing/2014/main" id="{E429F7A8-8977-BA59-DC25-9895E4B0B079}"/>
                  </a:ext>
                </a:extLst>
              </p:cNvPr>
              <p:cNvSpPr txBox="1">
                <a:spLocks noRot="1" noChangeAspect="1" noMove="1" noResize="1" noEditPoints="1" noAdjustHandles="1" noChangeArrowheads="1" noChangeShapeType="1" noTextEdit="1"/>
              </p:cNvSpPr>
              <p:nvPr/>
            </p:nvSpPr>
            <p:spPr>
              <a:xfrm>
                <a:off x="6126365" y="1191530"/>
                <a:ext cx="4829464" cy="400110"/>
              </a:xfrm>
              <a:prstGeom prst="rect">
                <a:avLst/>
              </a:prstGeom>
              <a:blipFill>
                <a:blip r:embed="rId7"/>
                <a:stretch>
                  <a:fillRect l="-1050" r="-1575" b="-1818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9F54CEA-84A7-F0C7-923F-22AADDFF17B4}"/>
                  </a:ext>
                </a:extLst>
              </p:cNvPr>
              <p:cNvSpPr txBox="1"/>
              <p:nvPr/>
            </p:nvSpPr>
            <p:spPr>
              <a:xfrm>
                <a:off x="6095999" y="2595376"/>
                <a:ext cx="6094674" cy="3711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𝚺</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Pretendard" panose="02000503000000020004" pitchFamily="2" charset="-127"/>
                              <a:cs typeface="Pretendard" panose="02000503000000020004" pitchFamily="2" charset="-127"/>
                            </a:rPr>
                          </m:ctrlPr>
                        </m:sSubSupPr>
                        <m:e>
                          <m:r>
                            <a:rPr lang="en-US" i="1">
                              <a:latin typeface="Cambria Math" panose="02040503050406030204" pitchFamily="18" charset="0"/>
                              <a:ea typeface="Pretendard" panose="02000503000000020004" pitchFamily="2" charset="-127"/>
                              <a:cs typeface="Pretendard" panose="02000503000000020004" pitchFamily="2" charset="-127"/>
                            </a:rPr>
                            <m:t>𝜎</m:t>
                          </m:r>
                        </m:e>
                        <m:sub>
                          <m:r>
                            <a:rPr lang="en-US" i="1">
                              <a:latin typeface="Cambria Math" panose="02040503050406030204" pitchFamily="18" charset="0"/>
                              <a:ea typeface="Pretendard" panose="02000503000000020004" pitchFamily="2" charset="-127"/>
                              <a:cs typeface="Pretendard" panose="02000503000000020004" pitchFamily="2" charset="-127"/>
                            </a:rPr>
                            <m:t>𝑡</m:t>
                          </m:r>
                        </m:sub>
                        <m:sup>
                          <m:r>
                            <a:rPr lang="en-US" i="1">
                              <a:latin typeface="Cambria Math" panose="02040503050406030204" pitchFamily="18" charset="0"/>
                              <a:ea typeface="Pretendard" panose="02000503000000020004" pitchFamily="2" charset="-127"/>
                              <a:cs typeface="Pretendard" panose="02000503000000020004" pitchFamily="2" charset="-127"/>
                            </a:rPr>
                            <m:t>2</m:t>
                          </m:r>
                        </m:sup>
                      </m:sSubSup>
                      <m:r>
                        <a:rPr lang="en-US" b="1">
                          <a:latin typeface="Cambria Math" panose="02040503050406030204" pitchFamily="18" charset="0"/>
                          <a:ea typeface="Pretendard" panose="02000503000000020004" pitchFamily="2" charset="-127"/>
                          <a:cs typeface="Pretendard" panose="02000503000000020004" pitchFamily="2" charset="-127"/>
                        </a:rPr>
                        <m:t>𝐈</m:t>
                      </m:r>
                    </m:oMath>
                  </m:oMathPara>
                </a14:m>
                <a:endParaRPr lang="en-KR" dirty="0"/>
              </a:p>
            </p:txBody>
          </p:sp>
        </mc:Choice>
        <mc:Fallback xmlns="">
          <p:sp>
            <p:nvSpPr>
              <p:cNvPr id="19" name="TextBox 18">
                <a:extLst>
                  <a:ext uri="{FF2B5EF4-FFF2-40B4-BE49-F238E27FC236}">
                    <a16:creationId xmlns:a16="http://schemas.microsoft.com/office/drawing/2014/main" id="{D9F54CEA-84A7-F0C7-923F-22AADDFF17B4}"/>
                  </a:ext>
                </a:extLst>
              </p:cNvPr>
              <p:cNvSpPr txBox="1">
                <a:spLocks noRot="1" noChangeAspect="1" noMove="1" noResize="1" noEditPoints="1" noAdjustHandles="1" noChangeArrowheads="1" noChangeShapeType="1" noTextEdit="1"/>
              </p:cNvSpPr>
              <p:nvPr/>
            </p:nvSpPr>
            <p:spPr>
              <a:xfrm>
                <a:off x="6095999" y="2595376"/>
                <a:ext cx="6094674" cy="371127"/>
              </a:xfrm>
              <a:prstGeom prst="rect">
                <a:avLst/>
              </a:prstGeom>
              <a:blipFill>
                <a:blip r:embed="rId8"/>
                <a:stretch>
                  <a:fillRect/>
                </a:stretch>
              </a:blipFill>
            </p:spPr>
            <p:txBody>
              <a:bodyPr/>
              <a:lstStyle/>
              <a:p>
                <a:r>
                  <a:rPr lang="en-KR">
                    <a:noFill/>
                  </a:rPr>
                  <a:t> </a:t>
                </a:r>
              </a:p>
            </p:txBody>
          </p:sp>
        </mc:Fallback>
      </mc:AlternateContent>
      <p:grpSp>
        <p:nvGrpSpPr>
          <p:cNvPr id="20" name="Group 19">
            <a:extLst>
              <a:ext uri="{FF2B5EF4-FFF2-40B4-BE49-F238E27FC236}">
                <a16:creationId xmlns:a16="http://schemas.microsoft.com/office/drawing/2014/main" id="{3EC44A3B-284F-52C8-B490-9A4BC3C8429D}"/>
              </a:ext>
            </a:extLst>
          </p:cNvPr>
          <p:cNvGrpSpPr/>
          <p:nvPr/>
        </p:nvGrpSpPr>
        <p:grpSpPr>
          <a:xfrm>
            <a:off x="719570" y="4423879"/>
            <a:ext cx="10813589" cy="1524112"/>
            <a:chOff x="706363" y="2937598"/>
            <a:chExt cx="10813589" cy="1524112"/>
          </a:xfrm>
        </p:grpSpPr>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6A56FBA6-39D6-8813-D3A5-9F0B3524E1A9}"/>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21" name="Oval 20">
                  <a:extLst>
                    <a:ext uri="{FF2B5EF4-FFF2-40B4-BE49-F238E27FC236}">
                      <a16:creationId xmlns:a16="http://schemas.microsoft.com/office/drawing/2014/main" id="{6A56FBA6-39D6-8813-D3A5-9F0B3524E1A9}"/>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9"/>
                  <a:stretch>
                    <a:fillRect l="-10417"/>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CDDE6C9E-4E4A-8DED-86E8-B795FA33419B}"/>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25" name="Oval 24">
                  <a:extLst>
                    <a:ext uri="{FF2B5EF4-FFF2-40B4-BE49-F238E27FC236}">
                      <a16:creationId xmlns:a16="http://schemas.microsoft.com/office/drawing/2014/main" id="{CDDE6C9E-4E4A-8DED-86E8-B795FA33419B}"/>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10"/>
                  <a:stretch>
                    <a:fillRect l="-833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FBB3029F-6507-46BA-1AAE-B0E83DC51585}"/>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28" name="Oval 27">
                  <a:extLst>
                    <a:ext uri="{FF2B5EF4-FFF2-40B4-BE49-F238E27FC236}">
                      <a16:creationId xmlns:a16="http://schemas.microsoft.com/office/drawing/2014/main" id="{FBB3029F-6507-46BA-1AAE-B0E83DC51585}"/>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1"/>
                  <a:stretch>
                    <a:fillRect l="-29787" r="-2128"/>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7572D960-66E2-9314-5008-75F7E6029F1A}"/>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29" name="Oval 28">
                  <a:extLst>
                    <a:ext uri="{FF2B5EF4-FFF2-40B4-BE49-F238E27FC236}">
                      <a16:creationId xmlns:a16="http://schemas.microsoft.com/office/drawing/2014/main" id="{7572D960-66E2-9314-5008-75F7E6029F1A}"/>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2"/>
                  <a:stretch>
                    <a:fillRect l="-10638"/>
                  </a:stretch>
                </a:blipFill>
                <a:ln/>
              </p:spPr>
              <p:txBody>
                <a:bodyPr/>
                <a:lstStyle/>
                <a:p>
                  <a:r>
                    <a:rPr lang="en-KR">
                      <a:noFill/>
                    </a:rPr>
                    <a:t> </a:t>
                  </a:r>
                </a:p>
              </p:txBody>
            </p:sp>
          </mc:Fallback>
        </mc:AlternateContent>
        <p:cxnSp>
          <p:nvCxnSpPr>
            <p:cNvPr id="31" name="Straight Arrow Connector 30">
              <a:extLst>
                <a:ext uri="{FF2B5EF4-FFF2-40B4-BE49-F238E27FC236}">
                  <a16:creationId xmlns:a16="http://schemas.microsoft.com/office/drawing/2014/main" id="{A3522E58-C8B5-A146-4332-C38D04A4AF8A}"/>
                </a:ext>
              </a:extLst>
            </p:cNvPr>
            <p:cNvCxnSpPr/>
            <p:nvPr/>
          </p:nvCxnSpPr>
          <p:spPr>
            <a:xfrm>
              <a:off x="1596571"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AE10037-1230-75A8-5787-03114C85B81C}"/>
                </a:ext>
              </a:extLst>
            </p:cNvPr>
            <p:cNvCxnSpPr/>
            <p:nvPr/>
          </p:nvCxnSpPr>
          <p:spPr>
            <a:xfrm>
              <a:off x="2875038" y="3413136"/>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966DFC1-434B-DE39-3325-E18B23A216CE}"/>
                </a:ext>
              </a:extLst>
            </p:cNvPr>
            <p:cNvSpPr txBox="1"/>
            <p:nvPr/>
          </p:nvSpPr>
          <p:spPr>
            <a:xfrm>
              <a:off x="2306655" y="3180303"/>
              <a:ext cx="230832" cy="369332"/>
            </a:xfrm>
            <a:prstGeom prst="rect">
              <a:avLst/>
            </a:prstGeom>
            <a:noFill/>
          </p:spPr>
          <p:txBody>
            <a:bodyPr wrap="none" lIns="0" rIns="0" rtlCol="0" anchor="ctr">
              <a:spAutoFit/>
            </a:bodyPr>
            <a:lstStyle/>
            <a:p>
              <a:pPr algn="ctr"/>
              <a:r>
                <a:rPr lang="en-KR" dirty="0"/>
                <a:t>…</a:t>
              </a:r>
            </a:p>
          </p:txBody>
        </p:sp>
        <p:cxnSp>
          <p:nvCxnSpPr>
            <p:cNvPr id="34" name="Straight Arrow Connector 33">
              <a:extLst>
                <a:ext uri="{FF2B5EF4-FFF2-40B4-BE49-F238E27FC236}">
                  <a16:creationId xmlns:a16="http://schemas.microsoft.com/office/drawing/2014/main" id="{8564A0AE-D191-214C-A4AA-5F072076D9B3}"/>
                </a:ext>
              </a:extLst>
            </p:cNvPr>
            <p:cNvCxnSpPr/>
            <p:nvPr/>
          </p:nvCxnSpPr>
          <p:spPr>
            <a:xfrm>
              <a:off x="8319707"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0CA3C6F-1E15-9B5B-8C75-0005EA7D9875}"/>
                </a:ext>
              </a:extLst>
            </p:cNvPr>
            <p:cNvCxnSpPr/>
            <p:nvPr/>
          </p:nvCxnSpPr>
          <p:spPr>
            <a:xfrm>
              <a:off x="9598174" y="3430070"/>
              <a:ext cx="4318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6FD1FEF8-EE09-4998-01DF-BD8F1DEDA6DF}"/>
                </a:ext>
              </a:extLst>
            </p:cNvPr>
            <p:cNvSpPr txBox="1"/>
            <p:nvPr/>
          </p:nvSpPr>
          <p:spPr>
            <a:xfrm>
              <a:off x="9029791" y="3197237"/>
              <a:ext cx="230832" cy="369332"/>
            </a:xfrm>
            <a:prstGeom prst="rect">
              <a:avLst/>
            </a:prstGeom>
            <a:noFill/>
          </p:spPr>
          <p:txBody>
            <a:bodyPr wrap="none" lIns="0" rIns="0" rtlCol="0" anchor="ctr">
              <a:spAutoFit/>
            </a:bodyPr>
            <a:lstStyle/>
            <a:p>
              <a:pPr algn="ctr"/>
              <a:r>
                <a:rPr lang="en-KR" dirty="0"/>
                <a:t>…</a:t>
              </a:r>
            </a:p>
          </p:txBody>
        </p:sp>
        <p:cxnSp>
          <p:nvCxnSpPr>
            <p:cNvPr id="38" name="Straight Arrow Connector 37">
              <a:extLst>
                <a:ext uri="{FF2B5EF4-FFF2-40B4-BE49-F238E27FC236}">
                  <a16:creationId xmlns:a16="http://schemas.microsoft.com/office/drawing/2014/main" id="{494DA544-C329-6E10-FE9E-152A433561CD}"/>
                </a:ext>
              </a:extLst>
            </p:cNvPr>
            <p:cNvCxnSpPr>
              <a:cxnSpLocks/>
            </p:cNvCxnSpPr>
            <p:nvPr/>
          </p:nvCxnSpPr>
          <p:spPr>
            <a:xfrm>
              <a:off x="4432905" y="3416141"/>
              <a:ext cx="2777066"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81CE9F9-B4CA-A8F9-E016-61C9FFCF5A8F}"/>
                    </a:ext>
                  </a:extLst>
                </p:cNvPr>
                <p:cNvSpPr txBox="1"/>
                <p:nvPr/>
              </p:nvSpPr>
              <p:spPr>
                <a:xfrm>
                  <a:off x="5128521" y="2937598"/>
                  <a:ext cx="1219244" cy="369332"/>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m:oMathPara>
                  </a14:m>
                  <a:endParaRPr lang="en-KR" dirty="0" err="1"/>
                </a:p>
              </p:txBody>
            </p:sp>
          </mc:Choice>
          <mc:Fallback xmlns="">
            <p:sp>
              <p:nvSpPr>
                <p:cNvPr id="39" name="TextBox 38">
                  <a:extLst>
                    <a:ext uri="{FF2B5EF4-FFF2-40B4-BE49-F238E27FC236}">
                      <a16:creationId xmlns:a16="http://schemas.microsoft.com/office/drawing/2014/main" id="{781CE9F9-B4CA-A8F9-E016-61C9FFCF5A8F}"/>
                    </a:ext>
                  </a:extLst>
                </p:cNvPr>
                <p:cNvSpPr txBox="1">
                  <a:spLocks noRot="1" noChangeAspect="1" noMove="1" noResize="1" noEditPoints="1" noAdjustHandles="1" noChangeArrowheads="1" noChangeShapeType="1" noTextEdit="1"/>
                </p:cNvSpPr>
                <p:nvPr/>
              </p:nvSpPr>
              <p:spPr>
                <a:xfrm>
                  <a:off x="5128521" y="2937598"/>
                  <a:ext cx="1219244" cy="369332"/>
                </a:xfrm>
                <a:prstGeom prst="rect">
                  <a:avLst/>
                </a:prstGeom>
                <a:blipFill>
                  <a:blip r:embed="rId13"/>
                  <a:stretch>
                    <a:fillRect l="-4124" r="-7216" b="-13333"/>
                  </a:stretch>
                </a:blipFill>
              </p:spPr>
              <p:txBody>
                <a:bodyPr/>
                <a:lstStyle/>
                <a:p>
                  <a:r>
                    <a:rPr lang="en-KR">
                      <a:noFill/>
                    </a:rPr>
                    <a:t> </a:t>
                  </a:r>
                </a:p>
              </p:txBody>
            </p:sp>
          </mc:Fallback>
        </mc:AlternateContent>
        <p:pic>
          <p:nvPicPr>
            <p:cNvPr id="40" name="Picture 2">
              <a:extLst>
                <a:ext uri="{FF2B5EF4-FFF2-40B4-BE49-F238E27FC236}">
                  <a16:creationId xmlns:a16="http://schemas.microsoft.com/office/drawing/2014/main" id="{893A5C98-7C94-EAF2-DB77-6067E13D771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a:extLst>
                <a:ext uri="{FF2B5EF4-FFF2-40B4-BE49-F238E27FC236}">
                  <a16:creationId xmlns:a16="http://schemas.microsoft.com/office/drawing/2014/main" id="{68D898E8-5F0A-B6B4-BDB6-B88FD14C3FA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6">
              <a:extLst>
                <a:ext uri="{FF2B5EF4-FFF2-40B4-BE49-F238E27FC236}">
                  <a16:creationId xmlns:a16="http://schemas.microsoft.com/office/drawing/2014/main" id="{B3B1A159-A933-B0F5-1791-C15CF57C8633}"/>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Audio 9">
            <a:extLst>
              <a:ext uri="{FF2B5EF4-FFF2-40B4-BE49-F238E27FC236}">
                <a16:creationId xmlns:a16="http://schemas.microsoft.com/office/drawing/2014/main" id="{B725009C-96C0-B202-7D4C-7A2108F19521}"/>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651786155"/>
      </p:ext>
    </p:extLst>
  </p:cSld>
  <p:clrMapOvr>
    <a:masterClrMapping/>
  </p:clrMapOvr>
  <mc:AlternateContent xmlns:mc="http://schemas.openxmlformats.org/markup-compatibility/2006">
    <mc:Choice xmlns:p14="http://schemas.microsoft.com/office/powerpoint/2010/main" Requires="p14">
      <p:transition spd="slow" p14:dur="2000" advTm="30112"/>
    </mc:Choice>
    <mc:Fallback>
      <p:transition spd="slow" advTm="301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extLst>
    <p:ext uri="{3A86A75C-4F4B-4683-9AE1-C65F6400EC91}">
      <p14:laserTraceLst xmlns:p14="http://schemas.microsoft.com/office/powerpoint/2010/main">
        <p14:tracePtLst>
          <p14:tracePt t="211" x="5918200" y="3725863"/>
          <p14:tracePt t="280" x="5918200" y="3733800"/>
          <p14:tracePt t="15841" x="5918200" y="3725863"/>
          <p14:tracePt t="15849" x="6096000" y="3538538"/>
          <p14:tracePt t="15858" x="6332538" y="3319463"/>
          <p14:tracePt t="15866" x="6596063" y="3106738"/>
          <p14:tracePt t="15874" x="6850063" y="2878138"/>
          <p14:tracePt t="15882" x="7104063" y="2608263"/>
          <p14:tracePt t="15890" x="7323138" y="2354263"/>
          <p14:tracePt t="15898" x="7510463" y="2192338"/>
          <p14:tracePt t="15907" x="7688263" y="1981200"/>
          <p14:tracePt t="15915" x="8051800" y="1617663"/>
          <p14:tracePt t="15923" x="8153400" y="1516063"/>
          <p14:tracePt t="15931" x="8364538" y="1303338"/>
          <p14:tracePt t="15939" x="8501063" y="1150938"/>
          <p14:tracePt t="15947" x="8602663" y="1049338"/>
          <p14:tracePt t="15956" x="8661400" y="990600"/>
          <p14:tracePt t="15964" x="8712200" y="973138"/>
          <p14:tracePt t="15972" x="8737600" y="957263"/>
          <p14:tracePt t="15980" x="8755063" y="957263"/>
          <p14:tracePt t="15989" x="8770938" y="957263"/>
          <p14:tracePt t="16022" x="8770938" y="990600"/>
          <p14:tracePt t="16029" x="8770938" y="1008063"/>
          <p14:tracePt t="16039" x="8770938" y="1023938"/>
          <p14:tracePt t="16046" x="8755063" y="1033463"/>
          <p14:tracePt t="16055" x="8720138" y="1049338"/>
          <p14:tracePt t="16062" x="8712200" y="1066800"/>
          <p14:tracePt t="16072" x="8643938" y="1125538"/>
          <p14:tracePt t="16079" x="8585200" y="1150938"/>
          <p14:tracePt t="16088" x="8516938" y="1201738"/>
          <p14:tracePt t="16095" x="8407400" y="1227138"/>
          <p14:tracePt t="16105" x="8305800" y="1277938"/>
          <p14:tracePt t="16111" x="8196263" y="1320800"/>
          <p14:tracePt t="16122" x="8120063" y="1338263"/>
          <p14:tracePt t="16128" x="8018463" y="1363663"/>
          <p14:tracePt t="16138" x="7916863" y="1379538"/>
          <p14:tracePt t="16144" x="7840663" y="1397000"/>
          <p14:tracePt t="16152" x="7764463" y="1397000"/>
          <p14:tracePt t="16161" x="7670800" y="1397000"/>
          <p14:tracePt t="16169" x="7627938" y="1397000"/>
          <p14:tracePt t="16177" x="7569200" y="1397000"/>
          <p14:tracePt t="16185" x="7510463" y="1397000"/>
          <p14:tracePt t="16194" x="7450138" y="1397000"/>
          <p14:tracePt t="16202" x="7391400" y="1397000"/>
          <p14:tracePt t="16210" x="7340600" y="1397000"/>
          <p14:tracePt t="16218" x="7281863" y="1397000"/>
          <p14:tracePt t="16226" x="7239000" y="1397000"/>
          <p14:tracePt t="16235" x="7188200" y="1397000"/>
          <p14:tracePt t="16243" x="7145338" y="1397000"/>
          <p14:tracePt t="16251" x="7104063" y="1397000"/>
          <p14:tracePt t="16259" x="7053263" y="1397000"/>
          <p14:tracePt t="16267" x="7010400" y="1397000"/>
          <p14:tracePt t="16275" x="6967538" y="1397000"/>
          <p14:tracePt t="16284" x="6951663" y="1397000"/>
          <p14:tracePt t="16292" x="6908800" y="1414463"/>
          <p14:tracePt t="16300" x="6875463" y="1414463"/>
          <p14:tracePt t="16308" x="6832600" y="1422400"/>
          <p14:tracePt t="16317" x="6799263" y="1439863"/>
          <p14:tracePt t="16325" x="6756400" y="1473200"/>
          <p14:tracePt t="16333" x="6713538" y="1481138"/>
          <p14:tracePt t="16341" x="6662738" y="1498600"/>
          <p14:tracePt t="16350" x="6621463" y="1531938"/>
          <p14:tracePt t="16357" x="6561138" y="1549400"/>
          <p14:tracePt t="16366" x="6527800" y="1557338"/>
          <p14:tracePt t="16374" x="6484938" y="1574800"/>
          <p14:tracePt t="16382" x="6469063" y="1592263"/>
          <p14:tracePt t="16390" x="6443663" y="1608138"/>
          <p14:tracePt t="16398" x="6408738" y="1608138"/>
          <p14:tracePt t="16407" x="6408738" y="1617663"/>
          <p14:tracePt t="16415" x="6392863" y="1617663"/>
          <p14:tracePt t="16423" x="6383338" y="1617663"/>
          <p14:tracePt t="16431" x="6383338" y="1633538"/>
          <p14:tracePt t="16439" x="6367463" y="1633538"/>
          <p14:tracePt t="16481" x="6350000" y="1633538"/>
          <p14:tracePt t="16751" x="6367463" y="1633538"/>
          <p14:tracePt t="16776" x="6367463" y="1651000"/>
          <p14:tracePt t="16948" x="6383338" y="1651000"/>
          <p14:tracePt t="16997" x="6383338" y="1668463"/>
          <p14:tracePt t="17218" x="6383338" y="1684338"/>
          <p14:tracePt t="17366" x="6383338" y="1693863"/>
          <p14:tracePt t="17439" x="6367463" y="1693863"/>
          <p14:tracePt t="17481" x="6350000" y="1693863"/>
          <p14:tracePt t="17505" x="6332538" y="1693863"/>
          <p14:tracePt t="17530" x="6324600" y="1693863"/>
          <p14:tracePt t="17554" x="6307138" y="1693863"/>
          <p14:tracePt t="17588" x="6291263" y="1693863"/>
          <p14:tracePt t="17612" x="6273800" y="1693863"/>
          <p14:tracePt t="17652" x="6265863" y="1693863"/>
          <p14:tracePt t="17718" x="6248400" y="1693863"/>
          <p14:tracePt t="17997" x="6265863" y="1693863"/>
          <p14:tracePt t="18087" x="6273800" y="1693863"/>
          <p14:tracePt t="18169" x="6291263" y="1693863"/>
          <p14:tracePt t="18243" x="6307138" y="1693863"/>
          <p14:tracePt t="18284" x="6324600" y="1709738"/>
          <p14:tracePt t="18325" x="6324600" y="1727200"/>
          <p14:tracePt t="18341" x="6332538" y="1727200"/>
          <p14:tracePt t="18366" x="6332538" y="1744663"/>
          <p14:tracePt t="18374" x="6350000" y="1744663"/>
          <p14:tracePt t="18390" x="6350000" y="1752600"/>
          <p14:tracePt t="18407" x="6367463" y="1752600"/>
          <p14:tracePt t="18423" x="6367463" y="1770063"/>
          <p14:tracePt t="18447" x="6367463" y="1785938"/>
          <p14:tracePt t="18464" x="6383338" y="1803400"/>
          <p14:tracePt t="18472" x="6383338" y="1811338"/>
          <p14:tracePt t="18480" x="6392863" y="1811338"/>
          <p14:tracePt t="18489" x="6392863" y="1828800"/>
          <p14:tracePt t="18497" x="6392863" y="1862138"/>
          <p14:tracePt t="18505" x="6408738" y="1879600"/>
          <p14:tracePt t="18513" x="6408738" y="1887538"/>
          <p14:tracePt t="18522" x="6426200" y="1905000"/>
          <p14:tracePt t="18530" x="6426200" y="1938338"/>
          <p14:tracePt t="18538" x="6426200" y="1947863"/>
          <p14:tracePt t="18546" x="6443663" y="1981200"/>
          <p14:tracePt t="18555" x="6443663" y="1998663"/>
          <p14:tracePt t="18563" x="6459538" y="2024063"/>
          <p14:tracePt t="18571" x="6459538" y="2057400"/>
          <p14:tracePt t="18579" x="6469063" y="2074863"/>
          <p14:tracePt t="18588" x="6469063" y="2100263"/>
          <p14:tracePt t="18595" x="6469063" y="2133600"/>
          <p14:tracePt t="18605" x="6484938" y="2159000"/>
          <p14:tracePt t="18611" x="6484938" y="2192338"/>
          <p14:tracePt t="18622" x="6502400" y="2192338"/>
          <p14:tracePt t="18628" x="6502400" y="2217738"/>
          <p14:tracePt t="18638" x="6502400" y="2235200"/>
          <p14:tracePt t="18645" x="6519863" y="2252663"/>
          <p14:tracePt t="18654" x="6519863" y="2268538"/>
          <p14:tracePt t="18669" x="6519863" y="2278063"/>
          <p14:tracePt t="18677" x="6527800" y="2278063"/>
          <p14:tracePt t="18694" x="6527800" y="2293938"/>
          <p14:tracePt t="18825" x="6527800" y="2311400"/>
          <p14:tracePt t="18947" x="6527800" y="2328863"/>
          <p14:tracePt t="18964" x="6519863" y="2328863"/>
          <p14:tracePt t="18989" x="6519863" y="2336800"/>
          <p14:tracePt t="18997" x="6502400" y="2336800"/>
          <p14:tracePt t="19030" x="6484938" y="2336800"/>
          <p14:tracePt t="19062" x="6469063" y="2336800"/>
          <p14:tracePt t="19087" x="6459538" y="2336800"/>
          <p14:tracePt t="19095" x="6443663" y="2336800"/>
          <p14:tracePt t="19120" x="6426200" y="2336800"/>
          <p14:tracePt t="19145" x="6408738" y="2328863"/>
          <p14:tracePt t="19161" x="6392863" y="2328863"/>
          <p14:tracePt t="19201" x="6383338" y="2328863"/>
          <p14:tracePt t="19243" x="6367463" y="2328863"/>
          <p14:tracePt t="19268" x="6367463" y="2311400"/>
          <p14:tracePt t="19341" x="6350000" y="2311400"/>
          <p14:tracePt t="19677" x="6367463" y="2311400"/>
          <p14:tracePt t="19809" x="6383338" y="2311400"/>
          <p14:tracePt t="19841" x="6392863" y="2311400"/>
          <p14:tracePt t="19849" x="6408738" y="2293938"/>
          <p14:tracePt t="19857" x="6426200" y="2293938"/>
          <p14:tracePt t="19866" x="6469063" y="2293938"/>
          <p14:tracePt t="19874" x="6484938" y="2293938"/>
          <p14:tracePt t="19882" x="6545263" y="2293938"/>
          <p14:tracePt t="19890" x="6578600" y="2293938"/>
          <p14:tracePt t="19898" x="6637338" y="2293938"/>
          <p14:tracePt t="19906" x="6697663" y="2293938"/>
          <p14:tracePt t="19915" x="6756400" y="2293938"/>
          <p14:tracePt t="19923" x="6789738" y="2293938"/>
          <p14:tracePt t="19931" x="6850063" y="2293938"/>
          <p14:tracePt t="19939" x="6875463" y="2293938"/>
          <p14:tracePt t="19948" x="6908800" y="2293938"/>
          <p14:tracePt t="19956" x="6926263" y="2293938"/>
          <p14:tracePt t="19964" x="6951663" y="2293938"/>
          <p14:tracePt t="19972" x="6967538" y="2293938"/>
          <p14:tracePt t="19989" x="6985000" y="2293938"/>
          <p14:tracePt t="20013" x="6992938" y="2293938"/>
          <p14:tracePt t="20210" x="7043738" y="2293938"/>
          <p14:tracePt t="20218" x="7104063" y="2293938"/>
          <p14:tracePt t="20226" x="7205663" y="2311400"/>
          <p14:tracePt t="20235" x="7323138" y="2336800"/>
          <p14:tracePt t="20243" x="7535863" y="2387600"/>
          <p14:tracePt t="20251" x="7764463" y="2430463"/>
          <p14:tracePt t="20259" x="8051800" y="2471738"/>
          <p14:tracePt t="20267" x="8331200" y="2547938"/>
          <p14:tracePt t="20275" x="8694738" y="2598738"/>
          <p14:tracePt t="20284" x="9024938" y="2641600"/>
          <p14:tracePt t="20292" x="9355138" y="2667000"/>
          <p14:tracePt t="20300" x="9626600" y="2700338"/>
          <p14:tracePt t="20308" x="9710738" y="2700338"/>
          <p14:tracePt t="20316" x="9906000" y="2735263"/>
          <p14:tracePt t="20325" x="10058400" y="2735263"/>
          <p14:tracePt t="20333" x="10167938" y="2735263"/>
          <p14:tracePt t="20341" x="10253663" y="2735263"/>
          <p14:tracePt t="20349" x="10304463" y="2735263"/>
          <p14:tracePt t="20357" x="10329863" y="2735263"/>
          <p14:tracePt t="20366" x="10345738" y="2735263"/>
          <p14:tracePt t="20374" x="10363200" y="2735263"/>
          <p14:tracePt t="20382" x="10371138" y="2735263"/>
          <p14:tracePt t="20455" x="10371138" y="2717800"/>
          <p14:tracePt t="20480" x="10363200" y="2717800"/>
          <p14:tracePt t="20489" x="10345738" y="2717800"/>
          <p14:tracePt t="20497" x="10345738" y="2700338"/>
          <p14:tracePt t="20522" x="10329863" y="2684463"/>
          <p14:tracePt t="20539" x="10312400" y="2684463"/>
          <p14:tracePt t="20546" x="10312400" y="2667000"/>
          <p14:tracePt t="20555" x="10304463" y="2667000"/>
          <p14:tracePt t="20572" x="10287000" y="2659063"/>
          <p14:tracePt t="20588" x="10269538" y="2659063"/>
          <p14:tracePt t="20595" x="10253663" y="2641600"/>
          <p14:tracePt t="20605" x="10236200" y="2641600"/>
          <p14:tracePt t="20621" x="10228263" y="2641600"/>
          <p14:tracePt t="20628" x="10210800" y="2624138"/>
          <p14:tracePt t="20636" x="10193338" y="2624138"/>
          <p14:tracePt t="20645" x="10167938" y="2608263"/>
          <p14:tracePt t="20661" x="10134600" y="2598738"/>
          <p14:tracePt t="20669" x="10101263" y="2598738"/>
          <p14:tracePt t="20677" x="10091738" y="2598738"/>
          <p14:tracePt t="20685" x="10058400" y="2582863"/>
          <p14:tracePt t="20693" x="10040938" y="2582863"/>
          <p14:tracePt t="20702" x="9999663" y="2547938"/>
          <p14:tracePt t="20710" x="9974263" y="2547938"/>
          <p14:tracePt t="20718" x="9956800" y="2540000"/>
          <p14:tracePt t="20726" x="9906000" y="2540000"/>
          <p14:tracePt t="20734" x="9898063" y="2522538"/>
          <p14:tracePt t="20743" x="9863138" y="2506663"/>
          <p14:tracePt t="20751" x="9821863" y="2489200"/>
          <p14:tracePt t="20759" x="9786938" y="2489200"/>
          <p14:tracePt t="20767" x="9761538" y="2471738"/>
          <p14:tracePt t="20775" x="9728200" y="2471738"/>
          <p14:tracePt t="20783" x="9702800" y="2471738"/>
          <p14:tracePt t="20792" x="9685338" y="2463800"/>
          <p14:tracePt t="20800" x="9652000" y="2463800"/>
          <p14:tracePt t="20808" x="9626600" y="2463800"/>
          <p14:tracePt t="20816" x="9609138" y="2446338"/>
          <p14:tracePt t="20825" x="9593263" y="2446338"/>
          <p14:tracePt t="20833" x="9575800" y="2430463"/>
          <p14:tracePt t="20841" x="9567863" y="2430463"/>
          <p14:tracePt t="20849" x="9550400" y="2413000"/>
          <p14:tracePt t="20866" x="9532938" y="2413000"/>
          <p14:tracePt t="20874" x="9517063" y="2413000"/>
          <p14:tracePt t="20890" x="9517063" y="2405063"/>
          <p14:tracePt t="20906" x="9507538" y="2405063"/>
          <p14:tracePt t="20923" x="9507538" y="2387600"/>
          <p14:tracePt t="21037" x="9507538" y="2370138"/>
          <p14:tracePt t="21259" x="9491663" y="2370138"/>
          <p14:tracePt t="21472" x="9507538" y="2387600"/>
          <p14:tracePt t="21480" x="9507538" y="2405063"/>
          <p14:tracePt t="22456" x="9491663" y="2405063"/>
          <p14:tracePt t="22464" x="9415463" y="2405063"/>
          <p14:tracePt t="22472" x="9313863" y="2430463"/>
          <p14:tracePt t="22480" x="9186863" y="2471738"/>
          <p14:tracePt t="22488" x="9050338" y="2540000"/>
          <p14:tracePt t="22497" x="8915400" y="2582863"/>
          <p14:tracePt t="22507" x="8780463" y="2624138"/>
          <p14:tracePt t="22513" x="8636000" y="2684463"/>
          <p14:tracePt t="22522" x="8585200" y="2700338"/>
          <p14:tracePt t="22529" x="8348663" y="2760663"/>
          <p14:tracePt t="22539" x="8313738" y="2794000"/>
          <p14:tracePt t="22546" x="8212138" y="2819400"/>
          <p14:tracePt t="22555" x="8110538" y="2836863"/>
          <p14:tracePt t="22562" x="8034338" y="2870200"/>
          <p14:tracePt t="22572" x="7958138" y="2878138"/>
          <p14:tracePt t="22578" x="7899400" y="2895600"/>
          <p14:tracePt t="22588" x="7840663" y="2913063"/>
          <p14:tracePt t="22595" x="7789863" y="2913063"/>
          <p14:tracePt t="22604" x="7764463" y="2928938"/>
          <p14:tracePt t="22611" x="7729538" y="2928938"/>
          <p14:tracePt t="22621" x="7721600" y="2938463"/>
          <p14:tracePt t="22628" x="7688263" y="2938463"/>
          <p14:tracePt t="22636" x="7670800" y="2938463"/>
          <p14:tracePt t="22644" x="7653338" y="2938463"/>
          <p14:tracePt t="22652" x="7645400" y="2954338"/>
          <p14:tracePt t="22661" x="7627938" y="2954338"/>
          <p14:tracePt t="22669" x="7612063" y="2954338"/>
          <p14:tracePt t="22677" x="7594600" y="2954338"/>
          <p14:tracePt t="22685" x="7586663" y="2971800"/>
          <p14:tracePt t="22702" x="7569200" y="2971800"/>
          <p14:tracePt t="22710" x="7551738" y="2989263"/>
          <p14:tracePt t="22718" x="7535863" y="2989263"/>
          <p14:tracePt t="22726" x="7518400" y="2989263"/>
          <p14:tracePt t="22734" x="7510463" y="2997200"/>
          <p14:tracePt t="22742" x="7493000" y="2997200"/>
          <p14:tracePt t="22750" x="7475538" y="3014663"/>
          <p14:tracePt t="22759" x="7459663" y="3014663"/>
          <p14:tracePt t="22767" x="7450138" y="3014663"/>
          <p14:tracePt t="22775" x="7434263" y="3030538"/>
          <p14:tracePt t="22791" x="7416800" y="3030538"/>
          <p14:tracePt t="22800" x="7399338" y="3048000"/>
          <p14:tracePt t="22808" x="7391400" y="3048000"/>
          <p14:tracePt t="22824" x="7373938" y="3065463"/>
          <p14:tracePt t="22833" x="7358063" y="3065463"/>
          <p14:tracePt t="22841" x="7340600" y="3065463"/>
          <p14:tracePt t="22865" x="7323138" y="3065463"/>
          <p14:tracePt t="22898" x="7315200" y="3065463"/>
          <p14:tracePt t="23037" x="7315200" y="3073400"/>
          <p14:tracePt t="23078" x="7297738" y="3073400"/>
          <p14:tracePt t="23160" x="7281863" y="3073400"/>
          <p14:tracePt t="23169" x="7264400" y="3073400"/>
          <p14:tracePt t="23185" x="7256463" y="3073400"/>
          <p14:tracePt t="23193" x="7239000" y="3073400"/>
          <p14:tracePt t="23210" x="7221538" y="3073400"/>
          <p14:tracePt t="23218" x="7205663" y="3073400"/>
          <p14:tracePt t="23234" x="7188200" y="3073400"/>
          <p14:tracePt t="23243" x="7180263" y="3073400"/>
          <p14:tracePt t="23259" x="7162800" y="3090863"/>
          <p14:tracePt t="23267" x="7145338" y="3090863"/>
          <p14:tracePt t="23283" x="7119938" y="3090863"/>
          <p14:tracePt t="23292" x="7104063" y="3106738"/>
          <p14:tracePt t="23300" x="7086600" y="3106738"/>
          <p14:tracePt t="23308" x="7069138" y="3106738"/>
          <p14:tracePt t="23316" x="7069138" y="3124200"/>
          <p14:tracePt t="23324" x="7053263" y="3124200"/>
          <p14:tracePt t="23333" x="7043738" y="3124200"/>
          <p14:tracePt t="23341" x="7010400" y="3132138"/>
          <p14:tracePt t="23357" x="6985000" y="3149600"/>
          <p14:tracePt t="23365" x="6951663" y="3149600"/>
          <p14:tracePt t="23373" x="6926263" y="3167063"/>
          <p14:tracePt t="23382" x="6891338" y="3182938"/>
          <p14:tracePt t="23390" x="6875463" y="3182938"/>
          <p14:tracePt t="23398" x="6858000" y="3182938"/>
          <p14:tracePt t="23406" x="6850063" y="3200400"/>
          <p14:tracePt t="23414" x="6815138" y="3200400"/>
          <p14:tracePt t="23423" x="6799263" y="3200400"/>
          <p14:tracePt t="23447" x="6789738" y="3200400"/>
          <p14:tracePt t="23570" x="6799263" y="3200400"/>
          <p14:tracePt t="23589" x="6815138" y="3200400"/>
          <p14:tracePt t="23595" x="6832600" y="3200400"/>
          <p14:tracePt t="23603" x="6850063" y="3200400"/>
          <p14:tracePt t="23623" x="6934200" y="3200400"/>
          <p14:tracePt t="23628" x="6985000" y="3200400"/>
          <p14:tracePt t="23639" x="7043738" y="3182938"/>
          <p14:tracePt t="23644" x="7104063" y="3167063"/>
          <p14:tracePt t="23655" x="7162800" y="3149600"/>
          <p14:tracePt t="23661" x="7205663" y="3149600"/>
          <p14:tracePt t="23672" x="7264400" y="3132138"/>
          <p14:tracePt t="23677" x="7323138" y="3124200"/>
          <p14:tracePt t="23690" x="7391400" y="3106738"/>
          <p14:tracePt t="23693" x="7416800" y="3106738"/>
          <p14:tracePt t="23706" x="7450138" y="3090863"/>
          <p14:tracePt t="23710" x="7475538" y="3073400"/>
          <p14:tracePt t="23723" x="7493000" y="3073400"/>
          <p14:tracePt t="23726" x="7510463" y="3073400"/>
          <p14:tracePt t="23739" x="7518400" y="3065463"/>
          <p14:tracePt t="23750" x="7535863" y="3065463"/>
          <p14:tracePt t="23808" x="7535863" y="3048000"/>
          <p14:tracePt t="24111" x="7518400" y="3048000"/>
          <p14:tracePt t="25522" x="7510463" y="3048000"/>
          <p14:tracePt t="25539" x="7493000" y="3048000"/>
          <p14:tracePt t="25545" x="7475538" y="3048000"/>
          <p14:tracePt t="25556" x="7459663" y="3048000"/>
          <p14:tracePt t="25562" x="7434263" y="3048000"/>
          <p14:tracePt t="25572" x="7416800" y="3048000"/>
          <p14:tracePt t="25578" x="7391400" y="3048000"/>
          <p14:tracePt t="25588" x="7358063" y="3048000"/>
          <p14:tracePt t="25595" x="7340600" y="3048000"/>
          <p14:tracePt t="25604" x="7315200" y="3048000"/>
          <p14:tracePt t="25611" x="7297738" y="3048000"/>
          <p14:tracePt t="25619" x="7281863" y="3030538"/>
          <p14:tracePt t="25627" x="7264400" y="2997200"/>
          <p14:tracePt t="25636" x="7256463" y="2989263"/>
          <p14:tracePt t="25644" x="7256463" y="2954338"/>
          <p14:tracePt t="25652" x="7239000" y="2938463"/>
          <p14:tracePt t="25660" x="7239000" y="2895600"/>
          <p14:tracePt t="25668" x="7239000" y="2852738"/>
          <p14:tracePt t="25677" x="7239000" y="2801938"/>
          <p14:tracePt t="25685" x="7239000" y="2760663"/>
          <p14:tracePt t="25693" x="7239000" y="2700338"/>
          <p14:tracePt t="25701" x="7239000" y="2667000"/>
          <p14:tracePt t="25710" x="7264400" y="2624138"/>
          <p14:tracePt t="25717" x="7297738" y="2598738"/>
          <p14:tracePt t="25726" x="7323138" y="2565400"/>
          <p14:tracePt t="25734" x="7358063" y="2547938"/>
          <p14:tracePt t="25742" x="7391400" y="2540000"/>
          <p14:tracePt t="25750" x="7434263" y="2540000"/>
          <p14:tracePt t="25758" x="7475538" y="2540000"/>
          <p14:tracePt t="25767" x="7518400" y="2540000"/>
          <p14:tracePt t="25775" x="7586663" y="2540000"/>
          <p14:tracePt t="25783" x="7645400" y="2540000"/>
          <p14:tracePt t="25791" x="7670800" y="2540000"/>
          <p14:tracePt t="25799" x="7729538" y="2540000"/>
          <p14:tracePt t="25808" x="7780338" y="2540000"/>
          <p14:tracePt t="25816" x="7805738" y="2547938"/>
          <p14:tracePt t="25824" x="7840663" y="2565400"/>
          <p14:tracePt t="25832" x="7866063" y="2598738"/>
          <p14:tracePt t="25841" x="7881938" y="2608263"/>
          <p14:tracePt t="25849" x="7899400" y="2624138"/>
          <p14:tracePt t="25857" x="7916863" y="2641600"/>
          <p14:tracePt t="25865" x="7924800" y="2659063"/>
          <p14:tracePt t="25873" x="7942263" y="2684463"/>
          <p14:tracePt t="25881" x="7942263" y="2700338"/>
          <p14:tracePt t="25890" x="7958138" y="2735263"/>
          <p14:tracePt t="25898" x="7958138" y="2743200"/>
          <p14:tracePt t="25906" x="7958138" y="2760663"/>
          <p14:tracePt t="25914" x="7958138" y="2794000"/>
          <p14:tracePt t="25923" x="7958138" y="2819400"/>
          <p14:tracePt t="25931" x="7958138" y="2836863"/>
          <p14:tracePt t="25939" x="7958138" y="2852738"/>
          <p14:tracePt t="25947" x="7958138" y="2878138"/>
          <p14:tracePt t="25956" x="7958138" y="2895600"/>
          <p14:tracePt t="25963" x="7924800" y="2928938"/>
          <p14:tracePt t="25972" x="7899400" y="2954338"/>
          <p14:tracePt t="25980" x="7881938" y="2989263"/>
          <p14:tracePt t="25989" x="7848600" y="2997200"/>
          <p14:tracePt t="25996" x="7805738" y="3014663"/>
          <p14:tracePt t="26006" x="7780338" y="3030538"/>
          <p14:tracePt t="26013" x="7721600" y="3048000"/>
          <p14:tracePt t="26023" x="7688263" y="3048000"/>
          <p14:tracePt t="26029" x="7653338" y="3048000"/>
          <p14:tracePt t="26040" x="7627938" y="3048000"/>
          <p14:tracePt t="26045" x="7612063" y="3048000"/>
          <p14:tracePt t="26056" x="7594600" y="3014663"/>
          <p14:tracePt t="26062" x="7569200" y="2989263"/>
          <p14:tracePt t="26072" x="7569200" y="2954338"/>
          <p14:tracePt t="26078" x="7551738" y="2913063"/>
          <p14:tracePt t="26090" x="7551738" y="2878138"/>
          <p14:tracePt t="26095" x="7551738" y="2852738"/>
          <p14:tracePt t="26106" x="7551738" y="2794000"/>
          <p14:tracePt t="26111" x="7551738" y="2717800"/>
          <p14:tracePt t="26123" x="7551738" y="2700338"/>
          <p14:tracePt t="26127" x="7551738" y="2659063"/>
          <p14:tracePt t="26139" x="7586663" y="2608263"/>
          <p14:tracePt t="26144" x="7612063" y="2582863"/>
          <p14:tracePt t="26156" x="7645400" y="2565400"/>
          <p14:tracePt t="26160" x="7688263" y="2547938"/>
          <p14:tracePt t="26172" x="7721600" y="2547938"/>
          <p14:tracePt t="26177" x="7747000" y="2547938"/>
          <p14:tracePt t="26190" x="7789863" y="2547938"/>
          <p14:tracePt t="26193" x="7840663" y="2547938"/>
          <p14:tracePt t="26206" x="7899400" y="2565400"/>
          <p14:tracePt t="26209" x="7942263" y="2598738"/>
          <p14:tracePt t="26223" x="7983538" y="2641600"/>
          <p14:tracePt t="26226" x="8018463" y="2659063"/>
          <p14:tracePt t="26239" x="8051800" y="2700338"/>
          <p14:tracePt t="26243" x="8059738" y="2735263"/>
          <p14:tracePt t="26256" x="8077200" y="2776538"/>
          <p14:tracePt t="26259" x="8094663" y="2794000"/>
          <p14:tracePt t="26273" x="8110538" y="2819400"/>
          <p14:tracePt t="26276" x="8110538" y="2836863"/>
          <p14:tracePt t="26290" x="8110538" y="2870200"/>
          <p14:tracePt t="26292" x="8110538" y="2895600"/>
          <p14:tracePt t="26306" x="8110538" y="2913063"/>
          <p14:tracePt t="26309" x="8110538" y="2938463"/>
          <p14:tracePt t="26323" x="8094663" y="2971800"/>
          <p14:tracePt t="26325" x="8059738" y="2997200"/>
          <p14:tracePt t="26339" x="8018463" y="3030538"/>
          <p14:tracePt t="26342" x="7975600" y="3048000"/>
          <p14:tracePt t="26356" x="7916863" y="3073400"/>
          <p14:tracePt t="26357" x="7881938" y="3073400"/>
          <p14:tracePt t="26365" x="7823200" y="3090863"/>
          <p14:tracePt t="26373" x="7764463" y="3106738"/>
          <p14:tracePt t="26382" x="7704138" y="3106738"/>
          <p14:tracePt t="26390" x="7653338" y="3106738"/>
          <p14:tracePt t="26398" x="7594600" y="3106738"/>
          <p14:tracePt t="26406" x="7551738" y="3090863"/>
          <p14:tracePt t="26414" x="7510463" y="3065463"/>
          <p14:tracePt t="26423" x="7459663" y="3030538"/>
          <p14:tracePt t="26431" x="7416800" y="2989263"/>
          <p14:tracePt t="26439" x="7399338" y="2938463"/>
          <p14:tracePt t="26447" x="7373938" y="2913063"/>
          <p14:tracePt t="26455" x="7358063" y="2870200"/>
          <p14:tracePt t="26464" x="7358063" y="2852738"/>
          <p14:tracePt t="26472" x="7340600" y="2819400"/>
          <p14:tracePt t="26480" x="7340600" y="2801938"/>
          <p14:tracePt t="26490" x="7340600" y="2794000"/>
          <p14:tracePt t="26496" x="7340600" y="2776538"/>
          <p14:tracePt t="26537" x="7358063" y="2776538"/>
          <p14:tracePt t="26555" x="7373938" y="2776538"/>
          <p14:tracePt t="26562" x="7391400" y="2776538"/>
          <p14:tracePt t="26572" x="7399338" y="2776538"/>
          <p14:tracePt t="26578" x="7399338" y="2794000"/>
          <p14:tracePt t="26588" x="7416800" y="2794000"/>
          <p14:tracePt t="26595" x="7434263" y="2801938"/>
          <p14:tracePt t="26602" x="7434263" y="2819400"/>
          <p14:tracePt t="26611" x="7450138" y="2819400"/>
          <p14:tracePt t="26619" x="7450138" y="2836863"/>
          <p14:tracePt t="26635" x="7459663" y="2836863"/>
          <p14:tracePt t="26644" x="7459663" y="2852738"/>
          <p14:tracePt t="26660" x="7459663" y="2870200"/>
          <p14:tracePt t="26684" x="7459663" y="2878138"/>
          <p14:tracePt t="26791" x="7475538" y="2878138"/>
          <p14:tracePt t="26800" x="7493000" y="2878138"/>
          <p14:tracePt t="26816" x="7518400" y="2895600"/>
          <p14:tracePt t="26824" x="7551738" y="2913063"/>
          <p14:tracePt t="26833" x="7569200" y="2928938"/>
          <p14:tracePt t="26840" x="7586663" y="2938463"/>
          <p14:tracePt t="26849" x="7612063" y="2971800"/>
          <p14:tracePt t="26857" x="7627938" y="2997200"/>
          <p14:tracePt t="26865" x="7645400" y="3014663"/>
          <p14:tracePt t="26873" x="7653338" y="3030538"/>
          <p14:tracePt t="26882" x="7653338" y="3065463"/>
          <p14:tracePt t="26890" x="7670800" y="3073400"/>
          <p14:tracePt t="26898" x="7670800" y="3090863"/>
          <p14:tracePt t="26914" x="7670800" y="3106738"/>
          <p14:tracePt t="26923" x="7670800" y="3124200"/>
          <p14:tracePt t="26955" x="7653338" y="3124200"/>
          <p14:tracePt t="26964" x="7645400" y="3124200"/>
          <p14:tracePt t="26972" x="7627938" y="3124200"/>
          <p14:tracePt t="26980" x="7612063" y="3124200"/>
          <p14:tracePt t="26996" x="7594600" y="3124200"/>
          <p14:tracePt t="27005" x="7594600" y="3106738"/>
          <p14:tracePt t="27013" x="7586663" y="3090863"/>
          <p14:tracePt t="27022" x="7586663" y="3065463"/>
          <p14:tracePt t="27029" x="7569200" y="3030538"/>
          <p14:tracePt t="27039" x="7569200" y="3014663"/>
          <p14:tracePt t="27045" x="7569200" y="2989263"/>
          <p14:tracePt t="27055" x="7569200" y="2971800"/>
          <p14:tracePt t="27062" x="7569200" y="2954338"/>
          <p14:tracePt t="27071" x="7569200" y="2928938"/>
          <p14:tracePt t="27078" x="7569200" y="2913063"/>
          <p14:tracePt t="27088" x="7569200" y="2895600"/>
          <p14:tracePt t="27111" x="7586663" y="2878138"/>
          <p14:tracePt t="27128" x="7612063" y="2878138"/>
          <p14:tracePt t="27135" x="7627938" y="2878138"/>
          <p14:tracePt t="27144" x="7645400" y="2878138"/>
          <p14:tracePt t="27152" x="7653338" y="2878138"/>
          <p14:tracePt t="27160" x="7670800" y="2878138"/>
          <p14:tracePt t="27168" x="7704138" y="2878138"/>
          <p14:tracePt t="27176" x="7704138" y="2895600"/>
          <p14:tracePt t="27185" x="7721600" y="2895600"/>
          <p14:tracePt t="27193" x="7729538" y="2913063"/>
          <p14:tracePt t="27209" x="7729538" y="2928938"/>
          <p14:tracePt t="27217" x="7747000" y="2928938"/>
          <p14:tracePt t="27225" x="7747000" y="2938463"/>
          <p14:tracePt t="27250" x="7747000" y="2954338"/>
          <p14:tracePt t="27283" x="7747000" y="2971800"/>
          <p14:tracePt t="27324" x="7729538" y="2971800"/>
          <p14:tracePt t="27333" x="7721600" y="2971800"/>
          <p14:tracePt t="27349" x="7704138" y="2971800"/>
          <p14:tracePt t="27357" x="7688263" y="2971800"/>
          <p14:tracePt t="27365" x="7670800" y="2971800"/>
          <p14:tracePt t="27373" x="7645400" y="2971800"/>
          <p14:tracePt t="27382" x="7627938" y="2971800"/>
          <p14:tracePt t="27398" x="7612063" y="2971800"/>
          <p14:tracePt t="27406" x="7594600" y="2971800"/>
          <p14:tracePt t="27414" x="7586663" y="2971800"/>
          <p14:tracePt t="27431" x="7569200" y="2971800"/>
          <p14:tracePt t="27439" x="7569200" y="2954338"/>
          <p14:tracePt t="28611" x="7569200" y="2971800"/>
          <p14:tracePt t="28619" x="7569200" y="3200400"/>
          <p14:tracePt t="28627" x="7535863" y="3479800"/>
          <p14:tracePt t="28636" x="7493000" y="3792538"/>
          <p14:tracePt t="28657" x="7358063" y="4503738"/>
          <p14:tracePt t="28660" x="7315200" y="4833938"/>
          <p14:tracePt t="28674" x="7264400" y="5105400"/>
          <p14:tracePt t="28677" x="7188200" y="5707063"/>
          <p14:tracePt t="28690" x="7145338" y="5969000"/>
          <p14:tracePt t="28693" x="7086600" y="6510338"/>
        </p14:tracePtLst>
      </p14:laserTraceLst>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CF789-D99E-532F-8B75-23ABF4A5A98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424CA0-8E8A-2291-7416-480978ADF341}"/>
              </a:ext>
            </a:extLst>
          </p:cNvPr>
          <p:cNvSpPr>
            <a:spLocks noGrp="1"/>
          </p:cNvSpPr>
          <p:nvPr>
            <p:ph type="sldNum" sz="quarter" idx="13"/>
          </p:nvPr>
        </p:nvSpPr>
        <p:spPr/>
        <p:txBody>
          <a:bodyPr/>
          <a:lstStyle/>
          <a:p>
            <a:fld id="{EB4B8DE2-A4E8-46E4-8BBF-D75455EFF32C}" type="slidenum">
              <a:rPr lang="en-US" smtClean="0"/>
              <a:pPr/>
              <a:t>38</a:t>
            </a:fld>
            <a:endParaRPr lang="en-US" dirty="0"/>
          </a:p>
        </p:txBody>
      </p:sp>
      <p:sp>
        <p:nvSpPr>
          <p:cNvPr id="5" name="Content Placeholder 4">
            <a:extLst>
              <a:ext uri="{FF2B5EF4-FFF2-40B4-BE49-F238E27FC236}">
                <a16:creationId xmlns:a16="http://schemas.microsoft.com/office/drawing/2014/main" id="{92BC89B9-B4F6-6E97-FE73-3BA1D60EE66E}"/>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3FAAF93C-1E8F-5463-522C-5377E6193444}"/>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Sampling from DDPM</a:t>
            </a:r>
            <a:endParaRPr lang="en-KR" sz="2000"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0C83AE9-028E-C42B-29E6-A72452D506AD}"/>
                  </a:ext>
                </a:extLst>
              </p:cNvPr>
              <p:cNvSpPr txBox="1"/>
              <p:nvPr/>
            </p:nvSpPr>
            <p:spPr>
              <a:xfrm>
                <a:off x="3411001" y="3591622"/>
                <a:ext cx="5369996" cy="369332"/>
              </a:xfrm>
              <a:prstGeom prst="rect">
                <a:avLst/>
              </a:prstGeom>
              <a:noFill/>
            </p:spPr>
            <p:txBody>
              <a:bodyPr wrap="none" lIns="0" rIns="0" rtlCol="0">
                <a:spAutoFit/>
              </a:bodyPr>
              <a:lstStyle/>
              <a:p>
                <a:pPr algn="ctr"/>
                <a:r>
                  <a:rPr lang="en-KR" dirty="0">
                    <a:latin typeface="Pretendard Medium" panose="02000503000000020004" pitchFamily="2" charset="-127"/>
                    <a:ea typeface="Pretendard Medium" panose="02000503000000020004" pitchFamily="2" charset="-127"/>
                    <a:cs typeface="Pretendard Medium" panose="02000503000000020004" pitchFamily="2" charset="-127"/>
                  </a:rPr>
                  <a:t>In principle, </a:t>
                </a:r>
                <a14:m>
                  <m:oMath xmlns:m="http://schemas.openxmlformats.org/officeDocument/2006/math">
                    <m:sSub>
                      <m:sSubPr>
                        <m:ctrlPr>
                          <a:rPr lang="en-US" i="1">
                            <a:latin typeface="Cambria Math" panose="02040503050406030204" pitchFamily="18" charset="0"/>
                            <a:ea typeface="Pretendard Medium" panose="02000503000000020004" pitchFamily="2" charset="-127"/>
                            <a:cs typeface="Pretendard Medium" panose="02000503000000020004" pitchFamily="2" charset="-127"/>
                          </a:rPr>
                        </m:ctrlPr>
                      </m:sSubPr>
                      <m:e>
                        <m:r>
                          <a:rPr lang="en-US" b="1" i="1">
                            <a:latin typeface="Cambria Math" panose="02040503050406030204" pitchFamily="18" charset="0"/>
                            <a:ea typeface="Pretendard Medium" panose="02000503000000020004" pitchFamily="2" charset="-127"/>
                            <a:cs typeface="Pretendard Medium" panose="02000503000000020004" pitchFamily="2" charset="-127"/>
                          </a:rPr>
                          <m:t>𝒙</m:t>
                        </m:r>
                      </m:e>
                      <m:sub>
                        <m:r>
                          <a:rPr lang="en-US" i="1">
                            <a:latin typeface="Cambria Math" panose="02040503050406030204" pitchFamily="18" charset="0"/>
                            <a:ea typeface="Pretendard Medium" panose="02000503000000020004" pitchFamily="2" charset="-127"/>
                            <a:cs typeface="Pretendard Medium" panose="02000503000000020004" pitchFamily="2" charset="-127"/>
                          </a:rPr>
                          <m:t>0</m:t>
                        </m:r>
                      </m:sub>
                    </m:sSub>
                  </m:oMath>
                </a14:m>
                <a:r>
                  <a:rPr lang="en-KR" dirty="0">
                    <a:latin typeface="Pretendard Medium" panose="02000503000000020004" pitchFamily="2" charset="-127"/>
                    <a:ea typeface="Pretendard Medium" panose="02000503000000020004" pitchFamily="2" charset="-127"/>
                    <a:cs typeface="Pretendard Medium" panose="02000503000000020004" pitchFamily="2" charset="-127"/>
                  </a:rPr>
                  <a:t> can be generated from any timestep</a:t>
                </a:r>
              </a:p>
            </p:txBody>
          </p:sp>
        </mc:Choice>
        <mc:Fallback xmlns="">
          <p:sp>
            <p:nvSpPr>
              <p:cNvPr id="37" name="TextBox 36">
                <a:extLst>
                  <a:ext uri="{FF2B5EF4-FFF2-40B4-BE49-F238E27FC236}">
                    <a16:creationId xmlns:a16="http://schemas.microsoft.com/office/drawing/2014/main" id="{90C83AE9-028E-C42B-29E6-A72452D506AD}"/>
                  </a:ext>
                </a:extLst>
              </p:cNvPr>
              <p:cNvSpPr txBox="1">
                <a:spLocks noRot="1" noChangeAspect="1" noMove="1" noResize="1" noEditPoints="1" noAdjustHandles="1" noChangeArrowheads="1" noChangeShapeType="1" noTextEdit="1"/>
              </p:cNvSpPr>
              <p:nvPr/>
            </p:nvSpPr>
            <p:spPr>
              <a:xfrm>
                <a:off x="3411001" y="3591622"/>
                <a:ext cx="5369996" cy="369332"/>
              </a:xfrm>
              <a:prstGeom prst="rect">
                <a:avLst/>
              </a:prstGeom>
              <a:blipFill>
                <a:blip r:embed="rId5"/>
                <a:stretch>
                  <a:fillRect l="-2123" t="-6667" r="-2123" b="-23333"/>
                </a:stretch>
              </a:blipFill>
            </p:spPr>
            <p:txBody>
              <a:bodyPr/>
              <a:lstStyle/>
              <a:p>
                <a:r>
                  <a:rPr lang="en-KR">
                    <a:noFill/>
                  </a:rPr>
                  <a:t> </a:t>
                </a:r>
              </a:p>
            </p:txBody>
          </p:sp>
        </mc:Fallback>
      </mc:AlternateContent>
      <p:pic>
        <p:nvPicPr>
          <p:cNvPr id="3" name="Picture 2">
            <a:extLst>
              <a:ext uri="{FF2B5EF4-FFF2-40B4-BE49-F238E27FC236}">
                <a16:creationId xmlns:a16="http://schemas.microsoft.com/office/drawing/2014/main" id="{2D5BF5FA-E4D7-2DDA-4B5F-39506DEBC982}"/>
              </a:ext>
            </a:extLst>
          </p:cNvPr>
          <p:cNvPicPr>
            <a:picLocks noChangeAspect="1"/>
          </p:cNvPicPr>
          <p:nvPr/>
        </p:nvPicPr>
        <p:blipFill>
          <a:blip r:embed="rId6"/>
          <a:stretch>
            <a:fillRect/>
          </a:stretch>
        </p:blipFill>
        <p:spPr>
          <a:xfrm>
            <a:off x="609600" y="1188155"/>
            <a:ext cx="4746743" cy="22680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4980E4F-E057-139C-D37D-44659E83E37D}"/>
                  </a:ext>
                </a:extLst>
              </p:cNvPr>
              <p:cNvSpPr txBox="1"/>
              <p:nvPr/>
            </p:nvSpPr>
            <p:spPr>
              <a:xfrm>
                <a:off x="5130580" y="1677720"/>
                <a:ext cx="6094674" cy="7587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𝝁</m:t>
                          </m:r>
                        </m:e>
                        <m:sub>
                          <m:r>
                            <a:rPr lang="en-US" b="1" i="1" smtClean="0">
                              <a:solidFill>
                                <a:schemeClr val="tx1"/>
                              </a:solidFill>
                              <a:latin typeface="Cambria Math" panose="02040503050406030204" pitchFamily="18" charset="0"/>
                              <a:ea typeface="Cambria Math" panose="02040503050406030204" pitchFamily="18" charset="0"/>
                            </a:rPr>
                            <m:t>𝜽</m:t>
                          </m:r>
                        </m:sub>
                      </m:sSub>
                      <m:d>
                        <m:dPr>
                          <m:ctrlPr>
                            <a:rPr lang="en-US" b="1"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b="1"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e>
                      </m:d>
                      <m:r>
                        <a:rPr lang="en-US" b="0" i="1" smtClean="0">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rad>
                        </m:den>
                      </m:f>
                      <m:d>
                        <m:dPr>
                          <m:ctrlPr>
                            <a:rPr lang="en-US"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𝛽</m:t>
                                  </m:r>
                                </m:e>
                                <m:sub>
                                  <m:r>
                                    <a:rPr lang="en-US" i="1">
                                      <a:solidFill>
                                        <a:schemeClr val="tx1"/>
                                      </a:solidFill>
                                      <a:latin typeface="Cambria Math" panose="02040503050406030204" pitchFamily="18" charset="0"/>
                                      <a:ea typeface="Cambria Math" panose="02040503050406030204" pitchFamily="18" charset="0"/>
                                    </a:rPr>
                                    <m:t>𝑡</m:t>
                                  </m:r>
                                </m:sub>
                              </m:sSub>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1−</m:t>
                                  </m:r>
                                  <m:acc>
                                    <m:accPr>
                                      <m:chr m:val="̅"/>
                                      <m:ctrlPr>
                                        <a:rPr lang="en-US" i="1">
                                          <a:solidFill>
                                            <a:schemeClr val="tx1"/>
                                          </a:solidFill>
                                          <a:latin typeface="Cambria Math" panose="02040503050406030204" pitchFamily="18" charset="0"/>
                                          <a:ea typeface="Cambria Math" panose="02040503050406030204" pitchFamily="18" charset="0"/>
                                        </a:rPr>
                                      </m:ctrlPr>
                                    </m:acc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acc>
                                </m:e>
                              </m:rad>
                            </m:den>
                          </m:f>
                          <m:sSub>
                            <m:sSubPr>
                              <m:ctrlPr>
                                <a:rPr lang="en-US" i="1" smtClean="0">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𝝐</m:t>
                              </m:r>
                            </m:e>
                            <m:sub>
                              <m:r>
                                <a:rPr lang="en-US" b="0" i="1" smtClean="0">
                                  <a:solidFill>
                                    <a:schemeClr val="tx1"/>
                                  </a:solidFill>
                                  <a:latin typeface="Cambria Math" panose="02040503050406030204" pitchFamily="18" charset="0"/>
                                  <a:ea typeface="Cambria Math" panose="02040503050406030204" pitchFamily="18" charset="0"/>
                                </a:rPr>
                                <m:t>𝜃</m:t>
                              </m:r>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𝑡</m:t>
                              </m:r>
                            </m:sub>
                          </m:sSub>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r>
                            <a:rPr lang="en-US" b="0" i="1" smtClean="0">
                              <a:solidFill>
                                <a:schemeClr val="tx1"/>
                              </a:solidFill>
                              <a:latin typeface="Cambria Math" panose="02040503050406030204" pitchFamily="18" charset="0"/>
                              <a:ea typeface="Cambria Math" panose="02040503050406030204" pitchFamily="18" charset="0"/>
                            </a:rPr>
                            <m:t>)</m:t>
                          </m:r>
                        </m:e>
                      </m:d>
                    </m:oMath>
                  </m:oMathPara>
                </a14:m>
                <a:endParaRPr lang="en-KR" dirty="0">
                  <a:solidFill>
                    <a:schemeClr val="tx1"/>
                  </a:solidFill>
                </a:endParaRPr>
              </a:p>
            </p:txBody>
          </p:sp>
        </mc:Choice>
        <mc:Fallback xmlns="">
          <p:sp>
            <p:nvSpPr>
              <p:cNvPr id="15" name="TextBox 14">
                <a:extLst>
                  <a:ext uri="{FF2B5EF4-FFF2-40B4-BE49-F238E27FC236}">
                    <a16:creationId xmlns:a16="http://schemas.microsoft.com/office/drawing/2014/main" id="{C4980E4F-E057-139C-D37D-44659E83E37D}"/>
                  </a:ext>
                </a:extLst>
              </p:cNvPr>
              <p:cNvSpPr txBox="1">
                <a:spLocks noRot="1" noChangeAspect="1" noMove="1" noResize="1" noEditPoints="1" noAdjustHandles="1" noChangeArrowheads="1" noChangeShapeType="1" noTextEdit="1"/>
              </p:cNvSpPr>
              <p:nvPr/>
            </p:nvSpPr>
            <p:spPr>
              <a:xfrm>
                <a:off x="5130580" y="1677720"/>
                <a:ext cx="6094674" cy="758797"/>
              </a:xfrm>
              <a:prstGeom prst="rect">
                <a:avLst/>
              </a:prstGeom>
              <a:blipFill>
                <a:blip r:embed="rId7"/>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CD71DBC-4046-F48E-5DE4-F75A45541CBC}"/>
                  </a:ext>
                </a:extLst>
              </p:cNvPr>
              <p:cNvSpPr txBox="1"/>
              <p:nvPr/>
            </p:nvSpPr>
            <p:spPr>
              <a:xfrm>
                <a:off x="6126365" y="1191530"/>
                <a:ext cx="4829464"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0" smtClean="0">
                              <a:solidFill>
                                <a:schemeClr val="tx1"/>
                              </a:solidFill>
                              <a:latin typeface="Cambria Math" panose="02040503050406030204" pitchFamily="18" charset="0"/>
                              <a:ea typeface="Cambria Math" panose="02040503050406030204" pitchFamily="18" charset="0"/>
                            </a:rPr>
                            <m:t>𝚺</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KR" sz="2000" dirty="0">
                  <a:solidFill>
                    <a:schemeClr val="tx1"/>
                  </a:solidFill>
                </a:endParaRPr>
              </a:p>
            </p:txBody>
          </p:sp>
        </mc:Choice>
        <mc:Fallback xmlns="">
          <p:sp>
            <p:nvSpPr>
              <p:cNvPr id="16" name="TextBox 15">
                <a:extLst>
                  <a:ext uri="{FF2B5EF4-FFF2-40B4-BE49-F238E27FC236}">
                    <a16:creationId xmlns:a16="http://schemas.microsoft.com/office/drawing/2014/main" id="{3CD71DBC-4046-F48E-5DE4-F75A45541CBC}"/>
                  </a:ext>
                </a:extLst>
              </p:cNvPr>
              <p:cNvSpPr txBox="1">
                <a:spLocks noRot="1" noChangeAspect="1" noMove="1" noResize="1" noEditPoints="1" noAdjustHandles="1" noChangeArrowheads="1" noChangeShapeType="1" noTextEdit="1"/>
              </p:cNvSpPr>
              <p:nvPr/>
            </p:nvSpPr>
            <p:spPr>
              <a:xfrm>
                <a:off x="6126365" y="1191530"/>
                <a:ext cx="4829464" cy="400110"/>
              </a:xfrm>
              <a:prstGeom prst="rect">
                <a:avLst/>
              </a:prstGeom>
              <a:blipFill>
                <a:blip r:embed="rId8"/>
                <a:stretch>
                  <a:fillRect l="-1050" r="-1575" b="-1818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1F5B5C0-65CC-59E1-6357-65C93545254A}"/>
                  </a:ext>
                </a:extLst>
              </p:cNvPr>
              <p:cNvSpPr txBox="1"/>
              <p:nvPr/>
            </p:nvSpPr>
            <p:spPr>
              <a:xfrm>
                <a:off x="6095999" y="2595376"/>
                <a:ext cx="6094674" cy="3711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𝚺</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Pretendard" panose="02000503000000020004" pitchFamily="2" charset="-127"/>
                              <a:cs typeface="Pretendard" panose="02000503000000020004" pitchFamily="2" charset="-127"/>
                            </a:rPr>
                          </m:ctrlPr>
                        </m:sSubSupPr>
                        <m:e>
                          <m:r>
                            <a:rPr lang="en-US" i="1">
                              <a:latin typeface="Cambria Math" panose="02040503050406030204" pitchFamily="18" charset="0"/>
                              <a:ea typeface="Pretendard" panose="02000503000000020004" pitchFamily="2" charset="-127"/>
                              <a:cs typeface="Pretendard" panose="02000503000000020004" pitchFamily="2" charset="-127"/>
                            </a:rPr>
                            <m:t>𝜎</m:t>
                          </m:r>
                        </m:e>
                        <m:sub>
                          <m:r>
                            <a:rPr lang="en-US" i="1">
                              <a:latin typeface="Cambria Math" panose="02040503050406030204" pitchFamily="18" charset="0"/>
                              <a:ea typeface="Pretendard" panose="02000503000000020004" pitchFamily="2" charset="-127"/>
                              <a:cs typeface="Pretendard" panose="02000503000000020004" pitchFamily="2" charset="-127"/>
                            </a:rPr>
                            <m:t>𝑡</m:t>
                          </m:r>
                        </m:sub>
                        <m:sup>
                          <m:r>
                            <a:rPr lang="en-US" i="1">
                              <a:latin typeface="Cambria Math" panose="02040503050406030204" pitchFamily="18" charset="0"/>
                              <a:ea typeface="Pretendard" panose="02000503000000020004" pitchFamily="2" charset="-127"/>
                              <a:cs typeface="Pretendard" panose="02000503000000020004" pitchFamily="2" charset="-127"/>
                            </a:rPr>
                            <m:t>2</m:t>
                          </m:r>
                        </m:sup>
                      </m:sSubSup>
                      <m:r>
                        <a:rPr lang="en-US" b="1">
                          <a:latin typeface="Cambria Math" panose="02040503050406030204" pitchFamily="18" charset="0"/>
                          <a:ea typeface="Pretendard" panose="02000503000000020004" pitchFamily="2" charset="-127"/>
                          <a:cs typeface="Pretendard" panose="02000503000000020004" pitchFamily="2" charset="-127"/>
                        </a:rPr>
                        <m:t>𝐈</m:t>
                      </m:r>
                    </m:oMath>
                  </m:oMathPara>
                </a14:m>
                <a:endParaRPr lang="en-KR" dirty="0"/>
              </a:p>
            </p:txBody>
          </p:sp>
        </mc:Choice>
        <mc:Fallback xmlns="">
          <p:sp>
            <p:nvSpPr>
              <p:cNvPr id="19" name="TextBox 18">
                <a:extLst>
                  <a:ext uri="{FF2B5EF4-FFF2-40B4-BE49-F238E27FC236}">
                    <a16:creationId xmlns:a16="http://schemas.microsoft.com/office/drawing/2014/main" id="{01F5B5C0-65CC-59E1-6357-65C93545254A}"/>
                  </a:ext>
                </a:extLst>
              </p:cNvPr>
              <p:cNvSpPr txBox="1">
                <a:spLocks noRot="1" noChangeAspect="1" noMove="1" noResize="1" noEditPoints="1" noAdjustHandles="1" noChangeArrowheads="1" noChangeShapeType="1" noTextEdit="1"/>
              </p:cNvSpPr>
              <p:nvPr/>
            </p:nvSpPr>
            <p:spPr>
              <a:xfrm>
                <a:off x="6095999" y="2595376"/>
                <a:ext cx="6094674" cy="371127"/>
              </a:xfrm>
              <a:prstGeom prst="rect">
                <a:avLst/>
              </a:prstGeom>
              <a:blipFill>
                <a:blip r:embed="rId9"/>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C739A79-63A6-C649-BD60-9000FF052E85}"/>
                  </a:ext>
                </a:extLst>
              </p:cNvPr>
              <p:cNvSpPr txBox="1"/>
              <p:nvPr/>
            </p:nvSpPr>
            <p:spPr>
              <a:xfrm>
                <a:off x="4419439" y="3893541"/>
                <a:ext cx="3341620" cy="676532"/>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𝑡</m:t>
                                  </m:r>
                                </m:sub>
                              </m:sSub>
                            </m:e>
                          </m:rad>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𝑡</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sub>
                          </m:sSub>
                        </m:e>
                      </m:rad>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𝝐</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rPr>
                        <m:t>)</m:t>
                      </m:r>
                    </m:oMath>
                  </m:oMathPara>
                </a14:m>
                <a:endParaRPr lang="en-KR" dirty="0" err="1"/>
              </a:p>
            </p:txBody>
          </p:sp>
        </mc:Choice>
        <mc:Fallback xmlns="">
          <p:sp>
            <p:nvSpPr>
              <p:cNvPr id="2" name="TextBox 1">
                <a:extLst>
                  <a:ext uri="{FF2B5EF4-FFF2-40B4-BE49-F238E27FC236}">
                    <a16:creationId xmlns:a16="http://schemas.microsoft.com/office/drawing/2014/main" id="{0C739A79-63A6-C649-BD60-9000FF052E85}"/>
                  </a:ext>
                </a:extLst>
              </p:cNvPr>
              <p:cNvSpPr txBox="1">
                <a:spLocks noRot="1" noChangeAspect="1" noMove="1" noResize="1" noEditPoints="1" noAdjustHandles="1" noChangeArrowheads="1" noChangeShapeType="1" noTextEdit="1"/>
              </p:cNvSpPr>
              <p:nvPr/>
            </p:nvSpPr>
            <p:spPr>
              <a:xfrm>
                <a:off x="4419439" y="3893541"/>
                <a:ext cx="3341620" cy="676532"/>
              </a:xfrm>
              <a:prstGeom prst="rect">
                <a:avLst/>
              </a:prstGeom>
              <a:blipFill>
                <a:blip r:embed="rId10"/>
                <a:stretch>
                  <a:fillRect l="-1136" r="-1894"/>
                </a:stretch>
              </a:blipFill>
            </p:spPr>
            <p:txBody>
              <a:bodyPr/>
              <a:lstStyle/>
              <a:p>
                <a:r>
                  <a:rPr lang="en-KR">
                    <a:noFill/>
                  </a:rPr>
                  <a:t> </a:t>
                </a:r>
              </a:p>
            </p:txBody>
          </p:sp>
        </mc:Fallback>
      </mc:AlternateContent>
      <p:grpSp>
        <p:nvGrpSpPr>
          <p:cNvPr id="22" name="Group 21">
            <a:extLst>
              <a:ext uri="{FF2B5EF4-FFF2-40B4-BE49-F238E27FC236}">
                <a16:creationId xmlns:a16="http://schemas.microsoft.com/office/drawing/2014/main" id="{1548F82A-C49F-D9E5-1E6C-0AB35823A950}"/>
              </a:ext>
            </a:extLst>
          </p:cNvPr>
          <p:cNvGrpSpPr/>
          <p:nvPr/>
        </p:nvGrpSpPr>
        <p:grpSpPr>
          <a:xfrm>
            <a:off x="689204" y="5003543"/>
            <a:ext cx="10813589" cy="1339446"/>
            <a:chOff x="689205" y="4656027"/>
            <a:chExt cx="10813589" cy="1339446"/>
          </a:xfrm>
        </p:grpSpPr>
        <p:grpSp>
          <p:nvGrpSpPr>
            <p:cNvPr id="23" name="Group 22">
              <a:extLst>
                <a:ext uri="{FF2B5EF4-FFF2-40B4-BE49-F238E27FC236}">
                  <a16:creationId xmlns:a16="http://schemas.microsoft.com/office/drawing/2014/main" id="{B7724D59-05D5-80BD-76A7-2359827D8025}"/>
                </a:ext>
              </a:extLst>
            </p:cNvPr>
            <p:cNvGrpSpPr/>
            <p:nvPr/>
          </p:nvGrpSpPr>
          <p:grpSpPr>
            <a:xfrm>
              <a:off x="689205" y="4656027"/>
              <a:ext cx="10813589" cy="1339446"/>
              <a:chOff x="706363" y="3122264"/>
              <a:chExt cx="10813589" cy="1339446"/>
            </a:xfrm>
          </p:grpSpPr>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0CDD6C63-E857-C244-6894-E5584CD95296}"/>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30" name="Oval 29">
                    <a:extLst>
                      <a:ext uri="{FF2B5EF4-FFF2-40B4-BE49-F238E27FC236}">
                        <a16:creationId xmlns:a16="http://schemas.microsoft.com/office/drawing/2014/main" id="{0CDD6C63-E857-C244-6894-E5584CD95296}"/>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11"/>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E49BB835-344A-0E79-A8FF-E8201BC549E2}"/>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43" name="Oval 42">
                    <a:extLst>
                      <a:ext uri="{FF2B5EF4-FFF2-40B4-BE49-F238E27FC236}">
                        <a16:creationId xmlns:a16="http://schemas.microsoft.com/office/drawing/2014/main" id="{E49BB835-344A-0E79-A8FF-E8201BC549E2}"/>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12"/>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4" name="Oval 43">
                    <a:extLst>
                      <a:ext uri="{FF2B5EF4-FFF2-40B4-BE49-F238E27FC236}">
                        <a16:creationId xmlns:a16="http://schemas.microsoft.com/office/drawing/2014/main" id="{6472D656-4CB8-A1DB-3EB4-031640A14D4E}"/>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44" name="Oval 43">
                    <a:extLst>
                      <a:ext uri="{FF2B5EF4-FFF2-40B4-BE49-F238E27FC236}">
                        <a16:creationId xmlns:a16="http://schemas.microsoft.com/office/drawing/2014/main" id="{6472D656-4CB8-A1DB-3EB4-031640A14D4E}"/>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3"/>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5" name="Oval 44">
                    <a:extLst>
                      <a:ext uri="{FF2B5EF4-FFF2-40B4-BE49-F238E27FC236}">
                        <a16:creationId xmlns:a16="http://schemas.microsoft.com/office/drawing/2014/main" id="{931813F9-5420-C3ED-0517-4A4336145F5E}"/>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45" name="Oval 44">
                    <a:extLst>
                      <a:ext uri="{FF2B5EF4-FFF2-40B4-BE49-F238E27FC236}">
                        <a16:creationId xmlns:a16="http://schemas.microsoft.com/office/drawing/2014/main" id="{931813F9-5420-C3ED-0517-4A4336145F5E}"/>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4"/>
                    <a:stretch>
                      <a:fillRect l="-8333"/>
                    </a:stretch>
                  </a:blipFill>
                  <a:ln/>
                </p:spPr>
                <p:txBody>
                  <a:bodyPr/>
                  <a:lstStyle/>
                  <a:p>
                    <a:r>
                      <a:rPr lang="en-KR">
                        <a:noFill/>
                      </a:rPr>
                      <a:t> </a:t>
                    </a:r>
                  </a:p>
                </p:txBody>
              </p:sp>
            </mc:Fallback>
          </mc:AlternateContent>
          <p:pic>
            <p:nvPicPr>
              <p:cNvPr id="46" name="Picture 2">
                <a:extLst>
                  <a:ext uri="{FF2B5EF4-FFF2-40B4-BE49-F238E27FC236}">
                    <a16:creationId xmlns:a16="http://schemas.microsoft.com/office/drawing/2014/main" id="{E059E4CA-E0D0-D094-1813-030148DFEA0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a:extLst>
                  <a:ext uri="{FF2B5EF4-FFF2-40B4-BE49-F238E27FC236}">
                    <a16:creationId xmlns:a16="http://schemas.microsoft.com/office/drawing/2014/main" id="{79309B64-FF32-162D-3851-7FB655A4B97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a:extLst>
                  <a:ext uri="{FF2B5EF4-FFF2-40B4-BE49-F238E27FC236}">
                    <a16:creationId xmlns:a16="http://schemas.microsoft.com/office/drawing/2014/main" id="{9516F3DC-6786-F8CC-BAC3-A85E60FA68D4}"/>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4" name="Elbow Connector 23">
              <a:extLst>
                <a:ext uri="{FF2B5EF4-FFF2-40B4-BE49-F238E27FC236}">
                  <a16:creationId xmlns:a16="http://schemas.microsoft.com/office/drawing/2014/main" id="{62440E9C-3EFA-1D07-2965-7652CA985C36}"/>
                </a:ext>
              </a:extLst>
            </p:cNvPr>
            <p:cNvCxnSpPr>
              <a:stCxn id="44" idx="0"/>
              <a:endCxn id="45" idx="0"/>
            </p:cNvCxnSpPr>
            <p:nvPr/>
          </p:nvCxnSpPr>
          <p:spPr>
            <a:xfrm rot="16200000" flipH="1">
              <a:off x="9118407" y="3268670"/>
              <a:ext cx="19284" cy="2793999"/>
            </a:xfrm>
            <a:prstGeom prst="bentConnector3">
              <a:avLst>
                <a:gd name="adj1" fmla="val -1213840"/>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CD0128B6-000B-90BE-2850-1D5B55AF7EF2}"/>
                </a:ext>
              </a:extLst>
            </p:cNvPr>
            <p:cNvCxnSpPr>
              <a:cxnSpLocks/>
              <a:stCxn id="43" idx="0"/>
              <a:endCxn id="45" idx="0"/>
            </p:cNvCxnSpPr>
            <p:nvPr/>
          </p:nvCxnSpPr>
          <p:spPr>
            <a:xfrm rot="5400000" flipH="1" flipV="1">
              <a:off x="7206116" y="1356379"/>
              <a:ext cx="12700" cy="6637865"/>
            </a:xfrm>
            <a:prstGeom prst="bentConnector3">
              <a:avLst>
                <a:gd name="adj1" fmla="val 2747386"/>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49F73222-94D8-266A-C8C5-E11C25029F0D}"/>
                </a:ext>
              </a:extLst>
            </p:cNvPr>
            <p:cNvCxnSpPr>
              <a:cxnSpLocks/>
              <a:stCxn id="30" idx="0"/>
              <a:endCxn id="45" idx="0"/>
            </p:cNvCxnSpPr>
            <p:nvPr/>
          </p:nvCxnSpPr>
          <p:spPr>
            <a:xfrm rot="16200000" flipH="1">
              <a:off x="5743837" y="-105900"/>
              <a:ext cx="19284" cy="9543139"/>
            </a:xfrm>
            <a:prstGeom prst="bentConnector3">
              <a:avLst>
                <a:gd name="adj1" fmla="val -2092553"/>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pic>
        <p:nvPicPr>
          <p:cNvPr id="13" name="Audio 12">
            <a:extLst>
              <a:ext uri="{FF2B5EF4-FFF2-40B4-BE49-F238E27FC236}">
                <a16:creationId xmlns:a16="http://schemas.microsoft.com/office/drawing/2014/main" id="{384488DF-E432-F486-2527-6F2F34243CB2}"/>
              </a:ext>
            </a:extLst>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54750819"/>
      </p:ext>
    </p:extLst>
  </p:cSld>
  <p:clrMapOvr>
    <a:masterClrMapping/>
  </p:clrMapOvr>
  <mc:AlternateContent xmlns:mc="http://schemas.openxmlformats.org/markup-compatibility/2006">
    <mc:Choice xmlns:p14="http://schemas.microsoft.com/office/powerpoint/2010/main" Requires="p14">
      <p:transition spd="slow" p14:dur="2000" advTm="33290"/>
    </mc:Choice>
    <mc:Fallback>
      <p:transition spd="slow" advTm="332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extLst>
    <p:ext uri="{3A86A75C-4F4B-4683-9AE1-C65F6400EC91}">
      <p14:laserTraceLst xmlns:p14="http://schemas.microsoft.com/office/powerpoint/2010/main">
        <p14:tracePtLst>
          <p14:tracePt t="18049" x="10421938" y="347663"/>
          <p14:tracePt t="18058" x="10152063" y="762000"/>
          <p14:tracePt t="18066" x="9939338" y="1084263"/>
          <p14:tracePt t="18075" x="9710738" y="1455738"/>
          <p14:tracePt t="18080" x="9431338" y="1938338"/>
          <p14:tracePt t="18093" x="9161463" y="2354263"/>
          <p14:tracePt t="18097" x="8813800" y="2852738"/>
          <p14:tracePt t="18107" x="8694738" y="3065463"/>
          <p14:tracePt t="18113" x="8424863" y="3497263"/>
          <p14:tracePt t="18126" x="8170863" y="3860800"/>
          <p14:tracePt t="18129" x="7924800" y="4157663"/>
          <p14:tracePt t="18141" x="7848600" y="4249738"/>
          <p14:tracePt t="18146" x="7704138" y="4427538"/>
          <p14:tracePt t="18159" x="7569200" y="4546600"/>
          <p14:tracePt t="18163" x="7475538" y="4640263"/>
          <p14:tracePt t="18175" x="7416800" y="4699000"/>
          <p14:tracePt t="18179" x="7358063" y="4724400"/>
          <p14:tracePt t="18193" x="7323138" y="4741863"/>
          <p14:tracePt t="18196" x="7297738" y="4757738"/>
          <p14:tracePt t="18208" x="7281863" y="4757738"/>
          <p14:tracePt t="18211" x="7264400" y="4757738"/>
          <p14:tracePt t="18228" x="7256463" y="4757738"/>
          <p14:tracePt t="18242" x="7239000" y="4757738"/>
          <p14:tracePt t="18259" x="7221538" y="4757738"/>
          <p14:tracePt t="18261" x="7205663" y="4757738"/>
          <p14:tracePt t="18275" x="7188200" y="4757738"/>
          <p14:tracePt t="18278" x="7162800" y="4757738"/>
          <p14:tracePt t="18293" x="7145338" y="4757738"/>
          <p14:tracePt t="18293" x="7104063" y="4757738"/>
          <p14:tracePt t="18301" x="7069138" y="4757738"/>
          <p14:tracePt t="18310" x="7027863" y="4757738"/>
          <p14:tracePt t="18317" x="6926263" y="4783138"/>
          <p14:tracePt t="18325" x="6875463" y="4818063"/>
          <p14:tracePt t="18334" x="6799263" y="4833938"/>
          <p14:tracePt t="18342" x="6697663" y="4910138"/>
          <p14:tracePt t="18350" x="6604000" y="4935538"/>
          <p14:tracePt t="18358" x="6578600" y="4970463"/>
          <p14:tracePt t="18366" x="6484938" y="5011738"/>
          <p14:tracePt t="18374" x="6426200" y="5046663"/>
          <p14:tracePt t="18383" x="6367463" y="5072063"/>
          <p14:tracePt t="18391" x="6332538" y="5087938"/>
          <p14:tracePt t="18399" x="6307138" y="5105400"/>
          <p14:tracePt t="18408" x="6291263" y="5113338"/>
          <p14:tracePt t="18416" x="6265863" y="5113338"/>
          <p14:tracePt t="18432" x="6248400" y="5113338"/>
          <p14:tracePt t="18481" x="6230938" y="5105400"/>
          <p14:tracePt t="18490" x="6230938" y="5087938"/>
          <p14:tracePt t="18507" x="6230938" y="5072063"/>
          <p14:tracePt t="18514" x="6230938" y="5054600"/>
          <p14:tracePt t="18523" x="6230938" y="5046663"/>
          <p14:tracePt t="18531" x="6230938" y="5029200"/>
          <p14:tracePt t="18540" x="6230938" y="5011738"/>
          <p14:tracePt t="18547" x="6215063" y="4995863"/>
          <p14:tracePt t="18563" x="6197600" y="4970463"/>
          <p14:tracePt t="18573" x="6197600" y="4953000"/>
          <p14:tracePt t="18580" x="6189663" y="4935538"/>
          <p14:tracePt t="18588" x="6189663" y="4894263"/>
          <p14:tracePt t="18596" x="6172200" y="4859338"/>
          <p14:tracePt t="18604" x="6154738" y="4833938"/>
          <p14:tracePt t="18613" x="6138863" y="4783138"/>
          <p14:tracePt t="18621" x="6129338" y="4757738"/>
          <p14:tracePt t="18629" x="6113463" y="4716463"/>
          <p14:tracePt t="18637" x="6096000" y="4681538"/>
          <p14:tracePt t="18645" x="6078538" y="4622800"/>
          <p14:tracePt t="18653" x="6078538" y="4579938"/>
          <p14:tracePt t="18662" x="6062663" y="4546600"/>
          <p14:tracePt t="18670" x="6053138" y="4487863"/>
          <p14:tracePt t="18678" x="6053138" y="4445000"/>
          <p14:tracePt t="18686" x="6053138" y="4427538"/>
          <p14:tracePt t="18695" x="6053138" y="4386263"/>
          <p14:tracePt t="18703" x="6053138" y="4351338"/>
          <p14:tracePt t="18719" x="6053138" y="4335463"/>
          <p14:tracePt t="18727" x="6053138" y="4318000"/>
          <p14:tracePt t="18785" x="6037263" y="4318000"/>
          <p14:tracePt t="18866" x="6037263" y="4335463"/>
          <p14:tracePt t="18948" x="6037263" y="4351338"/>
          <p14:tracePt t="19006" x="6037263" y="4368800"/>
          <p14:tracePt t="19024" x="6053138" y="4368800"/>
          <p14:tracePt t="19383" x="6078538" y="4368800"/>
          <p14:tracePt t="19391" x="6096000" y="4368800"/>
          <p14:tracePt t="19399" x="6129338" y="4386263"/>
          <p14:tracePt t="19407" x="6172200" y="4411663"/>
          <p14:tracePt t="19416" x="6215063" y="4427538"/>
          <p14:tracePt t="19424" x="6248400" y="4445000"/>
          <p14:tracePt t="19432" x="6291263" y="4452938"/>
          <p14:tracePt t="19440" x="6324600" y="4470400"/>
          <p14:tracePt t="19449" x="6350000" y="4487863"/>
          <p14:tracePt t="19457" x="6367463" y="4487863"/>
          <p14:tracePt t="19465" x="6392863" y="4503738"/>
          <p14:tracePt t="19473" x="6426200" y="4503738"/>
          <p14:tracePt t="19481" x="6443663" y="4521200"/>
          <p14:tracePt t="19498" x="6459538" y="4521200"/>
          <p14:tracePt t="19507" x="6469063" y="4521200"/>
          <p14:tracePt t="19555" x="6469063" y="4529138"/>
          <p14:tracePt t="19604" x="6469063" y="4546600"/>
          <p14:tracePt t="19662" x="6469063" y="4564063"/>
          <p14:tracePt t="19694" x="6459538" y="4564063"/>
          <p14:tracePt t="19727" x="6443663" y="4579938"/>
          <p14:tracePt t="19744" x="6426200" y="4579938"/>
          <p14:tracePt t="19752" x="6408738" y="4579938"/>
          <p14:tracePt t="19760" x="6392863" y="4579938"/>
          <p14:tracePt t="19768" x="6383338" y="4589463"/>
          <p14:tracePt t="19777" x="6350000" y="4589463"/>
          <p14:tracePt t="19785" x="6324600" y="4605338"/>
          <p14:tracePt t="19793" x="6273800" y="4622800"/>
          <p14:tracePt t="19801" x="6230938" y="4640263"/>
          <p14:tracePt t="19809" x="6189663" y="4665663"/>
          <p14:tracePt t="19817" x="6138863" y="4699000"/>
          <p14:tracePt t="19826" x="6078538" y="4716463"/>
          <p14:tracePt t="19834" x="6037263" y="4741863"/>
          <p14:tracePt t="19842" x="5976938" y="4775200"/>
          <p14:tracePt t="19850" x="5918200" y="4783138"/>
          <p14:tracePt t="19858" x="5867400" y="4818063"/>
          <p14:tracePt t="19867" x="5824538" y="4833938"/>
          <p14:tracePt t="19875" x="5765800" y="4843463"/>
          <p14:tracePt t="19883" x="5722938" y="4843463"/>
          <p14:tracePt t="19891" x="5689600" y="4859338"/>
          <p14:tracePt t="19899" x="5646738" y="4876800"/>
          <p14:tracePt t="19908" x="5613400" y="4876800"/>
          <p14:tracePt t="19918" x="5588000" y="4876800"/>
          <p14:tracePt t="19924" x="5554663" y="4876800"/>
          <p14:tracePt t="19932" x="5529263" y="4876800"/>
          <p14:tracePt t="19941" x="5478463" y="4876800"/>
          <p14:tracePt t="19949" x="5468938" y="4876800"/>
          <p14:tracePt t="19957" x="5435600" y="4876800"/>
          <p14:tracePt t="19965" x="5418138" y="4876800"/>
          <p14:tracePt t="19974" x="5392738" y="4876800"/>
          <p14:tracePt t="19981" x="5376863" y="4876800"/>
          <p14:tracePt t="19990" x="5341938" y="4876800"/>
          <p14:tracePt t="20007" x="5316538" y="4876800"/>
          <p14:tracePt t="20014" x="5300663" y="4859338"/>
          <p14:tracePt t="20024" x="5283200" y="4859338"/>
          <p14:tracePt t="20031" x="5257800" y="4843463"/>
          <p14:tracePt t="20040" x="5224463" y="4833938"/>
          <p14:tracePt t="20047" x="5207000" y="4833938"/>
          <p14:tracePt t="20057" x="5181600" y="4818063"/>
          <p14:tracePt t="20063" x="5164138" y="4818063"/>
          <p14:tracePt t="20074" x="5138738" y="4800600"/>
          <p14:tracePt t="20080" x="5105400" y="4800600"/>
          <p14:tracePt t="20090" x="5087938" y="4783138"/>
          <p14:tracePt t="20096" x="5062538" y="4775200"/>
          <p14:tracePt t="20106" x="5046663" y="4775200"/>
          <p14:tracePt t="20113" x="5011738" y="4741863"/>
          <p14:tracePt t="20121" x="4970463" y="4741863"/>
          <p14:tracePt t="20129" x="4953000" y="4724400"/>
          <p14:tracePt t="20137" x="4927600" y="4716463"/>
          <p14:tracePt t="20146" x="4894263" y="4681538"/>
          <p14:tracePt t="20154" x="4868863" y="4665663"/>
          <p14:tracePt t="20162" x="4833938" y="4648200"/>
          <p14:tracePt t="20170" x="4800600" y="4640263"/>
          <p14:tracePt t="20178" x="4757738" y="4622800"/>
          <p14:tracePt t="20186" x="4741863" y="4605338"/>
          <p14:tracePt t="20195" x="4699000" y="4589463"/>
          <p14:tracePt t="20203" x="4681538" y="4579938"/>
          <p14:tracePt t="20211" x="4656138" y="4564063"/>
          <p14:tracePt t="20219" x="4622800" y="4546600"/>
          <p14:tracePt t="20227" x="4605338" y="4529138"/>
          <p14:tracePt t="20236" x="4579938" y="4521200"/>
          <p14:tracePt t="20244" x="4564063" y="4503738"/>
          <p14:tracePt t="20252" x="4538663" y="4503738"/>
          <p14:tracePt t="20260" x="4521200" y="4487863"/>
          <p14:tracePt t="20268" x="4487863" y="4470400"/>
          <p14:tracePt t="20276" x="4487863" y="4452938"/>
          <p14:tracePt t="20285" x="4462463" y="4452938"/>
          <p14:tracePt t="20293" x="4462463" y="4445000"/>
          <p14:tracePt t="20301" x="4445000" y="4445000"/>
          <p14:tracePt t="20309" x="4427538" y="4445000"/>
          <p14:tracePt t="20318" x="4411663" y="4427538"/>
          <p14:tracePt t="20334" x="4402138" y="4411663"/>
          <p14:tracePt t="20350" x="4386263" y="4411663"/>
          <p14:tracePt t="20358" x="4386263" y="4394200"/>
          <p14:tracePt t="20367" x="4368800" y="4394200"/>
          <p14:tracePt t="20375" x="4351338" y="4394200"/>
          <p14:tracePt t="20383" x="4351338" y="4386263"/>
          <p14:tracePt t="20391" x="4343400" y="4386263"/>
          <p14:tracePt t="20408" x="4343400" y="4368800"/>
          <p14:tracePt t="20416" x="4325938" y="4368800"/>
          <p14:tracePt t="20424" x="4325938" y="4351338"/>
          <p14:tracePt t="20457" x="4325938" y="4335463"/>
          <p14:tracePt t="20482" x="4325938" y="4318000"/>
          <p14:tracePt t="20506" x="4325938" y="4310063"/>
          <p14:tracePt t="20524" x="4343400" y="4310063"/>
          <p14:tracePt t="20531" x="4351338" y="4292600"/>
          <p14:tracePt t="20540" x="4368800" y="4275138"/>
          <p14:tracePt t="20547" x="4386263" y="4275138"/>
          <p14:tracePt t="20557" x="4402138" y="4275138"/>
          <p14:tracePt t="20563" x="4427538" y="4259263"/>
          <p14:tracePt t="20573" x="4445000" y="4259263"/>
          <p14:tracePt t="20580" x="4462463" y="4259263"/>
          <p14:tracePt t="20589" x="4470400" y="4249738"/>
          <p14:tracePt t="20596" x="4503738" y="4249738"/>
          <p14:tracePt t="20606" x="4538663" y="4233863"/>
          <p14:tracePt t="20612" x="4564063" y="4233863"/>
          <p14:tracePt t="20623" x="4597400" y="4233863"/>
          <p14:tracePt t="20629" x="4622800" y="4216400"/>
          <p14:tracePt t="20637" x="4673600" y="4216400"/>
          <p14:tracePt t="20646" x="4699000" y="4198938"/>
          <p14:tracePt t="20653" x="4741863" y="4191000"/>
          <p14:tracePt t="20662" x="4757738" y="4173538"/>
          <p14:tracePt t="20670" x="4800600" y="4173538"/>
          <p14:tracePt t="20678" x="4851400" y="4173538"/>
          <p14:tracePt t="20686" x="4868863" y="4173538"/>
          <p14:tracePt t="20695" x="4910138" y="4157663"/>
          <p14:tracePt t="20703" x="4970463" y="4157663"/>
          <p14:tracePt t="20711" x="4986338" y="4157663"/>
          <p14:tracePt t="20719" x="5046663" y="4140200"/>
          <p14:tracePt t="20728" x="5072063" y="4140200"/>
          <p14:tracePt t="20736" x="5138738" y="4140200"/>
          <p14:tracePt t="20744" x="5199063" y="4122738"/>
          <p14:tracePt t="20752" x="5257800" y="4122738"/>
          <p14:tracePt t="20760" x="5316538" y="4122738"/>
          <p14:tracePt t="20768" x="5359400" y="4122738"/>
          <p14:tracePt t="20777" x="5453063" y="4114800"/>
          <p14:tracePt t="20785" x="5494338" y="4114800"/>
          <p14:tracePt t="20793" x="5588000" y="4097338"/>
          <p14:tracePt t="20801" x="5630863" y="4081463"/>
          <p14:tracePt t="20810" x="5707063" y="4064000"/>
          <p14:tracePt t="20818" x="5799138" y="4064000"/>
          <p14:tracePt t="20826" x="5842000" y="4064000"/>
          <p14:tracePt t="20834" x="5926138" y="4056063"/>
          <p14:tracePt t="20842" x="5961063" y="4038600"/>
          <p14:tracePt t="20851" x="6019800" y="4038600"/>
          <p14:tracePt t="20859" x="6062663" y="4038600"/>
          <p14:tracePt t="20867" x="6096000" y="4038600"/>
          <p14:tracePt t="20875" x="6129338" y="4038600"/>
          <p14:tracePt t="20883" x="6138863" y="4038600"/>
          <p14:tracePt t="20892" x="6154738" y="4038600"/>
          <p14:tracePt t="20900" x="6189663" y="4038600"/>
          <p14:tracePt t="20918" x="6197600" y="4038600"/>
          <p14:tracePt t="20924" x="6215063" y="4038600"/>
          <p14:tracePt t="20949" x="6230938" y="4038600"/>
          <p14:tracePt t="20957" x="6248400" y="4038600"/>
          <p14:tracePt t="20974" x="6265863" y="4038600"/>
          <p14:tracePt t="20982" x="6273800" y="4038600"/>
          <p14:tracePt t="20990" x="6291263" y="4038600"/>
          <p14:tracePt t="20998" x="6324600" y="4038600"/>
          <p14:tracePt t="21007" x="6332538" y="4038600"/>
          <p14:tracePt t="21014" x="6367463" y="4038600"/>
          <p14:tracePt t="21024" x="6392863" y="4038600"/>
          <p14:tracePt t="21031" x="6426200" y="4038600"/>
          <p14:tracePt t="21040" x="6469063" y="4038600"/>
          <p14:tracePt t="21047" x="6484938" y="4056063"/>
          <p14:tracePt t="21057" x="6519863" y="4056063"/>
          <p14:tracePt t="21063" x="6545263" y="4056063"/>
          <p14:tracePt t="21073" x="6578600" y="4056063"/>
          <p14:tracePt t="21080" x="6604000" y="4056063"/>
          <p14:tracePt t="21096" x="6637338" y="4056063"/>
          <p14:tracePt t="21106" x="6654800" y="4056063"/>
          <p14:tracePt t="21113" x="6662738" y="4064000"/>
          <p14:tracePt t="21121" x="6680200" y="4064000"/>
          <p14:tracePt t="21137" x="6697663" y="4064000"/>
          <p14:tracePt t="21154" x="6713538" y="4064000"/>
          <p14:tracePt t="21162" x="6723063" y="4064000"/>
          <p14:tracePt t="21186" x="6738938" y="4064000"/>
          <p14:tracePt t="21203" x="6756400" y="4064000"/>
          <p14:tracePt t="21219" x="6773863" y="4064000"/>
          <p14:tracePt t="21236" x="6789738" y="4064000"/>
          <p14:tracePt t="21244" x="6799263" y="4064000"/>
          <p14:tracePt t="21252" x="6815138" y="4064000"/>
          <p14:tracePt t="21260" x="6832600" y="4064000"/>
          <p14:tracePt t="21269" x="6858000" y="4081463"/>
          <p14:tracePt t="21277" x="6891338" y="4081463"/>
          <p14:tracePt t="21285" x="6926263" y="4081463"/>
          <p14:tracePt t="21293" x="6967538" y="4081463"/>
          <p14:tracePt t="21301" x="6985000" y="4097338"/>
          <p14:tracePt t="21310" x="7027863" y="4097338"/>
          <p14:tracePt t="21318" x="7086600" y="4097338"/>
          <p14:tracePt t="21326" x="7119938" y="4114800"/>
          <p14:tracePt t="21334" x="7180263" y="4122738"/>
          <p14:tracePt t="21342" x="7239000" y="4122738"/>
          <p14:tracePt t="21350" x="7281863" y="4140200"/>
          <p14:tracePt t="21359" x="7323138" y="4157663"/>
          <p14:tracePt t="21367" x="7391400" y="4173538"/>
          <p14:tracePt t="21375" x="7416800" y="4173538"/>
          <p14:tracePt t="21383" x="7459663" y="4191000"/>
          <p14:tracePt t="21391" x="7475538" y="4191000"/>
          <p14:tracePt t="21400" x="7510463" y="4198938"/>
          <p14:tracePt t="21408" x="7535863" y="4198938"/>
          <p14:tracePt t="21424" x="7551738" y="4198938"/>
          <p14:tracePt t="21432" x="7569200" y="4198938"/>
          <p14:tracePt t="21441" x="7569200" y="4216400"/>
          <p14:tracePt t="21449" x="7586663" y="4216400"/>
          <p14:tracePt t="21473" x="7594600" y="4216400"/>
          <p14:tracePt t="21506" x="7612063" y="4216400"/>
          <p14:tracePt t="21563" x="7612063" y="4233863"/>
          <p14:tracePt t="21711" x="7612063" y="4249738"/>
          <p14:tracePt t="21817" x="7612063" y="4259263"/>
          <p14:tracePt t="21891" x="7612063" y="4275138"/>
          <p14:tracePt t="21941" x="7612063" y="4292600"/>
          <p14:tracePt t="21973" x="7612063" y="4310063"/>
          <p14:tracePt t="22006" x="7612063" y="4318000"/>
          <p14:tracePt t="22039" x="7612063" y="4335463"/>
          <p14:tracePt t="22064" x="7612063" y="4351338"/>
          <p14:tracePt t="22080" x="7594600" y="4351338"/>
          <p14:tracePt t="22090" x="7594600" y="4368800"/>
          <p14:tracePt t="22113" x="7594600" y="4386263"/>
          <p14:tracePt t="22129" x="7594600" y="4394200"/>
          <p14:tracePt t="22154" x="7594600" y="4411663"/>
          <p14:tracePt t="22179" x="7594600" y="4427538"/>
          <p14:tracePt t="22211" x="7594600" y="4445000"/>
          <p14:tracePt t="22219" x="7586663" y="4445000"/>
          <p14:tracePt t="22236" x="7586663" y="4452938"/>
          <p14:tracePt t="22260" x="7586663" y="4470400"/>
          <p14:tracePt t="22285" x="7586663" y="4487863"/>
          <p14:tracePt t="22293" x="7569200" y="4487863"/>
          <p14:tracePt t="22318" x="7569200" y="4503738"/>
          <p14:tracePt t="22342" x="7551738" y="4521200"/>
          <p14:tracePt t="22351" x="7551738" y="4529138"/>
          <p14:tracePt t="22367" x="7535863" y="4546600"/>
          <p14:tracePt t="22375" x="7535863" y="4564063"/>
          <p14:tracePt t="22391" x="7518400" y="4579938"/>
          <p14:tracePt t="22400" x="7510463" y="4579938"/>
          <p14:tracePt t="22408" x="7510463" y="4589463"/>
          <p14:tracePt t="22424" x="7493000" y="4605338"/>
          <p14:tracePt t="22457" x="7475538" y="4622800"/>
          <p14:tracePt t="22498" x="7475538" y="4640263"/>
          <p14:tracePt t="22556" x="7475538" y="4648200"/>
          <p14:tracePt t="22574" x="7510463" y="4665663"/>
          <p14:tracePt t="22580" x="7518400" y="4681538"/>
          <p14:tracePt t="22588" x="7551738" y="4699000"/>
          <p14:tracePt t="22607" x="7594600" y="4724400"/>
          <p14:tracePt t="22613" x="7612063" y="4724400"/>
          <p14:tracePt t="22624" x="7627938" y="4741863"/>
          <p14:tracePt t="22638" x="7645400" y="4757738"/>
          <p14:tracePt t="22662" x="7653338" y="4757738"/>
          <p14:tracePt t="22785" x="7645400" y="4757738"/>
          <p14:tracePt t="22801" x="7627938" y="4757738"/>
          <p14:tracePt t="22810" x="7612063" y="4757738"/>
          <p14:tracePt t="22818" x="7612063" y="4775200"/>
          <p14:tracePt t="22826" x="7594600" y="4775200"/>
          <p14:tracePt t="22834" x="7586663" y="4775200"/>
          <p14:tracePt t="22851" x="7569200" y="4775200"/>
          <p14:tracePt t="22859" x="7551738" y="4783138"/>
          <p14:tracePt t="22867" x="7535863" y="4783138"/>
          <p14:tracePt t="22875" x="7518400" y="4783138"/>
          <p14:tracePt t="22883" x="7510463" y="4800600"/>
          <p14:tracePt t="22900" x="7493000" y="4800600"/>
          <p14:tracePt t="22908" x="7475538" y="4800600"/>
          <p14:tracePt t="22924" x="7459663" y="4800600"/>
          <p14:tracePt t="22933" x="7450138" y="4800600"/>
          <p14:tracePt t="22941" x="7434263" y="4800600"/>
          <p14:tracePt t="22957" x="7416800" y="4800600"/>
          <p14:tracePt t="22966" x="7399338" y="4800600"/>
          <p14:tracePt t="22974" x="7391400" y="4800600"/>
          <p14:tracePt t="22982" x="7373938" y="4800600"/>
          <p14:tracePt t="22998" x="7358063" y="4800600"/>
          <p14:tracePt t="23015" x="7340600" y="4800600"/>
          <p14:tracePt t="23039" x="7323138" y="4800600"/>
          <p14:tracePt t="27820" x="7297738" y="4800600"/>
          <p14:tracePt t="27828" x="7264400" y="4800600"/>
          <p14:tracePt t="27836" x="7239000" y="4800600"/>
          <p14:tracePt t="27844" x="7188200" y="4818063"/>
          <p14:tracePt t="27852" x="7162800" y="4833938"/>
          <p14:tracePt t="27861" x="7129463" y="4833938"/>
          <p14:tracePt t="27869" x="7086600" y="4833938"/>
          <p14:tracePt t="27877" x="7069138" y="4843463"/>
          <p14:tracePt t="27885" x="7043738" y="4843463"/>
          <p14:tracePt t="27893" x="7010400" y="4843463"/>
          <p14:tracePt t="27910" x="6992938" y="4843463"/>
          <p14:tracePt t="27919" x="6985000" y="4859338"/>
          <p14:tracePt t="27926" x="6967538" y="4859338"/>
          <p14:tracePt t="27935" x="6951663" y="4859338"/>
          <p14:tracePt t="27967" x="6934200" y="4859338"/>
          <p14:tracePt t="28541" x="6908800" y="4859338"/>
          <p14:tracePt t="28549" x="6875463" y="4843463"/>
          <p14:tracePt t="28557" x="6850063" y="4833938"/>
          <p14:tracePt t="28565" x="6789738" y="4783138"/>
          <p14:tracePt t="28574" x="6738938" y="4757738"/>
          <p14:tracePt t="28582" x="6697663" y="4724400"/>
          <p14:tracePt t="28590" x="6654800" y="4681538"/>
          <p14:tracePt t="28598" x="6637338" y="4665663"/>
          <p14:tracePt t="28607" x="6604000" y="4640263"/>
          <p14:tracePt t="28615" x="6596063" y="4640263"/>
          <p14:tracePt t="28624" x="6545263" y="4605338"/>
          <p14:tracePt t="28631" x="6527800" y="4605338"/>
          <p14:tracePt t="28640" x="6484938" y="4589463"/>
          <p14:tracePt t="28648" x="6469063" y="4564063"/>
          <p14:tracePt t="28657" x="6408738" y="4564063"/>
          <p14:tracePt t="28664" x="6367463" y="4529138"/>
          <p14:tracePt t="28674" x="6332538" y="4529138"/>
          <p14:tracePt t="28681" x="6273800" y="4503738"/>
          <p14:tracePt t="28690" x="6230938" y="4503738"/>
          <p14:tracePt t="28697" x="6197600" y="4487863"/>
          <p14:tracePt t="28706" x="6154738" y="4470400"/>
          <p14:tracePt t="28713" x="6129338" y="4470400"/>
          <p14:tracePt t="28723" x="6096000" y="4470400"/>
          <p14:tracePt t="28730" x="6053138" y="4452938"/>
          <p14:tracePt t="28738" x="6037263" y="4452938"/>
          <p14:tracePt t="28746" x="6002338" y="4452938"/>
          <p14:tracePt t="28754" x="5994400" y="4452938"/>
          <p14:tracePt t="28762" x="5976938" y="4445000"/>
          <p14:tracePt t="28771" x="5961063" y="4445000"/>
          <p14:tracePt t="28779" x="5943600" y="4445000"/>
          <p14:tracePt t="28787" x="5926138" y="4445000"/>
          <p14:tracePt t="28812" x="5918200" y="4445000"/>
          <p14:tracePt t="28820" x="5900738" y="4445000"/>
          <p14:tracePt t="28836" x="5884863" y="4445000"/>
          <p14:tracePt t="28861" x="5867400" y="4445000"/>
          <p14:tracePt t="28869" x="5859463" y="4445000"/>
          <p14:tracePt t="28885" x="5842000" y="4445000"/>
          <p14:tracePt t="28902" x="5824538" y="4445000"/>
          <p14:tracePt t="28910" x="5808663" y="4445000"/>
          <p14:tracePt t="28926" x="5799138" y="4445000"/>
          <p14:tracePt t="28935" x="5783263" y="4452938"/>
          <p14:tracePt t="28951" x="5765800" y="4452938"/>
          <p14:tracePt t="28967" x="5748338" y="4470400"/>
          <p14:tracePt t="28984" x="5732463" y="4470400"/>
          <p14:tracePt t="29000" x="5722938" y="4470400"/>
          <p14:tracePt t="29008" x="5707063" y="4470400"/>
          <p14:tracePt t="29016" x="5707063" y="4487863"/>
          <p14:tracePt t="29025" x="5689600" y="4487863"/>
          <p14:tracePt t="29033" x="5672138" y="4487863"/>
          <p14:tracePt t="29041" x="5664200" y="4487863"/>
          <p14:tracePt t="29049" x="5630863" y="4503738"/>
          <p14:tracePt t="29066" x="5613400" y="4503738"/>
          <p14:tracePt t="29074" x="5588000" y="4503738"/>
          <p14:tracePt t="29082" x="5570538" y="4503738"/>
          <p14:tracePt t="29090" x="5554663" y="4521200"/>
          <p14:tracePt t="29099" x="5529263" y="4521200"/>
          <p14:tracePt t="29107" x="5511800" y="4521200"/>
          <p14:tracePt t="29115" x="5494338" y="4521200"/>
          <p14:tracePt t="29124" x="5468938" y="4521200"/>
          <p14:tracePt t="29131" x="5453063" y="4521200"/>
          <p14:tracePt t="29140" x="5435600" y="4521200"/>
          <p14:tracePt t="29157" x="5418138" y="4521200"/>
          <p14:tracePt t="29164" x="5402263" y="4521200"/>
          <p14:tracePt t="29174" x="5392738" y="4521200"/>
          <p14:tracePt t="29190" x="5376863" y="4521200"/>
          <p14:tracePt t="29207" x="5359400" y="4521200"/>
          <p14:tracePt t="29246" x="5341938" y="4521200"/>
          <p14:tracePt t="29262" x="5341938" y="4503738"/>
          <p14:tracePt t="29402" x="5341938" y="4487863"/>
          <p14:tracePt t="29459" x="5359400" y="4487863"/>
          <p14:tracePt t="29484" x="5376863" y="4470400"/>
          <p14:tracePt t="29508" x="5392738" y="4470400"/>
          <p14:tracePt t="29533" x="5392738" y="4452938"/>
          <p14:tracePt t="29557" x="5402263" y="4452938"/>
          <p14:tracePt t="29598" x="5418138" y="4445000"/>
          <p14:tracePt t="29656" x="5435600" y="4445000"/>
          <p14:tracePt t="29787" x="5453063" y="4445000"/>
          <p14:tracePt t="29828" x="5468938" y="4445000"/>
          <p14:tracePt t="29836" x="5478463" y="4445000"/>
          <p14:tracePt t="29844" x="5478463" y="4427538"/>
          <p14:tracePt t="29853" x="5511800" y="4427538"/>
          <p14:tracePt t="29861" x="5537200" y="4427538"/>
          <p14:tracePt t="29869" x="5554663" y="4411663"/>
          <p14:tracePt t="29877" x="5595938" y="4394200"/>
          <p14:tracePt t="29886" x="5707063" y="4368800"/>
          <p14:tracePt t="29893" x="5783263" y="4351338"/>
          <p14:tracePt t="31017" x="5722938" y="4351338"/>
          <p14:tracePt t="31025" x="5664200" y="4318000"/>
          <p14:tracePt t="31033" x="5588000" y="4292600"/>
          <p14:tracePt t="31041" x="5478463" y="4259263"/>
          <p14:tracePt t="31049" x="5376863" y="4216400"/>
          <p14:tracePt t="31058" x="5265738" y="4173538"/>
          <p14:tracePt t="31066" x="5181600" y="4122738"/>
          <p14:tracePt t="31074" x="5138738" y="4114800"/>
          <p14:tracePt t="31082" x="4935538" y="4056063"/>
          <p14:tracePt t="31090" x="4876800" y="4056063"/>
          <p14:tracePt t="31098" x="4775200" y="4038600"/>
          <p14:tracePt t="31107" x="4699000" y="4021138"/>
          <p14:tracePt t="31115" x="4622800" y="4021138"/>
          <p14:tracePt t="31124" x="4546600" y="4021138"/>
          <p14:tracePt t="31131" x="4487863" y="4021138"/>
          <p14:tracePt t="31140" x="4462463" y="4021138"/>
          <p14:tracePt t="31148" x="4411663" y="4021138"/>
          <p14:tracePt t="31157" x="4386263" y="4021138"/>
          <p14:tracePt t="31164" x="4368800" y="4021138"/>
          <p14:tracePt t="31174" x="4351338" y="4021138"/>
          <p14:tracePt t="31180" x="4343400" y="4021138"/>
          <p14:tracePt t="31196" x="4325938" y="4021138"/>
          <p14:tracePt t="31206" x="4325938" y="4038600"/>
          <p14:tracePt t="31254" x="4310063" y="4056063"/>
          <p14:tracePt t="31287" x="4292600" y="4064000"/>
          <p14:tracePt t="31312" x="4275138" y="4081463"/>
          <p14:tracePt t="31336" x="4275138" y="4097338"/>
          <p14:tracePt t="31344" x="4267200" y="4097338"/>
          <p14:tracePt t="31369" x="4267200" y="4114800"/>
          <p14:tracePt t="31410" x="4267200" y="4122738"/>
          <p14:tracePt t="31427" x="4267200" y="4140200"/>
          <p14:tracePt t="31435" x="4267200" y="4157663"/>
          <p14:tracePt t="31443" x="4267200" y="4191000"/>
          <p14:tracePt t="31451" x="4267200" y="4198938"/>
          <p14:tracePt t="31459" x="4267200" y="4216400"/>
          <p14:tracePt t="31467" x="4267200" y="4249738"/>
          <p14:tracePt t="31475" x="4267200" y="4275138"/>
          <p14:tracePt t="31484" x="4267200" y="4292600"/>
          <p14:tracePt t="31492" x="4267200" y="4318000"/>
          <p14:tracePt t="31500" x="4267200" y="4335463"/>
          <p14:tracePt t="31508" x="4249738" y="4351338"/>
          <p14:tracePt t="31516" x="4249738" y="4386263"/>
          <p14:tracePt t="31525" x="4233863" y="4394200"/>
          <p14:tracePt t="31533" x="4233863" y="4411663"/>
          <p14:tracePt t="31541" x="4233863" y="4427538"/>
          <p14:tracePt t="31549" x="4233863" y="4445000"/>
          <p14:tracePt t="31566" x="4233863" y="4452938"/>
          <p14:tracePt t="31582" x="4233863" y="4470400"/>
          <p14:tracePt t="31639" x="4249738" y="4470400"/>
          <p14:tracePt t="31648" x="4267200" y="4470400"/>
          <p14:tracePt t="31658" x="4310063" y="4470400"/>
          <p14:tracePt t="31664" x="4325938" y="4470400"/>
          <p14:tracePt t="31672" x="4368800" y="4470400"/>
          <p14:tracePt t="31691" x="4462463" y="4470400"/>
          <p14:tracePt t="31697" x="4503738" y="4470400"/>
          <p14:tracePt t="31707" x="4564063" y="4452938"/>
          <p14:tracePt t="31713" x="4605338" y="4445000"/>
          <p14:tracePt t="32041" x="4622800" y="4445000"/>
          <p14:tracePt t="32049" x="4699000" y="4445000"/>
          <p14:tracePt t="32057" x="4833938" y="4445000"/>
          <p14:tracePt t="32066" x="4986338" y="4445000"/>
          <p14:tracePt t="32074" x="5199063" y="4445000"/>
          <p14:tracePt t="32082" x="5418138" y="4445000"/>
          <p14:tracePt t="32090" x="5900738" y="4445000"/>
          <p14:tracePt t="32098" x="6230938" y="4445000"/>
          <p14:tracePt t="32107" x="6654800" y="4445000"/>
          <p14:tracePt t="32115" x="6815138" y="4445000"/>
          <p14:tracePt t="32124" x="7535863" y="4445000"/>
          <p14:tracePt t="32131" x="7916863" y="4529138"/>
          <p14:tracePt t="32140" x="8348663" y="4665663"/>
          <p14:tracePt t="32147" x="8501063" y="4741863"/>
          <p14:tracePt t="32157" x="8907463" y="4910138"/>
          <p14:tracePt t="32164" x="9202738" y="5087938"/>
          <p14:tracePt t="32174" x="9456738" y="5224463"/>
          <p14:tracePt t="32180" x="9532938" y="5300663"/>
          <p14:tracePt t="32190" x="9685338" y="5418138"/>
          <p14:tracePt t="32197" x="9821863" y="5519738"/>
          <p14:tracePt t="32207" x="9898063" y="5613400"/>
          <p14:tracePt t="32213" x="9923463" y="5672138"/>
          <p14:tracePt t="32223" x="9956800" y="5732463"/>
          <p14:tracePt t="32229" x="9974263" y="5773738"/>
          <p14:tracePt t="32238" x="9982200" y="5834063"/>
          <p14:tracePt t="32246" x="9982200" y="5910263"/>
          <p14:tracePt t="32254" x="9982200" y="6019800"/>
          <p14:tracePt t="32262" x="9982200" y="6078538"/>
          <p14:tracePt t="32271" x="9982200" y="6215063"/>
          <p14:tracePt t="32279" x="9939338" y="6316663"/>
          <p14:tracePt t="32287" x="9863138" y="6426200"/>
          <p14:tracePt t="32295" x="9804400" y="6545263"/>
          <p14:tracePt t="32303" x="9745663" y="6646863"/>
          <p14:tracePt t="32312" x="9669463" y="6738938"/>
        </p14:tracePtLst>
      </p14:laserTraceLst>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36A82-18D0-1238-E253-9568297DA02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CFE43A-AEEB-7123-53E4-68CA50DFD06C}"/>
              </a:ext>
            </a:extLst>
          </p:cNvPr>
          <p:cNvSpPr>
            <a:spLocks noGrp="1"/>
          </p:cNvSpPr>
          <p:nvPr>
            <p:ph type="sldNum" sz="quarter" idx="13"/>
          </p:nvPr>
        </p:nvSpPr>
        <p:spPr/>
        <p:txBody>
          <a:bodyPr/>
          <a:lstStyle/>
          <a:p>
            <a:fld id="{EB4B8DE2-A4E8-46E4-8BBF-D75455EFF32C}" type="slidenum">
              <a:rPr lang="en-US" smtClean="0"/>
              <a:pPr/>
              <a:t>39</a:t>
            </a:fld>
            <a:endParaRPr lang="en-US" dirty="0"/>
          </a:p>
        </p:txBody>
      </p:sp>
      <p:sp>
        <p:nvSpPr>
          <p:cNvPr id="5" name="Content Placeholder 4">
            <a:extLst>
              <a:ext uri="{FF2B5EF4-FFF2-40B4-BE49-F238E27FC236}">
                <a16:creationId xmlns:a16="http://schemas.microsoft.com/office/drawing/2014/main" id="{28098791-777C-AA17-C6D3-652D973B7D5C}"/>
              </a:ext>
            </a:extLst>
          </p:cNvPr>
          <p:cNvSpPr>
            <a:spLocks noGrp="1"/>
          </p:cNvSpPr>
          <p:nvPr>
            <p:ph sz="quarter" idx="14"/>
          </p:nvPr>
        </p:nvSpPr>
        <p:spPr/>
        <p:txBody>
          <a:bodyPr/>
          <a:lstStyle/>
          <a:p>
            <a:endParaRPr lang="en-KR"/>
          </a:p>
        </p:txBody>
      </p:sp>
      <p:sp>
        <p:nvSpPr>
          <p:cNvPr id="6" name="Text Placeholder 2">
            <a:extLst>
              <a:ext uri="{FF2B5EF4-FFF2-40B4-BE49-F238E27FC236}">
                <a16:creationId xmlns:a16="http://schemas.microsoft.com/office/drawing/2014/main" id="{9A3320F2-0258-4933-626D-DA5A8BF56A70}"/>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Sampling from DDPM</a:t>
            </a:r>
            <a:endParaRPr lang="en-KR" sz="2000"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1AC38FC-8620-F567-8723-931317B9C153}"/>
                  </a:ext>
                </a:extLst>
              </p:cNvPr>
              <p:cNvSpPr txBox="1"/>
              <p:nvPr/>
            </p:nvSpPr>
            <p:spPr>
              <a:xfrm>
                <a:off x="3411001" y="3591622"/>
                <a:ext cx="5369996" cy="369332"/>
              </a:xfrm>
              <a:prstGeom prst="rect">
                <a:avLst/>
              </a:prstGeom>
              <a:noFill/>
            </p:spPr>
            <p:txBody>
              <a:bodyPr wrap="none" lIns="0" rIns="0" rtlCol="0">
                <a:spAutoFit/>
              </a:bodyPr>
              <a:lstStyle/>
              <a:p>
                <a:pPr algn="ctr"/>
                <a:r>
                  <a:rPr lang="en-KR" dirty="0">
                    <a:latin typeface="Pretendard Medium" panose="02000503000000020004" pitchFamily="2" charset="-127"/>
                    <a:ea typeface="Pretendard Medium" panose="02000503000000020004" pitchFamily="2" charset="-127"/>
                    <a:cs typeface="Pretendard Medium" panose="02000503000000020004" pitchFamily="2" charset="-127"/>
                  </a:rPr>
                  <a:t>In principle, </a:t>
                </a:r>
                <a14:m>
                  <m:oMath xmlns:m="http://schemas.openxmlformats.org/officeDocument/2006/math">
                    <m:sSub>
                      <m:sSubPr>
                        <m:ctrlPr>
                          <a:rPr lang="en-US" i="1">
                            <a:latin typeface="Cambria Math" panose="02040503050406030204" pitchFamily="18" charset="0"/>
                            <a:ea typeface="Pretendard Medium" panose="02000503000000020004" pitchFamily="2" charset="-127"/>
                            <a:cs typeface="Pretendard Medium" panose="02000503000000020004" pitchFamily="2" charset="-127"/>
                          </a:rPr>
                        </m:ctrlPr>
                      </m:sSubPr>
                      <m:e>
                        <m:r>
                          <a:rPr lang="en-US" b="1" i="1">
                            <a:latin typeface="Cambria Math" panose="02040503050406030204" pitchFamily="18" charset="0"/>
                            <a:ea typeface="Pretendard Medium" panose="02000503000000020004" pitchFamily="2" charset="-127"/>
                            <a:cs typeface="Pretendard Medium" panose="02000503000000020004" pitchFamily="2" charset="-127"/>
                          </a:rPr>
                          <m:t>𝒙</m:t>
                        </m:r>
                      </m:e>
                      <m:sub>
                        <m:r>
                          <a:rPr lang="en-US" i="1">
                            <a:latin typeface="Cambria Math" panose="02040503050406030204" pitchFamily="18" charset="0"/>
                            <a:ea typeface="Pretendard Medium" panose="02000503000000020004" pitchFamily="2" charset="-127"/>
                            <a:cs typeface="Pretendard Medium" panose="02000503000000020004" pitchFamily="2" charset="-127"/>
                          </a:rPr>
                          <m:t>0</m:t>
                        </m:r>
                      </m:sub>
                    </m:sSub>
                  </m:oMath>
                </a14:m>
                <a:r>
                  <a:rPr lang="en-KR" dirty="0">
                    <a:latin typeface="Pretendard Medium" panose="02000503000000020004" pitchFamily="2" charset="-127"/>
                    <a:ea typeface="Pretendard Medium" panose="02000503000000020004" pitchFamily="2" charset="-127"/>
                    <a:cs typeface="Pretendard Medium" panose="02000503000000020004" pitchFamily="2" charset="-127"/>
                  </a:rPr>
                  <a:t> can be generated from any timestep</a:t>
                </a:r>
              </a:p>
            </p:txBody>
          </p:sp>
        </mc:Choice>
        <mc:Fallback xmlns="">
          <p:sp>
            <p:nvSpPr>
              <p:cNvPr id="37" name="TextBox 36">
                <a:extLst>
                  <a:ext uri="{FF2B5EF4-FFF2-40B4-BE49-F238E27FC236}">
                    <a16:creationId xmlns:a16="http://schemas.microsoft.com/office/drawing/2014/main" id="{C1AC38FC-8620-F567-8723-931317B9C153}"/>
                  </a:ext>
                </a:extLst>
              </p:cNvPr>
              <p:cNvSpPr txBox="1">
                <a:spLocks noRot="1" noChangeAspect="1" noMove="1" noResize="1" noEditPoints="1" noAdjustHandles="1" noChangeArrowheads="1" noChangeShapeType="1" noTextEdit="1"/>
              </p:cNvSpPr>
              <p:nvPr/>
            </p:nvSpPr>
            <p:spPr>
              <a:xfrm>
                <a:off x="3411001" y="3591622"/>
                <a:ext cx="5369996" cy="369332"/>
              </a:xfrm>
              <a:prstGeom prst="rect">
                <a:avLst/>
              </a:prstGeom>
              <a:blipFill>
                <a:blip r:embed="rId5"/>
                <a:stretch>
                  <a:fillRect l="-2123" t="-6667" r="-2123" b="-23333"/>
                </a:stretch>
              </a:blipFill>
            </p:spPr>
            <p:txBody>
              <a:bodyPr/>
              <a:lstStyle/>
              <a:p>
                <a:r>
                  <a:rPr lang="en-KR">
                    <a:noFill/>
                  </a:rPr>
                  <a:t> </a:t>
                </a:r>
              </a:p>
            </p:txBody>
          </p:sp>
        </mc:Fallback>
      </mc:AlternateContent>
      <p:pic>
        <p:nvPicPr>
          <p:cNvPr id="3" name="Picture 2">
            <a:extLst>
              <a:ext uri="{FF2B5EF4-FFF2-40B4-BE49-F238E27FC236}">
                <a16:creationId xmlns:a16="http://schemas.microsoft.com/office/drawing/2014/main" id="{82BA187B-DD58-7264-9C0E-FA22DE5D348D}"/>
              </a:ext>
            </a:extLst>
          </p:cNvPr>
          <p:cNvPicPr>
            <a:picLocks noChangeAspect="1"/>
          </p:cNvPicPr>
          <p:nvPr/>
        </p:nvPicPr>
        <p:blipFill>
          <a:blip r:embed="rId6"/>
          <a:stretch>
            <a:fillRect/>
          </a:stretch>
        </p:blipFill>
        <p:spPr>
          <a:xfrm>
            <a:off x="609600" y="1188155"/>
            <a:ext cx="4746743" cy="2268000"/>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3E361E4-B253-C085-4455-6EF73FC5DE73}"/>
                  </a:ext>
                </a:extLst>
              </p:cNvPr>
              <p:cNvSpPr txBox="1"/>
              <p:nvPr/>
            </p:nvSpPr>
            <p:spPr>
              <a:xfrm>
                <a:off x="5130580" y="1677720"/>
                <a:ext cx="6094674" cy="7587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𝝁</m:t>
                          </m:r>
                        </m:e>
                        <m:sub>
                          <m:r>
                            <a:rPr lang="en-US" b="1" i="1" smtClean="0">
                              <a:solidFill>
                                <a:schemeClr val="tx1"/>
                              </a:solidFill>
                              <a:latin typeface="Cambria Math" panose="02040503050406030204" pitchFamily="18" charset="0"/>
                              <a:ea typeface="Cambria Math" panose="02040503050406030204" pitchFamily="18" charset="0"/>
                            </a:rPr>
                            <m:t>𝜽</m:t>
                          </m:r>
                        </m:sub>
                      </m:sSub>
                      <m:d>
                        <m:dPr>
                          <m:ctrlPr>
                            <a:rPr lang="en-US" b="1"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b="1" i="1">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e>
                      </m:d>
                      <m:r>
                        <a:rPr lang="en-US" b="0" i="1" smtClean="0">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r>
                            <a:rPr lang="en-US" i="1">
                              <a:solidFill>
                                <a:schemeClr val="tx1"/>
                              </a:solidFill>
                              <a:latin typeface="Cambria Math" panose="02040503050406030204" pitchFamily="18" charset="0"/>
                              <a:ea typeface="Cambria Math" panose="02040503050406030204" pitchFamily="18" charset="0"/>
                            </a:rPr>
                            <m:t>1</m:t>
                          </m:r>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rad>
                        </m:den>
                      </m:f>
                      <m:d>
                        <m:dPr>
                          <m:ctrlPr>
                            <a:rPr lang="en-US" i="1">
                              <a:solidFill>
                                <a:schemeClr val="tx1"/>
                              </a:solidFill>
                              <a:latin typeface="Cambria Math" panose="02040503050406030204" pitchFamily="18" charset="0"/>
                              <a:ea typeface="Cambria Math" panose="02040503050406030204" pitchFamily="18" charset="0"/>
                            </a:rPr>
                          </m:ctrlPr>
                        </m:dPr>
                        <m:e>
                          <m:sSub>
                            <m:sSubPr>
                              <m:ctrlPr>
                                <a:rPr lang="en-US" b="1" i="1">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𝒙</m:t>
                              </m:r>
                            </m:e>
                            <m:sub>
                              <m:r>
                                <a:rPr lang="en-US" i="1">
                                  <a:solidFill>
                                    <a:schemeClr val="tx1"/>
                                  </a:solidFill>
                                  <a:latin typeface="Cambria Math" panose="02040503050406030204" pitchFamily="18" charset="0"/>
                                  <a:ea typeface="Cambria Math" panose="02040503050406030204" pitchFamily="18" charset="0"/>
                                </a:rPr>
                                <m:t>𝑡</m:t>
                              </m:r>
                            </m:sub>
                          </m:sSub>
                          <m:r>
                            <a:rPr lang="en-US" i="1">
                              <a:solidFill>
                                <a:schemeClr val="tx1"/>
                              </a:solidFill>
                              <a:latin typeface="Cambria Math" panose="02040503050406030204" pitchFamily="18" charset="0"/>
                              <a:ea typeface="Cambria Math" panose="02040503050406030204" pitchFamily="18" charset="0"/>
                            </a:rPr>
                            <m:t>−</m:t>
                          </m:r>
                          <m:f>
                            <m:fPr>
                              <m:ctrlPr>
                                <a:rPr lang="en-US" i="1">
                                  <a:solidFill>
                                    <a:schemeClr val="tx1"/>
                                  </a:solidFill>
                                  <a:latin typeface="Cambria Math" panose="02040503050406030204" pitchFamily="18" charset="0"/>
                                  <a:ea typeface="Cambria Math" panose="02040503050406030204" pitchFamily="18" charset="0"/>
                                </a:rPr>
                              </m:ctrlPr>
                            </m:fPr>
                            <m:num>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𝛽</m:t>
                                  </m:r>
                                </m:e>
                                <m:sub>
                                  <m:r>
                                    <a:rPr lang="en-US" i="1">
                                      <a:solidFill>
                                        <a:schemeClr val="tx1"/>
                                      </a:solidFill>
                                      <a:latin typeface="Cambria Math" panose="02040503050406030204" pitchFamily="18" charset="0"/>
                                      <a:ea typeface="Cambria Math" panose="02040503050406030204" pitchFamily="18" charset="0"/>
                                    </a:rPr>
                                    <m:t>𝑡</m:t>
                                  </m:r>
                                </m:sub>
                              </m:sSub>
                            </m:num>
                            <m:den>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1−</m:t>
                                  </m:r>
                                  <m:acc>
                                    <m:accPr>
                                      <m:chr m:val="̅"/>
                                      <m:ctrlPr>
                                        <a:rPr lang="en-US" i="1">
                                          <a:solidFill>
                                            <a:schemeClr val="tx1"/>
                                          </a:solidFill>
                                          <a:latin typeface="Cambria Math" panose="02040503050406030204" pitchFamily="18" charset="0"/>
                                          <a:ea typeface="Cambria Math" panose="02040503050406030204" pitchFamily="18" charset="0"/>
                                        </a:rPr>
                                      </m:ctrlPr>
                                    </m:accPr>
                                    <m:e>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𝛼</m:t>
                                          </m:r>
                                        </m:e>
                                        <m:sub>
                                          <m:r>
                                            <a:rPr lang="en-US" i="1">
                                              <a:solidFill>
                                                <a:schemeClr val="tx1"/>
                                              </a:solidFill>
                                              <a:latin typeface="Cambria Math" panose="02040503050406030204" pitchFamily="18" charset="0"/>
                                              <a:ea typeface="Cambria Math" panose="02040503050406030204" pitchFamily="18" charset="0"/>
                                            </a:rPr>
                                            <m:t>𝑡</m:t>
                                          </m:r>
                                        </m:sub>
                                      </m:sSub>
                                    </m:e>
                                  </m:acc>
                                </m:e>
                              </m:rad>
                            </m:den>
                          </m:f>
                          <m:sSub>
                            <m:sSubPr>
                              <m:ctrlPr>
                                <a:rPr lang="en-US" i="1" smtClean="0">
                                  <a:solidFill>
                                    <a:schemeClr val="tx1"/>
                                  </a:solidFill>
                                  <a:latin typeface="Cambria Math" panose="02040503050406030204" pitchFamily="18" charset="0"/>
                                  <a:ea typeface="Cambria Math" panose="02040503050406030204" pitchFamily="18" charset="0"/>
                                </a:rPr>
                              </m:ctrlPr>
                            </m:sSubPr>
                            <m:e>
                              <m:r>
                                <a:rPr lang="en-US" b="1" i="1">
                                  <a:solidFill>
                                    <a:schemeClr val="tx1"/>
                                  </a:solidFill>
                                  <a:latin typeface="Cambria Math" panose="02040503050406030204" pitchFamily="18" charset="0"/>
                                  <a:ea typeface="Cambria Math" panose="02040503050406030204" pitchFamily="18" charset="0"/>
                                </a:rPr>
                                <m:t>𝝐</m:t>
                              </m:r>
                            </m:e>
                            <m:sub>
                              <m:r>
                                <a:rPr lang="en-US" b="0" i="1" smtClean="0">
                                  <a:solidFill>
                                    <a:schemeClr val="tx1"/>
                                  </a:solidFill>
                                  <a:latin typeface="Cambria Math" panose="02040503050406030204" pitchFamily="18" charset="0"/>
                                  <a:ea typeface="Cambria Math" panose="02040503050406030204" pitchFamily="18" charset="0"/>
                                </a:rPr>
                                <m:t>𝜃</m:t>
                              </m:r>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𝑥</m:t>
                              </m:r>
                            </m:e>
                            <m:sub>
                              <m:r>
                                <a:rPr lang="en-US" b="0" i="1" smtClean="0">
                                  <a:solidFill>
                                    <a:schemeClr val="tx1"/>
                                  </a:solidFill>
                                  <a:latin typeface="Cambria Math" panose="02040503050406030204" pitchFamily="18" charset="0"/>
                                  <a:ea typeface="Cambria Math" panose="02040503050406030204" pitchFamily="18" charset="0"/>
                                </a:rPr>
                                <m:t>𝑡</m:t>
                              </m:r>
                            </m:sub>
                          </m:sSub>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𝑡</m:t>
                          </m:r>
                          <m:r>
                            <a:rPr lang="en-US" b="0" i="1" smtClean="0">
                              <a:solidFill>
                                <a:schemeClr val="tx1"/>
                              </a:solidFill>
                              <a:latin typeface="Cambria Math" panose="02040503050406030204" pitchFamily="18" charset="0"/>
                              <a:ea typeface="Cambria Math" panose="02040503050406030204" pitchFamily="18" charset="0"/>
                            </a:rPr>
                            <m:t>)</m:t>
                          </m:r>
                        </m:e>
                      </m:d>
                    </m:oMath>
                  </m:oMathPara>
                </a14:m>
                <a:endParaRPr lang="en-KR" dirty="0">
                  <a:solidFill>
                    <a:schemeClr val="tx1"/>
                  </a:solidFill>
                </a:endParaRPr>
              </a:p>
            </p:txBody>
          </p:sp>
        </mc:Choice>
        <mc:Fallback xmlns="">
          <p:sp>
            <p:nvSpPr>
              <p:cNvPr id="15" name="TextBox 14">
                <a:extLst>
                  <a:ext uri="{FF2B5EF4-FFF2-40B4-BE49-F238E27FC236}">
                    <a16:creationId xmlns:a16="http://schemas.microsoft.com/office/drawing/2014/main" id="{C4980E4F-E057-139C-D37D-44659E83E37D}"/>
                  </a:ext>
                </a:extLst>
              </p:cNvPr>
              <p:cNvSpPr txBox="1">
                <a:spLocks noRot="1" noChangeAspect="1" noMove="1" noResize="1" noEditPoints="1" noAdjustHandles="1" noChangeArrowheads="1" noChangeShapeType="1" noTextEdit="1"/>
              </p:cNvSpPr>
              <p:nvPr/>
            </p:nvSpPr>
            <p:spPr>
              <a:xfrm>
                <a:off x="5130580" y="1677720"/>
                <a:ext cx="6094674" cy="758797"/>
              </a:xfrm>
              <a:prstGeom prst="rect">
                <a:avLst/>
              </a:prstGeom>
              <a:blipFill>
                <a:blip r:embed="rId7"/>
                <a:stretch>
                  <a:fillRect/>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93BD994-FAE4-654E-0B9A-F430972EBAFD}"/>
                  </a:ext>
                </a:extLst>
              </p:cNvPr>
              <p:cNvSpPr txBox="1"/>
              <p:nvPr/>
            </p:nvSpPr>
            <p:spPr>
              <a:xfrm>
                <a:off x="6126365" y="1191530"/>
                <a:ext cx="4829464" cy="40011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0" smtClean="0">
                              <a:solidFill>
                                <a:schemeClr val="tx1"/>
                              </a:solidFill>
                              <a:latin typeface="Cambria Math" panose="02040503050406030204" pitchFamily="18" charset="0"/>
                              <a:ea typeface="Cambria Math" panose="02040503050406030204" pitchFamily="18" charset="0"/>
                            </a:rPr>
                            <m:t>𝚺</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KR" sz="2000" dirty="0">
                  <a:solidFill>
                    <a:schemeClr val="tx1"/>
                  </a:solidFill>
                </a:endParaRPr>
              </a:p>
            </p:txBody>
          </p:sp>
        </mc:Choice>
        <mc:Fallback xmlns="">
          <p:sp>
            <p:nvSpPr>
              <p:cNvPr id="16" name="TextBox 15">
                <a:extLst>
                  <a:ext uri="{FF2B5EF4-FFF2-40B4-BE49-F238E27FC236}">
                    <a16:creationId xmlns:a16="http://schemas.microsoft.com/office/drawing/2014/main" id="{3CD71DBC-4046-F48E-5DE4-F75A45541CBC}"/>
                  </a:ext>
                </a:extLst>
              </p:cNvPr>
              <p:cNvSpPr txBox="1">
                <a:spLocks noRot="1" noChangeAspect="1" noMove="1" noResize="1" noEditPoints="1" noAdjustHandles="1" noChangeArrowheads="1" noChangeShapeType="1" noTextEdit="1"/>
              </p:cNvSpPr>
              <p:nvPr/>
            </p:nvSpPr>
            <p:spPr>
              <a:xfrm>
                <a:off x="6126365" y="1191530"/>
                <a:ext cx="4829464" cy="400110"/>
              </a:xfrm>
              <a:prstGeom prst="rect">
                <a:avLst/>
              </a:prstGeom>
              <a:blipFill>
                <a:blip r:embed="rId8"/>
                <a:stretch>
                  <a:fillRect l="-1050" r="-1575" b="-18182"/>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8DE1688-402B-E795-FD9E-C65B2AF7676B}"/>
                  </a:ext>
                </a:extLst>
              </p:cNvPr>
              <p:cNvSpPr txBox="1"/>
              <p:nvPr/>
            </p:nvSpPr>
            <p:spPr>
              <a:xfrm>
                <a:off x="6095999" y="2595376"/>
                <a:ext cx="6094674" cy="37112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𝚺</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Pretendard" panose="02000503000000020004" pitchFamily="2" charset="-127"/>
                              <a:cs typeface="Pretendard" panose="02000503000000020004" pitchFamily="2" charset="-127"/>
                            </a:rPr>
                          </m:ctrlPr>
                        </m:sSubSupPr>
                        <m:e>
                          <m:r>
                            <a:rPr lang="en-US" i="1">
                              <a:latin typeface="Cambria Math" panose="02040503050406030204" pitchFamily="18" charset="0"/>
                              <a:ea typeface="Pretendard" panose="02000503000000020004" pitchFamily="2" charset="-127"/>
                              <a:cs typeface="Pretendard" panose="02000503000000020004" pitchFamily="2" charset="-127"/>
                            </a:rPr>
                            <m:t>𝜎</m:t>
                          </m:r>
                        </m:e>
                        <m:sub>
                          <m:r>
                            <a:rPr lang="en-US" i="1">
                              <a:latin typeface="Cambria Math" panose="02040503050406030204" pitchFamily="18" charset="0"/>
                              <a:ea typeface="Pretendard" panose="02000503000000020004" pitchFamily="2" charset="-127"/>
                              <a:cs typeface="Pretendard" panose="02000503000000020004" pitchFamily="2" charset="-127"/>
                            </a:rPr>
                            <m:t>𝑡</m:t>
                          </m:r>
                        </m:sub>
                        <m:sup>
                          <m:r>
                            <a:rPr lang="en-US" i="1">
                              <a:latin typeface="Cambria Math" panose="02040503050406030204" pitchFamily="18" charset="0"/>
                              <a:ea typeface="Pretendard" panose="02000503000000020004" pitchFamily="2" charset="-127"/>
                              <a:cs typeface="Pretendard" panose="02000503000000020004" pitchFamily="2" charset="-127"/>
                            </a:rPr>
                            <m:t>2</m:t>
                          </m:r>
                        </m:sup>
                      </m:sSubSup>
                      <m:r>
                        <a:rPr lang="en-US" b="1">
                          <a:latin typeface="Cambria Math" panose="02040503050406030204" pitchFamily="18" charset="0"/>
                          <a:ea typeface="Pretendard" panose="02000503000000020004" pitchFamily="2" charset="-127"/>
                          <a:cs typeface="Pretendard" panose="02000503000000020004" pitchFamily="2" charset="-127"/>
                        </a:rPr>
                        <m:t>𝐈</m:t>
                      </m:r>
                    </m:oMath>
                  </m:oMathPara>
                </a14:m>
                <a:endParaRPr lang="en-KR" dirty="0"/>
              </a:p>
            </p:txBody>
          </p:sp>
        </mc:Choice>
        <mc:Fallback xmlns="">
          <p:sp>
            <p:nvSpPr>
              <p:cNvPr id="19" name="TextBox 18">
                <a:extLst>
                  <a:ext uri="{FF2B5EF4-FFF2-40B4-BE49-F238E27FC236}">
                    <a16:creationId xmlns:a16="http://schemas.microsoft.com/office/drawing/2014/main" id="{01F5B5C0-65CC-59E1-6357-65C93545254A}"/>
                  </a:ext>
                </a:extLst>
              </p:cNvPr>
              <p:cNvSpPr txBox="1">
                <a:spLocks noRot="1" noChangeAspect="1" noMove="1" noResize="1" noEditPoints="1" noAdjustHandles="1" noChangeArrowheads="1" noChangeShapeType="1" noTextEdit="1"/>
              </p:cNvSpPr>
              <p:nvPr/>
            </p:nvSpPr>
            <p:spPr>
              <a:xfrm>
                <a:off x="6095999" y="2595376"/>
                <a:ext cx="6094674" cy="371127"/>
              </a:xfrm>
              <a:prstGeom prst="rect">
                <a:avLst/>
              </a:prstGeom>
              <a:blipFill>
                <a:blip r:embed="rId9"/>
                <a:stretch>
                  <a:fillRect/>
                </a:stretch>
              </a:blipFill>
            </p:spPr>
            <p:txBody>
              <a:bodyPr/>
              <a:lstStyle/>
              <a:p>
                <a:r>
                  <a:rPr lang="en-KR">
                    <a:noFill/>
                  </a:rPr>
                  <a:t> </a:t>
                </a:r>
              </a:p>
            </p:txBody>
          </p:sp>
        </mc:Fallback>
      </mc:AlternateContent>
      <p:grpSp>
        <p:nvGrpSpPr>
          <p:cNvPr id="22" name="Group 21">
            <a:extLst>
              <a:ext uri="{FF2B5EF4-FFF2-40B4-BE49-F238E27FC236}">
                <a16:creationId xmlns:a16="http://schemas.microsoft.com/office/drawing/2014/main" id="{B4778721-5D3F-F4DF-172E-7F1E705A258E}"/>
              </a:ext>
            </a:extLst>
          </p:cNvPr>
          <p:cNvGrpSpPr/>
          <p:nvPr/>
        </p:nvGrpSpPr>
        <p:grpSpPr>
          <a:xfrm>
            <a:off x="689204" y="5003543"/>
            <a:ext cx="10813589" cy="1339446"/>
            <a:chOff x="689205" y="4656027"/>
            <a:chExt cx="10813589" cy="1339446"/>
          </a:xfrm>
        </p:grpSpPr>
        <p:grpSp>
          <p:nvGrpSpPr>
            <p:cNvPr id="23" name="Group 22">
              <a:extLst>
                <a:ext uri="{FF2B5EF4-FFF2-40B4-BE49-F238E27FC236}">
                  <a16:creationId xmlns:a16="http://schemas.microsoft.com/office/drawing/2014/main" id="{4C68ADE4-9E47-5147-E591-82B668BDF57A}"/>
                </a:ext>
              </a:extLst>
            </p:cNvPr>
            <p:cNvGrpSpPr/>
            <p:nvPr/>
          </p:nvGrpSpPr>
          <p:grpSpPr>
            <a:xfrm>
              <a:off x="689205" y="4656027"/>
              <a:ext cx="10813589" cy="1339446"/>
              <a:chOff x="706363" y="3122264"/>
              <a:chExt cx="10813589" cy="1339446"/>
            </a:xfrm>
          </p:grpSpPr>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C3FFC780-65C0-0E73-6C41-6F3C79952058}"/>
                      </a:ext>
                    </a:extLst>
                  </p:cNvPr>
                  <p:cNvSpPr>
                    <a:spLocks noChangeAspect="1"/>
                  </p:cNvSpPr>
                  <p:nvPr/>
                </p:nvSpPr>
                <p:spPr>
                  <a:xfrm>
                    <a:off x="70636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𝑇</m:t>
                              </m:r>
                            </m:sub>
                          </m:sSub>
                        </m:oMath>
                      </m:oMathPara>
                    </a14:m>
                    <a:endParaRPr lang="en-KR" sz="1600" b="1" dirty="0" err="1">
                      <a:solidFill>
                        <a:schemeClr val="tx1"/>
                      </a:solidFill>
                    </a:endParaRPr>
                  </a:p>
                </p:txBody>
              </p:sp>
            </mc:Choice>
            <mc:Fallback xmlns="">
              <p:sp>
                <p:nvSpPr>
                  <p:cNvPr id="30" name="Oval 29">
                    <a:extLst>
                      <a:ext uri="{FF2B5EF4-FFF2-40B4-BE49-F238E27FC236}">
                        <a16:creationId xmlns:a16="http://schemas.microsoft.com/office/drawing/2014/main" id="{0CDD6C63-E857-C244-6894-E5584CD95296}"/>
                      </a:ext>
                    </a:extLst>
                  </p:cNvPr>
                  <p:cNvSpPr>
                    <a:spLocks noRot="1" noChangeAspect="1" noMove="1" noResize="1" noEditPoints="1" noAdjustHandles="1" noChangeArrowheads="1" noChangeShapeType="1" noTextEdit="1"/>
                  </p:cNvSpPr>
                  <p:nvPr/>
                </p:nvSpPr>
                <p:spPr>
                  <a:xfrm>
                    <a:off x="706363" y="3122264"/>
                    <a:ext cx="585409" cy="581744"/>
                  </a:xfrm>
                  <a:prstGeom prst="ellipse">
                    <a:avLst/>
                  </a:prstGeom>
                  <a:blipFill>
                    <a:blip r:embed="rId10"/>
                    <a:stretch>
                      <a:fillRect l="-12766"/>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7F144B9-DC48-0642-199F-DC283174CBE5}"/>
                      </a:ext>
                    </a:extLst>
                  </p:cNvPr>
                  <p:cNvSpPr>
                    <a:spLocks noChangeAspect="1"/>
                  </p:cNvSpPr>
                  <p:nvPr/>
                </p:nvSpPr>
                <p:spPr>
                  <a:xfrm>
                    <a:off x="3611637" y="3141548"/>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oMath>
                      </m:oMathPara>
                    </a14:m>
                    <a:endParaRPr lang="en-KR" sz="1600" b="1" dirty="0" err="1">
                      <a:solidFill>
                        <a:schemeClr val="tx1"/>
                      </a:solidFill>
                    </a:endParaRPr>
                  </a:p>
                </p:txBody>
              </p:sp>
            </mc:Choice>
            <mc:Fallback xmlns="">
              <p:sp>
                <p:nvSpPr>
                  <p:cNvPr id="43" name="Oval 42">
                    <a:extLst>
                      <a:ext uri="{FF2B5EF4-FFF2-40B4-BE49-F238E27FC236}">
                        <a16:creationId xmlns:a16="http://schemas.microsoft.com/office/drawing/2014/main" id="{E49BB835-344A-0E79-A8FF-E8201BC549E2}"/>
                      </a:ext>
                    </a:extLst>
                  </p:cNvPr>
                  <p:cNvSpPr>
                    <a:spLocks noRot="1" noChangeAspect="1" noMove="1" noResize="1" noEditPoints="1" noAdjustHandles="1" noChangeArrowheads="1" noChangeShapeType="1" noTextEdit="1"/>
                  </p:cNvSpPr>
                  <p:nvPr/>
                </p:nvSpPr>
                <p:spPr>
                  <a:xfrm>
                    <a:off x="3611637" y="3141548"/>
                    <a:ext cx="585409" cy="581744"/>
                  </a:xfrm>
                  <a:prstGeom prst="ellipse">
                    <a:avLst/>
                  </a:prstGeom>
                  <a:blipFill>
                    <a:blip r:embed="rId11"/>
                    <a:stretch>
                      <a:fillRect l="-8511"/>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4" name="Oval 43">
                    <a:extLst>
                      <a:ext uri="{FF2B5EF4-FFF2-40B4-BE49-F238E27FC236}">
                        <a16:creationId xmlns:a16="http://schemas.microsoft.com/office/drawing/2014/main" id="{AEDF6B09-F3C3-6FE4-391A-170D84AAD1CD}"/>
                      </a:ext>
                    </a:extLst>
                  </p:cNvPr>
                  <p:cNvSpPr>
                    <a:spLocks noChangeAspect="1"/>
                  </p:cNvSpPr>
                  <p:nvPr/>
                </p:nvSpPr>
                <p:spPr>
                  <a:xfrm>
                    <a:off x="7455503" y="3122264"/>
                    <a:ext cx="585409" cy="581744"/>
                  </a:xfrm>
                  <a:prstGeom prst="ellipse">
                    <a:avLst/>
                  </a:prstGeom>
                  <a:solidFill>
                    <a:schemeClr val="bg1">
                      <a:lumMod val="75000"/>
                    </a:schemeClr>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oMath>
                      </m:oMathPara>
                    </a14:m>
                    <a:endParaRPr lang="en-KR" sz="1600" b="1" dirty="0" err="1">
                      <a:solidFill>
                        <a:schemeClr val="tx1"/>
                      </a:solidFill>
                    </a:endParaRPr>
                  </a:p>
                </p:txBody>
              </p:sp>
            </mc:Choice>
            <mc:Fallback xmlns="">
              <p:sp>
                <p:nvSpPr>
                  <p:cNvPr id="44" name="Oval 43">
                    <a:extLst>
                      <a:ext uri="{FF2B5EF4-FFF2-40B4-BE49-F238E27FC236}">
                        <a16:creationId xmlns:a16="http://schemas.microsoft.com/office/drawing/2014/main" id="{6472D656-4CB8-A1DB-3EB4-031640A14D4E}"/>
                      </a:ext>
                    </a:extLst>
                  </p:cNvPr>
                  <p:cNvSpPr>
                    <a:spLocks noRot="1" noChangeAspect="1" noMove="1" noResize="1" noEditPoints="1" noAdjustHandles="1" noChangeArrowheads="1" noChangeShapeType="1" noTextEdit="1"/>
                  </p:cNvSpPr>
                  <p:nvPr/>
                </p:nvSpPr>
                <p:spPr>
                  <a:xfrm>
                    <a:off x="7455503" y="3122264"/>
                    <a:ext cx="585409" cy="581744"/>
                  </a:xfrm>
                  <a:prstGeom prst="ellipse">
                    <a:avLst/>
                  </a:prstGeom>
                  <a:blipFill>
                    <a:blip r:embed="rId12"/>
                    <a:stretch>
                      <a:fillRect l="-27083" r="-2083"/>
                    </a:stretch>
                  </a:blipFill>
                  <a:ln/>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45" name="Oval 44">
                    <a:extLst>
                      <a:ext uri="{FF2B5EF4-FFF2-40B4-BE49-F238E27FC236}">
                        <a16:creationId xmlns:a16="http://schemas.microsoft.com/office/drawing/2014/main" id="{C30774B4-6EDA-DDEB-D144-E36A665B5AD4}"/>
                      </a:ext>
                    </a:extLst>
                  </p:cNvPr>
                  <p:cNvSpPr>
                    <a:spLocks noChangeAspect="1"/>
                  </p:cNvSpPr>
                  <p:nvPr/>
                </p:nvSpPr>
                <p:spPr>
                  <a:xfrm>
                    <a:off x="10249502" y="3141548"/>
                    <a:ext cx="585409" cy="581744"/>
                  </a:xfrm>
                  <a:prstGeom prst="ellipse">
                    <a:avLst/>
                  </a:prstGeom>
                  <a:solidFill>
                    <a:schemeClr val="bg1"/>
                  </a:solidFill>
                  <a:ln/>
                </p:spPr>
                <p:style>
                  <a:lnRef idx="1">
                    <a:schemeClr val="dk1"/>
                  </a:lnRef>
                  <a:fillRef idx="2">
                    <a:schemeClr val="dk1"/>
                  </a:fillRef>
                  <a:effectRef idx="1">
                    <a:schemeClr val="dk1"/>
                  </a:effectRef>
                  <a:fontRef idx="minor">
                    <a:schemeClr val="dk1"/>
                  </a:fontRef>
                </p:style>
                <p:txBody>
                  <a:bodyPr lIns="45720" tIns="45720" rIns="45720" rtlCol="0" anchor="ctr"/>
                  <a:lstStyle/>
                  <a:p>
                    <a:pPr algn="ctr"/>
                    <a14:m>
                      <m:oMathPara xmlns:m="http://schemas.openxmlformats.org/officeDocument/2006/math">
                        <m:oMathParaPr>
                          <m:jc m:val="centerGroup"/>
                        </m:oMathParaPr>
                        <m:oMath xmlns:m="http://schemas.openxmlformats.org/officeDocument/2006/math">
                          <m:r>
                            <a:rPr lang="en-US" sz="2000" b="1" i="1" smtClean="0">
                              <a:solidFill>
                                <a:schemeClr val="tx1"/>
                              </a:solidFill>
                              <a:latin typeface="Cambria Math" panose="02040503050406030204" pitchFamily="18" charset="0"/>
                            </a:rPr>
                            <m:t>  </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0</m:t>
                              </m:r>
                            </m:sub>
                          </m:sSub>
                        </m:oMath>
                      </m:oMathPara>
                    </a14:m>
                    <a:endParaRPr lang="en-KR" sz="1600" b="1" dirty="0" err="1">
                      <a:solidFill>
                        <a:schemeClr val="tx1"/>
                      </a:solidFill>
                    </a:endParaRPr>
                  </a:p>
                </p:txBody>
              </p:sp>
            </mc:Choice>
            <mc:Fallback xmlns="">
              <p:sp>
                <p:nvSpPr>
                  <p:cNvPr id="45" name="Oval 44">
                    <a:extLst>
                      <a:ext uri="{FF2B5EF4-FFF2-40B4-BE49-F238E27FC236}">
                        <a16:creationId xmlns:a16="http://schemas.microsoft.com/office/drawing/2014/main" id="{931813F9-5420-C3ED-0517-4A4336145F5E}"/>
                      </a:ext>
                    </a:extLst>
                  </p:cNvPr>
                  <p:cNvSpPr>
                    <a:spLocks noRot="1" noChangeAspect="1" noMove="1" noResize="1" noEditPoints="1" noAdjustHandles="1" noChangeArrowheads="1" noChangeShapeType="1" noTextEdit="1"/>
                  </p:cNvSpPr>
                  <p:nvPr/>
                </p:nvSpPr>
                <p:spPr>
                  <a:xfrm>
                    <a:off x="10249502" y="3141548"/>
                    <a:ext cx="585409" cy="581744"/>
                  </a:xfrm>
                  <a:prstGeom prst="ellipse">
                    <a:avLst/>
                  </a:prstGeom>
                  <a:blipFill>
                    <a:blip r:embed="rId13"/>
                    <a:stretch>
                      <a:fillRect l="-8333"/>
                    </a:stretch>
                  </a:blipFill>
                  <a:ln/>
                </p:spPr>
                <p:txBody>
                  <a:bodyPr/>
                  <a:lstStyle/>
                  <a:p>
                    <a:r>
                      <a:rPr lang="en-KR">
                        <a:noFill/>
                      </a:rPr>
                      <a:t> </a:t>
                    </a:r>
                  </a:p>
                </p:txBody>
              </p:sp>
            </mc:Fallback>
          </mc:AlternateContent>
          <p:pic>
            <p:nvPicPr>
              <p:cNvPr id="46" name="Picture 2">
                <a:extLst>
                  <a:ext uri="{FF2B5EF4-FFF2-40B4-BE49-F238E27FC236}">
                    <a16:creationId xmlns:a16="http://schemas.microsoft.com/office/drawing/2014/main" id="{A5B1BA89-019C-F76D-FAC1-17A75871426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40912"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a:extLst>
                  <a:ext uri="{FF2B5EF4-FFF2-40B4-BE49-F238E27FC236}">
                    <a16:creationId xmlns:a16="http://schemas.microsoft.com/office/drawing/2014/main" id="{5925C7DA-9230-80B9-1C73-EFD89193BA7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34911" y="3776669"/>
                <a:ext cx="685041" cy="68504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a:extLst>
                  <a:ext uri="{FF2B5EF4-FFF2-40B4-BE49-F238E27FC236}">
                    <a16:creationId xmlns:a16="http://schemas.microsoft.com/office/drawing/2014/main" id="{B1ED0597-3810-EB52-DBCF-CD86CFEBC3E1}"/>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80128"/>
              <a:stretch>
                <a:fillRect/>
              </a:stretch>
            </p:blipFill>
            <p:spPr bwMode="auto">
              <a:xfrm>
                <a:off x="1291772" y="3777710"/>
                <a:ext cx="679172" cy="684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4" name="Elbow Connector 23">
              <a:extLst>
                <a:ext uri="{FF2B5EF4-FFF2-40B4-BE49-F238E27FC236}">
                  <a16:creationId xmlns:a16="http://schemas.microsoft.com/office/drawing/2014/main" id="{DCE127E7-0903-42B6-97CC-9E65C641308A}"/>
                </a:ext>
              </a:extLst>
            </p:cNvPr>
            <p:cNvCxnSpPr>
              <a:stCxn id="44" idx="0"/>
              <a:endCxn id="45" idx="0"/>
            </p:cNvCxnSpPr>
            <p:nvPr/>
          </p:nvCxnSpPr>
          <p:spPr>
            <a:xfrm rot="16200000" flipH="1">
              <a:off x="9118407" y="3268670"/>
              <a:ext cx="19284" cy="2793999"/>
            </a:xfrm>
            <a:prstGeom prst="bentConnector3">
              <a:avLst>
                <a:gd name="adj1" fmla="val -1213840"/>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17A5C09D-0D79-B5E7-D715-D9178E51BA50}"/>
                </a:ext>
              </a:extLst>
            </p:cNvPr>
            <p:cNvCxnSpPr>
              <a:cxnSpLocks/>
              <a:stCxn id="43" idx="0"/>
              <a:endCxn id="45" idx="0"/>
            </p:cNvCxnSpPr>
            <p:nvPr/>
          </p:nvCxnSpPr>
          <p:spPr>
            <a:xfrm rot="5400000" flipH="1" flipV="1">
              <a:off x="7206116" y="1356379"/>
              <a:ext cx="12700" cy="6637865"/>
            </a:xfrm>
            <a:prstGeom prst="bentConnector3">
              <a:avLst>
                <a:gd name="adj1" fmla="val 2747386"/>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5474F770-437E-65F7-AFED-F355961E8729}"/>
                </a:ext>
              </a:extLst>
            </p:cNvPr>
            <p:cNvCxnSpPr>
              <a:cxnSpLocks/>
              <a:stCxn id="30" idx="0"/>
              <a:endCxn id="45" idx="0"/>
            </p:cNvCxnSpPr>
            <p:nvPr/>
          </p:nvCxnSpPr>
          <p:spPr>
            <a:xfrm rot="16200000" flipH="1">
              <a:off x="5743837" y="-105900"/>
              <a:ext cx="19284" cy="9543139"/>
            </a:xfrm>
            <a:prstGeom prst="bentConnector3">
              <a:avLst>
                <a:gd name="adj1" fmla="val -2092553"/>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FBC607A3-0F76-0210-7FD7-390D89DED8C7}"/>
              </a:ext>
            </a:extLst>
          </p:cNvPr>
          <p:cNvSpPr txBox="1"/>
          <p:nvPr/>
        </p:nvSpPr>
        <p:spPr>
          <a:xfrm>
            <a:off x="2339270" y="4016984"/>
            <a:ext cx="7574189" cy="369332"/>
          </a:xfrm>
          <a:prstGeom prst="rect">
            <a:avLst/>
          </a:prstGeom>
          <a:noFill/>
        </p:spPr>
        <p:txBody>
          <a:bodyPr wrap="none" lIns="0" rIns="0" rtlCol="0">
            <a:spAutoFit/>
          </a:bodyPr>
          <a:lstStyle/>
          <a:p>
            <a:pPr algn="ctr"/>
            <a:r>
              <a:rPr lang="en-US" dirty="0">
                <a:latin typeface="Pretendard Medium" panose="02000503000000020004" pitchFamily="2" charset="-127"/>
                <a:ea typeface="Pretendard Medium" panose="02000503000000020004" pitchFamily="2" charset="-127"/>
                <a:cs typeface="Pretendard Medium" panose="02000503000000020004" pitchFamily="2" charset="-127"/>
              </a:rPr>
              <a:t>This does NOT mean you can generate good samples from any timestep</a:t>
            </a:r>
            <a:endParaRPr lang="en-KR" dirty="0">
              <a:latin typeface="Pretendard Medium" panose="02000503000000020004" pitchFamily="2" charset="-127"/>
              <a:ea typeface="Pretendard Medium" panose="02000503000000020004" pitchFamily="2" charset="-127"/>
              <a:cs typeface="Pretendard Medium" panose="02000503000000020004" pitchFamily="2" charset="-127"/>
            </a:endParaRPr>
          </a:p>
        </p:txBody>
      </p:sp>
      <p:pic>
        <p:nvPicPr>
          <p:cNvPr id="11" name="Audio 10">
            <a:extLst>
              <a:ext uri="{FF2B5EF4-FFF2-40B4-BE49-F238E27FC236}">
                <a16:creationId xmlns:a16="http://schemas.microsoft.com/office/drawing/2014/main" id="{D14B0164-46E9-83D6-6F9B-45D3E40CCD6C}"/>
              </a:ext>
            </a:extLst>
          </p:cNvPr>
          <p:cNvPicPr>
            <a:picLocks noChangeAspect="1"/>
          </p:cNvPicPr>
          <p:nvPr>
            <a:audioFile r:link="rId2"/>
            <p:extLst>
              <p:ext uri="{DAA4B4D4-6D71-4841-9C94-3DE7FCFB9230}">
                <p14:media xmlns:p14="http://schemas.microsoft.com/office/powerpoint/2010/main" r:embed="rId1"/>
              </p:ext>
            </p:extLst>
          </p:nvPr>
        </p:nvPicPr>
        <p:blipFill>
          <a:blip r:embed="rId1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986309457"/>
      </p:ext>
    </p:extLst>
  </p:cSld>
  <p:clrMapOvr>
    <a:masterClrMapping/>
  </p:clrMapOvr>
  <mc:AlternateContent xmlns:mc="http://schemas.openxmlformats.org/markup-compatibility/2006">
    <mc:Choice xmlns:p14="http://schemas.microsoft.com/office/powerpoint/2010/main" Requires="p14">
      <p:transition spd="slow" p14:dur="2000" advTm="32810"/>
    </mc:Choice>
    <mc:Fallback>
      <p:transition spd="slow" advTm="32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extLst>
    <p:ext uri="{3A86A75C-4F4B-4683-9AE1-C65F6400EC91}">
      <p14:laserTraceLst xmlns:p14="http://schemas.microsoft.com/office/powerpoint/2010/main">
        <p14:tracePtLst>
          <p14:tracePt t="499" x="3649663" y="6756400"/>
          <p14:tracePt t="508" x="3751263" y="6662738"/>
          <p14:tracePt t="514" x="3878263" y="6545263"/>
          <p14:tracePt t="522" x="4005263" y="6426200"/>
          <p14:tracePt t="530" x="4056063" y="6375400"/>
          <p14:tracePt t="539" x="4140200" y="6299200"/>
          <p14:tracePt t="547" x="4216400" y="6230938"/>
          <p14:tracePt t="555" x="4343400" y="6154738"/>
          <p14:tracePt t="563" x="4402138" y="6103938"/>
          <p14:tracePt t="571" x="4462463" y="6062663"/>
          <p14:tracePt t="580" x="4521200" y="6037263"/>
          <p14:tracePt t="587" x="4546600" y="6002338"/>
          <p14:tracePt t="596" x="4597400" y="5969000"/>
          <p14:tracePt t="604" x="4640263" y="5961063"/>
          <p14:tracePt t="612" x="4673600" y="5943600"/>
          <p14:tracePt t="621" x="4681538" y="5926138"/>
          <p14:tracePt t="629" x="4716463" y="5910263"/>
          <p14:tracePt t="637" x="4732338" y="5910263"/>
          <p14:tracePt t="645" x="4741863" y="5900738"/>
          <p14:tracePt t="653" x="4775200" y="5900738"/>
          <p14:tracePt t="662" x="4833938" y="5884863"/>
          <p14:tracePt t="31924" x="4818063" y="5884863"/>
          <p14:tracePt t="31932" x="4579938" y="6180138"/>
          <p14:tracePt t="31940" x="4368800" y="6494463"/>
        </p14:tracePtLst>
      </p14:laserTraceLst>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8457E-6503-C154-D7E5-F79A05591B95}"/>
              </a:ext>
            </a:extLst>
          </p:cNvPr>
          <p:cNvSpPr>
            <a:spLocks noGrp="1"/>
          </p:cNvSpPr>
          <p:nvPr>
            <p:ph type="title"/>
          </p:nvPr>
        </p:nvSpPr>
        <p:spPr>
          <a:xfrm>
            <a:off x="609600" y="3050435"/>
            <a:ext cx="7823200" cy="757130"/>
          </a:xfrm>
        </p:spPr>
        <p:txBody>
          <a:bodyPr/>
          <a:lstStyle/>
          <a:p>
            <a:r>
              <a:rPr lang="en-KR" dirty="0"/>
              <a:t>Implementation of DDPM</a:t>
            </a:r>
          </a:p>
        </p:txBody>
      </p:sp>
      <p:sp>
        <p:nvSpPr>
          <p:cNvPr id="3" name="Slide Number Placeholder 2">
            <a:extLst>
              <a:ext uri="{FF2B5EF4-FFF2-40B4-BE49-F238E27FC236}">
                <a16:creationId xmlns:a16="http://schemas.microsoft.com/office/drawing/2014/main" id="{7C3BBE60-DD42-8CFC-F361-9F6E5F8B5992}"/>
              </a:ext>
            </a:extLst>
          </p:cNvPr>
          <p:cNvSpPr>
            <a:spLocks noGrp="1"/>
          </p:cNvSpPr>
          <p:nvPr>
            <p:ph type="sldNum" sz="quarter" idx="12"/>
          </p:nvPr>
        </p:nvSpPr>
        <p:spPr/>
        <p:txBody>
          <a:bodyPr/>
          <a:lstStyle/>
          <a:p>
            <a:fld id="{EB4B8DE2-A4E8-46E4-8BBF-D75455EFF32C}" type="slidenum">
              <a:rPr lang="en-US" smtClean="0"/>
              <a:pPr/>
              <a:t>40</a:t>
            </a:fld>
            <a:endParaRPr lang="en-US" dirty="0"/>
          </a:p>
        </p:txBody>
      </p:sp>
      <p:sp>
        <p:nvSpPr>
          <p:cNvPr id="5" name="TextBox 4">
            <a:extLst>
              <a:ext uri="{FF2B5EF4-FFF2-40B4-BE49-F238E27FC236}">
                <a16:creationId xmlns:a16="http://schemas.microsoft.com/office/drawing/2014/main" id="{ECFDC253-B177-AFB4-654A-E1AA1BA6107E}"/>
              </a:ext>
            </a:extLst>
          </p:cNvPr>
          <p:cNvSpPr txBox="1"/>
          <p:nvPr/>
        </p:nvSpPr>
        <p:spPr>
          <a:xfrm>
            <a:off x="609600" y="4047067"/>
            <a:ext cx="11051102" cy="338554"/>
          </a:xfrm>
          <a:prstGeom prst="rect">
            <a:avLst/>
          </a:prstGeom>
          <a:noFill/>
        </p:spPr>
        <p:txBody>
          <a:bodyPr wrap="none" lIns="0" rIns="0" rtlCol="0">
            <a:spAutoFit/>
          </a:bodyPr>
          <a:lstStyle/>
          <a:p>
            <a:pPr algn="l"/>
            <a:r>
              <a:rPr lang="en-KR" sz="1600" dirty="0">
                <a:latin typeface="Pretendard" panose="02000503000000020004" pitchFamily="2" charset="-127"/>
                <a:ea typeface="Pretendard" panose="02000503000000020004" pitchFamily="2" charset="-127"/>
                <a:cs typeface="Pretendard" panose="02000503000000020004" pitchFamily="2" charset="-127"/>
              </a:rPr>
              <a:t>In this part, we discuss the specific implementation of Ho et al., 2020, whic</a:t>
            </a:r>
            <a:r>
              <a:rPr lang="en-US" sz="1600" dirty="0">
                <a:latin typeface="Pretendard" panose="02000503000000020004" pitchFamily="2" charset="-127"/>
                <a:ea typeface="Pretendard" panose="02000503000000020004" pitchFamily="2" charset="-127"/>
                <a:cs typeface="Pretendard" panose="02000503000000020004" pitchFamily="2" charset="-127"/>
              </a:rPr>
              <a:t>h</a:t>
            </a:r>
            <a:r>
              <a:rPr lang="en-KR" sz="1600" dirty="0">
                <a:latin typeface="Pretendard" panose="02000503000000020004" pitchFamily="2" charset="-127"/>
                <a:ea typeface="Pretendard" panose="02000503000000020004" pitchFamily="2" charset="-127"/>
                <a:cs typeface="Pretendard" panose="02000503000000020004" pitchFamily="2" charset="-127"/>
              </a:rPr>
              <a:t> </a:t>
            </a:r>
            <a:r>
              <a:rPr lang="en-KR" sz="1600" b="1" dirty="0">
                <a:latin typeface="Pretendard" panose="02000503000000020004" pitchFamily="2" charset="-127"/>
                <a:ea typeface="Pretendard" panose="02000503000000020004" pitchFamily="2" charset="-127"/>
                <a:cs typeface="Pretendard" panose="02000503000000020004" pitchFamily="2" charset="-127"/>
              </a:rPr>
              <a:t>may not extend to other diffusion models</a:t>
            </a:r>
            <a:r>
              <a:rPr lang="en-KR" sz="1600" dirty="0">
                <a:latin typeface="Pretendard" panose="02000503000000020004" pitchFamily="2" charset="-127"/>
                <a:ea typeface="Pretendard" panose="02000503000000020004" pitchFamily="2" charset="-127"/>
                <a:cs typeface="Pretendard" panose="02000503000000020004" pitchFamily="2" charset="-127"/>
              </a:rPr>
              <a:t>.</a:t>
            </a:r>
          </a:p>
        </p:txBody>
      </p:sp>
      <p:pic>
        <p:nvPicPr>
          <p:cNvPr id="7" name="Audio 6">
            <a:extLst>
              <a:ext uri="{FF2B5EF4-FFF2-40B4-BE49-F238E27FC236}">
                <a16:creationId xmlns:a16="http://schemas.microsoft.com/office/drawing/2014/main" id="{68EB6224-EF60-6E89-0B67-39B825F2B4F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62389946"/>
      </p:ext>
    </p:extLst>
  </p:cSld>
  <p:clrMapOvr>
    <a:masterClrMapping/>
  </p:clrMapOvr>
  <mc:AlternateContent xmlns:mc="http://schemas.openxmlformats.org/markup-compatibility/2006">
    <mc:Choice xmlns:p14="http://schemas.microsoft.com/office/powerpoint/2010/main" Requires="p14">
      <p:transition spd="slow" p14:dur="2000" advTm="17333"/>
    </mc:Choice>
    <mc:Fallback>
      <p:transition spd="slow" advTm="173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extLst>
    <p:ext uri="{3A86A75C-4F4B-4683-9AE1-C65F6400EC91}">
      <p14:laserTraceLst xmlns:p14="http://schemas.microsoft.com/office/powerpoint/2010/main">
        <p14:tracePtLst>
          <p14:tracePt t="239" x="3548063" y="5961063"/>
          <p14:tracePt t="240" x="4564063" y="3987800"/>
          <p14:tracePt t="16448" x="4470400" y="4233863"/>
          <p14:tracePt t="16456" x="4310063" y="4579938"/>
          <p14:tracePt t="16465" x="4114800" y="4978400"/>
          <p14:tracePt t="16472" x="3979863" y="5341938"/>
          <p14:tracePt t="16481" x="3860800" y="5638800"/>
          <p14:tracePt t="16489" x="3802063" y="5884863"/>
          <p14:tracePt t="16497" x="3741738" y="6045200"/>
          <p14:tracePt t="16505" x="3614738" y="6367463"/>
          <p14:tracePt t="16514" x="3530600" y="6646863"/>
          <p14:tracePt t="16522" x="3454400" y="6815138"/>
        </p14:tracePtLst>
      </p14:laserTraceLst>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45EB451-63F5-3980-AB75-F919AD562373}"/>
              </a:ext>
            </a:extLst>
          </p:cNvPr>
          <p:cNvSpPr>
            <a:spLocks noGrp="1"/>
          </p:cNvSpPr>
          <p:nvPr>
            <p:ph type="sldNum" sz="quarter" idx="12"/>
          </p:nvPr>
        </p:nvSpPr>
        <p:spPr/>
        <p:txBody>
          <a:bodyPr/>
          <a:lstStyle/>
          <a:p>
            <a:fld id="{EB4B8DE2-A4E8-46E4-8BBF-D75455EFF32C}" type="slidenum">
              <a:rPr lang="en-US" smtClean="0"/>
              <a:pPr/>
              <a:t>41</a:t>
            </a:fld>
            <a:endParaRPr lang="en-US" dirty="0"/>
          </a:p>
        </p:txBody>
      </p:sp>
      <p:sp>
        <p:nvSpPr>
          <p:cNvPr id="5" name="Text Placeholder 2">
            <a:extLst>
              <a:ext uri="{FF2B5EF4-FFF2-40B4-BE49-F238E27FC236}">
                <a16:creationId xmlns:a16="http://schemas.microsoft.com/office/drawing/2014/main" id="{F5D611AA-A84C-5EFF-2C5F-9D26FCDF3D3A}"/>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Discrete decoder</a:t>
            </a:r>
            <a:endParaRPr lang="en-KR" sz="2000" dirty="0"/>
          </a:p>
        </p:txBody>
      </p:sp>
      <p:sp>
        <p:nvSpPr>
          <p:cNvPr id="6" name="TextBox 5">
            <a:extLst>
              <a:ext uri="{FF2B5EF4-FFF2-40B4-BE49-F238E27FC236}">
                <a16:creationId xmlns:a16="http://schemas.microsoft.com/office/drawing/2014/main" id="{341FE8AA-3B77-30E1-C0E4-ABED5A824807}"/>
              </a:ext>
            </a:extLst>
          </p:cNvPr>
          <p:cNvSpPr txBox="1"/>
          <p:nvPr/>
        </p:nvSpPr>
        <p:spPr>
          <a:xfrm>
            <a:off x="609600" y="1219200"/>
            <a:ext cx="6562694" cy="338554"/>
          </a:xfrm>
          <a:prstGeom prst="rect">
            <a:avLst/>
          </a:prstGeom>
          <a:noFill/>
        </p:spPr>
        <p:txBody>
          <a:bodyPr wrap="none" lIns="0" rIns="0" rtlCol="0">
            <a:spAutoFit/>
          </a:bodyPr>
          <a:lstStyle/>
          <a:p>
            <a:pPr algn="l"/>
            <a:r>
              <a:rPr lang="en-KR" sz="1600" dirty="0">
                <a:latin typeface="Pretendard" panose="02000503000000020004" pitchFamily="2" charset="-127"/>
                <a:ea typeface="Pretendard" panose="02000503000000020004" pitchFamily="2" charset="-127"/>
                <a:cs typeface="Pretendard" panose="02000503000000020004" pitchFamily="2" charset="-127"/>
              </a:rPr>
              <a:t>So far we discussed continuous densities, but image is N</a:t>
            </a:r>
            <a:r>
              <a:rPr lang="en-US" sz="1600" dirty="0">
                <a:latin typeface="Pretendard" panose="02000503000000020004" pitchFamily="2" charset="-127"/>
                <a:ea typeface="Pretendard" panose="02000503000000020004" pitchFamily="2" charset="-127"/>
                <a:cs typeface="Pretendard" panose="02000503000000020004" pitchFamily="2" charset="-127"/>
              </a:rPr>
              <a:t>OT continuous</a:t>
            </a:r>
            <a:endParaRPr lang="en-KR" sz="1600" dirty="0">
              <a:latin typeface="Pretendard" panose="02000503000000020004" pitchFamily="2" charset="-127"/>
              <a:ea typeface="Pretendard" panose="02000503000000020004" pitchFamily="2" charset="-127"/>
              <a:cs typeface="Pretendard" panose="02000503000000020004" pitchFamily="2" charset="-127"/>
            </a:endParaRPr>
          </a:p>
        </p:txBody>
      </p:sp>
      <p:graphicFrame>
        <p:nvGraphicFramePr>
          <p:cNvPr id="7" name="Table 6">
            <a:extLst>
              <a:ext uri="{FF2B5EF4-FFF2-40B4-BE49-F238E27FC236}">
                <a16:creationId xmlns:a16="http://schemas.microsoft.com/office/drawing/2014/main" id="{67C0B241-EC17-F7B4-14E8-4756550B2477}"/>
              </a:ext>
            </a:extLst>
          </p:cNvPr>
          <p:cNvGraphicFramePr>
            <a:graphicFrameLocks noGrp="1"/>
          </p:cNvGraphicFramePr>
          <p:nvPr>
            <p:extLst>
              <p:ext uri="{D42A27DB-BD31-4B8C-83A1-F6EECF244321}">
                <p14:modId xmlns:p14="http://schemas.microsoft.com/office/powerpoint/2010/main" val="984242143"/>
              </p:ext>
            </p:extLst>
          </p:nvPr>
        </p:nvGraphicFramePr>
        <p:xfrm>
          <a:off x="609600" y="2002746"/>
          <a:ext cx="1862668" cy="1866520"/>
        </p:xfrm>
        <a:graphic>
          <a:graphicData uri="http://schemas.openxmlformats.org/drawingml/2006/table">
            <a:tbl>
              <a:tblPr firstRow="1" bandRow="1">
                <a:tableStyleId>{912C8C85-51F0-491E-9774-3900AFEF0FD7}</a:tableStyleId>
              </a:tblPr>
              <a:tblGrid>
                <a:gridCol w="465667">
                  <a:extLst>
                    <a:ext uri="{9D8B030D-6E8A-4147-A177-3AD203B41FA5}">
                      <a16:colId xmlns:a16="http://schemas.microsoft.com/office/drawing/2014/main" val="3610659060"/>
                    </a:ext>
                  </a:extLst>
                </a:gridCol>
                <a:gridCol w="465667">
                  <a:extLst>
                    <a:ext uri="{9D8B030D-6E8A-4147-A177-3AD203B41FA5}">
                      <a16:colId xmlns:a16="http://schemas.microsoft.com/office/drawing/2014/main" val="3914033248"/>
                    </a:ext>
                  </a:extLst>
                </a:gridCol>
                <a:gridCol w="465667">
                  <a:extLst>
                    <a:ext uri="{9D8B030D-6E8A-4147-A177-3AD203B41FA5}">
                      <a16:colId xmlns:a16="http://schemas.microsoft.com/office/drawing/2014/main" val="1171849302"/>
                    </a:ext>
                  </a:extLst>
                </a:gridCol>
                <a:gridCol w="465667">
                  <a:extLst>
                    <a:ext uri="{9D8B030D-6E8A-4147-A177-3AD203B41FA5}">
                      <a16:colId xmlns:a16="http://schemas.microsoft.com/office/drawing/2014/main" val="3043418314"/>
                    </a:ext>
                  </a:extLst>
                </a:gridCol>
              </a:tblGrid>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2067865"/>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011148"/>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727082"/>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243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255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3142126"/>
                  </a:ext>
                </a:extLst>
              </a:tr>
            </a:tbl>
          </a:graphicData>
        </a:graphic>
      </p:graphicFrame>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9A0788F5-776A-1A94-B968-1110BAFB582E}"/>
                  </a:ext>
                </a:extLst>
              </p:cNvPr>
              <p:cNvGraphicFramePr>
                <a:graphicFrameLocks noGrp="1"/>
              </p:cNvGraphicFramePr>
              <p:nvPr>
                <p:extLst>
                  <p:ext uri="{D42A27DB-BD31-4B8C-83A1-F6EECF244321}">
                    <p14:modId xmlns:p14="http://schemas.microsoft.com/office/powerpoint/2010/main" val="1443909061"/>
                  </p:ext>
                </p:extLst>
              </p:nvPr>
            </p:nvGraphicFramePr>
            <p:xfrm>
              <a:off x="3589867" y="2002746"/>
              <a:ext cx="1862668" cy="1866520"/>
            </p:xfrm>
            <a:graphic>
              <a:graphicData uri="http://schemas.openxmlformats.org/drawingml/2006/table">
                <a:tbl>
                  <a:tblPr firstRow="1" bandRow="1">
                    <a:tableStyleId>{912C8C85-51F0-491E-9774-3900AFEF0FD7}</a:tableStyleId>
                  </a:tblPr>
                  <a:tblGrid>
                    <a:gridCol w="465667">
                      <a:extLst>
                        <a:ext uri="{9D8B030D-6E8A-4147-A177-3AD203B41FA5}">
                          <a16:colId xmlns:a16="http://schemas.microsoft.com/office/drawing/2014/main" val="3610659060"/>
                        </a:ext>
                      </a:extLst>
                    </a:gridCol>
                    <a:gridCol w="465667">
                      <a:extLst>
                        <a:ext uri="{9D8B030D-6E8A-4147-A177-3AD203B41FA5}">
                          <a16:colId xmlns:a16="http://schemas.microsoft.com/office/drawing/2014/main" val="3914033248"/>
                        </a:ext>
                      </a:extLst>
                    </a:gridCol>
                    <a:gridCol w="465667">
                      <a:extLst>
                        <a:ext uri="{9D8B030D-6E8A-4147-A177-3AD203B41FA5}">
                          <a16:colId xmlns:a16="http://schemas.microsoft.com/office/drawing/2014/main" val="1171849302"/>
                        </a:ext>
                      </a:extLst>
                    </a:gridCol>
                    <a:gridCol w="465667">
                      <a:extLst>
                        <a:ext uri="{9D8B030D-6E8A-4147-A177-3AD203B41FA5}">
                          <a16:colId xmlns:a16="http://schemas.microsoft.com/office/drawing/2014/main" val="3043418314"/>
                        </a:ext>
                      </a:extLst>
                    </a:gridCol>
                  </a:tblGrid>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2067865"/>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m:t>
                                </m:r>
                                <m:f>
                                  <m:fPr>
                                    <m:ctrlP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ctrlPr>
                                  </m:fPr>
                                  <m:num>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239</m:t>
                                    </m:r>
                                  </m:num>
                                  <m:den>
                                    <m:r>
                                      <a:rPr lang="en-US" sz="1200" b="0" i="0"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255</m:t>
                                    </m:r>
                                  </m:den>
                                </m:f>
                              </m:oMath>
                            </m:oMathPara>
                          </a14:m>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m:t>
                                </m:r>
                                <m:f>
                                  <m:fPr>
                                    <m:ctrlP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ctrlPr>
                                  </m:fPr>
                                  <m:num>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225</m:t>
                                    </m:r>
                                  </m:num>
                                  <m:den>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255</m:t>
                                    </m:r>
                                  </m:den>
                                </m:f>
                              </m:oMath>
                            </m:oMathPara>
                          </a14:m>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m:t>
                                </m:r>
                                <m:f>
                                  <m:fPr>
                                    <m:ctrlP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ctrlPr>
                                  </m:fPr>
                                  <m:num>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207</m:t>
                                    </m:r>
                                  </m:num>
                                  <m:den>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255</m:t>
                                    </m:r>
                                  </m:den>
                                </m:f>
                              </m:oMath>
                            </m:oMathPara>
                          </a14:m>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4011148"/>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727082"/>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ctrlPr>
                                  </m:fPr>
                                  <m:num>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231</m:t>
                                    </m:r>
                                  </m:num>
                                  <m:den>
                                    <m:r>
                                      <a:rPr lang="en-US" sz="1200" b="0" i="1" smtClean="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m:t>255</m:t>
                                    </m:r>
                                  </m:den>
                                </m:f>
                              </m:oMath>
                            </m:oMathPara>
                          </a14:m>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3142126"/>
                      </a:ext>
                    </a:extLst>
                  </a:tr>
                </a:tbl>
              </a:graphicData>
            </a:graphic>
          </p:graphicFrame>
        </mc:Choice>
        <mc:Fallback xmlns="">
          <p:graphicFrame>
            <p:nvGraphicFramePr>
              <p:cNvPr id="8" name="Table 7">
                <a:extLst>
                  <a:ext uri="{FF2B5EF4-FFF2-40B4-BE49-F238E27FC236}">
                    <a16:creationId xmlns:a16="http://schemas.microsoft.com/office/drawing/2014/main" id="{9A0788F5-776A-1A94-B968-1110BAFB582E}"/>
                  </a:ext>
                </a:extLst>
              </p:cNvPr>
              <p:cNvGraphicFramePr>
                <a:graphicFrameLocks noGrp="1"/>
              </p:cNvGraphicFramePr>
              <p:nvPr>
                <p:extLst>
                  <p:ext uri="{D42A27DB-BD31-4B8C-83A1-F6EECF244321}">
                    <p14:modId xmlns:p14="http://schemas.microsoft.com/office/powerpoint/2010/main" val="1443909061"/>
                  </p:ext>
                </p:extLst>
              </p:nvPr>
            </p:nvGraphicFramePr>
            <p:xfrm>
              <a:off x="3589867" y="2002746"/>
              <a:ext cx="1862668" cy="1866520"/>
            </p:xfrm>
            <a:graphic>
              <a:graphicData uri="http://schemas.openxmlformats.org/drawingml/2006/table">
                <a:tbl>
                  <a:tblPr firstRow="1" bandRow="1">
                    <a:tableStyleId>{912C8C85-51F0-491E-9774-3900AFEF0FD7}</a:tableStyleId>
                  </a:tblPr>
                  <a:tblGrid>
                    <a:gridCol w="465667">
                      <a:extLst>
                        <a:ext uri="{9D8B030D-6E8A-4147-A177-3AD203B41FA5}">
                          <a16:colId xmlns:a16="http://schemas.microsoft.com/office/drawing/2014/main" val="3610659060"/>
                        </a:ext>
                      </a:extLst>
                    </a:gridCol>
                    <a:gridCol w="465667">
                      <a:extLst>
                        <a:ext uri="{9D8B030D-6E8A-4147-A177-3AD203B41FA5}">
                          <a16:colId xmlns:a16="http://schemas.microsoft.com/office/drawing/2014/main" val="3914033248"/>
                        </a:ext>
                      </a:extLst>
                    </a:gridCol>
                    <a:gridCol w="465667">
                      <a:extLst>
                        <a:ext uri="{9D8B030D-6E8A-4147-A177-3AD203B41FA5}">
                          <a16:colId xmlns:a16="http://schemas.microsoft.com/office/drawing/2014/main" val="1171849302"/>
                        </a:ext>
                      </a:extLst>
                    </a:gridCol>
                    <a:gridCol w="465667">
                      <a:extLst>
                        <a:ext uri="{9D8B030D-6E8A-4147-A177-3AD203B41FA5}">
                          <a16:colId xmlns:a16="http://schemas.microsoft.com/office/drawing/2014/main" val="3043418314"/>
                        </a:ext>
                      </a:extLst>
                    </a:gridCol>
                  </a:tblGrid>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2067865"/>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2703" t="-102703" r="-202703" b="-202703"/>
                          </a:stretch>
                        </a:blipFill>
                      </a:tcPr>
                    </a:tc>
                    <a:tc>
                      <a:txBody>
                        <a:bodyPr/>
                        <a:lstStyle/>
                        <a:p>
                          <a:endParaRPr lang="en-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2703" t="-102703" r="-102703" b="-202703"/>
                          </a:stretch>
                        </a:blipFill>
                      </a:tcPr>
                    </a:tc>
                    <a:tc>
                      <a:txBody>
                        <a:bodyPr/>
                        <a:lstStyle/>
                        <a:p>
                          <a:endParaRPr lang="en-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02703" t="-102703" r="-2703" b="-202703"/>
                          </a:stretch>
                        </a:blipFill>
                      </a:tcPr>
                    </a:tc>
                    <a:extLst>
                      <a:ext uri="{0D108BD9-81ED-4DB2-BD59-A6C34878D82A}">
                        <a16:rowId xmlns:a16="http://schemas.microsoft.com/office/drawing/2014/main" val="3524011148"/>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2727082"/>
                      </a:ext>
                    </a:extLst>
                  </a:tr>
                  <a:tr h="466630">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K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02703" t="-302703" r="-102703" b="-2703"/>
                          </a:stretch>
                        </a:blipFill>
                      </a:tcPr>
                    </a:tc>
                    <a:tc>
                      <a:txBody>
                        <a:bodyPr/>
                        <a:lstStyle/>
                        <a:p>
                          <a:pPr algn="ctr"/>
                          <a:r>
                            <a:rPr lang="en-KR" sz="1200" b="0" i="0" dirty="0">
                              <a:solidFill>
                                <a:schemeClr val="tx1">
                                  <a:lumMod val="65000"/>
                                  <a:lumOff val="35000"/>
                                </a:schemeClr>
                              </a:solidFill>
                              <a:latin typeface="Cambria Math" panose="02040503050406030204" pitchFamily="18" charset="0"/>
                              <a:ea typeface="Cambria Math" panose="02040503050406030204" pitchFamily="18" charset="0"/>
                              <a:cs typeface="Pretendard Light" panose="02000403000000020004" pitchFamily="2" charset="-127"/>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3142126"/>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AF6B398-15B9-638A-4092-C7E0E8825D90}"/>
                  </a:ext>
                </a:extLst>
              </p:cNvPr>
              <p:cNvSpPr txBox="1"/>
              <p:nvPr/>
            </p:nvSpPr>
            <p:spPr>
              <a:xfrm>
                <a:off x="730455" y="4083871"/>
                <a:ext cx="1620957" cy="320729"/>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𝑥</m:t>
                          </m:r>
                        </m:e>
                        <m:sub>
                          <m:r>
                            <a:rPr lang="en-US" sz="1400" b="0" i="1" smtClean="0">
                              <a:latin typeface="Cambria Math" panose="02040503050406030204" pitchFamily="18" charset="0"/>
                            </a:rPr>
                            <m:t>0</m:t>
                          </m:r>
                        </m:sub>
                        <m:sup>
                          <m:r>
                            <a:rPr lang="en-US" sz="1400" b="0" i="1" smtClean="0">
                              <a:latin typeface="Cambria Math" panose="02040503050406030204" pitchFamily="18" charset="0"/>
                            </a:rPr>
                            <m:t>𝑖</m:t>
                          </m:r>
                        </m:sup>
                      </m:sSubSup>
                      <m:r>
                        <a:rPr lang="en-US" sz="1400" b="0" i="1" smtClean="0">
                          <a:latin typeface="Cambria Math" panose="02040503050406030204" pitchFamily="18" charset="0"/>
                        </a:rPr>
                        <m:t>∈</m:t>
                      </m:r>
                      <m:r>
                        <m:rPr>
                          <m:lit/>
                        </m:rPr>
                        <a:rPr lang="en-US" sz="1400" b="0" i="1" smtClean="0">
                          <a:latin typeface="Cambria Math" panose="02040503050406030204" pitchFamily="18" charset="0"/>
                        </a:rPr>
                        <m:t>{</m:t>
                      </m:r>
                      <m:r>
                        <a:rPr lang="en-US" sz="1400" b="0" i="1" smtClean="0">
                          <a:latin typeface="Cambria Math" panose="02040503050406030204" pitchFamily="18" charset="0"/>
                        </a:rPr>
                        <m:t>0, 1, 2, ⋯, 255}</m:t>
                      </m:r>
                    </m:oMath>
                  </m:oMathPara>
                </a14:m>
                <a:endParaRPr lang="en-KR" sz="1400" dirty="0" err="1"/>
              </a:p>
            </p:txBody>
          </p:sp>
        </mc:Choice>
        <mc:Fallback xmlns="">
          <p:sp>
            <p:nvSpPr>
              <p:cNvPr id="9" name="TextBox 8">
                <a:extLst>
                  <a:ext uri="{FF2B5EF4-FFF2-40B4-BE49-F238E27FC236}">
                    <a16:creationId xmlns:a16="http://schemas.microsoft.com/office/drawing/2014/main" id="{2AF6B398-15B9-638A-4092-C7E0E8825D90}"/>
                  </a:ext>
                </a:extLst>
              </p:cNvPr>
              <p:cNvSpPr txBox="1">
                <a:spLocks noRot="1" noChangeAspect="1" noMove="1" noResize="1" noEditPoints="1" noAdjustHandles="1" noChangeArrowheads="1" noChangeShapeType="1" noTextEdit="1"/>
              </p:cNvSpPr>
              <p:nvPr/>
            </p:nvSpPr>
            <p:spPr>
              <a:xfrm>
                <a:off x="730455" y="4083871"/>
                <a:ext cx="1620957" cy="320729"/>
              </a:xfrm>
              <a:prstGeom prst="rect">
                <a:avLst/>
              </a:prstGeom>
              <a:blipFill>
                <a:blip r:embed="rId7"/>
                <a:stretch>
                  <a:fillRect l="-775" r="-3101" b="-3704"/>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3A6FC9F-2CC3-005E-4F34-9FCCD69463F1}"/>
                  </a:ext>
                </a:extLst>
              </p:cNvPr>
              <p:cNvSpPr txBox="1"/>
              <p:nvPr/>
            </p:nvSpPr>
            <p:spPr>
              <a:xfrm>
                <a:off x="3349470" y="3993527"/>
                <a:ext cx="2343462" cy="501419"/>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sz="1400" b="0" i="1" smtClean="0">
                              <a:latin typeface="Cambria Math" panose="02040503050406030204" pitchFamily="18" charset="0"/>
                            </a:rPr>
                          </m:ctrlPr>
                        </m:sSubSupPr>
                        <m:e>
                          <m:r>
                            <a:rPr lang="en-US" sz="1400" b="0" i="1" smtClean="0">
                              <a:latin typeface="Cambria Math" panose="02040503050406030204" pitchFamily="18" charset="0"/>
                            </a:rPr>
                            <m:t>𝑥</m:t>
                          </m:r>
                        </m:e>
                        <m:sub>
                          <m:r>
                            <a:rPr lang="en-US" sz="1400" b="0" i="1" smtClean="0">
                              <a:latin typeface="Cambria Math" panose="02040503050406030204" pitchFamily="18" charset="0"/>
                            </a:rPr>
                            <m:t>0</m:t>
                          </m:r>
                        </m:sub>
                        <m:sup>
                          <m:r>
                            <a:rPr lang="en-US" sz="1400" b="0" i="1" smtClean="0">
                              <a:latin typeface="Cambria Math" panose="02040503050406030204" pitchFamily="18" charset="0"/>
                            </a:rPr>
                            <m:t>𝑖</m:t>
                          </m:r>
                        </m:sup>
                      </m:sSubSup>
                      <m:r>
                        <a:rPr lang="en-US" sz="1400" b="0" i="1" smtClean="0">
                          <a:latin typeface="Cambria Math" panose="02040503050406030204" pitchFamily="18" charset="0"/>
                        </a:rPr>
                        <m:t>∈</m:t>
                      </m:r>
                      <m:r>
                        <m:rPr>
                          <m:lit/>
                        </m:rPr>
                        <a:rPr lang="en-US" sz="1400" b="0" i="1" smtClean="0">
                          <a:latin typeface="Cambria Math" panose="02040503050406030204" pitchFamily="18" charset="0"/>
                        </a:rPr>
                        <m:t>{</m:t>
                      </m:r>
                      <m:r>
                        <a:rPr lang="en-US" sz="1400" b="0" i="1" smtClean="0">
                          <a:latin typeface="Cambria Math" panose="02040503050406030204" pitchFamily="18" charset="0"/>
                        </a:rPr>
                        <m:t>−1, −</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253</m:t>
                          </m:r>
                        </m:num>
                        <m:den>
                          <m:r>
                            <a:rPr lang="en-US" sz="1400" b="0" i="1" smtClean="0">
                              <a:latin typeface="Cambria Math" panose="02040503050406030204" pitchFamily="18" charset="0"/>
                            </a:rPr>
                            <m:t>255</m:t>
                          </m:r>
                        </m:den>
                      </m:f>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251</m:t>
                          </m:r>
                        </m:num>
                        <m:den>
                          <m:r>
                            <a:rPr lang="en-US" sz="1400" b="0" i="1" smtClean="0">
                              <a:latin typeface="Cambria Math" panose="02040503050406030204" pitchFamily="18" charset="0"/>
                            </a:rPr>
                            <m:t>255</m:t>
                          </m:r>
                        </m:den>
                      </m:f>
                      <m:r>
                        <a:rPr lang="en-US" sz="1400" b="0" i="1" smtClean="0">
                          <a:latin typeface="Cambria Math" panose="02040503050406030204" pitchFamily="18" charset="0"/>
                        </a:rPr>
                        <m:t>, ⋯, 1}</m:t>
                      </m:r>
                    </m:oMath>
                  </m:oMathPara>
                </a14:m>
                <a:endParaRPr lang="en-KR" sz="1400" dirty="0" err="1"/>
              </a:p>
            </p:txBody>
          </p:sp>
        </mc:Choice>
        <mc:Fallback xmlns="">
          <p:sp>
            <p:nvSpPr>
              <p:cNvPr id="10" name="TextBox 9">
                <a:extLst>
                  <a:ext uri="{FF2B5EF4-FFF2-40B4-BE49-F238E27FC236}">
                    <a16:creationId xmlns:a16="http://schemas.microsoft.com/office/drawing/2014/main" id="{03A6FC9F-2CC3-005E-4F34-9FCCD69463F1}"/>
                  </a:ext>
                </a:extLst>
              </p:cNvPr>
              <p:cNvSpPr txBox="1">
                <a:spLocks noRot="1" noChangeAspect="1" noMove="1" noResize="1" noEditPoints="1" noAdjustHandles="1" noChangeArrowheads="1" noChangeShapeType="1" noTextEdit="1"/>
              </p:cNvSpPr>
              <p:nvPr/>
            </p:nvSpPr>
            <p:spPr>
              <a:xfrm>
                <a:off x="3349470" y="3993527"/>
                <a:ext cx="2343462" cy="501419"/>
              </a:xfrm>
              <a:prstGeom prst="rect">
                <a:avLst/>
              </a:prstGeom>
              <a:blipFill>
                <a:blip r:embed="rId8"/>
                <a:stretch>
                  <a:fillRect l="-538" r="-2151" b="-2500"/>
                </a:stretch>
              </a:blipFill>
            </p:spPr>
            <p:txBody>
              <a:bodyPr/>
              <a:lstStyle/>
              <a:p>
                <a:r>
                  <a:rPr lang="en-KR">
                    <a:noFill/>
                  </a:rPr>
                  <a:t> </a:t>
                </a:r>
              </a:p>
            </p:txBody>
          </p:sp>
        </mc:Fallback>
      </mc:AlternateContent>
      <p:sp>
        <p:nvSpPr>
          <p:cNvPr id="11" name="TextBox 10">
            <a:extLst>
              <a:ext uri="{FF2B5EF4-FFF2-40B4-BE49-F238E27FC236}">
                <a16:creationId xmlns:a16="http://schemas.microsoft.com/office/drawing/2014/main" id="{FD66D3F0-D42D-E749-0A73-3926921D238E}"/>
              </a:ext>
            </a:extLst>
          </p:cNvPr>
          <p:cNvSpPr txBox="1"/>
          <p:nvPr/>
        </p:nvSpPr>
        <p:spPr>
          <a:xfrm>
            <a:off x="3048041" y="4939741"/>
            <a:ext cx="2946319" cy="307777"/>
          </a:xfrm>
          <a:prstGeom prst="rect">
            <a:avLst/>
          </a:prstGeom>
          <a:noFill/>
        </p:spPr>
        <p:txBody>
          <a:bodyPr wrap="none" lIns="0" rIns="0" rtlCol="0">
            <a:spAutoFit/>
          </a:bodyPr>
          <a:lstStyle/>
          <a:p>
            <a:pPr algn="l"/>
            <a:r>
              <a:rPr lang="en-KR" sz="1400" dirty="0">
                <a:latin typeface="Pretendard" panose="02000503000000020004" pitchFamily="2" charset="-127"/>
                <a:ea typeface="Pretendard" panose="02000503000000020004" pitchFamily="2" charset="-127"/>
                <a:cs typeface="Pretendard" panose="02000503000000020004" pitchFamily="2" charset="-127"/>
              </a:rPr>
              <a:t>Aligns with the standard normal prior</a:t>
            </a:r>
            <a:endParaRPr lang="en-KR" dirty="0">
              <a:latin typeface="Pretendard" panose="02000503000000020004" pitchFamily="2" charset="-127"/>
              <a:ea typeface="Pretendard" panose="02000503000000020004" pitchFamily="2" charset="-127"/>
              <a:cs typeface="Pretendard" panose="02000503000000020004" pitchFamily="2" charset="-127"/>
            </a:endParaRPr>
          </a:p>
        </p:txBody>
      </p:sp>
      <p:cxnSp>
        <p:nvCxnSpPr>
          <p:cNvPr id="13" name="Straight Arrow Connector 12">
            <a:extLst>
              <a:ext uri="{FF2B5EF4-FFF2-40B4-BE49-F238E27FC236}">
                <a16:creationId xmlns:a16="http://schemas.microsoft.com/office/drawing/2014/main" id="{A16B4E47-7E9A-504D-3A52-4C0537E99C85}"/>
              </a:ext>
            </a:extLst>
          </p:cNvPr>
          <p:cNvCxnSpPr/>
          <p:nvPr/>
        </p:nvCxnSpPr>
        <p:spPr>
          <a:xfrm>
            <a:off x="2751667" y="2936006"/>
            <a:ext cx="533400" cy="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890EBF-1399-1E3F-6DB9-389C3EF78B90}"/>
              </a:ext>
            </a:extLst>
          </p:cNvPr>
          <p:cNvSpPr txBox="1"/>
          <p:nvPr/>
        </p:nvSpPr>
        <p:spPr>
          <a:xfrm>
            <a:off x="2740245" y="3004506"/>
            <a:ext cx="556243" cy="261610"/>
          </a:xfrm>
          <a:prstGeom prst="rect">
            <a:avLst/>
          </a:prstGeom>
          <a:noFill/>
        </p:spPr>
        <p:txBody>
          <a:bodyPr wrap="none" lIns="0" rIns="0" rtlCol="0">
            <a:spAutoFit/>
          </a:bodyPr>
          <a:lstStyle/>
          <a:p>
            <a:pPr algn="l"/>
            <a:r>
              <a:rPr lang="en-KR" sz="1100" dirty="0">
                <a:latin typeface="Pretendard" panose="02000503000000020004" pitchFamily="2" charset="-127"/>
                <a:ea typeface="Pretendard" panose="02000503000000020004" pitchFamily="2" charset="-127"/>
                <a:cs typeface="Pretendard" panose="02000503000000020004" pitchFamily="2" charset="-127"/>
              </a:rPr>
              <a:t>Re-scale</a:t>
            </a:r>
          </a:p>
        </p:txBody>
      </p:sp>
      <p:cxnSp>
        <p:nvCxnSpPr>
          <p:cNvPr id="16" name="Straight Connector 15">
            <a:extLst>
              <a:ext uri="{FF2B5EF4-FFF2-40B4-BE49-F238E27FC236}">
                <a16:creationId xmlns:a16="http://schemas.microsoft.com/office/drawing/2014/main" id="{6D76C801-FF53-6EEC-8843-BC4535292A37}"/>
              </a:ext>
            </a:extLst>
          </p:cNvPr>
          <p:cNvCxnSpPr/>
          <p:nvPr/>
        </p:nvCxnSpPr>
        <p:spPr>
          <a:xfrm>
            <a:off x="4521201" y="4580467"/>
            <a:ext cx="0" cy="304800"/>
          </a:xfrm>
          <a:prstGeom prst="line">
            <a:avLst/>
          </a:prstGeom>
          <a:ln w="19050"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622E1A-35AE-7984-0E64-1FB08F1A0819}"/>
              </a:ext>
            </a:extLst>
          </p:cNvPr>
          <p:cNvCxnSpPr/>
          <p:nvPr/>
        </p:nvCxnSpPr>
        <p:spPr>
          <a:xfrm>
            <a:off x="6443133" y="1693333"/>
            <a:ext cx="0" cy="4961292"/>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3E83795-ACFE-49CD-1C0E-6DF78BEBC504}"/>
                  </a:ext>
                </a:extLst>
              </p:cNvPr>
              <p:cNvSpPr txBox="1"/>
              <p:nvPr/>
            </p:nvSpPr>
            <p:spPr>
              <a:xfrm>
                <a:off x="7509759" y="1688602"/>
                <a:ext cx="3749424" cy="587661"/>
              </a:xfrm>
              <a:prstGeom prst="rect">
                <a:avLst/>
              </a:prstGeom>
              <a:noFill/>
            </p:spPr>
            <p:txBody>
              <a:bodyPr wrap="none" lIns="0" rIns="0" rtlCol="0">
                <a:spAutoFit/>
              </a:bodyPr>
              <a:lstStyle/>
              <a:p>
                <a:pPr algn="ctr"/>
                <a:r>
                  <a:rPr lang="en-KR" sz="1600" dirty="0">
                    <a:latin typeface="Pretendard" panose="02000503000000020004" pitchFamily="2" charset="-127"/>
                    <a:ea typeface="Pretendard" panose="02000503000000020004" pitchFamily="2" charset="-127"/>
                    <a:cs typeface="Pretendard" panose="02000503000000020004" pitchFamily="2" charset="-127"/>
                  </a:rPr>
                  <a:t>Discretize the modeled Gaussian density</a:t>
                </a:r>
              </a:p>
              <a:p>
                <a:pPr algn="ct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𝜃</m:t>
                          </m:r>
                        </m:sub>
                      </m:sSub>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0</m:t>
                              </m:r>
                            </m:sub>
                          </m:sSub>
                        </m:e>
                        <m:e>
                          <m:sSub>
                            <m:sSubPr>
                              <m:ctrlPr>
                                <a:rPr lang="en-US" sz="1600" b="0" i="1" smtClean="0">
                                  <a:latin typeface="Cambria Math" panose="02040503050406030204" pitchFamily="18" charset="0"/>
                                </a:rPr>
                              </m:ctrlPr>
                            </m:sSubPr>
                            <m:e>
                              <m:r>
                                <a:rPr lang="en-US" sz="1600" b="1" i="1" smtClean="0">
                                  <a:latin typeface="Cambria Math" panose="02040503050406030204" pitchFamily="18" charset="0"/>
                                </a:rPr>
                                <m:t>𝒙</m:t>
                              </m:r>
                            </m:e>
                            <m:sub>
                              <m:r>
                                <a:rPr lang="en-US" sz="1600" b="0" i="1" smtClean="0">
                                  <a:latin typeface="Cambria Math" panose="02040503050406030204" pitchFamily="18" charset="0"/>
                                </a:rPr>
                                <m:t>1</m:t>
                              </m:r>
                            </m:sub>
                          </m:sSub>
                        </m:e>
                      </m:d>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𝒩</m:t>
                      </m:r>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1" i="1" smtClean="0">
                              <a:latin typeface="Cambria Math" panose="02040503050406030204" pitchFamily="18" charset="0"/>
                              <a:ea typeface="Cambria Math" panose="02040503050406030204" pitchFamily="18" charset="0"/>
                            </a:rPr>
                            <m:t>𝒙</m:t>
                          </m:r>
                        </m:e>
                        <m:sub>
                          <m:r>
                            <a:rPr lang="en-US" sz="1600" b="0" i="1" smtClean="0">
                              <a:latin typeface="Cambria Math" panose="02040503050406030204" pitchFamily="18" charset="0"/>
                              <a:ea typeface="Cambria Math" panose="02040503050406030204" pitchFamily="18" charset="0"/>
                            </a:rPr>
                            <m:t>0</m:t>
                          </m:r>
                        </m:sub>
                      </m:sSub>
                      <m:r>
                        <a:rPr lang="en-US" sz="1600" b="0" i="1" smtClean="0">
                          <a:latin typeface="Cambria Math" panose="02040503050406030204" pitchFamily="18" charset="0"/>
                          <a:ea typeface="Cambria Math" panose="02040503050406030204" pitchFamily="18" charset="0"/>
                        </a:rPr>
                        <m:t>;</m:t>
                      </m:r>
                      <m:sSub>
                        <m:sSubPr>
                          <m:ctrlPr>
                            <a:rPr lang="en-US" sz="1600" b="0" i="1" smtClean="0">
                              <a:latin typeface="Cambria Math" panose="02040503050406030204" pitchFamily="18" charset="0"/>
                              <a:ea typeface="Cambria Math" panose="02040503050406030204" pitchFamily="18" charset="0"/>
                            </a:rPr>
                          </m:ctrlPr>
                        </m:sSubPr>
                        <m:e>
                          <m:r>
                            <a:rPr lang="en-US" sz="1600" b="1" i="1" smtClean="0">
                              <a:latin typeface="Cambria Math" panose="02040503050406030204" pitchFamily="18" charset="0"/>
                              <a:ea typeface="Cambria Math" panose="02040503050406030204" pitchFamily="18" charset="0"/>
                            </a:rPr>
                            <m:t>𝝁</m:t>
                          </m:r>
                        </m:e>
                        <m:sub>
                          <m:r>
                            <a:rPr lang="en-US" sz="1600" b="0" i="1" smtClean="0">
                              <a:latin typeface="Cambria Math" panose="02040503050406030204" pitchFamily="18" charset="0"/>
                              <a:ea typeface="Cambria Math" panose="02040503050406030204" pitchFamily="18" charset="0"/>
                            </a:rPr>
                            <m:t>𝜃</m:t>
                          </m:r>
                        </m:sub>
                      </m:sSub>
                      <m:d>
                        <m:dPr>
                          <m:ctrlPr>
                            <a:rPr lang="en-US" sz="1600" b="0" i="1" smtClean="0">
                              <a:latin typeface="Cambria Math" panose="02040503050406030204" pitchFamily="18" charset="0"/>
                              <a:ea typeface="Cambria Math" panose="02040503050406030204" pitchFamily="18" charset="0"/>
                            </a:rPr>
                          </m:ctrlPr>
                        </m:dPr>
                        <m:e>
                          <m:sSub>
                            <m:sSubPr>
                              <m:ctrlPr>
                                <a:rPr lang="en-US" sz="1600" b="0" i="1" smtClean="0">
                                  <a:latin typeface="Cambria Math" panose="02040503050406030204" pitchFamily="18" charset="0"/>
                                  <a:ea typeface="Cambria Math" panose="02040503050406030204" pitchFamily="18" charset="0"/>
                                </a:rPr>
                              </m:ctrlPr>
                            </m:sSubPr>
                            <m:e>
                              <m:r>
                                <a:rPr lang="en-US" sz="1600" b="1" i="1" smtClean="0">
                                  <a:latin typeface="Cambria Math" panose="02040503050406030204" pitchFamily="18" charset="0"/>
                                  <a:ea typeface="Cambria Math" panose="02040503050406030204" pitchFamily="18" charset="0"/>
                                </a:rPr>
                                <m:t>𝒙</m:t>
                              </m:r>
                            </m:e>
                            <m:sub>
                              <m:r>
                                <a:rPr lang="en-US" sz="1600" b="0" i="1" smtClean="0">
                                  <a:latin typeface="Cambria Math" panose="02040503050406030204" pitchFamily="18" charset="0"/>
                                  <a:ea typeface="Cambria Math" panose="02040503050406030204" pitchFamily="18" charset="0"/>
                                </a:rPr>
                                <m:t>1</m:t>
                              </m:r>
                            </m:sub>
                          </m:sSub>
                          <m:r>
                            <a:rPr lang="en-US" sz="1600" b="0" i="1" smtClean="0">
                              <a:latin typeface="Cambria Math" panose="02040503050406030204" pitchFamily="18" charset="0"/>
                              <a:ea typeface="Cambria Math" panose="02040503050406030204" pitchFamily="18" charset="0"/>
                            </a:rPr>
                            <m:t>,1</m:t>
                          </m:r>
                        </m:e>
                      </m:d>
                      <m:r>
                        <a:rPr lang="en-US" sz="1600" b="0" i="1" smtClean="0">
                          <a:latin typeface="Cambria Math" panose="02040503050406030204" pitchFamily="18" charset="0"/>
                          <a:ea typeface="Cambria Math" panose="02040503050406030204" pitchFamily="18" charset="0"/>
                        </a:rPr>
                        <m:t>,</m:t>
                      </m:r>
                      <m:sSubSup>
                        <m:sSubSupPr>
                          <m:ctrlPr>
                            <a:rPr lang="en-US" sz="1600" b="0" i="1" smtClean="0">
                              <a:latin typeface="Cambria Math" panose="02040503050406030204" pitchFamily="18" charset="0"/>
                              <a:ea typeface="Cambria Math" panose="02040503050406030204" pitchFamily="18" charset="0"/>
                            </a:rPr>
                          </m:ctrlPr>
                        </m:sSubSup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ea typeface="Cambria Math" panose="02040503050406030204" pitchFamily="18" charset="0"/>
                            </a:rPr>
                            <m:t>1</m:t>
                          </m:r>
                        </m:sub>
                        <m:sup>
                          <m:r>
                            <a:rPr lang="en-US" sz="1600" b="0" i="1" smtClean="0">
                              <a:latin typeface="Cambria Math" panose="02040503050406030204" pitchFamily="18" charset="0"/>
                              <a:ea typeface="Cambria Math" panose="02040503050406030204" pitchFamily="18" charset="0"/>
                            </a:rPr>
                            <m:t>2</m:t>
                          </m:r>
                        </m:sup>
                      </m:sSubSup>
                      <m:r>
                        <a:rPr lang="en-US" sz="1600" b="1" i="0" smtClean="0">
                          <a:latin typeface="Cambria Math" panose="02040503050406030204" pitchFamily="18" charset="0"/>
                          <a:ea typeface="Cambria Math" panose="02040503050406030204" pitchFamily="18" charset="0"/>
                        </a:rPr>
                        <m:t>𝐈</m:t>
                      </m:r>
                      <m:r>
                        <a:rPr lang="en-US" sz="1600" b="0" i="1" smtClean="0">
                          <a:latin typeface="Cambria Math" panose="02040503050406030204" pitchFamily="18" charset="0"/>
                          <a:ea typeface="Cambria Math" panose="02040503050406030204" pitchFamily="18" charset="0"/>
                        </a:rPr>
                        <m:t>)</m:t>
                      </m:r>
                    </m:oMath>
                  </m:oMathPara>
                </a14:m>
                <a:endParaRPr lang="en-KR" sz="1600" dirty="0" err="1"/>
              </a:p>
            </p:txBody>
          </p:sp>
        </mc:Choice>
        <mc:Fallback xmlns="">
          <p:sp>
            <p:nvSpPr>
              <p:cNvPr id="19" name="TextBox 18">
                <a:extLst>
                  <a:ext uri="{FF2B5EF4-FFF2-40B4-BE49-F238E27FC236}">
                    <a16:creationId xmlns:a16="http://schemas.microsoft.com/office/drawing/2014/main" id="{83E83795-ACFE-49CD-1C0E-6DF78BEBC504}"/>
                  </a:ext>
                </a:extLst>
              </p:cNvPr>
              <p:cNvSpPr txBox="1">
                <a:spLocks noRot="1" noChangeAspect="1" noMove="1" noResize="1" noEditPoints="1" noAdjustHandles="1" noChangeArrowheads="1" noChangeShapeType="1" noTextEdit="1"/>
              </p:cNvSpPr>
              <p:nvPr/>
            </p:nvSpPr>
            <p:spPr>
              <a:xfrm>
                <a:off x="7509759" y="1688602"/>
                <a:ext cx="3749424" cy="587661"/>
              </a:xfrm>
              <a:prstGeom prst="rect">
                <a:avLst/>
              </a:prstGeom>
              <a:blipFill>
                <a:blip r:embed="rId9"/>
                <a:stretch>
                  <a:fillRect l="-3041" t="-2083" r="-2703" b="-8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8AC2C13-3838-92B9-0204-B4013A44FE6D}"/>
                  </a:ext>
                </a:extLst>
              </p:cNvPr>
              <p:cNvSpPr txBox="1"/>
              <p:nvPr/>
            </p:nvSpPr>
            <p:spPr>
              <a:xfrm>
                <a:off x="7212818" y="3231395"/>
                <a:ext cx="4343305" cy="1423788"/>
              </a:xfrm>
              <a:prstGeom prst="rect">
                <a:avLst/>
              </a:prstGeom>
              <a:noFill/>
            </p:spPr>
            <p:txBody>
              <a:bodyPr wrap="none" lIns="0" r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0</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𝑐</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255</m:t>
                              </m:r>
                            </m:den>
                          </m:f>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0</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255</m:t>
                              </m:r>
                            </m:den>
                          </m:f>
                        </m:e>
                      </m:d>
                    </m:oMath>
                    <m:oMath xmlns:m="http://schemas.openxmlformats.org/officeDocument/2006/math">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sSubSup>
                            <m:sSubSupPr>
                              <m:ctrlPr>
                                <a:rPr lang="en-US" b="0" i="1" smtClean="0">
                                  <a:latin typeface="Cambria Math" panose="02040503050406030204" pitchFamily="18" charset="0"/>
                                </a:rPr>
                              </m:ctrlPr>
                            </m:sSubSupPr>
                            <m:e>
                              <m:r>
                                <m:rPr>
                                  <m:brk m:alnAt="23"/>
                                </m:rPr>
                                <a:rPr lang="en-US" b="0" i="1" smtClean="0">
                                  <a:latin typeface="Cambria Math" panose="02040503050406030204" pitchFamily="18" charset="0"/>
                                </a:rPr>
                                <m:t>𝑥</m:t>
                              </m:r>
                            </m:e>
                            <m:sub>
                              <m:r>
                                <m:rPr>
                                  <m:brk m:alnAt="23"/>
                                </m:rPr>
                                <a:rPr lang="en-US" b="0" i="1" smtClean="0">
                                  <a:latin typeface="Cambria Math" panose="02040503050406030204" pitchFamily="18" charset="0"/>
                                </a:rPr>
                                <m:t>0</m:t>
                              </m:r>
                            </m:sub>
                            <m:sup>
                              <m:r>
                                <m:rPr>
                                  <m:brk m:alnAt="23"/>
                                </m:rPr>
                                <a:rPr lang="en-US" b="0" i="1" smtClean="0">
                                  <a:latin typeface="Cambria Math" panose="02040503050406030204" pitchFamily="18" charset="0"/>
                                </a:rPr>
                                <m:t>𝑖</m:t>
                              </m:r>
                            </m:sup>
                          </m:sSubSup>
                          <m:r>
                            <m:rPr>
                              <m:brk m:alnAt="23"/>
                            </m:rPr>
                            <a:rPr lang="en-US" b="0" i="1" smtClean="0">
                              <a:latin typeface="Cambria Math" panose="02040503050406030204" pitchFamily="18" charset="0"/>
                            </a:rPr>
                            <m:t>−</m:t>
                          </m:r>
                          <m:f>
                            <m:fPr>
                              <m:ctrlPr>
                                <a:rPr lang="en-US" b="0" i="1" smtClean="0">
                                  <a:latin typeface="Cambria Math" panose="02040503050406030204" pitchFamily="18" charset="0"/>
                                </a:rPr>
                              </m:ctrlPr>
                            </m:fPr>
                            <m:num>
                              <m:r>
                                <m:rPr>
                                  <m:brk m:alnAt="23"/>
                                </m:rPr>
                                <a:rPr lang="en-US" b="0" i="1" smtClean="0">
                                  <a:latin typeface="Cambria Math" panose="02040503050406030204" pitchFamily="18" charset="0"/>
                                </a:rPr>
                                <m:t>1</m:t>
                              </m:r>
                            </m:num>
                            <m:den>
                              <m:r>
                                <m:rPr>
                                  <m:brk m:alnAt="23"/>
                                </m:rPr>
                                <a:rPr lang="en-US" b="0" i="1" smtClean="0">
                                  <a:latin typeface="Cambria Math" panose="02040503050406030204" pitchFamily="18" charset="0"/>
                                </a:rPr>
                                <m:t>2</m:t>
                              </m:r>
                              <m:r>
                                <a:rPr lang="en-US" b="0" i="1" smtClean="0">
                                  <a:latin typeface="Cambria Math" panose="02040503050406030204" pitchFamily="18" charset="0"/>
                                </a:rPr>
                                <m:t>55</m:t>
                              </m:r>
                            </m:den>
                          </m:f>
                        </m:sub>
                        <m: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0</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255</m:t>
                              </m:r>
                            </m:den>
                          </m:f>
                        </m:sup>
                        <m:e>
                          <m:r>
                            <a:rPr lang="en-US" b="0" i="1" smtClean="0">
                              <a:latin typeface="Cambria Math" panose="02040503050406030204" pitchFamily="18" charset="0"/>
                              <a:ea typeface="Cambria Math" panose="02040503050406030204" pitchFamily="18" charset="0"/>
                            </a:rPr>
                            <m:t>𝒩</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a:latin typeface="Cambria Math" panose="02040503050406030204" pitchFamily="18" charset="0"/>
                                      <a:ea typeface="Cambria Math" panose="02040503050406030204" pitchFamily="18" charset="0"/>
                                    </a:rPr>
                                    <m:t>𝜇</m:t>
                                  </m:r>
                                </m:e>
                                <m:sub>
                                  <m:r>
                                    <a:rPr lang="en-US" b="0" i="1">
                                      <a:latin typeface="Cambria Math" panose="02040503050406030204" pitchFamily="18" charset="0"/>
                                      <a:ea typeface="Cambria Math" panose="02040503050406030204" pitchFamily="18" charset="0"/>
                                    </a:rPr>
                                    <m:t>𝜃</m:t>
                                  </m:r>
                                </m:sub>
                                <m:sup>
                                  <m:r>
                                    <a:rPr lang="en-US" b="0" i="1" smtClean="0">
                                      <a:latin typeface="Cambria Math" panose="02040503050406030204" pitchFamily="18" charset="0"/>
                                      <a:ea typeface="Cambria Math" panose="02040503050406030204" pitchFamily="18" charset="0"/>
                                    </a:rPr>
                                    <m:t>𝑖</m:t>
                                  </m:r>
                                </m:sup>
                              </m:sSubSup>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2</m:t>
                                  </m:r>
                                </m:sup>
                              </m:sSubSup>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𝑑𝑥</m:t>
                          </m:r>
                        </m:e>
                      </m:nary>
                    </m:oMath>
                  </m:oMathPara>
                </a14:m>
                <a:endParaRPr lang="en-KR" dirty="0" err="1"/>
              </a:p>
            </p:txBody>
          </p:sp>
        </mc:Choice>
        <mc:Fallback xmlns="">
          <p:sp>
            <p:nvSpPr>
              <p:cNvPr id="20" name="TextBox 19">
                <a:extLst>
                  <a:ext uri="{FF2B5EF4-FFF2-40B4-BE49-F238E27FC236}">
                    <a16:creationId xmlns:a16="http://schemas.microsoft.com/office/drawing/2014/main" id="{B8AC2C13-3838-92B9-0204-B4013A44FE6D}"/>
                  </a:ext>
                </a:extLst>
              </p:cNvPr>
              <p:cNvSpPr txBox="1">
                <a:spLocks noRot="1" noChangeAspect="1" noMove="1" noResize="1" noEditPoints="1" noAdjustHandles="1" noChangeArrowheads="1" noChangeShapeType="1" noTextEdit="1"/>
              </p:cNvSpPr>
              <p:nvPr/>
            </p:nvSpPr>
            <p:spPr>
              <a:xfrm>
                <a:off x="7212818" y="3231395"/>
                <a:ext cx="4343305" cy="1423788"/>
              </a:xfrm>
              <a:prstGeom prst="rect">
                <a:avLst/>
              </a:prstGeom>
              <a:blipFill>
                <a:blip r:embed="rId10"/>
                <a:stretch>
                  <a:fillRect l="-15988" t="-33628" b="-10973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5386BDA-0B37-E9C5-E162-CCA2455A64FD}"/>
                  </a:ext>
                </a:extLst>
              </p:cNvPr>
              <p:cNvSpPr txBox="1"/>
              <p:nvPr/>
            </p:nvSpPr>
            <p:spPr>
              <a:xfrm>
                <a:off x="7956470" y="5429228"/>
                <a:ext cx="2904577" cy="871264"/>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𝒙</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1" i="1" smtClean="0">
                              <a:latin typeface="Cambria Math" panose="02040503050406030204" pitchFamily="18" charset="0"/>
                            </a:rPr>
                            <m:t>𝒄</m:t>
                          </m:r>
                        </m:e>
                      </m:d>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𝐷</m:t>
                          </m:r>
                        </m:sup>
                        <m:e>
                          <m:r>
                            <a:rPr lang="en-US" b="0" i="1" smtClean="0">
                              <a:latin typeface="Cambria Math" panose="02040503050406030204" pitchFamily="18" charset="0"/>
                            </a:rPr>
                            <m:t>𝑃</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0</m:t>
                              </m:r>
                            </m:sub>
                            <m:sup>
                              <m:r>
                                <a:rPr lang="en-US" b="0" i="1" smtClean="0">
                                  <a:latin typeface="Cambria Math" panose="02040503050406030204" pitchFamily="18" charset="0"/>
                                </a:rPr>
                                <m:t>𝑖</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𝑖</m:t>
                              </m:r>
                            </m:sup>
                          </m:sSup>
                          <m:r>
                            <a:rPr lang="en-US" b="0" i="1" smtClean="0">
                              <a:latin typeface="Cambria Math" panose="02040503050406030204" pitchFamily="18" charset="0"/>
                            </a:rPr>
                            <m:t>)</m:t>
                          </m:r>
                        </m:e>
                      </m:nary>
                    </m:oMath>
                  </m:oMathPara>
                </a14:m>
                <a:endParaRPr lang="en-KR" dirty="0" err="1"/>
              </a:p>
            </p:txBody>
          </p:sp>
        </mc:Choice>
        <mc:Fallback xmlns="">
          <p:sp>
            <p:nvSpPr>
              <p:cNvPr id="21" name="TextBox 20">
                <a:extLst>
                  <a:ext uri="{FF2B5EF4-FFF2-40B4-BE49-F238E27FC236}">
                    <a16:creationId xmlns:a16="http://schemas.microsoft.com/office/drawing/2014/main" id="{D5386BDA-0B37-E9C5-E162-CCA2455A64FD}"/>
                  </a:ext>
                </a:extLst>
              </p:cNvPr>
              <p:cNvSpPr txBox="1">
                <a:spLocks noRot="1" noChangeAspect="1" noMove="1" noResize="1" noEditPoints="1" noAdjustHandles="1" noChangeArrowheads="1" noChangeShapeType="1" noTextEdit="1"/>
              </p:cNvSpPr>
              <p:nvPr/>
            </p:nvSpPr>
            <p:spPr>
              <a:xfrm>
                <a:off x="7956470" y="5429228"/>
                <a:ext cx="2904577" cy="871264"/>
              </a:xfrm>
              <a:prstGeom prst="rect">
                <a:avLst/>
              </a:prstGeom>
              <a:blipFill>
                <a:blip r:embed="rId11"/>
                <a:stretch>
                  <a:fillRect l="-1304" t="-94286" r="-2174" b="-148571"/>
                </a:stretch>
              </a:blipFill>
            </p:spPr>
            <p:txBody>
              <a:bodyPr/>
              <a:lstStyle/>
              <a:p>
                <a:r>
                  <a:rPr lang="en-KR">
                    <a:noFill/>
                  </a:rPr>
                  <a:t> </a:t>
                </a:r>
              </a:p>
            </p:txBody>
          </p:sp>
        </mc:Fallback>
      </mc:AlternateContent>
      <p:sp>
        <p:nvSpPr>
          <p:cNvPr id="22" name="TextBox 21">
            <a:extLst>
              <a:ext uri="{FF2B5EF4-FFF2-40B4-BE49-F238E27FC236}">
                <a16:creationId xmlns:a16="http://schemas.microsoft.com/office/drawing/2014/main" id="{03D878A7-C2D0-019B-6829-9B2750331E54}"/>
              </a:ext>
            </a:extLst>
          </p:cNvPr>
          <p:cNvSpPr txBox="1"/>
          <p:nvPr/>
        </p:nvSpPr>
        <p:spPr>
          <a:xfrm>
            <a:off x="6936896" y="2866270"/>
            <a:ext cx="4865114" cy="338554"/>
          </a:xfrm>
          <a:prstGeom prst="rect">
            <a:avLst/>
          </a:prstGeom>
          <a:noFill/>
        </p:spPr>
        <p:txBody>
          <a:bodyPr wrap="none" lIns="0" rIns="0" rtlCol="0">
            <a:spAutoFit/>
          </a:bodyPr>
          <a:lstStyle/>
          <a:p>
            <a:pPr algn="ctr"/>
            <a:r>
              <a:rPr lang="en-KR" sz="1600" dirty="0">
                <a:latin typeface="Pretendard" panose="02000503000000020004" pitchFamily="2" charset="-127"/>
                <a:ea typeface="Pretendard" panose="02000503000000020004" pitchFamily="2" charset="-127"/>
                <a:cs typeface="Pretendard" panose="02000503000000020004" pitchFamily="2" charset="-127"/>
              </a:rPr>
              <a:t>(Pixel-level) Integrate Gaussian density over each bin</a:t>
            </a:r>
          </a:p>
        </p:txBody>
      </p:sp>
      <p:sp>
        <p:nvSpPr>
          <p:cNvPr id="23" name="TextBox 22">
            <a:extLst>
              <a:ext uri="{FF2B5EF4-FFF2-40B4-BE49-F238E27FC236}">
                <a16:creationId xmlns:a16="http://schemas.microsoft.com/office/drawing/2014/main" id="{F7C9290A-1212-D3D4-99FA-12985AF9637F}"/>
              </a:ext>
            </a:extLst>
          </p:cNvPr>
          <p:cNvSpPr txBox="1"/>
          <p:nvPr/>
        </p:nvSpPr>
        <p:spPr>
          <a:xfrm>
            <a:off x="7849594" y="5101665"/>
            <a:ext cx="3069751" cy="338554"/>
          </a:xfrm>
          <a:prstGeom prst="rect">
            <a:avLst/>
          </a:prstGeom>
          <a:noFill/>
        </p:spPr>
        <p:txBody>
          <a:bodyPr wrap="none" lIns="0" rIns="0" rtlCol="0">
            <a:spAutoFit/>
          </a:bodyPr>
          <a:lstStyle/>
          <a:p>
            <a:pPr algn="ctr"/>
            <a:r>
              <a:rPr lang="en-KR" sz="1600" dirty="0">
                <a:latin typeface="Pretendard" panose="02000503000000020004" pitchFamily="2" charset="-127"/>
                <a:ea typeface="Pretendard" panose="02000503000000020004" pitchFamily="2" charset="-127"/>
                <a:cs typeface="Pretendard" panose="02000503000000020004" pitchFamily="2" charset="-127"/>
              </a:rPr>
              <a:t>(Image-level) Product of all pixels</a:t>
            </a:r>
          </a:p>
        </p:txBody>
      </p:sp>
      <p:pic>
        <p:nvPicPr>
          <p:cNvPr id="26" name="Audio 25">
            <a:extLst>
              <a:ext uri="{FF2B5EF4-FFF2-40B4-BE49-F238E27FC236}">
                <a16:creationId xmlns:a16="http://schemas.microsoft.com/office/drawing/2014/main" id="{8FC5F443-1CBE-4986-8A24-E4ED3BEA1069}"/>
              </a:ext>
            </a:extLst>
          </p:cNvPr>
          <p:cNvPicPr>
            <a:picLocks noChangeAspect="1"/>
          </p:cNvPicPr>
          <p:nvPr>
            <a:audioFile r:link="rId3"/>
            <p:extLst>
              <p:ext uri="{DAA4B4D4-6D71-4841-9C94-3DE7FCFB9230}">
                <p14:media xmlns:p14="http://schemas.microsoft.com/office/powerpoint/2010/main" r:embed="rId2"/>
              </p:ext>
            </p:extLst>
          </p:nvPr>
        </p:nvPicPr>
        <p:blipFill>
          <a:blip r:embed="rId12"/>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3384754325"/>
      </p:ext>
    </p:extLst>
  </p:cSld>
  <p:clrMapOvr>
    <a:masterClrMapping/>
  </p:clrMapOvr>
  <mc:AlternateContent xmlns:mc="http://schemas.openxmlformats.org/markup-compatibility/2006">
    <mc:Choice xmlns:p14="http://schemas.microsoft.com/office/powerpoint/2010/main" Requires="p14">
      <p:transition spd="slow" p14:dur="2000" advTm="73386"/>
    </mc:Choice>
    <mc:Fallback>
      <p:transition spd="slow" advTm="7338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9" fill="hold" display="0">
                  <p:stCondLst>
                    <p:cond delay="indefinite"/>
                  </p:stCondLst>
                  <p:endCondLst>
                    <p:cond evt="onStopAudio" delay="0">
                      <p:tgtEl>
                        <p:sldTgt/>
                      </p:tgtEl>
                    </p:cond>
                  </p:endCondLst>
                </p:cTn>
                <p:tgtEl>
                  <p:spTgt spid="26"/>
                </p:tgtEl>
              </p:cMediaNode>
            </p:audio>
          </p:childTnLst>
        </p:cTn>
      </p:par>
    </p:tnLst>
    <p:bldLst>
      <p:bldP spid="10" grpId="0"/>
      <p:bldP spid="11" grpId="0"/>
      <p:bldP spid="14" grpId="0"/>
      <p:bldP spid="19" grpId="0"/>
      <p:bldP spid="20" grpId="0"/>
      <p:bldP spid="21" grpId="0"/>
      <p:bldP spid="22" grpId="0"/>
      <p:bldP spid="23" grpId="0"/>
    </p:bldLst>
  </p:timing>
  <p:extLst>
    <p:ext uri="{3A86A75C-4F4B-4683-9AE1-C65F6400EC91}">
      <p14:laserTraceLst xmlns:p14="http://schemas.microsoft.com/office/powerpoint/2010/main">
        <p14:tracePtLst>
          <p14:tracePt t="216" x="6951663" y="3132138"/>
          <p14:tracePt t="9965" x="6934200" y="3132138"/>
          <p14:tracePt t="9974" x="6858000" y="3132138"/>
          <p14:tracePt t="9983" x="6789738" y="3132138"/>
          <p14:tracePt t="9990" x="6713538" y="3167063"/>
          <p14:tracePt t="9999" x="6604000" y="3200400"/>
          <p14:tracePt t="10006" x="6469063" y="3259138"/>
          <p14:tracePt t="10018" x="6324600" y="3327400"/>
          <p14:tracePt t="10023" x="6138863" y="3436938"/>
          <p14:tracePt t="10032" x="5994400" y="3530600"/>
          <p14:tracePt t="10039" x="5689600" y="3708400"/>
          <p14:tracePt t="10049" x="5376863" y="3919538"/>
          <p14:tracePt t="10055" x="5105400" y="4114800"/>
          <p14:tracePt t="10065" x="4910138" y="4259263"/>
          <p14:tracePt t="10072" x="4851400" y="4310063"/>
          <p14:tracePt t="10080" x="4681538" y="4445000"/>
          <p14:tracePt t="10088" x="4597400" y="4521200"/>
          <p14:tracePt t="10097" x="4503738" y="4589463"/>
          <p14:tracePt t="10105" x="4427538" y="4665663"/>
          <p14:tracePt t="10113" x="4386263" y="4716463"/>
          <p14:tracePt t="10121" x="4368800" y="4741863"/>
          <p14:tracePt t="10129" x="4343400" y="4775200"/>
          <p14:tracePt t="10138" x="4310063" y="4783138"/>
          <p14:tracePt t="10146" x="4275138" y="4800600"/>
          <p14:tracePt t="10154" x="4275138" y="4818063"/>
          <p14:tracePt t="10162" x="4267200" y="4833938"/>
          <p14:tracePt t="10170" x="4249738" y="4833938"/>
          <p14:tracePt t="10186" x="4233863" y="4843463"/>
          <p14:tracePt t="10195" x="4216400" y="4843463"/>
          <p14:tracePt t="10203" x="4216400" y="4859338"/>
          <p14:tracePt t="10211" x="4208463" y="4859338"/>
          <p14:tracePt t="10220" x="4191000" y="4876800"/>
          <p14:tracePt t="10228" x="4157663" y="4894263"/>
          <p14:tracePt t="10236" x="4140200" y="4910138"/>
          <p14:tracePt t="10244" x="4097338" y="4953000"/>
          <p14:tracePt t="10252" x="4071938" y="4970463"/>
          <p14:tracePt t="10261" x="3979863" y="5046663"/>
          <p14:tracePt t="10269" x="3944938" y="5054600"/>
          <p14:tracePt t="10277" x="3827463" y="5148263"/>
          <p14:tracePt t="10285" x="3741738" y="5224463"/>
          <p14:tracePt t="10293" x="3649663" y="5283200"/>
          <p14:tracePt t="10301" x="3589338" y="5308600"/>
          <p14:tracePt t="10310" x="3513138" y="5376863"/>
          <p14:tracePt t="10318" x="3436938" y="5418138"/>
          <p14:tracePt t="10326" x="3344863" y="5478463"/>
          <p14:tracePt t="10334" x="3284538" y="5537200"/>
          <p14:tracePt t="10342" x="3243263" y="5580063"/>
          <p14:tracePt t="10351" x="3200400" y="5595938"/>
          <p14:tracePt t="10359" x="3182938" y="5630863"/>
          <p14:tracePt t="10367" x="3149600" y="5638800"/>
          <p14:tracePt t="10375" x="3149600" y="5656263"/>
          <p14:tracePt t="10383" x="3141663" y="5656263"/>
          <p14:tracePt t="10392" x="3124200" y="5672138"/>
          <p14:tracePt t="10416" x="3124200" y="5689600"/>
          <p14:tracePt t="10433" x="3106738" y="5689600"/>
          <p14:tracePt t="10465" x="3090863" y="5707063"/>
          <p14:tracePt t="10474" x="3081338" y="5707063"/>
          <p14:tracePt t="10483" x="3065463" y="5732463"/>
          <p14:tracePt t="10490" x="3030538" y="5765800"/>
          <p14:tracePt t="10500" x="3005138" y="5808663"/>
          <p14:tracePt t="10506" x="2989263" y="5834063"/>
          <p14:tracePt t="10516" x="2946400" y="5884863"/>
          <p14:tracePt t="10523" x="2913063" y="5926138"/>
          <p14:tracePt t="10532" x="2878138" y="5986463"/>
          <p14:tracePt t="10539" x="2852738" y="6045200"/>
          <p14:tracePt t="10549" x="2819400" y="6103938"/>
          <p14:tracePt t="10555" x="2794000" y="6154738"/>
          <p14:tracePt t="10565" x="2760663" y="6215063"/>
          <p14:tracePt t="10572" x="2735263" y="6256338"/>
          <p14:tracePt t="10580" x="2700338" y="6316663"/>
          <p14:tracePt t="10588" x="2674938" y="6367463"/>
          <p14:tracePt t="10596" x="2659063" y="6392863"/>
          <p14:tracePt t="10605" x="2641600" y="6434138"/>
          <p14:tracePt t="10613" x="2624138" y="6469063"/>
          <p14:tracePt t="10621" x="2582863" y="6510338"/>
          <p14:tracePt t="10629" x="2565400" y="6510338"/>
          <p14:tracePt t="10637" x="2547938" y="6545263"/>
          <p14:tracePt t="10646" x="2547938" y="6561138"/>
          <p14:tracePt t="10654" x="2540000" y="6570663"/>
          <p14:tracePt t="10662" x="2522538" y="6570663"/>
          <p14:tracePt t="10678" x="2506663" y="6586538"/>
          <p14:tracePt t="10695" x="2489200" y="6586538"/>
          <p14:tracePt t="10703" x="2489200" y="6604000"/>
          <p14:tracePt t="10736" x="2481263" y="6604000"/>
          <p14:tracePt t="10785" x="2481263" y="6621463"/>
          <p14:tracePt t="10801" x="2481263" y="6662738"/>
          <p14:tracePt t="10810" x="2489200" y="6705600"/>
          <p14:tracePt t="10818" x="2506663" y="6764338"/>
          <p14:tracePt t="10826" x="2522538" y="6815138"/>
          <p14:tracePt t="14613" x="3335338" y="6629400"/>
          <p14:tracePt t="14652" x="3784600" y="5986463"/>
          <p14:tracePt t="14661" x="3860800" y="5900738"/>
          <p14:tracePt t="14667" x="3903663" y="5834063"/>
          <p14:tracePt t="14671" x="3937000" y="5773738"/>
          <p14:tracePt t="14678" x="3944938" y="5748338"/>
          <p14:tracePt t="14687" x="3944938" y="5715000"/>
          <p14:tracePt t="14703" x="3944938" y="5707063"/>
          <p14:tracePt t="14711" x="3944938" y="5689600"/>
          <p14:tracePt t="14785" x="3944938" y="5672138"/>
          <p14:tracePt t="14793" x="3937000" y="5672138"/>
          <p14:tracePt t="14810" x="3937000" y="5656263"/>
          <p14:tracePt t="14818" x="3937000" y="5638800"/>
          <p14:tracePt t="14826" x="3937000" y="5630863"/>
          <p14:tracePt t="14834" x="3937000" y="5613400"/>
          <p14:tracePt t="14843" x="3937000" y="5595938"/>
          <p14:tracePt t="14851" x="3937000" y="5580063"/>
          <p14:tracePt t="14859" x="3919538" y="5554663"/>
          <p14:tracePt t="14867" x="3919538" y="5519738"/>
          <p14:tracePt t="14875" x="3919538" y="5435600"/>
          <p14:tracePt t="14884" x="3919538" y="5341938"/>
          <p14:tracePt t="14892" x="3919538" y="5240338"/>
          <p14:tracePt t="14900" x="3919538" y="5029200"/>
          <p14:tracePt t="14908" x="3944938" y="4876800"/>
          <p14:tracePt t="14916" x="4005263" y="4665663"/>
          <p14:tracePt t="14925" x="4056063" y="4589463"/>
          <p14:tracePt t="14933" x="4114800" y="4427538"/>
          <p14:tracePt t="14941" x="4173538" y="4310063"/>
          <p14:tracePt t="14949" x="4216400" y="4198938"/>
          <p14:tracePt t="14957" x="4233863" y="4140200"/>
          <p14:tracePt t="14966" x="4275138" y="4097338"/>
          <p14:tracePt t="14974" x="4292600" y="4064000"/>
          <p14:tracePt t="14990" x="4292600" y="4056063"/>
          <p14:tracePt t="14999" x="4310063" y="4056063"/>
          <p14:tracePt t="15088" x="4310063" y="4064000"/>
          <p14:tracePt t="15130" x="4325938" y="4064000"/>
          <p14:tracePt t="15178" x="4343400" y="4064000"/>
          <p14:tracePt t="15187" x="4343400" y="4056063"/>
          <p14:tracePt t="15195" x="4351338" y="4038600"/>
          <p14:tracePt t="15203" x="4368800" y="4038600"/>
          <p14:tracePt t="15212" x="4386263" y="4005263"/>
          <p14:tracePt t="15220" x="4411663" y="3979863"/>
          <p14:tracePt t="15228" x="4427538" y="3944938"/>
          <p14:tracePt t="15236" x="4445000" y="3944938"/>
          <p14:tracePt t="15244" x="4462463" y="3919538"/>
          <p14:tracePt t="15252" x="4470400" y="3886200"/>
          <p14:tracePt t="15261" x="4487863" y="3868738"/>
          <p14:tracePt t="15269" x="4503738" y="3860800"/>
          <p14:tracePt t="15277" x="4503738" y="3843338"/>
          <p14:tracePt t="15285" x="4521200" y="3827463"/>
          <p14:tracePt t="15293" x="4521200" y="3810000"/>
          <p14:tracePt t="15310" x="4538663" y="3810000"/>
          <p14:tracePt t="15326" x="4538663" y="3792538"/>
          <p14:tracePt t="15506" x="4538663" y="3810000"/>
          <p14:tracePt t="15564" x="4538663" y="3827463"/>
          <p14:tracePt t="15629" x="4538663" y="3843338"/>
          <p14:tracePt t="15703" x="4538663" y="3860800"/>
          <p14:tracePt t="15826" x="4538663" y="3868738"/>
          <p14:tracePt t="15908" x="4538663" y="3886200"/>
          <p14:tracePt t="15965" x="4538663" y="3903663"/>
          <p14:tracePt t="16039" x="4538663" y="3919538"/>
          <p14:tracePt t="16433" x="4521200" y="3919538"/>
          <p14:tracePt t="16572" x="4521200" y="3903663"/>
          <p14:tracePt t="16588" x="4503738" y="3903663"/>
          <p14:tracePt t="17014" x="4503738" y="3919538"/>
          <p14:tracePt t="17033" x="4521200" y="3919538"/>
          <p14:tracePt t="17211" x="4521200" y="3929063"/>
          <p14:tracePt t="17228" x="4538663" y="3929063"/>
          <p14:tracePt t="17392" x="4538663" y="3944938"/>
          <p14:tracePt t="17449" x="4546600" y="3944938"/>
          <p14:tracePt t="17605" x="4546600" y="3962400"/>
          <p14:tracePt t="17900" x="4538663" y="3962400"/>
          <p14:tracePt t="17982" x="4538663" y="3944938"/>
          <p14:tracePt t="18138" x="4521200" y="3944938"/>
          <p14:tracePt t="18483" x="4521200" y="3962400"/>
          <p14:tracePt t="18506" x="4538663" y="3962400"/>
          <p14:tracePt t="18547" x="4538663" y="3979863"/>
          <p14:tracePt t="18572" x="4538663" y="4005263"/>
          <p14:tracePt t="18580" x="4546600" y="4038600"/>
          <p14:tracePt t="18589" x="4546600" y="4064000"/>
          <p14:tracePt t="18597" x="4546600" y="4140200"/>
          <p14:tracePt t="18605" x="4564063" y="4198938"/>
          <p14:tracePt t="18613" x="4564063" y="4259263"/>
          <p14:tracePt t="18621" x="4564063" y="4368800"/>
          <p14:tracePt t="18629" x="4564063" y="4521200"/>
          <p14:tracePt t="18638" x="4564063" y="4564063"/>
          <p14:tracePt t="18646" x="4564063" y="4665663"/>
          <p14:tracePt t="18654" x="4564063" y="4775200"/>
          <p14:tracePt t="18662" x="4564063" y="4843463"/>
          <p14:tracePt t="18670" x="4564063" y="4919663"/>
          <p14:tracePt t="18679" x="4564063" y="4978400"/>
          <p14:tracePt t="18687" x="4564063" y="5046663"/>
          <p14:tracePt t="18695" x="4564063" y="5072063"/>
          <p14:tracePt t="18703" x="4564063" y="5105400"/>
          <p14:tracePt t="18711" x="4564063" y="5130800"/>
          <p14:tracePt t="18728" x="4564063" y="5148263"/>
          <p14:tracePt t="18736" x="4564063" y="5164138"/>
          <p14:tracePt t="19211" x="4564063" y="5173663"/>
          <p14:tracePt t="19236" x="4564063" y="5189538"/>
          <p14:tracePt t="19252" x="4564063" y="5207000"/>
          <p14:tracePt t="19261" x="4564063" y="5224463"/>
          <p14:tracePt t="19269" x="4564063" y="5240338"/>
          <p14:tracePt t="19277" x="4564063" y="5249863"/>
          <p14:tracePt t="19285" x="4564063" y="5283200"/>
          <p14:tracePt t="19293" x="4564063" y="5300663"/>
          <p14:tracePt t="19301" x="4564063" y="5326063"/>
          <p14:tracePt t="19310" x="4564063" y="5341938"/>
          <p14:tracePt t="19318" x="4564063" y="5376863"/>
          <p14:tracePt t="19326" x="4564063" y="5402263"/>
          <p14:tracePt t="19343" x="4564063" y="5435600"/>
          <p14:tracePt t="19351" x="4564063" y="5443538"/>
          <p14:tracePt t="19367" x="4564063" y="5461000"/>
          <p14:tracePt t="19375" x="4546600" y="5478463"/>
          <p14:tracePt t="19392" x="4546600" y="5494338"/>
          <p14:tracePt t="19400" x="4538663" y="5503863"/>
          <p14:tracePt t="19408" x="4538663" y="5519738"/>
          <p14:tracePt t="19424" x="4521200" y="5537200"/>
          <p14:tracePt t="19433" x="4521200" y="5554663"/>
          <p14:tracePt t="19441" x="4503738" y="5570538"/>
          <p14:tracePt t="19450" x="4503738" y="5580063"/>
          <p14:tracePt t="19457" x="4487863" y="5595938"/>
          <p14:tracePt t="19474" x="4470400" y="5613400"/>
          <p14:tracePt t="19483" x="4470400" y="5630863"/>
          <p14:tracePt t="19490" x="4462463" y="5638800"/>
          <p14:tracePt t="19506" x="4462463" y="5656263"/>
          <p14:tracePt t="19523" x="4445000" y="5656263"/>
          <p14:tracePt t="19580" x="4445000" y="5638800"/>
          <p14:tracePt t="19589" x="4445000" y="5630863"/>
          <p14:tracePt t="19597" x="4445000" y="5613400"/>
          <p14:tracePt t="19605" x="4445000" y="5580063"/>
          <p14:tracePt t="19613" x="4445000" y="5570538"/>
          <p14:tracePt t="19634" x="4445000" y="5537200"/>
          <p14:tracePt t="19638" x="4445000" y="5503863"/>
          <p14:tracePt t="19654" x="4445000" y="5494338"/>
          <p14:tracePt t="19663" x="4445000" y="5478463"/>
          <p14:tracePt t="19810" x="4427538" y="5478463"/>
          <p14:tracePt t="21974" x="4427538" y="5494338"/>
          <p14:tracePt t="21983" x="4411663" y="5613400"/>
          <p14:tracePt t="21990" x="4386263" y="5748338"/>
          <p14:tracePt t="22001" x="4343400" y="5884863"/>
          <p14:tracePt t="22007" x="4292600" y="6019800"/>
          <p14:tracePt t="22016" x="4267200" y="6103938"/>
          <p14:tracePt t="22023" x="4216400" y="6215063"/>
          <p14:tracePt t="22032" x="4132263" y="6451600"/>
          <p14:tracePt t="22039" x="4056063" y="6646863"/>
          <p14:tracePt t="22049" x="4021138" y="6705600"/>
          <p14:tracePt t="22056" x="3962400" y="6840538"/>
          <p14:tracePt t="33533" x="3149600" y="6527800"/>
          <p14:tracePt t="33541" x="3276600" y="6273800"/>
          <p14:tracePt t="33550" x="3378200" y="6096000"/>
          <p14:tracePt t="33557" x="3411538" y="6019800"/>
          <p14:tracePt t="33567" x="3479800" y="5849938"/>
          <p14:tracePt t="33573" x="3573463" y="5732463"/>
          <p14:tracePt t="33580" x="3632200" y="5613400"/>
          <p14:tracePt t="33589" x="3751263" y="5443538"/>
          <p14:tracePt t="33597" x="3827463" y="5359400"/>
          <p14:tracePt t="38230" x="3827463" y="5376863"/>
          <p14:tracePt t="38238" x="3903663" y="5443538"/>
          <p14:tracePt t="38246" x="4038600" y="5570538"/>
          <p14:tracePt t="38255" x="4157663" y="5672138"/>
          <p14:tracePt t="38263" x="4292600" y="5808663"/>
          <p14:tracePt t="38271" x="4579938" y="6078538"/>
          <p14:tracePt t="38279" x="4927600" y="6350000"/>
          <p14:tracePt t="38287" x="5072063" y="6469063"/>
          <p14:tracePt t="38296" x="5418138" y="6756400"/>
          <p14:tracePt t="38592" x="5199063" y="6621463"/>
          <p14:tracePt t="38600" x="5029200" y="6451600"/>
          <p14:tracePt t="38608" x="4833938" y="6215063"/>
          <p14:tracePt t="38618" x="4656138" y="6002338"/>
          <p14:tracePt t="38624" x="4470400" y="5791200"/>
          <p14:tracePt t="38636" x="4325938" y="5595938"/>
          <p14:tracePt t="38640" x="4267200" y="5537200"/>
          <p14:tracePt t="38652" x="4157663" y="5418138"/>
          <p14:tracePt t="38657" x="4071938" y="5308600"/>
          <p14:tracePt t="38668" x="3995738" y="5240338"/>
          <p14:tracePt t="38673" x="3944938" y="5189538"/>
          <p14:tracePt t="38683" x="3886200" y="5113338"/>
          <p14:tracePt t="38689" x="3878263" y="5087938"/>
          <p14:tracePt t="38701" x="3860800" y="5054600"/>
          <p14:tracePt t="38706" x="3843338" y="5046663"/>
          <p14:tracePt t="38717" x="3843338" y="5029200"/>
          <p14:tracePt t="38730" x="3827463" y="5011738"/>
          <p14:tracePt t="38836" x="3827463" y="5029200"/>
          <p14:tracePt t="38869" x="3827463" y="5046663"/>
          <p14:tracePt t="38886" x="3810000" y="5046663"/>
          <p14:tracePt t="38894" x="3810000" y="5054600"/>
          <p14:tracePt t="38910" x="3802063" y="5054600"/>
          <p14:tracePt t="38919" x="3784600" y="5072063"/>
          <p14:tracePt t="38927" x="3767138" y="5072063"/>
          <p14:tracePt t="38935" x="3741738" y="5087938"/>
          <p14:tracePt t="38943" x="3708400" y="5087938"/>
          <p14:tracePt t="38951" x="3675063" y="5105400"/>
          <p14:tracePt t="38959" x="3632200" y="5113338"/>
          <p14:tracePt t="38968" x="3573463" y="5113338"/>
          <p14:tracePt t="38976" x="3497263" y="5113338"/>
          <p14:tracePt t="38984" x="3436938" y="5130800"/>
          <p14:tracePt t="38992" x="3395663" y="5130800"/>
          <p14:tracePt t="39000" x="3335338" y="5148263"/>
          <p14:tracePt t="39008" x="3276600" y="5148263"/>
          <p14:tracePt t="39017" x="3217863" y="5148263"/>
          <p14:tracePt t="39025" x="3149600" y="5148263"/>
          <p14:tracePt t="39033" x="3124200" y="5148263"/>
          <p14:tracePt t="39041" x="3081338" y="5148263"/>
          <p14:tracePt t="39050" x="3048000" y="5148263"/>
          <p14:tracePt t="39058" x="3005138" y="5148263"/>
          <p14:tracePt t="39067" x="2971800" y="5148263"/>
          <p14:tracePt t="39074" x="2946400" y="5148263"/>
          <p14:tracePt t="39083" x="2913063" y="5148263"/>
          <p14:tracePt t="39090" x="2895600" y="5130800"/>
          <p14:tracePt t="39100" x="2870200" y="5130800"/>
          <p14:tracePt t="39107" x="2852738" y="5130800"/>
          <p14:tracePt t="39117" x="2836863" y="5113338"/>
          <p14:tracePt t="39123" x="2811463" y="5113338"/>
          <p14:tracePt t="39133" x="2794000" y="5113338"/>
          <p14:tracePt t="39140" x="2794000" y="5105400"/>
          <p14:tracePt t="39149" x="2776538" y="5105400"/>
          <p14:tracePt t="39156" x="2760663" y="5087938"/>
          <p14:tracePt t="39166" x="2751138" y="5087938"/>
          <p14:tracePt t="39181" x="2735263" y="5072063"/>
          <p14:tracePt t="39197" x="2717800" y="5072063"/>
          <p14:tracePt t="39386" x="2700338" y="5072063"/>
          <p14:tracePt t="39435" x="2700338" y="5054600"/>
          <p14:tracePt t="39443" x="2684463" y="5054600"/>
          <p14:tracePt t="39492" x="2684463" y="5046663"/>
          <p14:tracePt t="39517" x="2674938" y="5046663"/>
          <p14:tracePt t="39533" x="2674938" y="5029200"/>
          <p14:tracePt t="39566" x="2659063" y="5029200"/>
          <p14:tracePt t="39599" x="2659063" y="5011738"/>
          <p14:tracePt t="39632" x="2641600" y="5011738"/>
          <p14:tracePt t="39664" x="2641600" y="4995863"/>
          <p14:tracePt t="39861" x="2641600" y="5011738"/>
          <p14:tracePt t="40033" x="2641600" y="4995863"/>
          <p14:tracePt t="40058" x="2641600" y="4978400"/>
          <p14:tracePt t="40074" x="2641600" y="4970463"/>
          <p14:tracePt t="40091" x="2641600" y="4953000"/>
          <p14:tracePt t="40100" x="2641600" y="4935538"/>
          <p14:tracePt t="40117" x="2641600" y="4919663"/>
          <p14:tracePt t="40123" x="2641600" y="4910138"/>
          <p14:tracePt t="40140" x="2659063" y="4894263"/>
          <p14:tracePt t="40149" x="2659063" y="4876800"/>
          <p14:tracePt t="40156" x="2674938" y="4843463"/>
          <p14:tracePt t="40166" x="2674938" y="4833938"/>
          <p14:tracePt t="40173" x="2684463" y="4800600"/>
          <p14:tracePt t="40182" x="2700338" y="4757738"/>
          <p14:tracePt t="40189" x="2717800" y="4741863"/>
          <p14:tracePt t="40197" x="2735263" y="4699000"/>
          <p14:tracePt t="40206" x="2760663" y="4665663"/>
          <p14:tracePt t="40214" x="2776538" y="4622800"/>
          <p14:tracePt t="40222" x="2794000" y="4605338"/>
          <p14:tracePt t="40230" x="2811463" y="4564063"/>
          <p14:tracePt t="40238" x="2819400" y="4529138"/>
          <p14:tracePt t="40246" x="2852738" y="4503738"/>
          <p14:tracePt t="40255" x="2870200" y="4487863"/>
          <p14:tracePt t="40263" x="2878138" y="4470400"/>
          <p14:tracePt t="40271" x="2895600" y="4452938"/>
          <p14:tracePt t="40279" x="2895600" y="4445000"/>
          <p14:tracePt t="40287" x="2913063" y="4427538"/>
          <p14:tracePt t="40296" x="2928938" y="4427538"/>
          <p14:tracePt t="40304" x="2946400" y="4411663"/>
          <p14:tracePt t="40312" x="2954338" y="4411663"/>
          <p14:tracePt t="40320" x="2971800" y="4394200"/>
          <p14:tracePt t="40328" x="2989263" y="4386263"/>
          <p14:tracePt t="40337" x="3014663" y="4386263"/>
          <p14:tracePt t="40345" x="3030538" y="4368800"/>
          <p14:tracePt t="40353" x="3048000" y="4368800"/>
          <p14:tracePt t="40361" x="3065463" y="4368800"/>
          <p14:tracePt t="40378" x="3081338" y="4368800"/>
          <p14:tracePt t="40394" x="3090863" y="4368800"/>
          <p14:tracePt t="40443" x="3106738" y="4368800"/>
          <p14:tracePt t="40861" x="3065463" y="4368800"/>
          <p14:tracePt t="40869" x="3030538" y="4386263"/>
          <p14:tracePt t="40878" x="2989263" y="4394200"/>
          <p14:tracePt t="40885" x="2928938" y="4411663"/>
          <p14:tracePt t="40894" x="2895600" y="4427538"/>
          <p14:tracePt t="40902" x="2852738" y="4445000"/>
          <p14:tracePt t="40910" x="2811463" y="4452938"/>
          <p14:tracePt t="40919" x="2760663" y="4452938"/>
          <p14:tracePt t="40927" x="2717800" y="4452938"/>
          <p14:tracePt t="40935" x="2684463" y="4452938"/>
          <p14:tracePt t="40943" x="2641600" y="4452938"/>
          <p14:tracePt t="40951" x="2616200" y="4452938"/>
          <p14:tracePt t="40960" x="2582863" y="4452938"/>
          <p14:tracePt t="40968" x="2547938" y="4452938"/>
          <p14:tracePt t="40976" x="2522538" y="4452938"/>
          <p14:tracePt t="40984" x="2481263" y="4452938"/>
          <p14:tracePt t="40992" x="2463800" y="4452938"/>
          <p14:tracePt t="41001" x="2430463" y="4452938"/>
          <p14:tracePt t="41009" x="2420938" y="4445000"/>
          <p14:tracePt t="41017" x="2370138" y="4445000"/>
          <p14:tracePt t="41025" x="2344738" y="4411663"/>
          <p14:tracePt t="41033" x="2328863" y="4411663"/>
          <p14:tracePt t="41041" x="2293938" y="4394200"/>
          <p14:tracePt t="41050" x="2268538" y="4386263"/>
          <p14:tracePt t="41058" x="2235200" y="4386263"/>
          <p14:tracePt t="41066" x="2209800" y="4368800"/>
          <p14:tracePt t="41074" x="2192338" y="4351338"/>
          <p14:tracePt t="41083" x="2159000" y="4335463"/>
          <p14:tracePt t="41090" x="2151063" y="4318000"/>
          <p14:tracePt t="41100" x="2133600" y="4318000"/>
          <p14:tracePt t="41107" x="2116138" y="4310063"/>
          <p14:tracePt t="41117" x="2100263" y="4310063"/>
          <p14:tracePt t="41123" x="2100263" y="4292600"/>
          <p14:tracePt t="41133" x="2090738" y="4292600"/>
          <p14:tracePt t="41148" x="2074863" y="4275138"/>
          <p14:tracePt t="41166" x="2057400" y="4275138"/>
          <p14:tracePt t="41190" x="2039938" y="4259263"/>
          <p14:tracePt t="41213" x="2024063" y="4259263"/>
          <p14:tracePt t="41222" x="2014538" y="4259263"/>
          <p14:tracePt t="41238" x="1998663" y="4249738"/>
          <p14:tracePt t="41246" x="1981200" y="4249738"/>
          <p14:tracePt t="41263" x="1963738" y="4249738"/>
          <p14:tracePt t="41271" x="1955800" y="4249738"/>
          <p14:tracePt t="41279" x="1938338" y="4249738"/>
          <p14:tracePt t="41288" x="1922463" y="4233863"/>
          <p14:tracePt t="41296" x="1905000" y="4233863"/>
          <p14:tracePt t="41312" x="1887538" y="4233863"/>
          <p14:tracePt t="41320" x="1879600" y="4216400"/>
          <p14:tracePt t="41336" x="1862138" y="4216400"/>
          <p14:tracePt t="41345" x="1862138" y="4198938"/>
          <p14:tracePt t="41353" x="1862138" y="4191000"/>
          <p14:tracePt t="41361" x="1846263" y="4157663"/>
          <p14:tracePt t="41370" x="1846263" y="4140200"/>
          <p14:tracePt t="41378" x="1846263" y="4114800"/>
          <p14:tracePt t="41386" x="1828800" y="4081463"/>
          <p14:tracePt t="41394" x="1828800" y="4064000"/>
          <p14:tracePt t="41402" x="1828800" y="4038600"/>
          <p14:tracePt t="41410" x="1828800" y="4021138"/>
          <p14:tracePt t="41418" x="1820863" y="4005263"/>
          <p14:tracePt t="41427" x="1820863" y="3987800"/>
          <p14:tracePt t="41435" x="1820863" y="3979863"/>
          <p14:tracePt t="41443" x="1820863" y="3962400"/>
          <p14:tracePt t="41451" x="1820863" y="3944938"/>
          <p14:tracePt t="41460" x="1820863" y="3929063"/>
          <p14:tracePt t="41477" x="1820863" y="3919538"/>
          <p14:tracePt t="41484" x="1820863" y="3903663"/>
          <p14:tracePt t="41501" x="1820863" y="3886200"/>
          <p14:tracePt t="41509" x="1820863" y="3868738"/>
          <p14:tracePt t="41525" x="1820863" y="3860800"/>
          <p14:tracePt t="41533" x="1820863" y="3843338"/>
          <p14:tracePt t="41648" x="1828800" y="3843338"/>
          <p14:tracePt t="41697" x="1828800" y="3860800"/>
          <p14:tracePt t="41705" x="1846263" y="3860800"/>
          <p14:tracePt t="41714" x="1862138" y="3868738"/>
          <p14:tracePt t="42034" x="1846263" y="3868738"/>
          <p14:tracePt t="42041" x="1820863" y="3868738"/>
          <p14:tracePt t="42050" x="1803400" y="3868738"/>
          <p14:tracePt t="42058" x="1785938" y="3868738"/>
          <p14:tracePt t="42067" x="1752600" y="3868738"/>
          <p14:tracePt t="42074" x="1744663" y="3868738"/>
          <p14:tracePt t="42083" x="1709738" y="3868738"/>
          <p14:tracePt t="42090" x="1668463" y="3860800"/>
          <p14:tracePt t="42100" x="1651000" y="3860800"/>
          <p14:tracePt t="42107" x="1633538" y="3843338"/>
          <p14:tracePt t="42117" x="1608138" y="3843338"/>
          <p14:tracePt t="42133" x="1592263" y="3827463"/>
          <p14:tracePt t="42140" x="1574800" y="3827463"/>
          <p14:tracePt t="42149" x="1574800" y="3810000"/>
          <p14:tracePt t="42156" x="1557338" y="3810000"/>
          <p14:tracePt t="42166" x="1557338" y="3792538"/>
          <p14:tracePt t="42189" x="1557338" y="3784600"/>
          <p14:tracePt t="42197" x="1549400" y="3767138"/>
          <p14:tracePt t="42214" x="1549400" y="3751263"/>
          <p14:tracePt t="42222" x="1549400" y="3733800"/>
          <p14:tracePt t="42238" x="1531938" y="3725863"/>
          <p14:tracePt t="42255" x="1531938" y="3708400"/>
          <p14:tracePt t="42271" x="1516063" y="3690938"/>
          <p14:tracePt t="42287" x="1516063" y="3675063"/>
          <p14:tracePt t="42296" x="1498600" y="3657600"/>
          <p14:tracePt t="42312" x="1498600" y="3649663"/>
          <p14:tracePt t="42320" x="1498600" y="3632200"/>
          <p14:tracePt t="42336" x="1498600" y="3614738"/>
          <p14:tracePt t="42345" x="1498600" y="3598863"/>
          <p14:tracePt t="42353" x="1498600" y="3589338"/>
          <p14:tracePt t="42361" x="1498600" y="3573463"/>
          <p14:tracePt t="42369" x="1498600" y="3556000"/>
          <p14:tracePt t="42377" x="1498600" y="3538538"/>
          <p14:tracePt t="42385" x="1516063" y="3530600"/>
          <p14:tracePt t="42394" x="1531938" y="3513138"/>
          <p14:tracePt t="42402" x="1549400" y="3497263"/>
          <p14:tracePt t="42410" x="1557338" y="3479800"/>
          <p14:tracePt t="42418" x="1574800" y="3462338"/>
          <p14:tracePt t="42427" x="1592263" y="3454400"/>
          <p14:tracePt t="42435" x="1625600" y="3436938"/>
          <p14:tracePt t="42443" x="1625600" y="3421063"/>
          <p14:tracePt t="42451" x="1651000" y="3421063"/>
          <p14:tracePt t="42459" x="1684338" y="3403600"/>
          <p14:tracePt t="42477" x="1693863" y="3403600"/>
          <p14:tracePt t="42484" x="1709738" y="3403600"/>
          <p14:tracePt t="42492" x="1727200" y="3403600"/>
          <p14:tracePt t="42509" x="1744663" y="3403600"/>
          <p14:tracePt t="42525" x="1752600" y="3403600"/>
          <p14:tracePt t="42557" x="1770063" y="3403600"/>
          <p14:tracePt t="42582" x="1770063" y="3421063"/>
          <p14:tracePt t="42607" x="1785938" y="3421063"/>
          <p14:tracePt t="42617" x="1785938" y="3436938"/>
          <p14:tracePt t="42633" x="1803400" y="3436938"/>
          <p14:tracePt t="42640" x="1803400" y="3454400"/>
          <p14:tracePt t="42656" x="1820863" y="3454400"/>
          <p14:tracePt t="42664" x="1820863" y="3462338"/>
          <p14:tracePt t="42689" x="1820863" y="3479800"/>
          <p14:tracePt t="42697" x="1828800" y="3479800"/>
          <p14:tracePt t="42705" x="1828800" y="3497263"/>
          <p14:tracePt t="42722" x="1828800" y="3513138"/>
          <p14:tracePt t="42738" x="1846263" y="3513138"/>
          <p14:tracePt t="42746" x="1846263" y="3530600"/>
          <p14:tracePt t="42762" x="1846263" y="3538538"/>
          <p14:tracePt t="42787" x="1846263" y="3556000"/>
          <p14:tracePt t="42795" x="1862138" y="3573463"/>
          <p14:tracePt t="42812" x="1862138" y="3589338"/>
          <p14:tracePt t="42828" x="1879600" y="3589338"/>
          <p14:tracePt t="42836" x="1879600" y="3598863"/>
          <p14:tracePt t="42845" x="1879600" y="3614738"/>
          <p14:tracePt t="42877" x="1879600" y="3632200"/>
          <p14:tracePt t="42902" x="1887538" y="3649663"/>
          <p14:tracePt t="42926" x="1887538" y="3657600"/>
          <p14:tracePt t="42951" x="1887538" y="3675063"/>
          <p14:tracePt t="42984" x="1887538" y="3690938"/>
          <p14:tracePt t="42992" x="1905000" y="3690938"/>
          <p14:tracePt t="43008" x="1905000" y="3708400"/>
          <p14:tracePt t="43041" x="1905000" y="3725863"/>
          <p14:tracePt t="43131" x="1905000" y="3733800"/>
          <p14:tracePt t="43656" x="1887538" y="3733800"/>
          <p14:tracePt t="44017" x="1879600" y="3733800"/>
          <p14:tracePt t="44443" x="1879600" y="3725863"/>
          <p14:tracePt t="44459" x="1887538" y="3725863"/>
          <p14:tracePt t="44477" x="1938338" y="3708400"/>
          <p14:tracePt t="44484" x="2014538" y="3708400"/>
          <p14:tracePt t="44492" x="2151063" y="3690938"/>
          <p14:tracePt t="44500" x="2430463" y="3690938"/>
          <p14:tracePt t="44509" x="2582863" y="3675063"/>
          <p14:tracePt t="44517" x="3141663" y="3675063"/>
          <p14:tracePt t="44525" x="3556000" y="3675063"/>
          <p14:tracePt t="44533" x="4097338" y="3649663"/>
          <p14:tracePt t="44542" x="4699000" y="3614738"/>
          <p14:tracePt t="44551" x="5240338" y="3538538"/>
          <p14:tracePt t="44558" x="5842000" y="3513138"/>
          <p14:tracePt t="44567" x="6383338" y="3454400"/>
          <p14:tracePt t="44574" x="6578600" y="3436938"/>
          <p14:tracePt t="44584" x="6992938" y="3403600"/>
          <p14:tracePt t="44591" x="7373938" y="3378200"/>
          <p14:tracePt t="44600" x="7688263" y="3344863"/>
          <p14:tracePt t="44607" x="7780338" y="3344863"/>
          <p14:tracePt t="44617" x="7958138" y="3327400"/>
          <p14:tracePt t="44623" x="8120063" y="3327400"/>
          <p14:tracePt t="44633" x="8229600" y="3327400"/>
          <p14:tracePt t="44640" x="8331200" y="3327400"/>
          <p14:tracePt t="44651" x="8389938" y="3327400"/>
          <p14:tracePt t="44656" x="8424863" y="3327400"/>
          <p14:tracePt t="44667" x="8466138" y="3327400"/>
          <p14:tracePt t="44672" x="8483600" y="3327400"/>
          <p14:tracePt t="44689" x="8501063" y="3327400"/>
          <p14:tracePt t="44700" x="8516938" y="3327400"/>
          <p14:tracePt t="44852" x="8526463" y="3327400"/>
          <p14:tracePt t="44877" x="8542338" y="3327400"/>
          <p14:tracePt t="44885" x="8559800" y="3344863"/>
          <p14:tracePt t="44894" x="8585200" y="3344863"/>
          <p14:tracePt t="44902" x="8602663" y="3360738"/>
          <p14:tracePt t="44910" x="8636000" y="3360738"/>
          <p14:tracePt t="44918" x="8643938" y="3378200"/>
          <p14:tracePt t="44926" x="8678863" y="3378200"/>
          <p14:tracePt t="44935" x="8694738" y="3395663"/>
          <p14:tracePt t="44943" x="8712200" y="3395663"/>
          <p14:tracePt t="44959" x="8712200" y="3403600"/>
          <p14:tracePt t="44976" x="8720138" y="3403600"/>
          <p14:tracePt t="45156" x="8720138" y="3421063"/>
          <p14:tracePt t="45189" x="8712200" y="3421063"/>
          <p14:tracePt t="45213" x="8712200" y="3436938"/>
          <p14:tracePt t="45255" x="8712200" y="3454400"/>
          <p14:tracePt t="45279" x="8712200" y="3462338"/>
          <p14:tracePt t="45295" x="8694738" y="3462338"/>
          <p14:tracePt t="45303" x="8694738" y="3479800"/>
          <p14:tracePt t="45328" x="8694738" y="3497263"/>
          <p14:tracePt t="45361" x="8678863" y="3497263"/>
          <p14:tracePt t="45451" x="8661400" y="3497263"/>
          <p14:tracePt t="45500" x="8661400" y="3513138"/>
          <p14:tracePt t="45632" x="8661400" y="3530600"/>
          <p14:tracePt t="45672" x="8661400" y="3538538"/>
          <p14:tracePt t="45681" x="8661400" y="3556000"/>
          <p14:tracePt t="45689" x="8661400" y="3589338"/>
          <p14:tracePt t="45697" x="8661400" y="3632200"/>
          <p14:tracePt t="45705" x="8678863" y="3657600"/>
          <p14:tracePt t="45713" x="8678863" y="3725863"/>
          <p14:tracePt t="45722" x="8678863" y="3784600"/>
          <p14:tracePt t="45730" x="8678863" y="3827463"/>
          <p14:tracePt t="45738" x="8678863" y="3868738"/>
          <p14:tracePt t="45746" x="8678863" y="3929063"/>
          <p14:tracePt t="45754" x="8678863" y="3962400"/>
          <p14:tracePt t="45763" x="8678863" y="3987800"/>
          <p14:tracePt t="45771" x="8678863" y="4005263"/>
          <p14:tracePt t="45779" x="8678863" y="4038600"/>
          <p14:tracePt t="45787" x="8678863" y="4064000"/>
          <p14:tracePt t="45796" x="8678863" y="4081463"/>
          <p14:tracePt t="45804" x="8678863" y="4114800"/>
          <p14:tracePt t="45812" x="8678863" y="4122738"/>
          <p14:tracePt t="45820" x="8661400" y="4140200"/>
          <p14:tracePt t="45828" x="8661400" y="4157663"/>
          <p14:tracePt t="45836" x="8661400" y="4173538"/>
          <p14:tracePt t="45845" x="8643938" y="4198938"/>
          <p14:tracePt t="45861" x="8636000" y="4216400"/>
          <p14:tracePt t="45869" x="8636000" y="4249738"/>
          <p14:tracePt t="45877" x="8618538" y="4259263"/>
          <p14:tracePt t="45886" x="8618538" y="4275138"/>
          <p14:tracePt t="45894" x="8618538" y="4292600"/>
          <p14:tracePt t="45902" x="8602663" y="4318000"/>
          <p14:tracePt t="45910" x="8602663" y="4335463"/>
          <p14:tracePt t="45918" x="8602663" y="4368800"/>
          <p14:tracePt t="45927" x="8602663" y="4386263"/>
          <p14:tracePt t="45935" x="8602663" y="4394200"/>
          <p14:tracePt t="45943" x="8602663" y="4411663"/>
          <p14:tracePt t="45951" x="8602663" y="4445000"/>
          <p14:tracePt t="45959" x="8602663" y="4452938"/>
          <p14:tracePt t="45967" x="8602663" y="4470400"/>
          <p14:tracePt t="45976" x="8602663" y="4503738"/>
          <p14:tracePt t="45984" x="8602663" y="4521200"/>
          <p14:tracePt t="46000" x="8602663" y="4529138"/>
          <p14:tracePt t="46009" x="8618538" y="4546600"/>
          <p14:tracePt t="46017" x="8643938" y="4564063"/>
          <p14:tracePt t="46024" x="8661400" y="4564063"/>
          <p14:tracePt t="46033" x="8694738" y="4579938"/>
          <p14:tracePt t="46041" x="8720138" y="4589463"/>
          <p14:tracePt t="46050" x="8813800" y="4589463"/>
          <p14:tracePt t="46057" x="8831263" y="4589463"/>
          <p14:tracePt t="46067" x="8932863" y="4589463"/>
          <p14:tracePt t="46074" x="9042400" y="4589463"/>
          <p14:tracePt t="46083" x="9067800" y="4589463"/>
          <p14:tracePt t="46090" x="9161463" y="4589463"/>
          <p14:tracePt t="46100" x="9263063" y="4589463"/>
          <p14:tracePt t="46107" x="9339263" y="4589463"/>
          <p14:tracePt t="46116" x="9415463" y="4589463"/>
          <p14:tracePt t="46123" x="9474200" y="4589463"/>
          <p14:tracePt t="46133" x="9532938" y="4589463"/>
          <p14:tracePt t="46140" x="9575800" y="4589463"/>
          <p14:tracePt t="46149" x="9609138" y="4579938"/>
          <p14:tracePt t="46156" x="9644063" y="4579938"/>
          <p14:tracePt t="46164" x="9652000" y="4579938"/>
          <p14:tracePt t="46173" x="9669463" y="4579938"/>
          <p14:tracePt t="46188" x="9685338" y="4579938"/>
          <p14:tracePt t="46213" x="9702800" y="4579938"/>
          <p14:tracePt t="46549" x="9685338" y="4579938"/>
          <p14:tracePt t="46557" x="9685338" y="4589463"/>
          <p14:tracePt t="49663" x="9702800" y="4589463"/>
          <p14:tracePt t="49679" x="9728200" y="4589463"/>
          <p14:tracePt t="49687" x="9745663" y="4589463"/>
          <p14:tracePt t="49696" x="9761538" y="4579938"/>
          <p14:tracePt t="49704" x="9786938" y="4579938"/>
          <p14:tracePt t="49712" x="9804400" y="4564063"/>
          <p14:tracePt t="49720" x="9821863" y="4546600"/>
          <p14:tracePt t="49728" x="9837738" y="4529138"/>
          <p14:tracePt t="49736" x="9863138" y="4521200"/>
          <p14:tracePt t="49745" x="9880600" y="4503738"/>
          <p14:tracePt t="49753" x="9898063" y="4487863"/>
          <p14:tracePt t="49761" x="9906000" y="4487863"/>
          <p14:tracePt t="49769" x="9923463" y="4452938"/>
          <p14:tracePt t="49777" x="9939338" y="4445000"/>
          <p14:tracePt t="49785" x="9956800" y="4427538"/>
          <p14:tracePt t="49794" x="9974263" y="4411663"/>
          <p14:tracePt t="49810" x="9982200" y="4394200"/>
          <p14:tracePt t="49818" x="9982200" y="4386263"/>
          <p14:tracePt t="49826" x="9999663" y="4386263"/>
          <p14:tracePt t="49851" x="9999663" y="4368800"/>
          <p14:tracePt t="49900" x="9999663" y="4351338"/>
          <p14:tracePt t="49909" x="9999663" y="4318000"/>
          <p14:tracePt t="49925" x="9999663" y="4292600"/>
          <p14:tracePt t="49933" x="9999663" y="4259263"/>
          <p14:tracePt t="49941" x="9999663" y="4249738"/>
          <p14:tracePt t="49950" x="9999663" y="4216400"/>
          <p14:tracePt t="49958" x="9999663" y="4198938"/>
          <p14:tracePt t="49967" x="9999663" y="4173538"/>
          <p14:tracePt t="49974" x="9999663" y="4157663"/>
          <p14:tracePt t="49990" x="9999663" y="4140200"/>
          <p14:tracePt t="50015" x="9999663" y="4122738"/>
          <p14:tracePt t="50040" x="9982200" y="4122738"/>
          <p14:tracePt t="50080" x="9982200" y="4114800"/>
          <p14:tracePt t="50089" x="9982200" y="4097338"/>
          <p14:tracePt t="50105" x="9974263" y="4081463"/>
          <p14:tracePt t="50122" x="9974263" y="4064000"/>
          <p14:tracePt t="50130" x="9956800" y="4056063"/>
          <p14:tracePt t="50138" x="9956800" y="4038600"/>
          <p14:tracePt t="50146" x="9939338" y="4038600"/>
          <p14:tracePt t="50163" x="9939338" y="4021138"/>
          <p14:tracePt t="50187" x="9923463" y="4005263"/>
          <p14:tracePt t="50220" x="9906000" y="3987800"/>
          <p14:tracePt t="50236" x="9898063" y="3987800"/>
          <p14:tracePt t="50245" x="9898063" y="3979863"/>
          <p14:tracePt t="50253" x="9880600" y="3979863"/>
          <p14:tracePt t="50261" x="9863138" y="3962400"/>
          <p14:tracePt t="50269" x="9847263" y="3962400"/>
          <p14:tracePt t="50277" x="9837738" y="3944938"/>
          <p14:tracePt t="52390" x="9786938" y="3962400"/>
          <p14:tracePt t="52398" x="9745663" y="3987800"/>
          <p14:tracePt t="52406" x="9652000" y="4021138"/>
          <p14:tracePt t="52414" x="9575800" y="4038600"/>
          <p14:tracePt t="52422" x="9507538" y="4064000"/>
          <p14:tracePt t="52431" x="9263063" y="4140200"/>
          <p14:tracePt t="52439" x="9024938" y="4216400"/>
          <p14:tracePt t="52447" x="8755063" y="4292600"/>
          <p14:tracePt t="52455" x="8424863" y="4394200"/>
          <p14:tracePt t="52463" x="8110538" y="4521200"/>
          <p14:tracePt t="52472" x="7780338" y="4622800"/>
          <p14:tracePt t="52480" x="7493000" y="4716463"/>
          <p14:tracePt t="52488" x="7180263" y="4800600"/>
          <p14:tracePt t="52496" x="6934200" y="4876800"/>
          <p14:tracePt t="52504" x="6858000" y="4894263"/>
          <p14:tracePt t="52512" x="6654800" y="4919663"/>
          <p14:tracePt t="52521" x="6527800" y="4935538"/>
          <p14:tracePt t="52529" x="6248400" y="4970463"/>
          <p14:tracePt t="52537" x="6215063" y="4978400"/>
          <p14:tracePt t="52545" x="6078538" y="4995863"/>
          <p14:tracePt t="52553" x="6002338" y="4995863"/>
          <p14:tracePt t="52561" x="5900738" y="4995863"/>
          <p14:tracePt t="52570" x="5842000" y="4995863"/>
          <p14:tracePt t="52578" x="5783263" y="4995863"/>
          <p14:tracePt t="52587" x="5732463" y="4995863"/>
          <p14:tracePt t="52594" x="5689600" y="4995863"/>
          <p14:tracePt t="52602" x="5664200" y="4995863"/>
          <p14:tracePt t="52611" x="5646738" y="4995863"/>
          <p14:tracePt t="52619" x="5613400" y="4995863"/>
          <p14:tracePt t="52627" x="5595938" y="4978400"/>
          <p14:tracePt t="52635" x="5588000" y="4970463"/>
          <p14:tracePt t="52643" x="5570538" y="4970463"/>
          <p14:tracePt t="52652" x="5554663" y="4953000"/>
          <p14:tracePt t="52660" x="5537200" y="4935538"/>
          <p14:tracePt t="52668" x="5529263" y="4919663"/>
          <p14:tracePt t="52676" x="5511800" y="4910138"/>
          <p14:tracePt t="52685" x="5494338" y="4894263"/>
          <p14:tracePt t="52693" x="5468938" y="4859338"/>
          <p14:tracePt t="52701" x="5453063" y="4843463"/>
          <p14:tracePt t="52709" x="5418138" y="4833938"/>
          <p14:tracePt t="52717" x="5402263" y="4800600"/>
          <p14:tracePt t="52726" x="5402263" y="4783138"/>
          <p14:tracePt t="52734" x="5376863" y="4757738"/>
          <p14:tracePt t="52742" x="5341938" y="4741863"/>
          <p14:tracePt t="52751" x="5316538" y="4716463"/>
          <p14:tracePt t="52758" x="5283200" y="4681538"/>
          <p14:tracePt t="52767" x="5240338" y="4648200"/>
          <p14:tracePt t="52775" x="5199063" y="4622800"/>
          <p14:tracePt t="52784" x="5148263" y="4589463"/>
          <p14:tracePt t="52791" x="5105400" y="4546600"/>
          <p14:tracePt t="52800" x="5046663" y="4487863"/>
          <p14:tracePt t="52807" x="5003800" y="4445000"/>
          <p14:tracePt t="52817" x="4927600" y="4394200"/>
          <p14:tracePt t="52824" x="4851400" y="4318000"/>
          <p14:tracePt t="52834" x="4757738" y="4216400"/>
          <p14:tracePt t="52840" x="4681538" y="4122738"/>
          <p14:tracePt t="52850" x="4605338" y="4056063"/>
          <p14:tracePt t="52857" x="4579938" y="4005263"/>
          <p14:tracePt t="52867" x="4503738" y="3929063"/>
          <p14:tracePt t="52873" x="4427538" y="3860800"/>
          <p14:tracePt t="52884" x="4368800" y="3784600"/>
          <p14:tracePt t="52889" x="4310063" y="3733800"/>
          <p14:tracePt t="52900" x="4267200" y="3657600"/>
          <p14:tracePt t="52906" x="4191000" y="3614738"/>
          <p14:tracePt t="52917" x="4140200" y="3589338"/>
          <p14:tracePt t="52922" x="4097338" y="3538538"/>
          <p14:tracePt t="52934" x="4071938" y="3530600"/>
          <p14:tracePt t="52939" x="4056063" y="3497263"/>
          <p14:tracePt t="52951" x="4038600" y="3497263"/>
          <p14:tracePt t="52955" x="4021138" y="3479800"/>
          <p14:tracePt t="52971" x="4005263" y="3479800"/>
          <p14:tracePt t="53053" x="4071938" y="3530600"/>
          <p14:tracePt t="53062" x="4140200" y="3556000"/>
          <p14:tracePt t="53070" x="4249738" y="3598863"/>
          <p14:tracePt t="53079" x="4351338" y="3649663"/>
          <p14:tracePt t="53086" x="4487863" y="3708400"/>
          <p14:tracePt t="53101" x="4622800" y="3767138"/>
          <p14:tracePt t="53105" x="4741863" y="3810000"/>
          <p14:tracePt t="53117" x="4876800" y="3860800"/>
          <p14:tracePt t="53121" x="4927600" y="3868738"/>
          <p14:tracePt t="53134" x="5011738" y="3903663"/>
          <p14:tracePt t="53138" x="5105400" y="3929063"/>
          <p14:tracePt t="53151" x="5148263" y="3944938"/>
          <p14:tracePt t="53154" x="5199063" y="3962400"/>
          <p14:tracePt t="53167" x="5224463" y="3962400"/>
          <p14:tracePt t="53170" x="5240338" y="3979863"/>
          <p14:tracePt t="53183" x="5257800" y="3979863"/>
          <p14:tracePt t="53200" x="5265738" y="3979863"/>
          <p14:tracePt t="53217" x="5283200" y="3979863"/>
          <p14:tracePt t="53373" x="5265738" y="3962400"/>
          <p14:tracePt t="53383" x="5257800" y="3944938"/>
          <p14:tracePt t="53390" x="5240338" y="3929063"/>
          <p14:tracePt t="53398" x="5224463" y="3903663"/>
          <p14:tracePt t="53406" x="5181600" y="3886200"/>
          <p14:tracePt t="53414" x="5138738" y="3843338"/>
          <p14:tracePt t="53422" x="5105400" y="3827463"/>
          <p14:tracePt t="53430" x="5062538" y="3792538"/>
          <p14:tracePt t="53439" x="5029200" y="3767138"/>
          <p14:tracePt t="53447" x="5011738" y="3767138"/>
          <p14:tracePt t="53455" x="5003800" y="3751263"/>
          <p14:tracePt t="53463" x="4986338" y="3733800"/>
          <p14:tracePt t="53471" x="4970463" y="3733800"/>
          <p14:tracePt t="53480" x="4970463" y="3725863"/>
          <p14:tracePt t="53488" x="4953000" y="3725863"/>
          <p14:tracePt t="53520" x="4935538" y="3708400"/>
          <p14:tracePt t="53553" x="4927600" y="3690938"/>
          <p14:tracePt t="53578" x="4910138" y="3675063"/>
          <p14:tracePt t="53586" x="4876800" y="3675063"/>
          <p14:tracePt t="61963" x="4851400" y="3708400"/>
          <p14:tracePt t="61971" x="4386263" y="4249738"/>
          <p14:tracePt t="61979" x="3810000" y="4935538"/>
          <p14:tracePt t="61987" x="3243263" y="5849938"/>
          <p14:tracePt t="62816" x="5478463" y="6408738"/>
          <p14:tracePt t="62825" x="6096000" y="6062663"/>
          <p14:tracePt t="62834" x="6723063" y="5638800"/>
          <p14:tracePt t="62840" x="7323138" y="5326063"/>
          <p14:tracePt t="62848" x="7586663" y="5189538"/>
          <p14:tracePt t="62856" x="8059738" y="4910138"/>
          <p14:tracePt t="62864" x="8424863" y="4681538"/>
          <p14:tracePt t="62873" x="8770938" y="4487863"/>
          <p14:tracePt t="62881" x="8847138" y="4445000"/>
          <p14:tracePt t="62889" x="9024938" y="4335463"/>
          <p14:tracePt t="62897" x="9126538" y="4259263"/>
          <p14:tracePt t="62905" x="9202738" y="4216400"/>
          <p14:tracePt t="62914" x="9245600" y="4191000"/>
          <p14:tracePt t="62921" x="9278938" y="4173538"/>
          <p14:tracePt t="62930" x="9278938" y="4157663"/>
          <p14:tracePt t="62938" x="9296400" y="4157663"/>
          <p14:tracePt t="63004" x="9278938" y="4157663"/>
          <p14:tracePt t="63012" x="9263063" y="4157663"/>
          <p14:tracePt t="63020" x="9220200" y="4157663"/>
          <p14:tracePt t="63028" x="9161463" y="4157663"/>
          <p14:tracePt t="63037" x="9085263" y="4157663"/>
          <p14:tracePt t="63051" x="9009063" y="4157663"/>
          <p14:tracePt t="63055" x="8907463" y="4157663"/>
          <p14:tracePt t="63067" x="8737600" y="4157663"/>
          <p14:tracePt t="63071" x="8618538" y="4173538"/>
          <p14:tracePt t="63084" x="8424863" y="4191000"/>
          <p14:tracePt t="63087" x="7942263" y="4249738"/>
          <p14:tracePt t="63101" x="7569200" y="4318000"/>
          <p14:tracePt t="63104" x="7027863" y="4427538"/>
          <p14:tracePt t="63117" x="6469063" y="4546600"/>
          <p14:tracePt t="63120" x="5808663" y="4724400"/>
          <p14:tracePt t="63134" x="5138738" y="4910138"/>
          <p14:tracePt t="63135" x="4462463" y="5072063"/>
          <p14:tracePt t="63143" x="4191000" y="5148263"/>
          <p14:tracePt t="63151" x="3649663" y="5265738"/>
          <p14:tracePt t="63159" x="3167063" y="5359400"/>
          <p14:tracePt t="63168" x="2836863" y="5435600"/>
          <p14:tracePt t="63176" x="2522538" y="5537200"/>
          <p14:tracePt t="63184" x="2286000" y="5595938"/>
          <p14:tracePt t="63192" x="2116138" y="5672138"/>
          <p14:tracePt t="63201" x="2074863" y="5707063"/>
          <p14:tracePt t="63209" x="1981200" y="5765800"/>
          <p14:tracePt t="63217" x="1887538" y="5824538"/>
          <p14:tracePt t="63225" x="1846263" y="5867400"/>
          <p14:tracePt t="63234" x="1803400" y="5910263"/>
          <p14:tracePt t="63241" x="1785938" y="5943600"/>
          <p14:tracePt t="63251" x="1770063" y="5969000"/>
          <p14:tracePt t="63258" x="1770063" y="5986463"/>
          <p14:tracePt t="63267" x="1770063" y="6002338"/>
          <p14:tracePt t="63284" x="1770063" y="6019800"/>
          <p14:tracePt t="63290" x="1770063" y="6062663"/>
          <p14:tracePt t="63300" x="1770063" y="6096000"/>
          <p14:tracePt t="63307" x="1770063" y="6180138"/>
          <p14:tracePt t="63317" x="1803400" y="6299200"/>
          <p14:tracePt t="63323" x="1828800" y="6469063"/>
          <p14:tracePt t="63333" x="1887538" y="6629400"/>
          <p14:tracePt t="64923" x="4233863" y="6586538"/>
          <p14:tracePt t="64931" x="4741863" y="6256338"/>
          <p14:tracePt t="64939" x="5265738" y="5926138"/>
          <p14:tracePt t="64947" x="5900738" y="5478463"/>
          <p14:tracePt t="64955" x="6604000" y="5011738"/>
          <p14:tracePt t="64963" x="7281863" y="4546600"/>
          <p14:tracePt t="64971" x="7916863" y="4140200"/>
          <p14:tracePt t="64979" x="8170863" y="4005263"/>
          <p14:tracePt t="64987" x="8678863" y="3675063"/>
          <p14:tracePt t="64995" x="9042400" y="3436938"/>
          <p14:tracePt t="65004" x="9339263" y="3268663"/>
          <p14:tracePt t="65012" x="9431338" y="3225800"/>
          <p14:tracePt t="65020" x="9644063" y="3124200"/>
          <p14:tracePt t="65028" x="9761538" y="3065463"/>
          <p14:tracePt t="65036" x="9837738" y="3014663"/>
          <p14:tracePt t="65045" x="9898063" y="2997200"/>
          <p14:tracePt t="65053" x="9906000" y="2989263"/>
          <p14:tracePt t="65061" x="9939338" y="2971800"/>
          <p14:tracePt t="65086" x="9956800" y="2971800"/>
          <p14:tracePt t="65159" x="9956800" y="2989263"/>
          <p14:tracePt t="66495" x="10058400" y="2989263"/>
          <p14:tracePt t="66504" x="10167938" y="2997200"/>
          <p14:tracePt t="66512" x="10269538" y="3048000"/>
          <p14:tracePt t="66520" x="10406063" y="3090863"/>
          <p14:tracePt t="66528" x="10523538" y="3167063"/>
          <p14:tracePt t="66536" x="10693400" y="3208338"/>
          <p14:tracePt t="66545" x="11260138" y="3479800"/>
          <p14:tracePt t="66553" x="11607800" y="3649663"/>
          <p14:tracePt t="66561" x="11996738" y="3843338"/>
          <p14:tracePt t="68234" x="11760200" y="3421063"/>
          <p14:tracePt t="68244" x="11234738" y="2954338"/>
          <p14:tracePt t="68252" x="10736263" y="2489200"/>
          <p14:tracePt t="68259" x="10507663" y="2336800"/>
          <p14:tracePt t="68270" x="9669463" y="1617663"/>
          <p14:tracePt t="68275" x="9491663" y="1516063"/>
          <p14:tracePt t="68284" x="9101138" y="1201738"/>
          <p14:tracePt t="68290" x="8720138" y="973138"/>
          <p14:tracePt t="68301" x="8407400" y="762000"/>
          <p14:tracePt t="68306" x="8120063" y="584200"/>
          <p14:tracePt t="68318" x="8077200" y="558800"/>
          <p14:tracePt t="68324" x="7899400" y="465138"/>
          <p14:tracePt t="68335" x="7764463" y="388938"/>
          <p14:tracePt t="68340" x="7688263" y="363538"/>
          <p14:tracePt t="68352" x="7612063" y="330200"/>
          <p14:tracePt t="68356" x="7569200" y="312738"/>
          <p14:tracePt t="68369" x="7518400" y="287338"/>
          <p14:tracePt t="68373" x="7493000" y="287338"/>
          <p14:tracePt t="68385" x="7459663" y="271463"/>
          <p14:tracePt t="68389" x="7450138" y="271463"/>
          <p14:tracePt t="68402" x="7434263" y="271463"/>
          <p14:tracePt t="68406" x="7416800" y="271463"/>
          <p14:tracePt t="68418" x="7399338" y="271463"/>
          <p14:tracePt t="68421" x="7391400" y="271463"/>
          <p14:tracePt t="68790" x="7264400" y="431800"/>
          <p14:tracePt t="68800" x="7145338" y="584200"/>
          <p14:tracePt t="68807" x="7053263" y="736600"/>
          <p14:tracePt t="68815" x="6985000" y="855663"/>
          <p14:tracePt t="68823" x="6908800" y="973138"/>
          <p14:tracePt t="68831" x="6850063" y="1109663"/>
          <p14:tracePt t="68839" x="6773863" y="1227138"/>
          <p14:tracePt t="68848" x="6654800" y="1439863"/>
          <p14:tracePt t="68856" x="6545263" y="1668463"/>
          <p14:tracePt t="68864" x="6469063" y="1811338"/>
          <p14:tracePt t="68872" x="6443663" y="1879600"/>
          <p14:tracePt t="68881" x="6324600" y="2176463"/>
          <p14:tracePt t="68888" x="6307138" y="2217738"/>
          <p14:tracePt t="68897" x="6197600" y="2430463"/>
          <p14:tracePt t="68905" x="6138863" y="2565400"/>
          <p14:tracePt t="68913" x="6129338" y="2598738"/>
          <p14:tracePt t="68921" x="6096000" y="2700338"/>
          <p14:tracePt t="68930" x="6019800" y="2895600"/>
          <p14:tracePt t="68938" x="6002338" y="2938463"/>
          <p14:tracePt t="68946" x="5976938" y="3048000"/>
          <p14:tracePt t="68954" x="5943600" y="3149600"/>
          <p14:tracePt t="68962" x="5918200" y="3225800"/>
          <p14:tracePt t="68971" x="5884863" y="3302000"/>
          <p14:tracePt t="68979" x="5859463" y="3378200"/>
          <p14:tracePt t="68987" x="5859463" y="3421063"/>
          <p14:tracePt t="68995" x="5824538" y="3479800"/>
          <p14:tracePt t="69003" x="5824538" y="3513138"/>
          <p14:tracePt t="69011" x="5808663" y="3538538"/>
          <p14:tracePt t="69020" x="5799138" y="3556000"/>
          <p14:tracePt t="69028" x="5799138" y="3589338"/>
          <p14:tracePt t="69036" x="5799138" y="3598863"/>
          <p14:tracePt t="69044" x="5783263" y="3614738"/>
          <p14:tracePt t="69052" x="5765800" y="3649663"/>
          <p14:tracePt t="69061" x="5748338" y="3675063"/>
          <p14:tracePt t="72337" x="5748338" y="3690938"/>
          <p14:tracePt t="72346" x="5732463" y="3792538"/>
          <p14:tracePt t="72354" x="5707063" y="3886200"/>
          <p14:tracePt t="72362" x="5646738" y="4056063"/>
          <p14:tracePt t="72370" x="5588000" y="4216400"/>
          <p14:tracePt t="72378" x="5511800" y="4411663"/>
          <p14:tracePt t="72386" x="5435600" y="4579938"/>
          <p14:tracePt t="72394" x="5392738" y="4741863"/>
          <p14:tracePt t="72403" x="5207000" y="5148263"/>
          <p14:tracePt t="72411" x="5087938" y="5461000"/>
          <p14:tracePt t="72419" x="4970463" y="5765800"/>
          <p14:tracePt t="72427" x="4851400" y="5969000"/>
          <p14:tracePt t="72436" x="4741863" y="6197600"/>
          <p14:tracePt t="72444" x="4699000" y="6256338"/>
          <p14:tracePt t="72452" x="4605338" y="6375400"/>
          <p14:tracePt t="72460" x="4538663" y="6484938"/>
          <p14:tracePt t="72468" x="4462463" y="6561138"/>
          <p14:tracePt t="72476" x="4411663" y="6604000"/>
          <p14:tracePt t="72485" x="4351338" y="6646863"/>
          <p14:tracePt t="72493" x="4343400" y="6646863"/>
          <p14:tracePt t="72501" x="4292600" y="6662738"/>
          <p14:tracePt t="72509" x="4267200" y="6662738"/>
          <p14:tracePt t="72525" x="4233863" y="6662738"/>
          <p14:tracePt t="72534" x="4216400" y="6662738"/>
          <p14:tracePt t="72542" x="4208463" y="6662738"/>
          <p14:tracePt t="72551" x="4191000" y="6662738"/>
          <p14:tracePt t="72558" x="4157663" y="6662738"/>
          <p14:tracePt t="72567" x="4132263" y="6646863"/>
          <p14:tracePt t="72575" x="4114800" y="6629400"/>
          <p14:tracePt t="72584" x="4081463" y="6621463"/>
          <p14:tracePt t="72591" x="4071938" y="6604000"/>
          <p14:tracePt t="72601" x="4038600" y="6604000"/>
          <p14:tracePt t="72608" x="4021138" y="6586538"/>
          <p14:tracePt t="72617" x="4005263" y="6586538"/>
          <p14:tracePt t="72624" x="3962400" y="6586538"/>
          <p14:tracePt t="72634" x="3919538" y="6586538"/>
          <p14:tracePt t="72640" x="3802063" y="6680200"/>
          <p14:tracePt t="72650" x="3665538" y="6824663"/>
        </p14:tracePtLst>
      </p14:laserTraceLst>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F29EE1F-405A-DE10-5896-E958DC4320C9}"/>
              </a:ext>
            </a:extLst>
          </p:cNvPr>
          <p:cNvSpPr>
            <a:spLocks noGrp="1"/>
          </p:cNvSpPr>
          <p:nvPr>
            <p:ph type="sldNum" sz="quarter" idx="12"/>
          </p:nvPr>
        </p:nvSpPr>
        <p:spPr/>
        <p:txBody>
          <a:bodyPr/>
          <a:lstStyle/>
          <a:p>
            <a:fld id="{EB4B8DE2-A4E8-46E4-8BBF-D75455EFF32C}" type="slidenum">
              <a:rPr lang="en-US" smtClean="0"/>
              <a:pPr/>
              <a:t>42</a:t>
            </a:fld>
            <a:endParaRPr lang="en-US"/>
          </a:p>
        </p:txBody>
      </p:sp>
      <p:sp>
        <p:nvSpPr>
          <p:cNvPr id="4" name="Text Placeholder 2">
            <a:extLst>
              <a:ext uri="{FF2B5EF4-FFF2-40B4-BE49-F238E27FC236}">
                <a16:creationId xmlns:a16="http://schemas.microsoft.com/office/drawing/2014/main" id="{2EBB5915-73C2-5BC8-B9A0-97A33ED76666}"/>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Variance schedule</a:t>
            </a:r>
            <a:endParaRPr lang="en-KR" sz="20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71C0D7-AF74-F589-4AEE-0825271303DE}"/>
                  </a:ext>
                </a:extLst>
              </p:cNvPr>
              <p:cNvSpPr txBox="1"/>
              <p:nvPr/>
            </p:nvSpPr>
            <p:spPr>
              <a:xfrm>
                <a:off x="3814955" y="1922581"/>
                <a:ext cx="4562083" cy="465064"/>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r>
                        <a:rPr lang="en-US" sz="2000" b="0" i="1" smtClean="0">
                          <a:solidFill>
                            <a:schemeClr val="tx1"/>
                          </a:solidFill>
                          <a:latin typeface="Cambria Math" panose="02040503050406030204" pitchFamily="18" charset="0"/>
                        </a:rPr>
                        <m:t>𝑞</m:t>
                      </m:r>
                      <m:d>
                        <m:dPr>
                          <m:ctrlPr>
                            <a:rPr lang="en-US" sz="2000" b="0" i="1" smtClean="0">
                              <a:solidFill>
                                <a:schemeClr val="tx1"/>
                              </a:solidFill>
                              <a:latin typeface="Cambria Math" panose="02040503050406030204" pitchFamily="18" charset="0"/>
                            </a:rPr>
                          </m:ctrlPr>
                        </m:dPr>
                        <m:e>
                          <m:sSub>
                            <m:sSubPr>
                              <m:ctrlPr>
                                <a:rPr lang="en-US" sz="2000" b="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e>
                          <m:sSub>
                            <m:sSubPr>
                              <m:ctrlPr>
                                <a:rPr lang="en-US" sz="2000" b="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rad>
                        <m:radPr>
                          <m:degHide m:val="on"/>
                          <m:ctrlPr>
                            <a:rPr lang="en-US" sz="2000" b="0" i="1" smtClean="0">
                              <a:solidFill>
                                <a:schemeClr val="tx1"/>
                              </a:solidFill>
                              <a:latin typeface="Cambria Math" panose="02040503050406030204" pitchFamily="18" charset="0"/>
                              <a:ea typeface="Cambria Math" panose="02040503050406030204" pitchFamily="18" charset="0"/>
                            </a:rPr>
                          </m:ctrlPr>
                        </m:radPr>
                        <m:deg/>
                        <m:e>
                          <m:r>
                            <a:rPr lang="en-US" sz="2000" b="0" i="1" smtClean="0">
                              <a:solidFill>
                                <a:schemeClr val="tx1"/>
                              </a:solidFill>
                              <a:latin typeface="Cambria Math" panose="02040503050406030204" pitchFamily="18" charset="0"/>
                              <a:ea typeface="Cambria Math" panose="02040503050406030204" pitchFamily="18" charset="0"/>
                            </a:rPr>
                            <m:t>1−</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e>
                      </m:rad>
                      <m:sSub>
                        <m:sSubPr>
                          <m:ctrlPr>
                            <a:rPr lang="en-US" sz="2000" b="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b="0" i="1" smtClean="0">
                              <a:solidFill>
                                <a:srgbClr val="0070C0"/>
                              </a:solidFill>
                              <a:latin typeface="Cambria Math" panose="02040503050406030204" pitchFamily="18" charset="0"/>
                              <a:ea typeface="Cambria Math" panose="02040503050406030204" pitchFamily="18" charset="0"/>
                            </a:rPr>
                          </m:ctrlPr>
                        </m:sSubPr>
                        <m:e>
                          <m:r>
                            <a:rPr lang="en-US" sz="2000" b="0" i="1" smtClean="0">
                              <a:solidFill>
                                <a:srgbClr val="0070C0"/>
                              </a:solidFill>
                              <a:latin typeface="Cambria Math" panose="02040503050406030204" pitchFamily="18" charset="0"/>
                              <a:ea typeface="Cambria Math" panose="02040503050406030204" pitchFamily="18" charset="0"/>
                            </a:rPr>
                            <m:t>𝛽</m:t>
                          </m:r>
                        </m:e>
                        <m:sub>
                          <m:r>
                            <a:rPr lang="en-US" sz="2000" b="0" i="1" smtClean="0">
                              <a:solidFill>
                                <a:srgbClr val="0070C0"/>
                              </a:solidFill>
                              <a:latin typeface="Cambria Math" panose="02040503050406030204" pitchFamily="18" charset="0"/>
                              <a:ea typeface="Cambria Math" panose="02040503050406030204" pitchFamily="18" charset="0"/>
                            </a:rPr>
                            <m:t>𝑡</m:t>
                          </m:r>
                        </m:sub>
                      </m:sSub>
                      <m:r>
                        <a:rPr lang="en-US" sz="2000" b="1" i="1" smtClean="0">
                          <a:solidFill>
                            <a:schemeClr val="tx1"/>
                          </a:solidFill>
                          <a:latin typeface="Cambria Math" panose="02040503050406030204" pitchFamily="18" charset="0"/>
                          <a:ea typeface="Cambria Math" panose="02040503050406030204" pitchFamily="18" charset="0"/>
                        </a:rPr>
                        <m:t>𝑰</m:t>
                      </m:r>
                      <m:r>
                        <a:rPr lang="en-US" sz="2000" b="0" i="1" smtClean="0">
                          <a:solidFill>
                            <a:schemeClr val="tx1"/>
                          </a:solidFill>
                          <a:latin typeface="Cambria Math" panose="02040503050406030204" pitchFamily="18" charset="0"/>
                          <a:ea typeface="Cambria Math" panose="02040503050406030204" pitchFamily="18" charset="0"/>
                        </a:rPr>
                        <m:t>)</m:t>
                      </m:r>
                    </m:oMath>
                  </m:oMathPara>
                </a14:m>
                <a:endParaRPr lang="en-KR" sz="2000" dirty="0" err="1">
                  <a:solidFill>
                    <a:schemeClr val="tx1"/>
                  </a:solidFill>
                </a:endParaRPr>
              </a:p>
            </p:txBody>
          </p:sp>
        </mc:Choice>
        <mc:Fallback xmlns="">
          <p:sp>
            <p:nvSpPr>
              <p:cNvPr id="6" name="TextBox 5">
                <a:extLst>
                  <a:ext uri="{FF2B5EF4-FFF2-40B4-BE49-F238E27FC236}">
                    <a16:creationId xmlns:a16="http://schemas.microsoft.com/office/drawing/2014/main" id="{5D71C0D7-AF74-F589-4AEE-0825271303DE}"/>
                  </a:ext>
                </a:extLst>
              </p:cNvPr>
              <p:cNvSpPr txBox="1">
                <a:spLocks noRot="1" noChangeAspect="1" noMove="1" noResize="1" noEditPoints="1" noAdjustHandles="1" noChangeArrowheads="1" noChangeShapeType="1" noTextEdit="1"/>
              </p:cNvSpPr>
              <p:nvPr/>
            </p:nvSpPr>
            <p:spPr>
              <a:xfrm>
                <a:off x="3814955" y="1922581"/>
                <a:ext cx="4562083" cy="465064"/>
              </a:xfrm>
              <a:prstGeom prst="rect">
                <a:avLst/>
              </a:prstGeom>
              <a:blipFill>
                <a:blip r:embed="rId6"/>
                <a:stretch>
                  <a:fillRect l="-833" r="-1389" b="-10526"/>
                </a:stretch>
              </a:blipFill>
            </p:spPr>
            <p:txBody>
              <a:bodyPr/>
              <a:lstStyle/>
              <a:p>
                <a:r>
                  <a:rPr lang="en-KR">
                    <a:noFill/>
                  </a:rPr>
                  <a:t> </a:t>
                </a:r>
              </a:p>
            </p:txBody>
          </p:sp>
        </mc:Fallback>
      </mc:AlternateContent>
      <p:sp>
        <p:nvSpPr>
          <p:cNvPr id="2" name="TextBox 1">
            <a:extLst>
              <a:ext uri="{FF2B5EF4-FFF2-40B4-BE49-F238E27FC236}">
                <a16:creationId xmlns:a16="http://schemas.microsoft.com/office/drawing/2014/main" id="{F06375BF-081F-E56D-B1AF-DF56277AA318}"/>
              </a:ext>
            </a:extLst>
          </p:cNvPr>
          <p:cNvSpPr txBox="1"/>
          <p:nvPr/>
        </p:nvSpPr>
        <p:spPr>
          <a:xfrm>
            <a:off x="609600" y="3686411"/>
            <a:ext cx="4831451"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This is small compared to the pixel range [-1,1].</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15972F-F5C9-E155-C7FF-455549558F58}"/>
                  </a:ext>
                </a:extLst>
              </p:cNvPr>
              <p:cNvSpPr txBox="1"/>
              <p:nvPr/>
            </p:nvSpPr>
            <p:spPr>
              <a:xfrm>
                <a:off x="609600" y="1405710"/>
                <a:ext cx="5611344" cy="369332"/>
              </a:xfrm>
              <a:prstGeom prst="rect">
                <a:avLst/>
              </a:prstGeom>
              <a:noFill/>
            </p:spPr>
            <p:txBody>
              <a:bodyPr wrap="none" lIns="0" rIns="0" rtlCol="0">
                <a:spAutoFit/>
              </a:bodyPr>
              <a:lstStyle/>
              <a:p>
                <a:pPr algn="l"/>
                <a:r>
                  <a:rPr lang="en-KR" dirty="0">
                    <a:latin typeface="Pretendard" panose="02000503000000020004" pitchFamily="2" charset="-127"/>
                    <a:ea typeface="Pretendard" panose="02000503000000020004" pitchFamily="2" charset="-127"/>
                    <a:cs typeface="Pretendard" panose="02000503000000020004" pitchFamily="2" charset="-127"/>
                  </a:rPr>
                  <a:t>Recall the forward process with variance schedule </a:t>
                </a:r>
                <a14:m>
                  <m:oMath xmlns:m="http://schemas.openxmlformats.org/officeDocument/2006/math">
                    <m:sSub>
                      <m:sSubPr>
                        <m:ctrlPr>
                          <a:rPr lang="en-US"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b="0" i="1" smtClean="0">
                            <a:latin typeface="Cambria Math" panose="02040503050406030204" pitchFamily="18" charset="0"/>
                            <a:ea typeface="Pretendard" panose="02000503000000020004" pitchFamily="2" charset="-127"/>
                            <a:cs typeface="Pretendard" panose="02000503000000020004" pitchFamily="2" charset="-127"/>
                          </a:rPr>
                          <m:t>𝛽</m:t>
                        </m:r>
                      </m:e>
                      <m:sub>
                        <m:r>
                          <a:rPr lang="en-US" b="0" i="1" smtClean="0">
                            <a:latin typeface="Cambria Math" panose="02040503050406030204" pitchFamily="18" charset="0"/>
                            <a:ea typeface="Pretendard" panose="02000503000000020004" pitchFamily="2" charset="-127"/>
                            <a:cs typeface="Pretendard" panose="02000503000000020004" pitchFamily="2" charset="-127"/>
                          </a:rPr>
                          <m:t>𝑡</m:t>
                        </m:r>
                      </m:sub>
                    </m:sSub>
                  </m:oMath>
                </a14:m>
                <a:endParaRPr lang="en-KR" dirty="0">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8" name="TextBox 7">
                <a:extLst>
                  <a:ext uri="{FF2B5EF4-FFF2-40B4-BE49-F238E27FC236}">
                    <a16:creationId xmlns:a16="http://schemas.microsoft.com/office/drawing/2014/main" id="{3315972F-F5C9-E155-C7FF-455549558F58}"/>
                  </a:ext>
                </a:extLst>
              </p:cNvPr>
              <p:cNvSpPr txBox="1">
                <a:spLocks noRot="1" noChangeAspect="1" noMove="1" noResize="1" noEditPoints="1" noAdjustHandles="1" noChangeArrowheads="1" noChangeShapeType="1" noTextEdit="1"/>
              </p:cNvSpPr>
              <p:nvPr/>
            </p:nvSpPr>
            <p:spPr>
              <a:xfrm>
                <a:off x="609600" y="1405710"/>
                <a:ext cx="5611344" cy="369332"/>
              </a:xfrm>
              <a:prstGeom prst="rect">
                <a:avLst/>
              </a:prstGeom>
              <a:blipFill>
                <a:blip r:embed="rId7"/>
                <a:stretch>
                  <a:fillRect l="-2715" t="-6667"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08C0411-B29C-5379-F97D-49BEC59569EA}"/>
                  </a:ext>
                </a:extLst>
              </p:cNvPr>
              <p:cNvSpPr txBox="1"/>
              <p:nvPr/>
            </p:nvSpPr>
            <p:spPr>
              <a:xfrm>
                <a:off x="609600" y="3159697"/>
                <a:ext cx="6931578" cy="369332"/>
              </a:xfrm>
              <a:prstGeom prst="rect">
                <a:avLst/>
              </a:prstGeom>
              <a:noFill/>
            </p:spPr>
            <p:txBody>
              <a:bodyPr wrap="none" lIns="0" rIns="0" rtlCol="0">
                <a:spAutoFit/>
              </a:bodyPr>
              <a:lstStyle/>
              <a:p>
                <a:r>
                  <a:rPr lang="en-KR" dirty="0">
                    <a:latin typeface="Pretendard" panose="02000503000000020004" pitchFamily="2" charset="-127"/>
                    <a:ea typeface="Pretendard" panose="02000503000000020004" pitchFamily="2" charset="-127"/>
                    <a:cs typeface="Pretendard" panose="02000503000000020004" pitchFamily="2" charset="-127"/>
                  </a:rPr>
                  <a:t>Variance schedule </a:t>
                </a:r>
                <a14:m>
                  <m:oMath xmlns:m="http://schemas.openxmlformats.org/officeDocument/2006/math">
                    <m:sSub>
                      <m:sSubPr>
                        <m:ctrlPr>
                          <a:rPr lang="en-US" b="0" i="1" smtClean="0">
                            <a:latin typeface="Cambria Math" panose="02040503050406030204" pitchFamily="18" charset="0"/>
                            <a:ea typeface="Pretendard" panose="02000503000000020004" pitchFamily="2" charset="-127"/>
                            <a:cs typeface="Pretendard" panose="02000503000000020004" pitchFamily="2" charset="-127"/>
                          </a:rPr>
                        </m:ctrlPr>
                      </m:sSubPr>
                      <m:e>
                        <m:r>
                          <a:rPr lang="en-US" b="0" i="1" smtClean="0">
                            <a:latin typeface="Cambria Math" panose="02040503050406030204" pitchFamily="18" charset="0"/>
                            <a:ea typeface="Pretendard" panose="02000503000000020004" pitchFamily="2" charset="-127"/>
                            <a:cs typeface="Pretendard" panose="02000503000000020004" pitchFamily="2" charset="-127"/>
                          </a:rPr>
                          <m:t>𝛽</m:t>
                        </m:r>
                      </m:e>
                      <m:sub>
                        <m:r>
                          <a:rPr lang="en-US" b="0" i="1" smtClean="0">
                            <a:latin typeface="Cambria Math" panose="02040503050406030204" pitchFamily="18" charset="0"/>
                            <a:ea typeface="Pretendard" panose="02000503000000020004" pitchFamily="2" charset="-127"/>
                            <a:cs typeface="Pretendard" panose="02000503000000020004" pitchFamily="2" charset="-127"/>
                          </a:rPr>
                          <m:t>𝑡</m:t>
                        </m:r>
                      </m:sub>
                    </m:sSub>
                  </m:oMath>
                </a14:m>
                <a:r>
                  <a:rPr lang="en-KR" dirty="0">
                    <a:latin typeface="Pretendard" panose="02000503000000020004" pitchFamily="2" charset="-127"/>
                    <a:ea typeface="Pretendard" panose="02000503000000020004" pitchFamily="2" charset="-127"/>
                    <a:cs typeface="Pretendard" panose="02000503000000020004" pitchFamily="2" charset="-127"/>
                  </a:rPr>
                  <a:t> is set increasingly linear,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−4</m:t>
                        </m:r>
                      </m:sup>
                    </m:sSup>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𝑇</m:t>
                        </m:r>
                      </m:sub>
                    </m:sSub>
                    <m:r>
                      <a:rPr lang="en-US" i="1">
                        <a:latin typeface="Cambria Math" panose="02040503050406030204" pitchFamily="18" charset="0"/>
                      </a:rPr>
                      <m:t>=0.02</m:t>
                    </m:r>
                  </m:oMath>
                </a14:m>
                <a:r>
                  <a:rPr lang="en-KR" dirty="0">
                    <a:latin typeface="Pretendard" panose="02000503000000020004" pitchFamily="2" charset="-127"/>
                    <a:ea typeface="Pretendard" panose="02000503000000020004" pitchFamily="2" charset="-127"/>
                    <a:cs typeface="Pretendard" panose="02000503000000020004" pitchFamily="2" charset="-127"/>
                  </a:rPr>
                  <a:t>. </a:t>
                </a:r>
              </a:p>
            </p:txBody>
          </p:sp>
        </mc:Choice>
        <mc:Fallback xmlns="">
          <p:sp>
            <p:nvSpPr>
              <p:cNvPr id="10" name="TextBox 9">
                <a:extLst>
                  <a:ext uri="{FF2B5EF4-FFF2-40B4-BE49-F238E27FC236}">
                    <a16:creationId xmlns:a16="http://schemas.microsoft.com/office/drawing/2014/main" id="{408C0411-B29C-5379-F97D-49BEC59569EA}"/>
                  </a:ext>
                </a:extLst>
              </p:cNvPr>
              <p:cNvSpPr txBox="1">
                <a:spLocks noRot="1" noChangeAspect="1" noMove="1" noResize="1" noEditPoints="1" noAdjustHandles="1" noChangeArrowheads="1" noChangeShapeType="1" noTextEdit="1"/>
              </p:cNvSpPr>
              <p:nvPr/>
            </p:nvSpPr>
            <p:spPr>
              <a:xfrm>
                <a:off x="609600" y="3159697"/>
                <a:ext cx="6931578" cy="369332"/>
              </a:xfrm>
              <a:prstGeom prst="rect">
                <a:avLst/>
              </a:prstGeom>
              <a:blipFill>
                <a:blip r:embed="rId8"/>
                <a:stretch>
                  <a:fillRect l="-2198" t="-6667" r="-1099" b="-23333"/>
                </a:stretch>
              </a:blipFill>
            </p:spPr>
            <p:txBody>
              <a:bodyPr/>
              <a:lstStyle/>
              <a:p>
                <a:r>
                  <a:rPr lang="en-KR">
                    <a:noFill/>
                  </a:rPr>
                  <a:t> </a:t>
                </a:r>
              </a:p>
            </p:txBody>
          </p:sp>
        </mc:Fallback>
      </mc:AlternateContent>
      <p:pic>
        <p:nvPicPr>
          <p:cNvPr id="11" name="Audio 10">
            <a:extLst>
              <a:ext uri="{FF2B5EF4-FFF2-40B4-BE49-F238E27FC236}">
                <a16:creationId xmlns:a16="http://schemas.microsoft.com/office/drawing/2014/main" id="{BA16D7F6-08AF-2786-9CA5-F2427641D38D}"/>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830641710"/>
      </p:ext>
    </p:extLst>
  </p:cSld>
  <p:clrMapOvr>
    <a:masterClrMapping/>
  </p:clrMapOvr>
  <mc:AlternateContent xmlns:mc="http://schemas.openxmlformats.org/markup-compatibility/2006">
    <mc:Choice xmlns:p14="http://schemas.microsoft.com/office/powerpoint/2010/main" Requires="p14">
      <p:transition spd="slow" p14:dur="2000" advTm="29173"/>
    </mc:Choice>
    <mc:Fallback>
      <p:transition spd="slow" advTm="291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11"/>
                </p:tgtEl>
              </p:cMediaNode>
            </p:audio>
          </p:childTnLst>
        </p:cTn>
      </p:par>
    </p:tnLst>
    <p:bldLst>
      <p:bldP spid="2" grpId="0"/>
      <p:bldP spid="10" grpId="0"/>
    </p:bldLst>
  </p:timing>
  <p:extLst>
    <p:ext uri="{3A86A75C-4F4B-4683-9AE1-C65F6400EC91}">
      <p14:laserTraceLst xmlns:p14="http://schemas.microsoft.com/office/powerpoint/2010/main">
        <p14:tracePtLst>
          <p14:tracePt t="503" x="3454400" y="6646863"/>
          <p14:tracePt t="512" x="3632200" y="6469063"/>
          <p14:tracePt t="519" x="3802063" y="6299200"/>
          <p14:tracePt t="526" x="3995738" y="6096000"/>
          <p14:tracePt t="534" x="4157663" y="5910263"/>
          <p14:tracePt t="542" x="4368800" y="5732463"/>
          <p14:tracePt t="551" x="4546600" y="5554663"/>
          <p14:tracePt t="558" x="4775200" y="5376863"/>
          <p14:tracePt t="567" x="5199063" y="5029200"/>
          <p14:tracePt t="575" x="5341938" y="4910138"/>
          <p14:tracePt t="583" x="5824538" y="4503738"/>
          <p14:tracePt t="591" x="5961063" y="4411663"/>
          <p14:tracePt t="600" x="6265863" y="4173538"/>
          <p14:tracePt t="609" x="6578600" y="3962400"/>
          <p14:tracePt t="616" x="6815138" y="3767138"/>
          <p14:tracePt t="625" x="7086600" y="3598863"/>
          <p14:tracePt t="632" x="7323138" y="3436938"/>
          <p14:tracePt t="1304" x="7315200" y="3436938"/>
          <p14:tracePt t="1359" x="6891338" y="3327400"/>
          <p14:tracePt t="1362" x="6773863" y="3268663"/>
          <p14:tracePt t="1374" x="6662738" y="3225800"/>
          <p14:tracePt t="1378" x="6545263" y="3149600"/>
          <p14:tracePt t="1391" x="6426200" y="3073400"/>
          <p14:tracePt t="1395" x="6324600" y="3014663"/>
          <p14:tracePt t="1407" x="6273800" y="2997200"/>
          <p14:tracePt t="1411" x="6189663" y="2938463"/>
          <p14:tracePt t="1424" x="6113463" y="2895600"/>
          <p14:tracePt t="1427" x="6037263" y="2852738"/>
          <p14:tracePt t="1440" x="5976938" y="2819400"/>
          <p14:tracePt t="1444" x="5918200" y="2801938"/>
          <p14:tracePt t="1457" x="5867400" y="2776538"/>
          <p14:tracePt t="1461" x="5824538" y="2760663"/>
          <p14:tracePt t="8873" x="5824538" y="2776538"/>
          <p14:tracePt t="8880" x="5824538" y="2836863"/>
          <p14:tracePt t="8891" x="5808663" y="2895600"/>
          <p14:tracePt t="8897" x="5799138" y="2971800"/>
          <p14:tracePt t="8907" x="5799138" y="3030538"/>
          <p14:tracePt t="8914" x="5765800" y="3106738"/>
          <p14:tracePt t="8925" x="5707063" y="3268663"/>
          <p14:tracePt t="8930" x="5664200" y="3436938"/>
          <p14:tracePt t="8938" x="5588000" y="3573463"/>
          <p14:tracePt t="8946" x="5529263" y="3733800"/>
          <p14:tracePt t="8954" x="5453063" y="3886200"/>
          <p14:tracePt t="8963" x="5376863" y="4056063"/>
          <p14:tracePt t="8971" x="5265738" y="4233863"/>
          <p14:tracePt t="8979" x="5148263" y="4411663"/>
          <p14:tracePt t="8988" x="5062538" y="4589463"/>
          <p14:tracePt t="8996" x="4953000" y="4757738"/>
          <p14:tracePt t="9004" x="4868863" y="4935538"/>
          <p14:tracePt t="9012" x="4741863" y="5105400"/>
          <p14:tracePt t="9020" x="4656138" y="5249863"/>
          <p14:tracePt t="9029" x="4538663" y="5402263"/>
          <p14:tracePt t="9037" x="4445000" y="5519738"/>
          <p14:tracePt t="9045" x="4411663" y="5570538"/>
          <p14:tracePt t="9053" x="4275138" y="5715000"/>
          <p14:tracePt t="9061" x="4233863" y="5748338"/>
          <p14:tracePt t="9070" x="4114800" y="5910263"/>
          <p14:tracePt t="9077" x="4071938" y="5943600"/>
          <p14:tracePt t="9086" x="3995738" y="6019800"/>
          <p14:tracePt t="9094" x="3919538" y="6096000"/>
          <p14:tracePt t="9102" x="3878263" y="6138863"/>
          <p14:tracePt t="9110" x="3810000" y="6180138"/>
          <p14:tracePt t="9118" x="3741738" y="6256338"/>
          <p14:tracePt t="9127" x="3690938" y="6299200"/>
          <p14:tracePt t="9135" x="3649663" y="6350000"/>
          <p14:tracePt t="9143" x="3589338" y="6408738"/>
          <p14:tracePt t="9152" x="3530600" y="6434138"/>
          <p14:tracePt t="9159" x="3479800" y="6484938"/>
          <p14:tracePt t="9168" x="3411538" y="6545263"/>
          <p14:tracePt t="9176" x="3360738" y="6570663"/>
          <p14:tracePt t="9184" x="3302000" y="6621463"/>
          <p14:tracePt t="9192" x="3243263" y="6662738"/>
          <p14:tracePt t="9200" x="3182938" y="6705600"/>
          <p14:tracePt t="9209" x="3124200" y="6738938"/>
          <p14:tracePt t="9217" x="3065463" y="6781800"/>
          <p14:tracePt t="9225" x="3014663" y="6799263"/>
          <p14:tracePt t="9233" x="2971800" y="6815138"/>
          <p14:tracePt t="9241" x="2928938" y="6840538"/>
          <p14:tracePt t="9250" x="2913063" y="6840538"/>
          <p14:tracePt t="10292" x="3167063" y="6408738"/>
          <p14:tracePt t="10300" x="3360738" y="6002338"/>
          <p14:tracePt t="10309" x="3614738" y="5519738"/>
          <p14:tracePt t="10316" x="3878263" y="5054600"/>
          <p14:tracePt t="10325" x="3995738" y="4833938"/>
          <p14:tracePt t="10332" x="4216400" y="4427538"/>
          <p14:tracePt t="10341" x="4445000" y="4056063"/>
          <p14:tracePt t="10348" x="4622800" y="3751263"/>
          <p14:tracePt t="10358" x="4757738" y="3538538"/>
          <p14:tracePt t="10364" x="4910138" y="3302000"/>
          <p14:tracePt t="10374" x="5029200" y="3149600"/>
          <p14:tracePt t="10381" x="5138738" y="3030538"/>
          <p14:tracePt t="10391" x="5283200" y="2870200"/>
          <p14:tracePt t="10397" x="5402263" y="2743200"/>
          <p14:tracePt t="12291" x="5402263" y="2819400"/>
          <p14:tracePt t="12299" x="5402263" y="2895600"/>
          <p14:tracePt t="12308" x="5402263" y="2954338"/>
          <p14:tracePt t="12315" x="5402263" y="3014663"/>
          <p14:tracePt t="12326" x="5392738" y="3065463"/>
          <p14:tracePt t="12332" x="5392738" y="3124200"/>
          <p14:tracePt t="12341" x="5376863" y="3259138"/>
          <p14:tracePt t="12348" x="5341938" y="3395663"/>
          <p14:tracePt t="12358" x="5316538" y="3589338"/>
          <p14:tracePt t="12364" x="5300663" y="3751263"/>
          <p14:tracePt t="12374" x="5257800" y="3944938"/>
          <p14:tracePt t="12381" x="5240338" y="4191000"/>
          <p14:tracePt t="12391" x="5240338" y="4249738"/>
          <p14:tracePt t="12397" x="5207000" y="4394200"/>
          <p14:tracePt t="12407" x="5199063" y="4503738"/>
          <p14:tracePt t="12413" x="5199063" y="4564063"/>
          <p14:tracePt t="12423" x="5199063" y="4622800"/>
          <p14:tracePt t="12430" x="5199063" y="4640263"/>
          <p14:tracePt t="12440" x="5199063" y="4665663"/>
          <p14:tracePt t="12455" x="5199063" y="4681538"/>
          <p14:tracePt t="12627" x="5199063" y="4665663"/>
          <p14:tracePt t="12676" x="5199063" y="4648200"/>
          <p14:tracePt t="12684" x="5181600" y="4640263"/>
          <p14:tracePt t="12692" x="5164138" y="4640263"/>
          <p14:tracePt t="12700" x="5148263" y="4605338"/>
          <p14:tracePt t="12709" x="5122863" y="4579938"/>
          <p14:tracePt t="12717" x="5087938" y="4546600"/>
          <p14:tracePt t="12725" x="5046663" y="4487863"/>
          <p14:tracePt t="12733" x="4986338" y="4411663"/>
          <p14:tracePt t="12741" x="4927600" y="4351338"/>
          <p14:tracePt t="12750" x="4851400" y="4275138"/>
          <p14:tracePt t="12758" x="4775200" y="4198938"/>
          <p14:tracePt t="12766" x="4681538" y="4122738"/>
          <p14:tracePt t="12774" x="4564063" y="4038600"/>
          <p14:tracePt t="12783" x="4470400" y="3962400"/>
          <p14:tracePt t="12791" x="4368800" y="3886200"/>
          <p14:tracePt t="12799" x="4249738" y="3827463"/>
          <p14:tracePt t="12807" x="4132263" y="3733800"/>
          <p14:tracePt t="12815" x="4005263" y="3675063"/>
          <p14:tracePt t="12824" x="3962400" y="3657600"/>
          <p14:tracePt t="12832" x="3784600" y="3538538"/>
          <p14:tracePt t="12841" x="3690938" y="3479800"/>
          <p14:tracePt t="12848" x="3649663" y="3454400"/>
          <p14:tracePt t="12857" x="3589338" y="3395663"/>
          <p14:tracePt t="12864" x="3530600" y="3344863"/>
          <p14:tracePt t="12874" x="3454400" y="3284538"/>
          <p14:tracePt t="12881" x="3421063" y="3243263"/>
          <p14:tracePt t="12890" x="3378200" y="3208338"/>
          <p14:tracePt t="12897" x="3360738" y="3200400"/>
          <p14:tracePt t="12907" x="3344863" y="3182938"/>
          <p14:tracePt t="12914" x="3335338" y="3167063"/>
          <p14:tracePt t="12923" x="3319463" y="3149600"/>
          <p14:tracePt t="12938" x="3302000" y="3149600"/>
          <p14:tracePt t="12963" x="3284538" y="3149600"/>
          <p14:tracePt t="13036" x="3276600" y="3149600"/>
          <p14:tracePt t="13078" x="3259138" y="3149600"/>
          <p14:tracePt t="13086" x="3243263" y="3149600"/>
          <p14:tracePt t="13094" x="3243263" y="3167063"/>
          <p14:tracePt t="13102" x="3225800" y="3167063"/>
          <p14:tracePt t="13110" x="3217863" y="3182938"/>
          <p14:tracePt t="13119" x="3200400" y="3182938"/>
          <p14:tracePt t="13127" x="3167063" y="3200400"/>
          <p14:tracePt t="13143" x="3141663" y="3208338"/>
          <p14:tracePt t="13152" x="3106738" y="3208338"/>
          <p14:tracePt t="13160" x="3090863" y="3225800"/>
          <p14:tracePt t="13168" x="3065463" y="3243263"/>
          <p14:tracePt t="13176" x="3048000" y="3259138"/>
          <p14:tracePt t="13184" x="3014663" y="3268663"/>
          <p14:tracePt t="13192" x="2989263" y="3284538"/>
          <p14:tracePt t="13201" x="2971800" y="3284538"/>
          <p14:tracePt t="13209" x="2946400" y="3302000"/>
          <p14:tracePt t="13217" x="2928938" y="3319463"/>
          <p14:tracePt t="13225" x="2895600" y="3327400"/>
          <p14:tracePt t="13233" x="2870200" y="3344863"/>
          <p14:tracePt t="13241" x="2836863" y="3344863"/>
          <p14:tracePt t="13250" x="2794000" y="3360738"/>
          <p14:tracePt t="13258" x="2760663" y="3378200"/>
          <p14:tracePt t="13266" x="2700338" y="3403600"/>
          <p14:tracePt t="13274" x="2659063" y="3436938"/>
          <p14:tracePt t="13283" x="2616200" y="3454400"/>
          <p14:tracePt t="13291" x="2565400" y="3462338"/>
          <p14:tracePt t="13299" x="2522538" y="3497263"/>
          <p14:tracePt t="13307" x="2489200" y="3513138"/>
          <p14:tracePt t="13315" x="2446338" y="3530600"/>
          <p14:tracePt t="13324" x="2430463" y="3538538"/>
          <p14:tracePt t="13332" x="2405063" y="3556000"/>
          <p14:tracePt t="13341" x="2387600" y="3573463"/>
          <p14:tracePt t="13348" x="2370138" y="3598863"/>
          <p14:tracePt t="13357" x="2354263" y="3614738"/>
          <p14:tracePt t="13364" x="2354263" y="3649663"/>
          <p14:tracePt t="13374" x="2328863" y="3690938"/>
          <p14:tracePt t="14012" x="2344738" y="3690938"/>
          <p14:tracePt t="14020" x="2354263" y="3690938"/>
          <p14:tracePt t="14028" x="2420938" y="3690938"/>
          <p14:tracePt t="14037" x="2481263" y="3690938"/>
          <p14:tracePt t="14045" x="2540000" y="3690938"/>
          <p14:tracePt t="14053" x="2565400" y="3690938"/>
          <p14:tracePt t="14061" x="2624138" y="3690938"/>
          <p14:tracePt t="14069" x="2659063" y="3675063"/>
          <p14:tracePt t="14077" x="2700338" y="3675063"/>
          <p14:tracePt t="14086" x="2735263" y="3657600"/>
          <p14:tracePt t="14094" x="2751138" y="3657600"/>
          <p14:tracePt t="14102" x="2776538" y="3657600"/>
          <p14:tracePt t="14110" x="2794000" y="3657600"/>
          <p14:tracePt t="14119" x="2811463" y="3649663"/>
          <p14:tracePt t="14135" x="2819400" y="3649663"/>
          <p14:tracePt t="14151" x="2836863" y="3649663"/>
          <p14:tracePt t="14159" x="2836863" y="3614738"/>
          <p14:tracePt t="14168" x="2852738" y="3598863"/>
          <p14:tracePt t="15979" x="2878138" y="3598863"/>
          <p14:tracePt t="15987" x="2928938" y="3598863"/>
          <p14:tracePt t="15996" x="2946400" y="3598863"/>
          <p14:tracePt t="16004" x="3014663" y="3614738"/>
          <p14:tracePt t="16012" x="3081338" y="3632200"/>
          <p14:tracePt t="16020" x="3141663" y="3649663"/>
          <p14:tracePt t="16028" x="3200400" y="3649663"/>
          <p14:tracePt t="16037" x="3276600" y="3649663"/>
          <p14:tracePt t="16044" x="3319463" y="3649663"/>
          <p14:tracePt t="16053" x="3411538" y="3649663"/>
          <p14:tracePt t="16061" x="3454400" y="3649663"/>
          <p14:tracePt t="16070" x="3548063" y="3649663"/>
          <p14:tracePt t="16078" x="3589338" y="3649663"/>
          <p14:tracePt t="16086" x="3649663" y="3649663"/>
          <p14:tracePt t="16094" x="3708400" y="3632200"/>
          <p14:tracePt t="16102" x="3741738" y="3614738"/>
          <p14:tracePt t="16110" x="3784600" y="3614738"/>
          <p14:tracePt t="16118" x="3810000" y="3614738"/>
          <p14:tracePt t="16127" x="3810000" y="3598863"/>
          <p14:tracePt t="16135" x="3827463" y="3598863"/>
          <p14:tracePt t="16143" x="3843338" y="3589338"/>
          <p14:tracePt t="16152" x="3860800" y="3573463"/>
          <p14:tracePt t="16159" x="3860800" y="3556000"/>
          <p14:tracePt t="16167" x="3878263" y="3497263"/>
          <p14:tracePt t="16176" x="3886200" y="3421063"/>
          <p14:tracePt t="16184" x="3886200" y="3378200"/>
          <p14:tracePt t="17176" x="3886200" y="3395663"/>
          <p14:tracePt t="17184" x="3886200" y="3403600"/>
          <p14:tracePt t="17192" x="3919538" y="3454400"/>
          <p14:tracePt t="17200" x="3937000" y="3479800"/>
          <p14:tracePt t="17208" x="3962400" y="3513138"/>
          <p14:tracePt t="17217" x="3979863" y="3530600"/>
          <p14:tracePt t="17225" x="4021138" y="3573463"/>
          <p14:tracePt t="17233" x="4056063" y="3614738"/>
          <p14:tracePt t="17241" x="4097338" y="3657600"/>
          <p14:tracePt t="17250" x="4140200" y="3690938"/>
          <p14:tracePt t="17257" x="4191000" y="3733800"/>
          <p14:tracePt t="17266" x="4216400" y="3767138"/>
          <p14:tracePt t="17274" x="4267200" y="3792538"/>
          <p14:tracePt t="17282" x="4275138" y="3810000"/>
          <p14:tracePt t="17291" x="4310063" y="3843338"/>
          <p14:tracePt t="17298" x="4351338" y="3868738"/>
          <p14:tracePt t="17308" x="4386263" y="3903663"/>
          <p14:tracePt t="17315" x="4411663" y="3929063"/>
          <p14:tracePt t="17324" x="4445000" y="3944938"/>
          <p14:tracePt t="17331" x="4462463" y="3962400"/>
          <p14:tracePt t="17341" x="4470400" y="3979863"/>
          <p14:tracePt t="17348" x="4503738" y="3987800"/>
          <p14:tracePt t="17358" x="4521200" y="3987800"/>
          <p14:tracePt t="17364" x="4538663" y="4005263"/>
          <p14:tracePt t="17374" x="4564063" y="4005263"/>
          <p14:tracePt t="17380" x="4579938" y="4021138"/>
          <p14:tracePt t="17391" x="4597400" y="4021138"/>
          <p14:tracePt t="17397" x="4622800" y="4021138"/>
          <p14:tracePt t="17407" x="4656138" y="4038600"/>
          <p14:tracePt t="17413" x="4673600" y="4038600"/>
          <p14:tracePt t="17422" x="4699000" y="4038600"/>
          <p14:tracePt t="17430" x="4716463" y="4038600"/>
          <p14:tracePt t="17438" x="4741863" y="4056063"/>
          <p14:tracePt t="17446" x="4775200" y="4056063"/>
          <p14:tracePt t="17455" x="4792663" y="4056063"/>
          <p14:tracePt t="17462" x="4818063" y="4056063"/>
          <p14:tracePt t="17471" x="4833938" y="4056063"/>
          <p14:tracePt t="17479" x="4868863" y="4064000"/>
          <p14:tracePt t="17487" x="4876800" y="4064000"/>
          <p14:tracePt t="17495" x="4894263" y="4064000"/>
          <p14:tracePt t="17504" x="4910138" y="4064000"/>
          <p14:tracePt t="17520" x="4927600" y="4064000"/>
          <p14:tracePt t="17528" x="4935538" y="4064000"/>
          <p14:tracePt t="17544" x="4953000" y="4064000"/>
          <p14:tracePt t="17954" x="4953000" y="4056063"/>
          <p14:tracePt t="17963" x="5003800" y="4021138"/>
          <p14:tracePt t="17971" x="5029200" y="3979863"/>
          <p14:tracePt t="17979" x="5072063" y="3929063"/>
          <p14:tracePt t="17987" x="5105400" y="3903663"/>
          <p14:tracePt t="17995" x="5138738" y="3860800"/>
          <p14:tracePt t="18004" x="5164138" y="3827463"/>
          <p14:tracePt t="18012" x="5199063" y="3792538"/>
          <p14:tracePt t="18020" x="5207000" y="3792538"/>
          <p14:tracePt t="18029" x="5240338" y="3767138"/>
          <p14:tracePt t="18036" x="5257800" y="3751263"/>
          <p14:tracePt t="18045" x="5265738" y="3733800"/>
          <p14:tracePt t="18061" x="5283200" y="3725863"/>
          <p14:tracePt t="18069" x="5283200" y="3708400"/>
          <p14:tracePt t="18077" x="5300663" y="3708400"/>
          <p14:tracePt t="18093" x="5316538" y="3690938"/>
          <p14:tracePt t="18110" x="5316538" y="3675063"/>
          <p14:tracePt t="19086" x="5334000" y="3675063"/>
          <p14:tracePt t="19094" x="5359400" y="3675063"/>
          <p14:tracePt t="19102" x="5418138" y="3675063"/>
          <p14:tracePt t="19110" x="5468938" y="3675063"/>
          <p14:tracePt t="19119" x="5511800" y="3675063"/>
          <p14:tracePt t="19127" x="5570538" y="3690938"/>
          <p14:tracePt t="19135" x="5630863" y="3708400"/>
          <p14:tracePt t="19143" x="5689600" y="3708400"/>
          <p14:tracePt t="19151" x="5765800" y="3708400"/>
          <p14:tracePt t="19159" x="5824538" y="3708400"/>
          <p14:tracePt t="19168" x="5867400" y="3708400"/>
          <p14:tracePt t="19176" x="5918200" y="3708400"/>
          <p14:tracePt t="19184" x="5976938" y="3708400"/>
          <p14:tracePt t="19193" x="6002338" y="3708400"/>
          <p14:tracePt t="19200" x="6037263" y="3708400"/>
          <p14:tracePt t="19208" x="6062663" y="3708400"/>
          <p14:tracePt t="19217" x="6078538" y="3708400"/>
          <p14:tracePt t="19225" x="6113463" y="3690938"/>
          <p14:tracePt t="19233" x="6129338" y="3690938"/>
          <p14:tracePt t="19241" x="6138863" y="3675063"/>
          <p14:tracePt t="19249" x="6172200" y="3657600"/>
          <p14:tracePt t="19258" x="6189663" y="3649663"/>
          <p14:tracePt t="19274" x="6197600" y="3632200"/>
          <p14:tracePt t="19282" x="6197600" y="3614738"/>
          <p14:tracePt t="19299" x="6215063" y="3614738"/>
          <p14:tracePt t="19331" x="6215063" y="3598863"/>
          <p14:tracePt t="19341" x="6215063" y="3589338"/>
          <p14:tracePt t="19348" x="6215063" y="3573463"/>
          <p14:tracePt t="19358" x="6215063" y="3538538"/>
          <p14:tracePt t="19364" x="6215063" y="3479800"/>
          <p14:tracePt t="20512" x="6215063" y="3497263"/>
          <p14:tracePt t="20520" x="6265863" y="3538538"/>
          <p14:tracePt t="20528" x="6291263" y="3556000"/>
          <p14:tracePt t="20536" x="6332538" y="3598863"/>
          <p14:tracePt t="20545" x="6367463" y="3632200"/>
          <p14:tracePt t="20553" x="6459538" y="3690938"/>
          <p14:tracePt t="20561" x="6519863" y="3751263"/>
          <p14:tracePt t="20569" x="6578600" y="3784600"/>
          <p14:tracePt t="20577" x="6637338" y="3810000"/>
          <p14:tracePt t="20586" x="6697663" y="3843338"/>
          <p14:tracePt t="20594" x="6756400" y="3860800"/>
          <p14:tracePt t="20602" x="6799263" y="3868738"/>
          <p14:tracePt t="20610" x="6858000" y="3886200"/>
          <p14:tracePt t="20619" x="6926263" y="3903663"/>
          <p14:tracePt t="20626" x="6985000" y="3903663"/>
          <p14:tracePt t="20635" x="7053263" y="3903663"/>
          <p14:tracePt t="20643" x="7119938" y="3903663"/>
          <p14:tracePt t="20651" x="7162800" y="3903663"/>
          <p14:tracePt t="20659" x="7205663" y="3903663"/>
          <p14:tracePt t="20668" x="7256463" y="3903663"/>
          <p14:tracePt t="20676" x="7264400" y="3903663"/>
          <p14:tracePt t="20684" x="7281863" y="3903663"/>
          <p14:tracePt t="20692" x="7297738" y="3886200"/>
          <p14:tracePt t="20700" x="7315200" y="3886200"/>
          <p14:tracePt t="20709" x="7323138" y="3868738"/>
          <p14:tracePt t="20717" x="7323138" y="3860800"/>
          <p14:tracePt t="20725" x="7340600" y="3827463"/>
          <p14:tracePt t="20733" x="7358063" y="3784600"/>
          <p14:tracePt t="20741" x="7373938" y="3708400"/>
          <p14:tracePt t="20749" x="7399338" y="3598863"/>
          <p14:tracePt t="20758" x="7416800" y="3462338"/>
          <p14:tracePt t="20766" x="7450138" y="3268663"/>
          <p14:tracePt t="21503" x="7450138" y="3284538"/>
          <p14:tracePt t="21512" x="7450138" y="3327400"/>
          <p14:tracePt t="21520" x="7450138" y="3395663"/>
          <p14:tracePt t="21528" x="7450138" y="3462338"/>
          <p14:tracePt t="21536" x="7450138" y="3538538"/>
          <p14:tracePt t="21544" x="7450138" y="3708400"/>
          <p14:tracePt t="21553" x="7450138" y="3919538"/>
          <p14:tracePt t="21561" x="7450138" y="4114800"/>
          <p14:tracePt t="21569" x="7450138" y="4310063"/>
          <p14:tracePt t="21577" x="7450138" y="4503738"/>
          <p14:tracePt t="21586" x="7416800" y="4699000"/>
          <p14:tracePt t="21594" x="7416800" y="4775200"/>
          <p14:tracePt t="21602" x="7416800" y="4910138"/>
          <p14:tracePt t="21610" x="7399338" y="5011738"/>
          <p14:tracePt t="21618" x="7391400" y="5087938"/>
          <p14:tracePt t="21626" x="7391400" y="5130800"/>
          <p14:tracePt t="21634" x="7391400" y="5164138"/>
          <p14:tracePt t="21651" x="7391400" y="5173663"/>
          <p14:tracePt t="21717" x="7391400" y="5164138"/>
          <p14:tracePt t="21725" x="7391400" y="5148263"/>
          <p14:tracePt t="21733" x="7373938" y="5087938"/>
          <p14:tracePt t="22290" x="7373938" y="5029200"/>
          <p14:tracePt t="22299" x="7373938" y="4953000"/>
          <p14:tracePt t="22307" x="7358063" y="4818063"/>
          <p14:tracePt t="22315" x="7340600" y="4648200"/>
          <p14:tracePt t="22325" x="7315200" y="4452938"/>
          <p14:tracePt t="22331" x="7264400" y="4173538"/>
          <p14:tracePt t="22341" x="7221538" y="3903663"/>
          <p14:tracePt t="22348" x="7180263" y="3573463"/>
          <p14:tracePt t="22358" x="7104063" y="3302000"/>
          <p14:tracePt t="24167" x="7043738" y="3319463"/>
          <p14:tracePt t="24176" x="6985000" y="3378200"/>
          <p14:tracePt t="24184" x="6908800" y="3421063"/>
          <p14:tracePt t="24192" x="6850063" y="3479800"/>
          <p14:tracePt t="24200" x="6789738" y="3513138"/>
          <p14:tracePt t="24209" x="6680200" y="3589338"/>
          <p14:tracePt t="24216" x="6545263" y="3657600"/>
          <p14:tracePt t="24225" x="6502400" y="3690938"/>
          <p14:tracePt t="24233" x="6392863" y="3733800"/>
          <p14:tracePt t="24241" x="6324600" y="3767138"/>
          <p14:tracePt t="24250" x="6248400" y="3810000"/>
          <p14:tracePt t="24257" x="6154738" y="3843338"/>
          <p14:tracePt t="24265" x="6113463" y="3860800"/>
          <p14:tracePt t="24275" x="6053138" y="3886200"/>
          <p14:tracePt t="24282" x="5994400" y="3903663"/>
          <p14:tracePt t="24291" x="5926138" y="3919538"/>
          <p14:tracePt t="24298" x="5900738" y="3929063"/>
          <p14:tracePt t="24308" x="5867400" y="3929063"/>
          <p14:tracePt t="24315" x="5859463" y="3929063"/>
          <p14:tracePt t="24324" x="5842000" y="3929063"/>
          <p14:tracePt t="24332" x="5824538" y="3929063"/>
          <p14:tracePt t="24341" x="5808663" y="3929063"/>
          <p14:tracePt t="24357" x="5799138" y="3929063"/>
          <p14:tracePt t="24364" x="5799138" y="3919538"/>
          <p14:tracePt t="24374" x="5783263" y="3919538"/>
          <p14:tracePt t="24397" x="5783263" y="3903663"/>
          <p14:tracePt t="24438" x="5783263" y="3886200"/>
          <p14:tracePt t="24462" x="5783263" y="3868738"/>
          <p14:tracePt t="26914" x="5765800" y="3868738"/>
          <p14:tracePt t="26925" x="5732463" y="3886200"/>
          <p14:tracePt t="26930" x="5707063" y="3919538"/>
          <p14:tracePt t="26939" x="5672138" y="3929063"/>
          <p14:tracePt t="26947" x="5630863" y="3962400"/>
          <p14:tracePt t="26955" x="5613400" y="3979863"/>
          <p14:tracePt t="26963" x="5570538" y="3987800"/>
          <p14:tracePt t="26971" x="5554663" y="4005263"/>
          <p14:tracePt t="26979" x="5511800" y="4005263"/>
          <p14:tracePt t="26988" x="5478463" y="4021138"/>
          <p14:tracePt t="26996" x="5435600" y="4038600"/>
          <p14:tracePt t="27004" x="5376863" y="4038600"/>
          <p14:tracePt t="27012" x="5341938" y="4056063"/>
          <p14:tracePt t="27021" x="5300663" y="4056063"/>
          <p14:tracePt t="27028" x="5257800" y="4064000"/>
          <p14:tracePt t="27037" x="5224463" y="4064000"/>
          <p14:tracePt t="27045" x="5181600" y="4064000"/>
          <p14:tracePt t="27053" x="5164138" y="4064000"/>
          <p14:tracePt t="27062" x="5138738" y="4064000"/>
          <p14:tracePt t="27069" x="5122863" y="4064000"/>
          <p14:tracePt t="27078" x="5105400" y="4064000"/>
          <p14:tracePt t="27094" x="5087938" y="4064000"/>
          <p14:tracePt t="27102" x="5072063" y="4064000"/>
          <p14:tracePt t="27217" x="5072063" y="4081463"/>
          <p14:tracePt t="27406" x="5087938" y="4081463"/>
          <p14:tracePt t="27414" x="5148263" y="4097338"/>
          <p14:tracePt t="27424" x="5224463" y="4097338"/>
          <p14:tracePt t="27430" x="5359400" y="4097338"/>
          <p14:tracePt t="27438" x="5478463" y="4097338"/>
          <p14:tracePt t="27446" x="5613400" y="4097338"/>
          <p14:tracePt t="27455" x="5748338" y="4097338"/>
          <p14:tracePt t="27463" x="5918200" y="4097338"/>
          <p14:tracePt t="27471" x="6053138" y="4097338"/>
          <p14:tracePt t="27480" x="6197600" y="4097338"/>
          <p14:tracePt t="27487" x="6408738" y="4081463"/>
          <p14:tracePt t="27496" x="6561138" y="4021138"/>
          <p14:tracePt t="27504" x="6654800" y="4005263"/>
          <p14:tracePt t="27512" x="6756400" y="3962400"/>
          <p14:tracePt t="27520" x="6850063" y="3919538"/>
          <p14:tracePt t="27529" x="6934200" y="3868738"/>
          <p14:tracePt t="27537" x="6985000" y="3860800"/>
          <p14:tracePt t="27545" x="7027863" y="3827463"/>
          <p14:tracePt t="27553" x="7053263" y="3792538"/>
          <p14:tracePt t="27561" x="7086600" y="3767138"/>
          <p14:tracePt t="28111" x="7086600" y="3784600"/>
          <p14:tracePt t="28119" x="7086600" y="3860800"/>
          <p14:tracePt t="28127" x="7086600" y="3962400"/>
          <p14:tracePt t="28135" x="7086600" y="4056063"/>
          <p14:tracePt t="28143" x="7086600" y="4191000"/>
          <p14:tracePt t="28152" x="7053263" y="4521200"/>
          <p14:tracePt t="28160" x="6985000" y="4894263"/>
          <p14:tracePt t="28168" x="6926263" y="5087938"/>
          <p14:tracePt t="28176" x="6723063" y="5824538"/>
          <p14:tracePt t="28184" x="6680200" y="6037263"/>
          <p14:tracePt t="28192" x="6502400" y="6426200"/>
        </p14:tracePtLst>
      </p14:laserTraceLst>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BF5E-42EE-3CA8-C884-2682967EBB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83C14B-1741-6812-FBB3-106A16B38FFC}"/>
              </a:ext>
            </a:extLst>
          </p:cNvPr>
          <p:cNvSpPr>
            <a:spLocks noGrp="1"/>
          </p:cNvSpPr>
          <p:nvPr>
            <p:ph type="sldNum" sz="quarter" idx="12"/>
          </p:nvPr>
        </p:nvSpPr>
        <p:spPr/>
        <p:txBody>
          <a:bodyPr/>
          <a:lstStyle/>
          <a:p>
            <a:fld id="{EB4B8DE2-A4E8-46E4-8BBF-D75455EFF32C}" type="slidenum">
              <a:rPr lang="en-US" smtClean="0"/>
              <a:pPr/>
              <a:t>43</a:t>
            </a:fld>
            <a:endParaRPr lang="en-US"/>
          </a:p>
        </p:txBody>
      </p:sp>
      <mc:AlternateContent xmlns:mc="http://schemas.openxmlformats.org/markup-compatibility/2006" xmlns:a14="http://schemas.microsoft.com/office/drawing/2010/main">
        <mc:Choice Requires="a14">
          <p:sp>
            <p:nvSpPr>
              <p:cNvPr id="4" name="Text Placeholder 2">
                <a:extLst>
                  <a:ext uri="{FF2B5EF4-FFF2-40B4-BE49-F238E27FC236}">
                    <a16:creationId xmlns:a16="http://schemas.microsoft.com/office/drawing/2014/main" id="{3B6808B2-8853-0A18-F9C4-EEB89BA1DE42}"/>
                  </a:ext>
                </a:extLst>
              </p:cNvPr>
              <p:cNvSpPr txBox="1">
                <a:spLocks/>
              </p:cNvSpPr>
              <p:nvPr/>
            </p:nvSpPr>
            <p:spPr>
              <a:xfrm>
                <a:off x="609600" y="652047"/>
                <a:ext cx="10972800" cy="369332"/>
              </a:xfrm>
              <a:prstGeom prst="rect">
                <a:avLst/>
              </a:prstGeom>
            </p:spPr>
            <p:txBody>
              <a:bodyPr vert="horz" wrap="square" lIns="0" tIns="45720" rIns="0" bIns="45720" rtlCol="0">
                <a:spAutoFit/>
              </a:bodyPr>
              <a:lstStyle>
                <a:lvl1pPr marL="0" indent="0" algn="l" defTabSz="914400" rtl="0" eaLnBrk="1" latinLnBrk="0" hangingPunct="1">
                  <a:lnSpc>
                    <a:spcPct val="90000"/>
                  </a:lnSpc>
                  <a:spcBef>
                    <a:spcPts val="0"/>
                  </a:spcBef>
                  <a:spcAft>
                    <a:spcPts val="3000"/>
                  </a:spcAft>
                  <a:buSzPct val="90000"/>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1pPr>
                <a:lvl2pPr marL="0" indent="0" algn="l" defTabSz="914400" rtl="0" eaLnBrk="1" latinLnBrk="0" hangingPunct="1">
                  <a:lnSpc>
                    <a:spcPct val="90000"/>
                  </a:lnSpc>
                  <a:spcBef>
                    <a:spcPts val="0"/>
                  </a:spcBef>
                  <a:spcAft>
                    <a:spcPts val="3000"/>
                  </a:spcAft>
                  <a:buSzPct val="90000"/>
                  <a:buFont typeface="Wingdings" panose="05000000000000000000" pitchFamily="2" charset="2"/>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2pPr>
                <a:lvl3pPr marL="0" indent="0" algn="l" defTabSz="914400" rtl="0" eaLnBrk="1" latinLnBrk="0" hangingPunct="1">
                  <a:lnSpc>
                    <a:spcPct val="90000"/>
                  </a:lnSpc>
                  <a:spcBef>
                    <a:spcPts val="0"/>
                  </a:spcBef>
                  <a:spcAft>
                    <a:spcPts val="3000"/>
                  </a:spcAft>
                  <a:buFont typeface="Amazon Ember" panose="020B0603020204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3pPr>
                <a:lvl4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4pPr>
                <a:lvl5pPr marL="0" indent="0" algn="l" defTabSz="914400" rtl="0" eaLnBrk="1" latinLnBrk="0" hangingPunct="1">
                  <a:lnSpc>
                    <a:spcPct val="90000"/>
                  </a:lnSpc>
                  <a:spcBef>
                    <a:spcPts val="0"/>
                  </a:spcBef>
                  <a:spcAft>
                    <a:spcPts val="3000"/>
                  </a:spcAft>
                  <a:buFont typeface="Arial" panose="020B0604020202020204" pitchFamily="34" charset="0"/>
                  <a:buNone/>
                  <a:defRPr sz="2400" b="0" i="0" kern="1200" baseline="0">
                    <a:solidFill>
                      <a:schemeClr val="tx2"/>
                    </a:solidFill>
                    <a:latin typeface="Pretendard" panose="02000503000000020004" pitchFamily="2" charset="-127"/>
                    <a:ea typeface="Pretendard" panose="02000503000000020004" pitchFamily="2" charset="-127"/>
                    <a:cs typeface="Pretendard" panose="02000503000000020004" pitchFamily="2" charset="-12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Covariance of </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𝑝</m:t>
                        </m:r>
                      </m:e>
                      <m:sub>
                        <m:r>
                          <a:rPr lang="en-US" sz="2000" i="1">
                            <a:solidFill>
                              <a:schemeClr val="tx1"/>
                            </a:solidFill>
                            <a:latin typeface="Cambria Math" panose="02040503050406030204" pitchFamily="18" charset="0"/>
                          </a:rPr>
                          <m:t>𝜃</m:t>
                        </m:r>
                      </m:sub>
                    </m:sSub>
                    <m:d>
                      <m:dPr>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𝑡</m:t>
                            </m:r>
                            <m:r>
                              <a:rPr lang="en-US" sz="2000" i="1">
                                <a:solidFill>
                                  <a:schemeClr val="tx1"/>
                                </a:solidFill>
                                <a:latin typeface="Cambria Math" panose="02040503050406030204" pitchFamily="18" charset="0"/>
                              </a:rPr>
                              <m:t>−1</m:t>
                            </m:r>
                          </m:sub>
                        </m:sSub>
                      </m:e>
                      <m:e>
                        <m:sSub>
                          <m:sSubPr>
                            <m:ctrlPr>
                              <a:rPr lang="en-US" sz="2000"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𝒙</m:t>
                            </m:r>
                          </m:e>
                          <m:sub>
                            <m:r>
                              <a:rPr lang="en-US" sz="2000" i="1">
                                <a:solidFill>
                                  <a:schemeClr val="tx1"/>
                                </a:solidFill>
                                <a:latin typeface="Cambria Math" panose="02040503050406030204" pitchFamily="18" charset="0"/>
                              </a:rPr>
                              <m:t>𝑡</m:t>
                            </m:r>
                          </m:sub>
                        </m:sSub>
                      </m:e>
                    </m:d>
                  </m:oMath>
                </a14:m>
                <a:r>
                  <a:rPr lang="en-US" sz="2000" dirty="0"/>
                  <a:t> </a:t>
                </a:r>
                <a:endParaRPr lang="en-KR" sz="2000" dirty="0"/>
              </a:p>
            </p:txBody>
          </p:sp>
        </mc:Choice>
        <mc:Fallback xmlns="">
          <p:sp>
            <p:nvSpPr>
              <p:cNvPr id="4" name="Text Placeholder 2">
                <a:extLst>
                  <a:ext uri="{FF2B5EF4-FFF2-40B4-BE49-F238E27FC236}">
                    <a16:creationId xmlns:a16="http://schemas.microsoft.com/office/drawing/2014/main" id="{3B6808B2-8853-0A18-F9C4-EEB89BA1DE42}"/>
                  </a:ext>
                </a:extLst>
              </p:cNvPr>
              <p:cNvSpPr txBox="1">
                <a:spLocks noRot="1" noChangeAspect="1" noMove="1" noResize="1" noEditPoints="1" noAdjustHandles="1" noChangeArrowheads="1" noChangeShapeType="1" noTextEdit="1"/>
              </p:cNvSpPr>
              <p:nvPr/>
            </p:nvSpPr>
            <p:spPr>
              <a:xfrm>
                <a:off x="609600" y="652047"/>
                <a:ext cx="10972800" cy="369332"/>
              </a:xfrm>
              <a:prstGeom prst="rect">
                <a:avLst/>
              </a:prstGeom>
              <a:blipFill>
                <a:blip r:embed="rId6"/>
                <a:stretch>
                  <a:fillRect l="-1387" t="-16667" b="-3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5FF294B-E53F-6321-DC02-4E8F4B7132BD}"/>
                  </a:ext>
                </a:extLst>
              </p:cNvPr>
              <p:cNvSpPr txBox="1"/>
              <p:nvPr/>
            </p:nvSpPr>
            <p:spPr>
              <a:xfrm>
                <a:off x="609600" y="1541417"/>
                <a:ext cx="8465844" cy="371127"/>
              </a:xfrm>
              <a:prstGeom prst="rect">
                <a:avLst/>
              </a:prstGeom>
              <a:noFill/>
            </p:spPr>
            <p:txBody>
              <a:bodyPr wrap="none" lIns="0" rIns="0" rtlCol="0">
                <a:spAutoFit/>
              </a:bodyPr>
              <a:lstStyle/>
              <a:p>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Recall t</a:t>
                </a:r>
                <a:r>
                  <a:rPr lang="en-US"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ha</a:t>
                </a:r>
                <a:r>
                  <a:rPr lang="en-KR" dirty="0">
                    <a:latin typeface="Pretendard" panose="02000503000000020004" pitchFamily="2" charset="-127"/>
                    <a:ea typeface="Pretendard" panose="02000503000000020004" pitchFamily="2" charset="-127"/>
                    <a:cs typeface="Pretendard" panose="02000503000000020004" pitchFamily="2" charset="-127"/>
                  </a:rPr>
                  <a:t>t i</a:t>
                </a:r>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n DDPM, we fix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1">
                            <a:latin typeface="Cambria Math" panose="02040503050406030204" pitchFamily="18" charset="0"/>
                            <a:ea typeface="Cambria Math" panose="02040503050406030204" pitchFamily="18" charset="0"/>
                          </a:rPr>
                          <m:t>𝚺</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𝒙</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e>
                    </m:d>
                  </m:oMath>
                </a14:m>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as an untrained time-dependent constant </a:t>
                </a:r>
                <a14:m>
                  <m:oMath xmlns:m="http://schemas.openxmlformats.org/officeDocument/2006/math">
                    <m:sSubSup>
                      <m:sSubSupPr>
                        <m:ctrlP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ctrlPr>
                      </m:sSubSupPr>
                      <m:e>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𝜎</m:t>
                        </m:r>
                      </m:e>
                      <m:sub>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𝑡</m:t>
                        </m:r>
                      </m:sub>
                      <m:sup>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2</m:t>
                        </m:r>
                      </m:sup>
                    </m:sSubSup>
                    <m:r>
                      <a:rPr lang="en-US" b="1" i="0"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𝐈</m:t>
                    </m:r>
                  </m:oMath>
                </a14:m>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endParaRPr lang="en-KR" b="1" dirty="0">
                  <a:solidFill>
                    <a:schemeClr val="tx1"/>
                  </a:solidFill>
                  <a:latin typeface="Pretendard" panose="02000503000000020004" pitchFamily="2" charset="-127"/>
                  <a:ea typeface="Pretendard" panose="02000503000000020004" pitchFamily="2" charset="-127"/>
                  <a:cs typeface="Pretendard" panose="02000503000000020004" pitchFamily="2" charset="-127"/>
                </a:endParaRPr>
              </a:p>
            </p:txBody>
          </p:sp>
        </mc:Choice>
        <mc:Fallback xmlns="">
          <p:sp>
            <p:nvSpPr>
              <p:cNvPr id="2" name="TextBox 1">
                <a:extLst>
                  <a:ext uri="{FF2B5EF4-FFF2-40B4-BE49-F238E27FC236}">
                    <a16:creationId xmlns:a16="http://schemas.microsoft.com/office/drawing/2014/main" id="{75FF294B-E53F-6321-DC02-4E8F4B7132BD}"/>
                  </a:ext>
                </a:extLst>
              </p:cNvPr>
              <p:cNvSpPr txBox="1">
                <a:spLocks noRot="1" noChangeAspect="1" noMove="1" noResize="1" noEditPoints="1" noAdjustHandles="1" noChangeArrowheads="1" noChangeShapeType="1" noTextEdit="1"/>
              </p:cNvSpPr>
              <p:nvPr/>
            </p:nvSpPr>
            <p:spPr>
              <a:xfrm>
                <a:off x="609600" y="1541417"/>
                <a:ext cx="8465844" cy="371127"/>
              </a:xfrm>
              <a:prstGeom prst="rect">
                <a:avLst/>
              </a:prstGeom>
              <a:blipFill>
                <a:blip r:embed="rId7"/>
                <a:stretch>
                  <a:fillRect l="-1799" t="-6667" r="-750"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B9D2599-267A-5B9F-9AD3-213EA5247F19}"/>
                  </a:ext>
                </a:extLst>
              </p:cNvPr>
              <p:cNvSpPr txBox="1"/>
              <p:nvPr/>
            </p:nvSpPr>
            <p:spPr>
              <a:xfrm>
                <a:off x="4002093" y="2030421"/>
                <a:ext cx="4187813" cy="402161"/>
              </a:xfrm>
              <a:prstGeom prst="rect">
                <a:avLst/>
              </a:prstGeom>
              <a:noFill/>
            </p:spPr>
            <p:txBody>
              <a:bodyPr wrap="none" lIns="0" rIns="0" rtlCol="0">
                <a:spAutoFit/>
              </a:bodyPr>
              <a:lstStyle/>
              <a:p>
                <a14:m>
                  <m:oMath xmlns:m="http://schemas.openxmlformats.org/officeDocument/2006/math">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𝑝</m:t>
                        </m:r>
                      </m:e>
                      <m:sub>
                        <m:r>
                          <a:rPr lang="en-US" sz="2000" b="0" i="1" smtClean="0">
                            <a:solidFill>
                              <a:schemeClr val="tx1"/>
                            </a:solidFill>
                            <a:latin typeface="Cambria Math" panose="02040503050406030204" pitchFamily="18" charset="0"/>
                          </a:rPr>
                          <m:t>𝜃</m:t>
                        </m:r>
                      </m:sub>
                    </m:sSub>
                    <m:d>
                      <m:dPr>
                        <m:ctrlPr>
                          <a:rPr lang="en-US" sz="2000" i="1" smtClean="0">
                            <a:solidFill>
                              <a:schemeClr val="tx1"/>
                            </a:solidFill>
                            <a:latin typeface="Cambria Math" panose="02040503050406030204" pitchFamily="18" charset="0"/>
                          </a:rPr>
                        </m:ctrlPr>
                      </m:dPr>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−1</m:t>
                            </m:r>
                          </m:sub>
                        </m:sSub>
                      </m:e>
                      <m:e>
                        <m:sSub>
                          <m:sSubPr>
                            <m:ctrlPr>
                              <a:rPr lang="en-US" sz="2000"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𝒙</m:t>
                            </m:r>
                          </m:e>
                          <m:sub>
                            <m:r>
                              <a:rPr lang="en-US" sz="2000" b="0" i="1" smtClean="0">
                                <a:solidFill>
                                  <a:schemeClr val="tx1"/>
                                </a:solidFill>
                                <a:latin typeface="Cambria Math" panose="02040503050406030204" pitchFamily="18" charset="0"/>
                              </a:rPr>
                              <m:t>𝑡</m:t>
                            </m:r>
                          </m:sub>
                        </m:sSub>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𝒩</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r>
                          <a:rPr lang="en-US" sz="2000" b="0" i="1" smtClean="0">
                            <a:solidFill>
                              <a:schemeClr val="tx1"/>
                            </a:solidFill>
                            <a:latin typeface="Cambria Math" panose="02040503050406030204" pitchFamily="18" charset="0"/>
                            <a:ea typeface="Cambria Math" panose="02040503050406030204" pitchFamily="18" charset="0"/>
                          </a:rPr>
                          <m:t>−1</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𝝁</m:t>
                        </m:r>
                      </m:e>
                      <m:sub>
                        <m:r>
                          <a:rPr lang="en-US" sz="2000" b="0" i="1" smtClean="0">
                            <a:solidFill>
                              <a:schemeClr val="tx1"/>
                            </a:solidFill>
                            <a:latin typeface="Cambria Math" panose="02040503050406030204" pitchFamily="18" charset="0"/>
                            <a:ea typeface="Cambria Math" panose="02040503050406030204" pitchFamily="18" charset="0"/>
                          </a:rPr>
                          <m:t>𝜃</m:t>
                        </m:r>
                      </m:sub>
                    </m:sSub>
                    <m:d>
                      <m:dPr>
                        <m:ctrlPr>
                          <a:rPr lang="en-US" sz="2000" i="1" smtClean="0">
                            <a:solidFill>
                              <a:schemeClr val="tx1"/>
                            </a:solidFill>
                            <a:latin typeface="Cambria Math" panose="02040503050406030204" pitchFamily="18" charset="0"/>
                            <a:ea typeface="Cambria Math" panose="02040503050406030204" pitchFamily="18" charset="0"/>
                          </a:rPr>
                        </m:ctrlPr>
                      </m:dPr>
                      <m:e>
                        <m:sSub>
                          <m:sSubPr>
                            <m:ctrlPr>
                              <a:rPr lang="en-US" sz="2000"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𝒙</m:t>
                            </m:r>
                          </m:e>
                          <m:sub>
                            <m:r>
                              <a:rPr lang="en-US" sz="2000" b="0" i="1" smtClean="0">
                                <a:solidFill>
                                  <a:schemeClr val="tx1"/>
                                </a:solidFill>
                                <a:latin typeface="Cambria Math" panose="02040503050406030204" pitchFamily="18" charset="0"/>
                                <a:ea typeface="Cambria Math" panose="02040503050406030204" pitchFamily="18" charset="0"/>
                              </a:rPr>
                              <m:t>𝑡</m:t>
                            </m:r>
                          </m:sub>
                        </m:sSub>
                        <m:r>
                          <a:rPr lang="en-US" sz="2000" b="0" i="1" smtClean="0">
                            <a:solidFill>
                              <a:schemeClr val="tx1"/>
                            </a:solidFill>
                            <a:latin typeface="Cambria Math" panose="02040503050406030204" pitchFamily="18" charset="0"/>
                            <a:ea typeface="Cambria Math" panose="02040503050406030204" pitchFamily="18" charset="0"/>
                          </a:rPr>
                          <m:t>, </m:t>
                        </m:r>
                        <m:r>
                          <a:rPr lang="en-US" sz="2000" b="0" i="1" smtClean="0">
                            <a:solidFill>
                              <a:schemeClr val="tx1"/>
                            </a:solidFill>
                            <a:latin typeface="Cambria Math" panose="02040503050406030204" pitchFamily="18" charset="0"/>
                            <a:ea typeface="Cambria Math" panose="02040503050406030204" pitchFamily="18" charset="0"/>
                          </a:rPr>
                          <m:t>𝑡</m:t>
                        </m:r>
                      </m:e>
                    </m:d>
                    <m:r>
                      <a:rPr lang="en-US" sz="2000" b="0" i="1" smtClean="0">
                        <a:solidFill>
                          <a:schemeClr val="tx1"/>
                        </a:solidFill>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Pretendard" panose="02000503000000020004" pitchFamily="2" charset="-127"/>
                            <a:cs typeface="Pretendard" panose="02000503000000020004" pitchFamily="2" charset="-127"/>
                          </a:rPr>
                        </m:ctrlPr>
                      </m:sSubSupPr>
                      <m:e>
                        <m:r>
                          <a:rPr lang="en-US" sz="2000" i="1">
                            <a:latin typeface="Cambria Math" panose="02040503050406030204" pitchFamily="18" charset="0"/>
                            <a:ea typeface="Pretendard" panose="02000503000000020004" pitchFamily="2" charset="-127"/>
                            <a:cs typeface="Pretendard" panose="02000503000000020004" pitchFamily="2" charset="-127"/>
                          </a:rPr>
                          <m:t>𝜎</m:t>
                        </m:r>
                      </m:e>
                      <m:sub>
                        <m:r>
                          <a:rPr lang="en-US" sz="2000" i="1">
                            <a:latin typeface="Cambria Math" panose="02040503050406030204" pitchFamily="18" charset="0"/>
                            <a:ea typeface="Pretendard" panose="02000503000000020004" pitchFamily="2" charset="-127"/>
                            <a:cs typeface="Pretendard" panose="02000503000000020004" pitchFamily="2" charset="-127"/>
                          </a:rPr>
                          <m:t>𝑡</m:t>
                        </m:r>
                      </m:sub>
                      <m:sup>
                        <m:r>
                          <a:rPr lang="en-US" sz="2000" i="1">
                            <a:latin typeface="Cambria Math" panose="02040503050406030204" pitchFamily="18" charset="0"/>
                            <a:ea typeface="Pretendard" panose="02000503000000020004" pitchFamily="2" charset="-127"/>
                            <a:cs typeface="Pretendard" panose="02000503000000020004" pitchFamily="2" charset="-127"/>
                          </a:rPr>
                          <m:t>2</m:t>
                        </m:r>
                      </m:sup>
                    </m:sSubSup>
                    <m:r>
                      <a:rPr lang="en-US" sz="2000" b="1">
                        <a:latin typeface="Cambria Math" panose="02040503050406030204" pitchFamily="18" charset="0"/>
                        <a:ea typeface="Pretendard" panose="02000503000000020004" pitchFamily="2" charset="-127"/>
                        <a:cs typeface="Pretendard" panose="02000503000000020004" pitchFamily="2" charset="-127"/>
                      </a:rPr>
                      <m:t>𝐈</m:t>
                    </m:r>
                  </m:oMath>
                </a14:m>
                <a:r>
                  <a:rPr lang="en-KR" sz="2000" dirty="0">
                    <a:solidFill>
                      <a:schemeClr val="tx1"/>
                    </a:solidFill>
                  </a:rPr>
                  <a:t>)</a:t>
                </a:r>
              </a:p>
            </p:txBody>
          </p:sp>
        </mc:Choice>
        <mc:Fallback xmlns="">
          <p:sp>
            <p:nvSpPr>
              <p:cNvPr id="5" name="TextBox 4">
                <a:extLst>
                  <a:ext uri="{FF2B5EF4-FFF2-40B4-BE49-F238E27FC236}">
                    <a16:creationId xmlns:a16="http://schemas.microsoft.com/office/drawing/2014/main" id="{5B9D2599-267A-5B9F-9AD3-213EA5247F19}"/>
                  </a:ext>
                </a:extLst>
              </p:cNvPr>
              <p:cNvSpPr txBox="1">
                <a:spLocks noRot="1" noChangeAspect="1" noMove="1" noResize="1" noEditPoints="1" noAdjustHandles="1" noChangeArrowheads="1" noChangeShapeType="1" noTextEdit="1"/>
              </p:cNvSpPr>
              <p:nvPr/>
            </p:nvSpPr>
            <p:spPr>
              <a:xfrm>
                <a:off x="4002093" y="2030421"/>
                <a:ext cx="4187813" cy="402161"/>
              </a:xfrm>
              <a:prstGeom prst="rect">
                <a:avLst/>
              </a:prstGeom>
              <a:blipFill>
                <a:blip r:embed="rId8"/>
                <a:stretch>
                  <a:fillRect l="-2424" t="-3030" r="-3636" b="-2727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C839DAF-A238-272D-3E78-B6FB205D92D2}"/>
                  </a:ext>
                </a:extLst>
              </p:cNvPr>
              <p:cNvSpPr txBox="1"/>
              <p:nvPr/>
            </p:nvSpPr>
            <p:spPr>
              <a:xfrm>
                <a:off x="609600" y="3158550"/>
                <a:ext cx="2486899" cy="371127"/>
              </a:xfrm>
              <a:prstGeom prst="rect">
                <a:avLst/>
              </a:prstGeom>
              <a:noFill/>
            </p:spPr>
            <p:txBody>
              <a:bodyPr wrap="none" lIns="0" rIns="0" rtlCol="0">
                <a:spAutoFit/>
              </a:bodyPr>
              <a:lstStyle/>
              <a:p>
                <a:r>
                  <a:rPr lang="en-US"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So what exactly is </a:t>
                </a:r>
                <a14:m>
                  <m:oMath xmlns:m="http://schemas.openxmlformats.org/officeDocument/2006/math">
                    <m:sSubSup>
                      <m:sSubSupPr>
                        <m:ctrlP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ctrlPr>
                      </m:sSubSupPr>
                      <m:e>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𝜎</m:t>
                        </m:r>
                      </m:e>
                      <m:sub>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𝑡</m:t>
                        </m:r>
                      </m:sub>
                      <m:sup>
                        <m:r>
                          <a:rPr lang="en-US" b="0" i="1"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2</m:t>
                        </m:r>
                      </m:sup>
                    </m:sSubSup>
                    <m:r>
                      <a:rPr lang="en-US" b="1" i="0" smtClean="0">
                        <a:solidFill>
                          <a:schemeClr val="tx1"/>
                        </a:solidFill>
                        <a:latin typeface="Cambria Math" panose="02040503050406030204" pitchFamily="18" charset="0"/>
                        <a:ea typeface="Pretendard" panose="02000503000000020004" pitchFamily="2" charset="-127"/>
                        <a:cs typeface="Pretendard" panose="02000503000000020004" pitchFamily="2" charset="-127"/>
                      </a:rPr>
                      <m:t>𝐈</m:t>
                    </m:r>
                  </m:oMath>
                </a14:m>
                <a:r>
                  <a:rPr lang="en-KR" b="1"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 </a:t>
                </a:r>
                <a:r>
                  <a:rPr lang="en-KR" dirty="0">
                    <a:solidFill>
                      <a:schemeClr val="tx1"/>
                    </a:solidFill>
                    <a:latin typeface="Pretendard" panose="02000503000000020004" pitchFamily="2" charset="-127"/>
                    <a:ea typeface="Pretendard" panose="02000503000000020004" pitchFamily="2" charset="-127"/>
                    <a:cs typeface="Pretendard" panose="02000503000000020004" pitchFamily="2" charset="-127"/>
                  </a:rPr>
                  <a:t>?</a:t>
                </a:r>
              </a:p>
            </p:txBody>
          </p:sp>
        </mc:Choice>
        <mc:Fallback xmlns="">
          <p:sp>
            <p:nvSpPr>
              <p:cNvPr id="6" name="TextBox 5">
                <a:extLst>
                  <a:ext uri="{FF2B5EF4-FFF2-40B4-BE49-F238E27FC236}">
                    <a16:creationId xmlns:a16="http://schemas.microsoft.com/office/drawing/2014/main" id="{EC839DAF-A238-272D-3E78-B6FB205D92D2}"/>
                  </a:ext>
                </a:extLst>
              </p:cNvPr>
              <p:cNvSpPr txBox="1">
                <a:spLocks noRot="1" noChangeAspect="1" noMove="1" noResize="1" noEditPoints="1" noAdjustHandles="1" noChangeArrowheads="1" noChangeShapeType="1" noTextEdit="1"/>
              </p:cNvSpPr>
              <p:nvPr/>
            </p:nvSpPr>
            <p:spPr>
              <a:xfrm>
                <a:off x="609600" y="3158550"/>
                <a:ext cx="2486899" cy="371127"/>
              </a:xfrm>
              <a:prstGeom prst="rect">
                <a:avLst/>
              </a:prstGeom>
              <a:blipFill>
                <a:blip r:embed="rId9"/>
                <a:stretch>
                  <a:fillRect l="-6122" t="-6667" r="-2551" b="-23333"/>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046ECAE-DA82-6B28-F7C2-A8E80A533583}"/>
                  </a:ext>
                </a:extLst>
              </p:cNvPr>
              <p:cNvSpPr txBox="1"/>
              <p:nvPr/>
            </p:nvSpPr>
            <p:spPr>
              <a:xfrm>
                <a:off x="1228107" y="3663538"/>
                <a:ext cx="830356" cy="371127"/>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𝑡</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oMath>
                  </m:oMathPara>
                </a14:m>
                <a:endParaRPr lang="en-KR" dirty="0" err="1"/>
              </a:p>
            </p:txBody>
          </p:sp>
        </mc:Choice>
        <mc:Fallback xmlns="">
          <p:sp>
            <p:nvSpPr>
              <p:cNvPr id="7" name="TextBox 6">
                <a:extLst>
                  <a:ext uri="{FF2B5EF4-FFF2-40B4-BE49-F238E27FC236}">
                    <a16:creationId xmlns:a16="http://schemas.microsoft.com/office/drawing/2014/main" id="{1046ECAE-DA82-6B28-F7C2-A8E80A533583}"/>
                  </a:ext>
                </a:extLst>
              </p:cNvPr>
              <p:cNvSpPr txBox="1">
                <a:spLocks noRot="1" noChangeAspect="1" noMove="1" noResize="1" noEditPoints="1" noAdjustHandles="1" noChangeArrowheads="1" noChangeShapeType="1" noTextEdit="1"/>
              </p:cNvSpPr>
              <p:nvPr/>
            </p:nvSpPr>
            <p:spPr>
              <a:xfrm>
                <a:off x="1228107" y="3663538"/>
                <a:ext cx="830356" cy="371127"/>
              </a:xfrm>
              <a:prstGeom prst="rect">
                <a:avLst/>
              </a:prstGeom>
              <a:blipFill>
                <a:blip r:embed="rId10"/>
                <a:stretch>
                  <a:fillRect l="-1493" b="-20000"/>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7E9808E-28DC-4D97-D13B-BDD3D7F786C3}"/>
                  </a:ext>
                </a:extLst>
              </p:cNvPr>
              <p:cNvSpPr txBox="1"/>
              <p:nvPr/>
            </p:nvSpPr>
            <p:spPr>
              <a:xfrm>
                <a:off x="1228107" y="4321428"/>
                <a:ext cx="1718034" cy="659540"/>
              </a:xfrm>
              <a:prstGeom prst="rect">
                <a:avLst/>
              </a:prstGeom>
              <a:noFill/>
            </p:spPr>
            <p:txBody>
              <a:bodyPr wrap="none" lIns="0" rIns="0" rtlCol="0">
                <a:spAutoFit/>
              </a:bodyPr>
              <a:lstStyle/>
              <a:p>
                <a:pPr algn="l"/>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𝜎</m:t>
                          </m:r>
                        </m:e>
                        <m:sub>
                          <m:r>
                            <a:rPr lang="en-US" b="0" i="1" smtClean="0">
                              <a:latin typeface="Cambria Math" panose="02040503050406030204" pitchFamily="18" charset="0"/>
                            </a:rPr>
                            <m:t>𝑡</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r>
                                <a:rPr lang="en-US" b="0" i="1" smtClean="0">
                                  <a:latin typeface="Cambria Math" panose="02040503050406030204" pitchFamily="18" charset="0"/>
                                </a:rPr>
                                <m:t>−1</m:t>
                              </m:r>
                            </m:sub>
                          </m:sSub>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𝛼</m:t>
                                  </m:r>
                                </m:e>
                              </m:acc>
                            </m:e>
                            <m:sub>
                              <m:r>
                                <a:rPr lang="en-US" b="0" i="1" smtClean="0">
                                  <a:latin typeface="Cambria Math" panose="02040503050406030204" pitchFamily="18" charset="0"/>
                                </a:rPr>
                                <m:t>𝑡</m:t>
                              </m:r>
                            </m:sub>
                          </m:sSub>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𝑡</m:t>
                          </m:r>
                        </m:sub>
                      </m:sSub>
                    </m:oMath>
                  </m:oMathPara>
                </a14:m>
                <a:endParaRPr lang="en-KR" dirty="0" err="1"/>
              </a:p>
            </p:txBody>
          </p:sp>
        </mc:Choice>
        <mc:Fallback xmlns="">
          <p:sp>
            <p:nvSpPr>
              <p:cNvPr id="8" name="TextBox 7">
                <a:extLst>
                  <a:ext uri="{FF2B5EF4-FFF2-40B4-BE49-F238E27FC236}">
                    <a16:creationId xmlns:a16="http://schemas.microsoft.com/office/drawing/2014/main" id="{97E9808E-28DC-4D97-D13B-BDD3D7F786C3}"/>
                  </a:ext>
                </a:extLst>
              </p:cNvPr>
              <p:cNvSpPr txBox="1">
                <a:spLocks noRot="1" noChangeAspect="1" noMove="1" noResize="1" noEditPoints="1" noAdjustHandles="1" noChangeArrowheads="1" noChangeShapeType="1" noTextEdit="1"/>
              </p:cNvSpPr>
              <p:nvPr/>
            </p:nvSpPr>
            <p:spPr>
              <a:xfrm>
                <a:off x="1228107" y="4321428"/>
                <a:ext cx="1718034" cy="659540"/>
              </a:xfrm>
              <a:prstGeom prst="rect">
                <a:avLst/>
              </a:prstGeom>
              <a:blipFill>
                <a:blip r:embed="rId11"/>
                <a:stretch>
                  <a:fillRect l="-735" r="-735"/>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853A1E-9D6E-2633-7520-F588405C1C0F}"/>
                  </a:ext>
                </a:extLst>
              </p:cNvPr>
              <p:cNvSpPr txBox="1"/>
              <p:nvPr/>
            </p:nvSpPr>
            <p:spPr>
              <a:xfrm>
                <a:off x="3215602" y="4488184"/>
                <a:ext cx="3891779" cy="338554"/>
              </a:xfrm>
              <a:prstGeom prst="rect">
                <a:avLst/>
              </a:prstGeom>
              <a:noFill/>
            </p:spPr>
            <p:txBody>
              <a:bodyPr wrap="square">
                <a:spAutoFit/>
              </a:bodyPr>
              <a:lstStyle/>
              <a:p>
                <a:r>
                  <a:rPr lang="en-US" sz="1400" dirty="0">
                    <a:latin typeface="Pretendard" panose="02000503000000020004" pitchFamily="2" charset="-127"/>
                    <a:ea typeface="Pretendard" panose="02000503000000020004" pitchFamily="2" charset="-127"/>
                    <a:cs typeface="Pretendard" panose="02000503000000020004" pitchFamily="2" charset="-127"/>
                  </a:rPr>
                  <a:t>Variance of forward posterior</a:t>
                </a:r>
                <a:r>
                  <a:rPr lang="en-US" sz="1600" dirty="0"/>
                  <a:t> </a:t>
                </a:r>
                <a14:m>
                  <m:oMath xmlns:m="http://schemas.openxmlformats.org/officeDocument/2006/math">
                    <m:r>
                      <a:rPr lang="en-US" sz="1400" i="1" smtClean="0">
                        <a:latin typeface="Cambria Math" panose="02040503050406030204" pitchFamily="18" charset="0"/>
                      </a:rPr>
                      <m:t>𝑞</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b="1" i="1">
                                <a:latin typeface="Cambria Math" panose="02040503050406030204" pitchFamily="18" charset="0"/>
                              </a:rPr>
                              <m:t>𝒙</m:t>
                            </m:r>
                          </m:e>
                          <m:sub>
                            <m:r>
                              <a:rPr lang="en-US" sz="1400" i="1">
                                <a:latin typeface="Cambria Math" panose="02040503050406030204" pitchFamily="18" charset="0"/>
                              </a:rPr>
                              <m:t>𝑡</m:t>
                            </m:r>
                            <m:r>
                              <a:rPr lang="en-US" sz="1400" i="1">
                                <a:latin typeface="Cambria Math" panose="02040503050406030204" pitchFamily="18" charset="0"/>
                              </a:rPr>
                              <m:t>−1</m:t>
                            </m:r>
                          </m:sub>
                        </m:sSub>
                      </m:e>
                      <m:e>
                        <m:sSub>
                          <m:sSubPr>
                            <m:ctrlPr>
                              <a:rPr lang="en-US" sz="1400" i="1">
                                <a:latin typeface="Cambria Math" panose="02040503050406030204" pitchFamily="18" charset="0"/>
                              </a:rPr>
                            </m:ctrlPr>
                          </m:sSubPr>
                          <m:e>
                            <m:r>
                              <a:rPr lang="en-US" sz="1400" b="1" i="1">
                                <a:latin typeface="Cambria Math" panose="02040503050406030204" pitchFamily="18" charset="0"/>
                              </a:rPr>
                              <m:t>𝒙</m:t>
                            </m:r>
                          </m:e>
                          <m:sub>
                            <m:r>
                              <a:rPr lang="en-US" sz="1400" i="1">
                                <a:latin typeface="Cambria Math" panose="02040503050406030204" pitchFamily="18" charset="0"/>
                              </a:rPr>
                              <m:t>𝑡</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b="1" i="1">
                                <a:latin typeface="Cambria Math" panose="02040503050406030204" pitchFamily="18" charset="0"/>
                              </a:rPr>
                              <m:t>𝒙</m:t>
                            </m:r>
                          </m:e>
                          <m:sub>
                            <m:r>
                              <a:rPr lang="en-US" sz="1400" i="1">
                                <a:latin typeface="Cambria Math" panose="02040503050406030204" pitchFamily="18" charset="0"/>
                              </a:rPr>
                              <m:t>0</m:t>
                            </m:r>
                          </m:sub>
                        </m:sSub>
                      </m:e>
                    </m:d>
                  </m:oMath>
                </a14:m>
                <a:endParaRPr lang="en-KR" dirty="0"/>
              </a:p>
            </p:txBody>
          </p:sp>
        </mc:Choice>
        <mc:Fallback xmlns="">
          <p:sp>
            <p:nvSpPr>
              <p:cNvPr id="10" name="TextBox 9">
                <a:extLst>
                  <a:ext uri="{FF2B5EF4-FFF2-40B4-BE49-F238E27FC236}">
                    <a16:creationId xmlns:a16="http://schemas.microsoft.com/office/drawing/2014/main" id="{AC853A1E-9D6E-2633-7520-F588405C1C0F}"/>
                  </a:ext>
                </a:extLst>
              </p:cNvPr>
              <p:cNvSpPr txBox="1">
                <a:spLocks noRot="1" noChangeAspect="1" noMove="1" noResize="1" noEditPoints="1" noAdjustHandles="1" noChangeArrowheads="1" noChangeShapeType="1" noTextEdit="1"/>
              </p:cNvSpPr>
              <p:nvPr/>
            </p:nvSpPr>
            <p:spPr>
              <a:xfrm>
                <a:off x="3215602" y="4488184"/>
                <a:ext cx="3891779" cy="338554"/>
              </a:xfrm>
              <a:prstGeom prst="rect">
                <a:avLst/>
              </a:prstGeom>
              <a:blipFill>
                <a:blip r:embed="rId12"/>
                <a:stretch>
                  <a:fillRect l="-325" b="-10714"/>
                </a:stretch>
              </a:blipFill>
            </p:spPr>
            <p:txBody>
              <a:bodyPr/>
              <a:lstStyle/>
              <a:p>
                <a:r>
                  <a:rPr lang="en-K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9D72751-2EEC-471F-FBB8-E35C69CC64BA}"/>
                  </a:ext>
                </a:extLst>
              </p:cNvPr>
              <p:cNvSpPr txBox="1"/>
              <p:nvPr/>
            </p:nvSpPr>
            <p:spPr>
              <a:xfrm>
                <a:off x="3215602" y="3679824"/>
                <a:ext cx="3891779" cy="338554"/>
              </a:xfrm>
              <a:prstGeom prst="rect">
                <a:avLst/>
              </a:prstGeom>
              <a:noFill/>
            </p:spPr>
            <p:txBody>
              <a:bodyPr wrap="square">
                <a:spAutoFit/>
              </a:bodyPr>
              <a:lstStyle/>
              <a:p>
                <a:r>
                  <a:rPr lang="en-US" sz="1400" dirty="0">
                    <a:latin typeface="Pretendard" panose="02000503000000020004" pitchFamily="2" charset="-127"/>
                    <a:ea typeface="Pretendard" panose="02000503000000020004" pitchFamily="2" charset="-127"/>
                    <a:cs typeface="Pretendard" panose="02000503000000020004" pitchFamily="2" charset="-127"/>
                  </a:rPr>
                  <a:t>Variance of forward process</a:t>
                </a:r>
                <a:r>
                  <a:rPr lang="en-US" sz="1600" dirty="0"/>
                  <a:t> </a:t>
                </a:r>
                <a14:m>
                  <m:oMath xmlns:m="http://schemas.openxmlformats.org/officeDocument/2006/math">
                    <m:r>
                      <a:rPr lang="en-US" sz="1400" i="1" smtClean="0">
                        <a:latin typeface="Cambria Math" panose="02040503050406030204" pitchFamily="18" charset="0"/>
                      </a:rPr>
                      <m:t>𝑞</m:t>
                    </m:r>
                    <m:d>
                      <m:dPr>
                        <m:ctrlPr>
                          <a:rPr lang="en-US" sz="1400" i="1">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𝒙</m:t>
                            </m:r>
                          </m:e>
                          <m:sub>
                            <m:r>
                              <a:rPr lang="en-US" sz="1400" b="0" i="1" smtClean="0">
                                <a:latin typeface="Cambria Math" panose="02040503050406030204" pitchFamily="18" charset="0"/>
                              </a:rPr>
                              <m:t>𝑡</m:t>
                            </m:r>
                          </m:sub>
                        </m:sSub>
                      </m:e>
                      <m:e>
                        <m:sSub>
                          <m:sSubPr>
                            <m:ctrlPr>
                              <a:rPr lang="en-US" sz="1400" i="1">
                                <a:latin typeface="Cambria Math" panose="02040503050406030204" pitchFamily="18" charset="0"/>
                              </a:rPr>
                            </m:ctrlPr>
                          </m:sSubPr>
                          <m:e>
                            <m:r>
                              <a:rPr lang="en-US" sz="1400" b="1" i="1">
                                <a:latin typeface="Cambria Math" panose="02040503050406030204" pitchFamily="18" charset="0"/>
                              </a:rPr>
                              <m:t>𝒙</m:t>
                            </m:r>
                          </m:e>
                          <m:sub>
                            <m:r>
                              <a:rPr lang="en-US" sz="1400" i="1">
                                <a:latin typeface="Cambria Math" panose="02040503050406030204" pitchFamily="18" charset="0"/>
                              </a:rPr>
                              <m:t>𝑡</m:t>
                            </m:r>
                            <m:r>
                              <a:rPr lang="en-US" sz="1400" i="1">
                                <a:latin typeface="Cambria Math" panose="02040503050406030204" pitchFamily="18" charset="0"/>
                              </a:rPr>
                              <m:t>−1</m:t>
                            </m:r>
                          </m:sub>
                        </m:sSub>
                      </m:e>
                    </m:d>
                  </m:oMath>
                </a14:m>
                <a:endParaRPr lang="en-KR" dirty="0"/>
              </a:p>
            </p:txBody>
          </p:sp>
        </mc:Choice>
        <mc:Fallback xmlns="">
          <p:sp>
            <p:nvSpPr>
              <p:cNvPr id="11" name="TextBox 10">
                <a:extLst>
                  <a:ext uri="{FF2B5EF4-FFF2-40B4-BE49-F238E27FC236}">
                    <a16:creationId xmlns:a16="http://schemas.microsoft.com/office/drawing/2014/main" id="{19D72751-2EEC-471F-FBB8-E35C69CC64BA}"/>
                  </a:ext>
                </a:extLst>
              </p:cNvPr>
              <p:cNvSpPr txBox="1">
                <a:spLocks noRot="1" noChangeAspect="1" noMove="1" noResize="1" noEditPoints="1" noAdjustHandles="1" noChangeArrowheads="1" noChangeShapeType="1" noTextEdit="1"/>
              </p:cNvSpPr>
              <p:nvPr/>
            </p:nvSpPr>
            <p:spPr>
              <a:xfrm>
                <a:off x="3215602" y="3679824"/>
                <a:ext cx="3891779" cy="338554"/>
              </a:xfrm>
              <a:prstGeom prst="rect">
                <a:avLst/>
              </a:prstGeom>
              <a:blipFill>
                <a:blip r:embed="rId13"/>
                <a:stretch>
                  <a:fillRect l="-325" b="-14286"/>
                </a:stretch>
              </a:blipFill>
            </p:spPr>
            <p:txBody>
              <a:bodyPr/>
              <a:lstStyle/>
              <a:p>
                <a:r>
                  <a:rPr lang="en-KR">
                    <a:noFill/>
                  </a:rPr>
                  <a:t> </a:t>
                </a:r>
              </a:p>
            </p:txBody>
          </p:sp>
        </mc:Fallback>
      </mc:AlternateContent>
      <p:sp>
        <p:nvSpPr>
          <p:cNvPr id="12" name="TextBox 11">
            <a:extLst>
              <a:ext uri="{FF2B5EF4-FFF2-40B4-BE49-F238E27FC236}">
                <a16:creationId xmlns:a16="http://schemas.microsoft.com/office/drawing/2014/main" id="{7162E2FD-0325-4496-76E4-8C9DAD6A255A}"/>
              </a:ext>
            </a:extLst>
          </p:cNvPr>
          <p:cNvSpPr txBox="1"/>
          <p:nvPr/>
        </p:nvSpPr>
        <p:spPr>
          <a:xfrm>
            <a:off x="1228898" y="5265620"/>
            <a:ext cx="4948471" cy="338554"/>
          </a:xfrm>
          <a:prstGeom prst="rect">
            <a:avLst/>
          </a:prstGeom>
          <a:noFill/>
        </p:spPr>
        <p:txBody>
          <a:bodyPr wrap="none" lIns="0" rIns="0" rtlCol="0">
            <a:spAutoFit/>
          </a:bodyPr>
          <a:lstStyle/>
          <a:p>
            <a:pPr algn="l"/>
            <a:r>
              <a:rPr lang="en-KR" sz="1600" dirty="0">
                <a:latin typeface="Pretendard" panose="02000503000000020004" pitchFamily="2" charset="-127"/>
                <a:ea typeface="Pretendard" panose="02000503000000020004" pitchFamily="2" charset="-127"/>
                <a:cs typeface="Pretendard" panose="02000503000000020004" pitchFamily="2" charset="-127"/>
              </a:rPr>
              <a:t>→ Ho et al., 2020 reports similar results for above two</a:t>
            </a:r>
          </a:p>
        </p:txBody>
      </p:sp>
      <p:pic>
        <p:nvPicPr>
          <p:cNvPr id="18" name="Audio 17">
            <a:extLst>
              <a:ext uri="{FF2B5EF4-FFF2-40B4-BE49-F238E27FC236}">
                <a16:creationId xmlns:a16="http://schemas.microsoft.com/office/drawing/2014/main" id="{D3F668FA-A7E2-5D70-8BF7-A97214295BD5}"/>
              </a:ext>
            </a:extLst>
          </p:cNvPr>
          <p:cNvPicPr>
            <a:picLocks noChangeAspect="1"/>
          </p:cNvPicPr>
          <p:nvPr>
            <a:audioFile r:link="rId3"/>
            <p:extLst>
              <p:ext uri="{DAA4B4D4-6D71-4841-9C94-3DE7FCFB9230}">
                <p14:media xmlns:p14="http://schemas.microsoft.com/office/powerpoint/2010/main" r:embed="rId2"/>
              </p:ext>
            </p:extLst>
          </p:nvPr>
        </p:nvPicPr>
        <p:blipFill>
          <a:blip r:embed="rId14"/>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670502517"/>
      </p:ext>
    </p:extLst>
  </p:cSld>
  <p:clrMapOvr>
    <a:masterClrMapping/>
  </p:clrMapOvr>
  <mc:AlternateContent xmlns:mc="http://schemas.openxmlformats.org/markup-compatibility/2006">
    <mc:Choice xmlns:p14="http://schemas.microsoft.com/office/powerpoint/2010/main" Requires="p14">
      <p:transition spd="slow" p14:dur="2000" advTm="49002"/>
    </mc:Choice>
    <mc:Fallback>
      <p:transition spd="slow" advTm="490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7" fill="hold" display="0">
                  <p:stCondLst>
                    <p:cond delay="indefinite"/>
                  </p:stCondLst>
                  <p:endCondLst>
                    <p:cond evt="onStopAudio" delay="0">
                      <p:tgtEl>
                        <p:sldTgt/>
                      </p:tgtEl>
                    </p:cond>
                  </p:endCondLst>
                </p:cTn>
                <p:tgtEl>
                  <p:spTgt spid="18"/>
                </p:tgtEl>
              </p:cMediaNode>
            </p:audio>
          </p:childTnLst>
        </p:cTn>
      </p:par>
    </p:tnLst>
    <p:bldLst>
      <p:bldP spid="6" grpId="0"/>
      <p:bldP spid="7" grpId="0"/>
      <p:bldP spid="8" grpId="0"/>
      <p:bldP spid="10" grpId="0"/>
      <p:bldP spid="11" grpId="0"/>
      <p:bldP spid="12" grpId="0"/>
    </p:bldLst>
  </p:timing>
  <p:extLst>
    <p:ext uri="{3A86A75C-4F4B-4683-9AE1-C65F6400EC91}">
      <p14:laserTraceLst xmlns:p14="http://schemas.microsoft.com/office/powerpoint/2010/main">
        <p14:tracePtLst>
          <p14:tracePt t="21" x="5334000" y="5656263"/>
          <p14:tracePt t="139" x="9550400" y="3065463"/>
          <p14:tracePt t="1920" x="9507538" y="3106738"/>
          <p14:tracePt t="1928" x="9431338" y="3149600"/>
          <p14:tracePt t="1936" x="9339263" y="3208338"/>
          <p14:tracePt t="1945" x="9263063" y="3259138"/>
          <p14:tracePt t="1953" x="9161463" y="3302000"/>
          <p14:tracePt t="1961" x="8770938" y="3497263"/>
          <p14:tracePt t="1969" x="8602663" y="3556000"/>
          <p14:tracePt t="1978" x="8313738" y="3614738"/>
          <p14:tracePt t="1986" x="8051800" y="3708400"/>
          <p14:tracePt t="1994" x="7450138" y="3843338"/>
          <p14:tracePt t="2002" x="7281863" y="3886200"/>
          <p14:tracePt t="2011" x="6908800" y="3929063"/>
          <p14:tracePt t="2018" x="6578600" y="3987800"/>
          <p14:tracePt t="2027" x="6265863" y="4038600"/>
          <p14:tracePt t="2035" x="5994400" y="4056063"/>
          <p14:tracePt t="2043" x="5707063" y="4081463"/>
          <p14:tracePt t="2051" x="5478463" y="4097338"/>
          <p14:tracePt t="2060" x="5265738" y="4097338"/>
          <p14:tracePt t="2068" x="5046663" y="4097338"/>
          <p14:tracePt t="2076" x="4986338" y="4097338"/>
          <p14:tracePt t="2085" x="4818063" y="4097338"/>
          <p14:tracePt t="2092" x="4681538" y="4097338"/>
          <p14:tracePt t="2101" x="4579938" y="4097338"/>
          <p14:tracePt t="2109" x="4503738" y="4097338"/>
          <p14:tracePt t="2118" x="4445000" y="4114800"/>
          <p14:tracePt t="2125" x="4368800" y="4122738"/>
          <p14:tracePt t="2134" x="4310063" y="4140200"/>
          <p14:tracePt t="2141" x="4233863" y="4173538"/>
          <p14:tracePt t="2151" x="4173538" y="4233863"/>
          <p14:tracePt t="2158" x="4114800" y="4275138"/>
          <p14:tracePt t="2167" x="4038600" y="4351338"/>
          <p14:tracePt t="2174" x="3937000" y="4452938"/>
          <p14:tracePt t="2185" x="3827463" y="4579938"/>
          <p14:tracePt t="2191" x="3725863" y="4699000"/>
          <p14:tracePt t="2201" x="3573463" y="4859338"/>
          <p14:tracePt t="2207" x="3454400" y="5029200"/>
          <p14:tracePt t="2218" x="3335338" y="5173663"/>
          <p14:tracePt t="2223" x="3225800" y="5341938"/>
          <p14:tracePt t="2234" x="3182938" y="5384800"/>
          <p14:tracePt t="2240" x="3090863" y="5519738"/>
          <p14:tracePt t="2251" x="3030538" y="5638800"/>
          <p14:tracePt t="2256" x="2971800" y="5765800"/>
          <p14:tracePt t="2267" x="2913063" y="5834063"/>
          <p14:tracePt t="2273" x="2836863" y="6002338"/>
          <p14:tracePt t="2285" x="2819400" y="6045200"/>
          <p14:tracePt t="2289" x="2794000" y="6154738"/>
          <p14:tracePt t="2301" x="2760663" y="6230938"/>
          <p14:tracePt t="2306" x="2735263" y="6299200"/>
          <p14:tracePt t="2318" x="2717800" y="6367463"/>
          <p14:tracePt t="2322" x="2717800" y="6426200"/>
          <p14:tracePt t="2334" x="2700338" y="6451600"/>
          <p14:tracePt t="2338" x="2700338" y="6484938"/>
          <p14:tracePt t="2351" x="2700338" y="6494463"/>
          <p14:tracePt t="2363" x="2700338" y="6510338"/>
          <p14:tracePt t="2445" x="2700338" y="6451600"/>
          <p14:tracePt t="2453" x="2717800" y="6426200"/>
          <p14:tracePt t="2461" x="2760663" y="6316663"/>
          <p14:tracePt t="2469" x="2819400" y="6197600"/>
          <p14:tracePt t="2478" x="2928938" y="6019800"/>
          <p14:tracePt t="2486" x="3048000" y="5808663"/>
          <p14:tracePt t="2494" x="3182938" y="5595938"/>
          <p14:tracePt t="2502" x="3360738" y="5308600"/>
          <p14:tracePt t="2510" x="3530600" y="5046663"/>
          <p14:tracePt t="2518" x="3665538" y="4783138"/>
          <p14:tracePt t="2527" x="3784600" y="4605338"/>
          <p14:tracePt t="2535" x="3886200" y="4427538"/>
          <p14:tracePt t="2543" x="3919538" y="4386263"/>
          <p14:tracePt t="2551" x="4005263" y="4233863"/>
          <p14:tracePt t="2560" x="4071938" y="4140200"/>
          <p14:tracePt t="2568" x="4114800" y="4064000"/>
          <p14:tracePt t="2576" x="4140200" y="4005263"/>
          <p14:tracePt t="2584" x="4157663" y="3979863"/>
          <p14:tracePt t="2592" x="4173538" y="3944938"/>
          <p14:tracePt t="2601" x="4191000" y="3929063"/>
          <p14:tracePt t="2609" x="4191000" y="3919538"/>
          <p14:tracePt t="2634" x="4191000" y="3903663"/>
          <p14:tracePt t="2871" x="4208463" y="3886200"/>
          <p14:tracePt t="2887" x="4216400" y="3860800"/>
          <p14:tracePt t="2896" x="4233863" y="3810000"/>
          <p14:tracePt t="2904" x="4267200" y="3733800"/>
          <p14:tracePt t="2912" x="4325938" y="3649663"/>
          <p14:tracePt t="2920" x="4411663" y="3513138"/>
          <p14:tracePt t="2928" x="4538663" y="3344863"/>
          <p14:tracePt t="2937" x="4699000" y="3124200"/>
          <p14:tracePt t="2945" x="4868863" y="2878138"/>
          <p14:tracePt t="2953" x="5046663" y="2659063"/>
          <p14:tracePt t="2961" x="5240338" y="2413000"/>
          <p14:tracePt t="2969" x="5402263" y="2192338"/>
          <p14:tracePt t="2978" x="5453063" y="2116138"/>
          <p14:tracePt t="2986" x="5554663" y="1998663"/>
          <p14:tracePt t="2994" x="5646738" y="1879600"/>
          <p14:tracePt t="3002" x="5689600" y="1811338"/>
          <p14:tracePt t="3010" x="5732463" y="1770063"/>
          <p14:tracePt t="3018" x="5748338" y="1744663"/>
          <p14:tracePt t="3027" x="5765800" y="1727200"/>
          <p14:tracePt t="3035" x="5783263" y="1727200"/>
          <p14:tracePt t="3109" x="5765800" y="1727200"/>
          <p14:tracePt t="3118" x="5722938" y="1744663"/>
          <p14:tracePt t="3125" x="5646738" y="1770063"/>
          <p14:tracePt t="3133" x="5570538" y="1803400"/>
          <p14:tracePt t="3151" x="5341938" y="1846263"/>
          <p14:tracePt t="3158" x="5207000" y="1879600"/>
          <p14:tracePt t="3168" x="5046663" y="1887538"/>
          <p14:tracePt t="3174" x="4910138" y="1905000"/>
          <p14:tracePt t="3185" x="4741863" y="1922463"/>
          <p14:tracePt t="3191" x="4622800" y="1938338"/>
          <p14:tracePt t="3201" x="4462463" y="1963738"/>
          <p14:tracePt t="3207" x="4325938" y="1963738"/>
          <p14:tracePt t="3218" x="4157663" y="1963738"/>
          <p14:tracePt t="3223" x="4114800" y="1963738"/>
          <p14:tracePt t="3234" x="4005263" y="1963738"/>
          <p14:tracePt t="3240" x="3903663" y="1963738"/>
          <p14:tracePt t="3251" x="3827463" y="1938338"/>
          <p14:tracePt t="3256" x="3767138" y="1905000"/>
          <p14:tracePt t="3267" x="3708400" y="1879600"/>
          <p14:tracePt t="3273" x="3675063" y="1862138"/>
          <p14:tracePt t="3284" x="3649663" y="1846263"/>
          <p14:tracePt t="3289" x="3632200" y="1828800"/>
          <p14:tracePt t="3300" x="3614738" y="1811338"/>
          <p14:tracePt t="3428" x="3614738" y="1828800"/>
          <p14:tracePt t="3494" x="3614738" y="1846263"/>
          <p14:tracePt t="3535" x="3632200" y="1846263"/>
          <p14:tracePt t="3543" x="3632200" y="1862138"/>
          <p14:tracePt t="3568" x="3649663" y="1879600"/>
          <p14:tracePt t="3592" x="3649663" y="1887538"/>
          <p14:tracePt t="3609" x="3665538" y="1887538"/>
          <p14:tracePt t="3625" x="3665538" y="1905000"/>
          <p14:tracePt t="3682" x="3665538" y="1922463"/>
          <p14:tracePt t="3732" x="3665538" y="1938338"/>
          <p14:tracePt t="3756" x="3665538" y="1947863"/>
          <p14:tracePt t="3781" x="3665538" y="1963738"/>
          <p14:tracePt t="3879" x="3649663" y="1963738"/>
          <p14:tracePt t="3945" x="3632200" y="1963738"/>
          <p14:tracePt t="4018" x="3614738" y="1963738"/>
          <p14:tracePt t="4043" x="3614738" y="1947863"/>
          <p14:tracePt t="4715" x="3632200" y="1947863"/>
          <p14:tracePt t="4756" x="3632200" y="1963738"/>
          <p14:tracePt t="4822" x="3649663" y="1963738"/>
          <p14:tracePt t="4920" x="3649663" y="1981200"/>
          <p14:tracePt t="4994" x="3665538" y="1981200"/>
          <p14:tracePt t="5035" x="3665538" y="1998663"/>
          <p14:tracePt t="5609" x="3649663" y="1998663"/>
          <p14:tracePt t="6068" x="3665538" y="1998663"/>
          <p14:tracePt t="6109" x="3665538" y="1981200"/>
          <p14:tracePt t="6133" x="3675063" y="1981200"/>
          <p14:tracePt t="6152" x="3708400" y="1981200"/>
          <p14:tracePt t="6158" x="3751263" y="1981200"/>
          <p14:tracePt t="6167" x="3843338" y="1981200"/>
          <p14:tracePt t="6174" x="3937000" y="1998663"/>
          <p14:tracePt t="6184" x="4097338" y="2014538"/>
          <p14:tracePt t="6191" x="4343400" y="2024063"/>
          <p14:tracePt t="6201" x="4757738" y="2057400"/>
          <p14:tracePt t="6207" x="5138738" y="2082800"/>
          <p14:tracePt t="6217" x="5554663" y="2116138"/>
          <p14:tracePt t="6223" x="5765800" y="2116138"/>
          <p14:tracePt t="6234" x="6230938" y="2116138"/>
          <p14:tracePt t="6240" x="6662738" y="2116138"/>
          <p14:tracePt t="6250" x="7069138" y="2116138"/>
          <p14:tracePt t="6256" x="7450138" y="2116138"/>
          <p14:tracePt t="6264" x="7823200" y="2116138"/>
          <p14:tracePt t="6273" x="8153400" y="2116138"/>
          <p14:tracePt t="6281" x="8424863" y="2116138"/>
          <p14:tracePt t="6289" x="8526463" y="2116138"/>
          <p14:tracePt t="6297" x="8720138" y="2116138"/>
          <p14:tracePt t="6306" x="8856663" y="2116138"/>
          <p14:tracePt t="6314" x="8991600" y="2116138"/>
          <p14:tracePt t="6322" x="9067800" y="2116138"/>
          <p14:tracePt t="6330" x="9144000" y="2116138"/>
          <p14:tracePt t="6338" x="9186863" y="2116138"/>
          <p14:tracePt t="6347" x="9220200" y="2116138"/>
          <p14:tracePt t="6355" x="9245600" y="2116138"/>
          <p14:tracePt t="6363" x="9263063" y="2116138"/>
          <p14:tracePt t="6371" x="9278938" y="2116138"/>
          <p14:tracePt t="6396" x="9296400" y="2116138"/>
          <p14:tracePt t="6617" x="9278938" y="2116138"/>
          <p14:tracePt t="6625" x="9263063" y="2116138"/>
          <p14:tracePt t="6641" x="9245600" y="2116138"/>
          <p14:tracePt t="6651" x="9237663" y="2116138"/>
          <p14:tracePt t="6658" x="9220200" y="2116138"/>
          <p14:tracePt t="6667" x="9202738" y="2100263"/>
          <p14:tracePt t="6674" x="9186863" y="2100263"/>
          <p14:tracePt t="6684" x="9177338" y="2100263"/>
          <p14:tracePt t="6691" x="9161463" y="2100263"/>
          <p14:tracePt t="6701" x="9126538" y="2100263"/>
          <p14:tracePt t="6707" x="9110663" y="2082800"/>
          <p14:tracePt t="6717" x="9085263" y="2082800"/>
          <p14:tracePt t="6723" x="9067800" y="2082800"/>
          <p14:tracePt t="6733" x="9042400" y="2074863"/>
          <p14:tracePt t="6740" x="9009063" y="2074863"/>
          <p14:tracePt t="6750" x="8991600" y="2074863"/>
          <p14:tracePt t="6756" x="8966200" y="2074863"/>
          <p14:tracePt t="6764" x="8932863" y="2074863"/>
          <p14:tracePt t="6781" x="8907463" y="2057400"/>
          <p14:tracePt t="6789" x="8872538" y="2057400"/>
          <p14:tracePt t="6806" x="8856663" y="2057400"/>
          <p14:tracePt t="6814" x="8847138" y="2057400"/>
          <p14:tracePt t="6822" x="8831263" y="2057400"/>
          <p14:tracePt t="6830" x="8813800" y="2039938"/>
          <p14:tracePt t="6855" x="8796338" y="2039938"/>
          <p14:tracePt t="6879" x="8780463" y="2039938"/>
          <p14:tracePt t="6887" x="8780463" y="2024063"/>
          <p14:tracePt t="6904" x="8770938" y="2024063"/>
          <p14:tracePt t="6928" x="8755063" y="2024063"/>
          <p14:tracePt t="6961" x="8755063" y="2014538"/>
          <p14:tracePt t="6970" x="8737600" y="2014538"/>
          <p14:tracePt t="7117" x="8720138" y="2014538"/>
          <p14:tracePt t="8035" x="8712200" y="2014538"/>
          <p14:tracePt t="8044" x="8712200" y="2024063"/>
          <p14:tracePt t="8068" x="8694738" y="2024063"/>
          <p14:tracePt t="8092" x="8678863" y="2024063"/>
          <p14:tracePt t="8101" x="8661400" y="2039938"/>
          <p14:tracePt t="8117" x="8643938" y="2039938"/>
          <p14:tracePt t="8125" x="8636000" y="2039938"/>
          <p14:tracePt t="8134" x="8618538" y="2057400"/>
          <p14:tracePt t="8142" x="8585200" y="2057400"/>
          <p14:tracePt t="8150" x="8559800" y="2074863"/>
          <p14:tracePt t="8158" x="8516938" y="2082800"/>
          <p14:tracePt t="8167" x="8483600" y="2100263"/>
          <p14:tracePt t="8175" x="8407400" y="2141538"/>
          <p14:tracePt t="8184" x="8331200" y="2176463"/>
          <p14:tracePt t="8191" x="8247063" y="2217738"/>
          <p14:tracePt t="8200" x="8135938" y="2268538"/>
          <p14:tracePt t="8207" x="8018463" y="2328863"/>
          <p14:tracePt t="8216" x="7916863" y="2370138"/>
          <p14:tracePt t="8224" x="7780338" y="2446338"/>
          <p14:tracePt t="8233" x="7670800" y="2489200"/>
          <p14:tracePt t="8240" x="7535863" y="2547938"/>
          <p14:tracePt t="8250" x="7434263" y="2608263"/>
          <p14:tracePt t="8257" x="7391400" y="2641600"/>
          <p14:tracePt t="8265" x="7264400" y="2700338"/>
          <p14:tracePt t="8273" x="7188200" y="2743200"/>
          <p14:tracePt t="8281" x="7119938" y="2776538"/>
          <p14:tracePt t="8289" x="7043738" y="2819400"/>
          <p14:tracePt t="8298" x="6985000" y="2852738"/>
          <p14:tracePt t="8306" x="6951663" y="2870200"/>
          <p14:tracePt t="8314" x="6908800" y="2895600"/>
          <p14:tracePt t="8322" x="6875463" y="2913063"/>
          <p14:tracePt t="8338" x="6858000" y="2913063"/>
          <p14:tracePt t="8346" x="6858000" y="2928938"/>
          <p14:tracePt t="10142" x="6850063" y="2913063"/>
          <p14:tracePt t="10151" x="6815138" y="2870200"/>
          <p14:tracePt t="10158" x="6789738" y="2852738"/>
          <p14:tracePt t="10167" x="6756400" y="2801938"/>
          <p14:tracePt t="10174" x="6662738" y="2743200"/>
          <p14:tracePt t="10186" x="6637338" y="2717800"/>
          <p14:tracePt t="10191" x="6545263" y="2641600"/>
          <p14:tracePt t="10201" x="6502400" y="2608263"/>
          <p14:tracePt t="10207" x="6408738" y="2547938"/>
          <p14:tracePt t="10216" x="6350000" y="2522538"/>
          <p14:tracePt t="10224" x="6265863" y="2463800"/>
          <p14:tracePt t="10233" x="6189663" y="2413000"/>
          <p14:tracePt t="10240" x="6113463" y="2387600"/>
          <p14:tracePt t="10250" x="6037263" y="2354263"/>
          <p14:tracePt t="10256" x="5976938" y="2328863"/>
          <p14:tracePt t="10265" x="5918200" y="2311400"/>
          <p14:tracePt t="10273" x="5867400" y="2293938"/>
          <p14:tracePt t="10281" x="5824538" y="2278063"/>
          <p14:tracePt t="10289" x="5783263" y="2278063"/>
          <p14:tracePt t="10297" x="5765800" y="2278063"/>
          <p14:tracePt t="10305" x="5732463" y="2268538"/>
          <p14:tracePt t="10314" x="5722938" y="2268538"/>
          <p14:tracePt t="10322" x="5707063" y="2268538"/>
          <p14:tracePt t="10330" x="5689600" y="2268538"/>
          <p14:tracePt t="10346" x="5672138" y="2268538"/>
          <p14:tracePt t="10371" x="5664200" y="2268538"/>
          <p14:tracePt t="10412" x="5646738" y="2268538"/>
          <p14:tracePt t="10477" x="5630863" y="2268538"/>
          <p14:tracePt t="10682" x="5630863" y="2278063"/>
          <p14:tracePt t="10805" x="5630863" y="2293938"/>
          <p14:tracePt t="10814" x="5613400" y="2293938"/>
          <p14:tracePt t="10846" x="5613400" y="2311400"/>
          <p14:tracePt t="10871" x="5595938" y="2311400"/>
          <p14:tracePt t="10879" x="5595938" y="2328863"/>
          <p14:tracePt t="10895" x="5588000" y="2328863"/>
          <p14:tracePt t="10904" x="5588000" y="2336800"/>
          <p14:tracePt t="10912" x="5570538" y="2336800"/>
          <p14:tracePt t="10928" x="5554663" y="2354263"/>
          <p14:tracePt t="10937" x="5537200" y="2354263"/>
          <p14:tracePt t="10945" x="5529263" y="2370138"/>
          <p14:tracePt t="10953" x="5511800" y="2370138"/>
          <p14:tracePt t="10961" x="5478463" y="2387600"/>
          <p14:tracePt t="10969" x="5453063" y="2405063"/>
          <p14:tracePt t="10978" x="5418138" y="2405063"/>
          <p14:tracePt t="10986" x="5392738" y="2413000"/>
          <p14:tracePt t="10994" x="5359400" y="2430463"/>
          <p14:tracePt t="11002" x="5334000" y="2446338"/>
          <p14:tracePt t="11010" x="5300663" y="2446338"/>
          <p14:tracePt t="11019" x="5265738" y="2463800"/>
          <p14:tracePt t="11027" x="5224463" y="2463800"/>
          <p14:tracePt t="11035" x="5207000" y="2471738"/>
          <p14:tracePt t="11043" x="5164138" y="2471738"/>
          <p14:tracePt t="11051" x="5148263" y="2471738"/>
          <p14:tracePt t="11060" x="5122863" y="2471738"/>
          <p14:tracePt t="11068" x="5105400" y="2471738"/>
          <p14:tracePt t="11076" x="5087938" y="2471738"/>
          <p14:tracePt t="11084" x="5062538" y="2471738"/>
          <p14:tracePt t="11092" x="5046663" y="2471738"/>
          <p14:tracePt t="11101" x="5029200" y="2471738"/>
          <p14:tracePt t="11108" x="5011738" y="2471738"/>
          <p14:tracePt t="11117" x="5003800" y="2471738"/>
          <p14:tracePt t="11125" x="4986338" y="2471738"/>
          <p14:tracePt t="11134" x="4970463" y="2471738"/>
          <p14:tracePt t="11142" x="4953000" y="2471738"/>
          <p14:tracePt t="11151" x="4935538" y="2471738"/>
          <p14:tracePt t="11167" x="4927600" y="2471738"/>
          <p14:tracePt t="11174" x="4910138" y="2471738"/>
          <p14:tracePt t="11191" x="4894263" y="2471738"/>
          <p14:tracePt t="11201" x="4876800" y="2471738"/>
          <p14:tracePt t="11217" x="4868863" y="2471738"/>
          <p14:tracePt t="11223" x="4851400" y="2471738"/>
          <p14:tracePt t="11240" x="4833938" y="2471738"/>
          <p14:tracePt t="11248" x="4818063" y="2471738"/>
          <p14:tracePt t="11264" x="4800600" y="2471738"/>
          <p14:tracePt t="11289" x="4792663" y="2471738"/>
          <p14:tracePt t="11306" x="4775200" y="2471738"/>
          <p14:tracePt t="11338" x="4757738" y="2471738"/>
          <p14:tracePt t="11412" x="4741863" y="2471738"/>
          <p14:tracePt t="11502" x="4732338" y="2471738"/>
          <p14:tracePt t="11535" x="4716463" y="2471738"/>
          <p14:tracePt t="11552" x="4699000" y="2471738"/>
          <p14:tracePt t="11560" x="4681538" y="2471738"/>
          <p14:tracePt t="11568" x="4673600" y="2471738"/>
          <p14:tracePt t="11576" x="4656138" y="2471738"/>
          <p14:tracePt t="11584" x="4622800" y="2489200"/>
          <p14:tracePt t="11592" x="4605338" y="2489200"/>
          <p14:tracePt t="11601" x="4564063" y="2489200"/>
          <p14:tracePt t="11609" x="4546600" y="2506663"/>
          <p14:tracePt t="11617" x="4503738" y="2506663"/>
          <p14:tracePt t="11625" x="4462463" y="2506663"/>
          <p14:tracePt t="11634" x="4427538" y="2506663"/>
          <p14:tracePt t="11642" x="4386263" y="2506663"/>
          <p14:tracePt t="11650" x="4351338" y="2506663"/>
          <p14:tracePt t="11658" x="4325938" y="2506663"/>
          <p14:tracePt t="11667" x="4292600" y="2506663"/>
          <p14:tracePt t="11674" x="4267200" y="2506663"/>
          <p14:tracePt t="11684" x="4233863" y="2506663"/>
          <p14:tracePt t="11691" x="4216400" y="2506663"/>
          <p14:tracePt t="11701" x="4191000" y="2506663"/>
          <p14:tracePt t="11707" x="4173538" y="2506663"/>
          <p14:tracePt t="11717" x="4157663" y="2506663"/>
          <p14:tracePt t="11733" x="4140200" y="2506663"/>
          <p14:tracePt t="11748" x="4132263" y="2506663"/>
          <p14:tracePt t="11757" x="4114800" y="2506663"/>
          <p14:tracePt t="11781" x="4097338" y="2506663"/>
          <p14:tracePt t="11797" x="4081463" y="2506663"/>
          <p14:tracePt t="11822" x="4071938" y="2506663"/>
          <p14:tracePt t="11830" x="4056063" y="2506663"/>
          <p14:tracePt t="11847" x="4038600" y="2506663"/>
          <p14:tracePt t="11855" x="4021138" y="2506663"/>
          <p14:tracePt t="11871" x="4005263" y="2506663"/>
          <p14:tracePt t="11879" x="3995738" y="2506663"/>
          <p14:tracePt t="11912" x="3979863" y="2506663"/>
          <p14:tracePt t="11945" x="3979863" y="2522538"/>
          <p14:tracePt t="11961" x="3962400" y="2522538"/>
          <p14:tracePt t="11986" x="3962400" y="2540000"/>
          <p14:tracePt t="12027" x="3962400" y="2547938"/>
          <p14:tracePt t="12060" x="3962400" y="2565400"/>
          <p14:tracePt t="12068" x="3944938" y="2565400"/>
          <p14:tracePt t="12093" x="3944938" y="2582863"/>
          <p14:tracePt t="12142" x="3937000" y="2582863"/>
          <p14:tracePt t="12167" x="3937000" y="2598738"/>
          <p14:tracePt t="12404" x="3944938" y="2598738"/>
          <p14:tracePt t="12437" x="3962400" y="2598738"/>
          <p14:tracePt t="12470" x="3979863" y="2582863"/>
          <p14:tracePt t="12478" x="3995738" y="2582863"/>
          <p14:tracePt t="12486" x="4005263" y="2582863"/>
          <p14:tracePt t="12494" x="4038600" y="2582863"/>
          <p14:tracePt t="12502" x="4056063" y="2582863"/>
          <p14:tracePt t="12511" x="4097338" y="2582863"/>
          <p14:tracePt t="12518" x="4173538" y="2582863"/>
          <p14:tracePt t="12527" x="4249738" y="2582863"/>
          <p14:tracePt t="12535" x="4325938" y="2582863"/>
          <p14:tracePt t="12543" x="4427538" y="2582863"/>
          <p14:tracePt t="12551" x="4538663" y="2582863"/>
          <p14:tracePt t="12560" x="4673600" y="2582863"/>
          <p14:tracePt t="12568" x="4775200" y="2582863"/>
          <p14:tracePt t="12576" x="4894263" y="2582863"/>
          <p14:tracePt t="12584" x="4953000" y="2582863"/>
          <p14:tracePt t="12592" x="5062538" y="2582863"/>
          <p14:tracePt t="12601" x="5199063" y="2582863"/>
          <p14:tracePt t="12609" x="5265738" y="2582863"/>
          <p14:tracePt t="12617" x="5376863" y="2582863"/>
          <p14:tracePt t="12625" x="5453063" y="2582863"/>
          <p14:tracePt t="12634" x="5554663" y="2582863"/>
          <p14:tracePt t="12642" x="5613400" y="2582863"/>
          <p14:tracePt t="12650" x="5689600" y="2582863"/>
          <p14:tracePt t="12658" x="5722938" y="2582863"/>
          <p14:tracePt t="12667" x="5765800" y="2582863"/>
          <p14:tracePt t="12674" x="5808663" y="2582863"/>
          <p14:tracePt t="12684" x="5824538" y="2582863"/>
          <p14:tracePt t="12691" x="5842000" y="2582863"/>
          <p14:tracePt t="12700" x="5859463" y="2582863"/>
          <p14:tracePt t="12724" x="5867400" y="2582863"/>
          <p14:tracePt t="15739" x="5859463" y="2608263"/>
          <p14:tracePt t="15747" x="5689600" y="2913063"/>
          <p14:tracePt t="15755" x="5511800" y="3319463"/>
          <p14:tracePt t="15763" x="5316538" y="3708400"/>
          <p14:tracePt t="15771" x="5199063" y="4005263"/>
          <p14:tracePt t="15780" x="5105400" y="4198938"/>
          <p14:tracePt t="15788" x="5046663" y="4368800"/>
          <p14:tracePt t="15796" x="4986338" y="4452938"/>
          <p14:tracePt t="15804" x="4868863" y="4716463"/>
          <p14:tracePt t="15812" x="4673600" y="5105400"/>
          <p14:tracePt t="15821" x="4579938" y="5240338"/>
          <p14:tracePt t="15829" x="4521200" y="5376863"/>
          <p14:tracePt t="15837" x="4411663" y="5519738"/>
          <p14:tracePt t="15845" x="4325938" y="5707063"/>
          <p14:tracePt t="15853" x="4208463" y="5884863"/>
          <p14:tracePt t="15862" x="4097338" y="6096000"/>
          <p14:tracePt t="15870" x="3979863" y="6273800"/>
          <p14:tracePt t="15878" x="3937000" y="6350000"/>
          <p14:tracePt t="15886" x="3843338" y="6494463"/>
          <p14:tracePt t="15894" x="3767138" y="6604000"/>
          <p14:tracePt t="15903" x="3708400" y="6680200"/>
          <p14:tracePt t="15911" x="3665538" y="6738938"/>
          <p14:tracePt t="15919" x="3632200" y="6764338"/>
          <p14:tracePt t="15927" x="3614738" y="6781800"/>
          <p14:tracePt t="15936" x="3606800" y="6781800"/>
          <p14:tracePt t="15944" x="3589338" y="6781800"/>
          <p14:tracePt t="15952" x="3573463" y="6781800"/>
          <p14:tracePt t="15984" x="3556000" y="6781800"/>
          <p14:tracePt t="16033" x="3548063" y="6781800"/>
          <p14:tracePt t="16042" x="3530600" y="6781800"/>
          <p14:tracePt t="16051" x="3513138" y="6781800"/>
          <p14:tracePt t="16058" x="3471863" y="6815138"/>
          <p14:tracePt t="17584" x="3225800" y="6408738"/>
          <p14:tracePt t="17591" x="3436938" y="6078538"/>
          <p14:tracePt t="17603" x="3614738" y="5773738"/>
          <p14:tracePt t="17607" x="3860800" y="5359400"/>
          <p14:tracePt t="17617" x="3962400" y="5173663"/>
          <p14:tracePt t="17624" x="4191000" y="4818063"/>
          <p14:tracePt t="17633" x="4368800" y="4470400"/>
          <p14:tracePt t="17640" x="4503738" y="4216400"/>
          <p14:tracePt t="17650" x="4546600" y="4122738"/>
          <p14:tracePt t="17657" x="4673600" y="3944938"/>
          <p14:tracePt t="17666" x="4741863" y="3843338"/>
          <p14:tracePt t="17673" x="4818063" y="3725863"/>
          <p14:tracePt t="17683" x="4868863" y="3657600"/>
          <p14:tracePt t="17689" x="4876800" y="3632200"/>
          <p14:tracePt t="17698" x="4910138" y="3614738"/>
          <p14:tracePt t="17706" x="4927600" y="3598863"/>
          <p14:tracePt t="17730" x="4935538" y="3589338"/>
          <p14:tracePt t="17780" x="4953000" y="3589338"/>
          <p14:tracePt t="17796" x="4953000" y="3573463"/>
          <p14:tracePt t="17804" x="4986338" y="3538538"/>
          <p14:tracePt t="17812" x="5011738" y="3513138"/>
          <p14:tracePt t="17820" x="5087938" y="3436938"/>
          <p14:tracePt t="18722" x="5087938" y="3462338"/>
          <p14:tracePt t="18730" x="4927600" y="4064000"/>
          <p14:tracePt t="18739" x="4597400" y="4724400"/>
          <p14:tracePt t="18747" x="4292600" y="5435600"/>
          <p14:tracePt t="18755" x="4081463" y="6002338"/>
          <p14:tracePt t="18763" x="4071938" y="6291263"/>
          <p14:tracePt t="18771" x="3962400" y="6604000"/>
          <p14:tracePt t="18780" x="3878263" y="6840538"/>
          <p14:tracePt t="19125" x="3530600" y="6621463"/>
          <p14:tracePt t="19136" x="3548063" y="6375400"/>
          <p14:tracePt t="19141" x="3589338" y="6180138"/>
          <p14:tracePt t="19151" x="3606800" y="6103938"/>
          <p14:tracePt t="19157" x="3614738" y="6002338"/>
          <p14:tracePt t="19165" x="3632200" y="5926138"/>
          <p14:tracePt t="19173" x="3632200" y="5867400"/>
          <p14:tracePt t="19181" x="3649663" y="5834063"/>
          <p14:tracePt t="19189" x="3649663" y="5824538"/>
          <p14:tracePt t="19197" x="3649663" y="5808663"/>
          <p14:tracePt t="19214" x="3649663" y="5791200"/>
          <p14:tracePt t="19271" x="3632200" y="5791200"/>
          <p14:tracePt t="19280" x="3614738" y="5791200"/>
          <p14:tracePt t="19296" x="3606800" y="5808663"/>
          <p14:tracePt t="19304" x="3589338" y="5834063"/>
          <p14:tracePt t="19312" x="3573463" y="5849938"/>
          <p14:tracePt t="19320" x="3556000" y="5900738"/>
          <p14:tracePt t="19329" x="3548063" y="5910263"/>
          <p14:tracePt t="19337" x="3513138" y="5961063"/>
          <p14:tracePt t="19345" x="3497263" y="5986463"/>
          <p14:tracePt t="19353" x="3471863" y="6037263"/>
          <p14:tracePt t="19361" x="3421063" y="6078538"/>
          <p14:tracePt t="19369" x="3395663" y="6121400"/>
          <p14:tracePt t="19378" x="3360738" y="6180138"/>
          <p14:tracePt t="19386" x="3319463" y="6230938"/>
          <p14:tracePt t="19394" x="3284538" y="6291263"/>
          <p14:tracePt t="19402" x="3243263" y="6332538"/>
          <p14:tracePt t="19411" x="3217863" y="6375400"/>
          <p14:tracePt t="19419" x="3200400" y="6426200"/>
          <p14:tracePt t="19427" x="3149600" y="6469063"/>
          <p14:tracePt t="19435" x="3141663" y="6510338"/>
          <p14:tracePt t="19443" x="3106738" y="6561138"/>
          <p14:tracePt t="19452" x="3081338" y="6621463"/>
          <p14:tracePt t="19460" x="3065463" y="6662738"/>
          <p14:tracePt t="19468" x="3030538" y="6723063"/>
          <p14:tracePt t="19476" x="3014663" y="6764338"/>
          <p14:tracePt t="19484" x="3005138" y="6824663"/>
          <p14:tracePt t="20912" x="2659063" y="6586538"/>
          <p14:tracePt t="20925" x="2582863" y="6367463"/>
          <p14:tracePt t="20931" x="2522538" y="6121400"/>
          <p14:tracePt t="20937" x="2481263" y="5834063"/>
          <p14:tracePt t="20944" x="2430463" y="5519738"/>
          <p14:tracePt t="20953" x="2405063" y="5240338"/>
          <p14:tracePt t="20960" x="2387600" y="4953000"/>
          <p14:tracePt t="20969" x="2387600" y="4859338"/>
          <p14:tracePt t="20976" x="2354263" y="4622800"/>
          <p14:tracePt t="20984" x="2354263" y="4452938"/>
          <p14:tracePt t="20992" x="2354263" y="4292600"/>
          <p14:tracePt t="21001" x="2354263" y="4191000"/>
          <p14:tracePt t="21009" x="2354263" y="4081463"/>
          <p14:tracePt t="21018" x="2354263" y="4005263"/>
          <p14:tracePt t="21025" x="2354263" y="3979863"/>
          <p14:tracePt t="21034" x="2354263" y="3929063"/>
          <p14:tracePt t="21042" x="2354263" y="3903663"/>
          <p14:tracePt t="21051" x="2354263" y="3886200"/>
          <p14:tracePt t="21067" x="2354263" y="3868738"/>
          <p14:tracePt t="21148" x="2354263" y="3886200"/>
          <p14:tracePt t="21173" x="2354263" y="3903663"/>
          <p14:tracePt t="21206" x="2354263" y="3919538"/>
          <p14:tracePt t="21255" x="2370138" y="3919538"/>
          <p14:tracePt t="21361" x="2370138" y="3929063"/>
          <p14:tracePt t="21460" x="2387600" y="3929063"/>
          <p14:tracePt t="30351" x="2387600" y="3944938"/>
          <p14:tracePt t="30359" x="2405063" y="3987800"/>
          <p14:tracePt t="30368" x="2430463" y="4038600"/>
          <p14:tracePt t="30376" x="2481263" y="4081463"/>
          <p14:tracePt t="30385" x="2506663" y="4122738"/>
          <p14:tracePt t="30392" x="2540000" y="4173538"/>
          <p14:tracePt t="30403" x="2565400" y="4198938"/>
          <p14:tracePt t="30408" x="2598738" y="4249738"/>
          <p14:tracePt t="30418" x="2641600" y="4292600"/>
          <p14:tracePt t="30425" x="2684463" y="4335463"/>
          <p14:tracePt t="30434" x="2717800" y="4368800"/>
          <p14:tracePt t="30441" x="2751138" y="4411663"/>
          <p14:tracePt t="30451" x="2776538" y="4470400"/>
          <p14:tracePt t="30457" x="2811463" y="4521200"/>
          <p14:tracePt t="30467" x="2819400" y="4529138"/>
          <p14:tracePt t="30474" x="2852738" y="4579938"/>
          <p14:tracePt t="30484" x="2870200" y="4589463"/>
          <p14:tracePt t="30490" x="2870200" y="4622800"/>
          <p14:tracePt t="30498" x="2878138" y="4640263"/>
          <p14:tracePt t="30507" x="2878138" y="4648200"/>
          <p14:tracePt t="30515" x="2895600" y="4648200"/>
          <p14:tracePt t="30523" x="2895600" y="4665663"/>
          <p14:tracePt t="30531" x="2895600" y="4681538"/>
          <p14:tracePt t="30548" x="2895600" y="4699000"/>
          <p14:tracePt t="30556" x="2895600" y="4724400"/>
          <p14:tracePt t="30564" x="2895600" y="4741863"/>
          <p14:tracePt t="30572" x="2895600" y="4775200"/>
          <p14:tracePt t="30580" x="2895600" y="4800600"/>
          <p14:tracePt t="30589" x="2895600" y="4818063"/>
          <p14:tracePt t="30597" x="2895600" y="4833938"/>
          <p14:tracePt t="30605" x="2895600" y="4843463"/>
          <p14:tracePt t="30613" x="2895600" y="4859338"/>
          <p14:tracePt t="30621" x="2895600" y="4876800"/>
          <p14:tracePt t="30638" x="2895600" y="4894263"/>
          <p14:tracePt t="30646" x="2895600" y="4910138"/>
          <p14:tracePt t="30662" x="2895600" y="4935538"/>
          <p14:tracePt t="30671" x="2895600" y="4953000"/>
          <p14:tracePt t="30679" x="2895600" y="4970463"/>
          <p14:tracePt t="30687" x="2895600" y="4978400"/>
          <p14:tracePt t="30695" x="2895600" y="4995863"/>
          <p14:tracePt t="30704" x="2878138" y="5011738"/>
          <p14:tracePt t="30720" x="2878138" y="5029200"/>
          <p14:tracePt t="30736" x="2870200" y="5029200"/>
          <p14:tracePt t="30794" x="2852738" y="5029200"/>
          <p14:tracePt t="30818" x="2836863" y="5029200"/>
          <p14:tracePt t="30859" x="2819400" y="5029200"/>
          <p14:tracePt t="30884" x="2819400" y="5011738"/>
          <p14:tracePt t="30892" x="2811463" y="4995863"/>
          <p14:tracePt t="30901" x="2811463" y="4978400"/>
          <p14:tracePt t="30909" x="2811463" y="4970463"/>
          <p14:tracePt t="30918" x="2811463" y="4953000"/>
          <p14:tracePt t="30925" x="2811463" y="4935538"/>
          <p14:tracePt t="30934" x="2811463" y="4919663"/>
          <p14:tracePt t="30941" x="2811463" y="4910138"/>
          <p14:tracePt t="30951" x="2811463" y="4876800"/>
          <p14:tracePt t="30958" x="2811463" y="4859338"/>
          <p14:tracePt t="30967" x="2811463" y="4833938"/>
          <p14:tracePt t="30974" x="2811463" y="4783138"/>
          <p14:tracePt t="30984" x="2819400" y="4783138"/>
          <p14:tracePt t="30990" x="2836863" y="4757738"/>
          <p14:tracePt t="31000" x="2852738" y="4724400"/>
          <p14:tracePt t="31007" x="2870200" y="4724400"/>
          <p14:tracePt t="31015" x="2878138" y="4716463"/>
          <p14:tracePt t="31023" x="2878138" y="4699000"/>
          <p14:tracePt t="31032" x="2895600" y="4699000"/>
          <p14:tracePt t="31047" x="2913063" y="4699000"/>
          <p14:tracePt t="31073" x="2928938" y="4699000"/>
          <p14:tracePt t="31113" x="2928938" y="4716463"/>
          <p14:tracePt t="31138" x="2928938" y="4724400"/>
          <p14:tracePt t="31162" x="2913063" y="4741863"/>
          <p14:tracePt t="31179" x="2895600" y="4741863"/>
          <p14:tracePt t="31187" x="2870200" y="4757738"/>
          <p14:tracePt t="31195" x="2852738" y="4757738"/>
          <p14:tracePt t="31204" x="2836863" y="4757738"/>
          <p14:tracePt t="31212" x="2819400" y="4757738"/>
          <p14:tracePt t="31220" x="2811463" y="4757738"/>
          <p14:tracePt t="31228" x="2794000" y="4757738"/>
          <p14:tracePt t="31236" x="2760663" y="4757738"/>
          <p14:tracePt t="31253" x="2735263" y="4757738"/>
          <p14:tracePt t="31261" x="2717800" y="4757738"/>
          <p14:tracePt t="31269" x="2700338" y="4757738"/>
          <p14:tracePt t="31278" x="2684463" y="4757738"/>
          <p14:tracePt t="31285" x="2674938" y="4741863"/>
          <p14:tracePt t="31293" x="2659063" y="4741863"/>
          <p14:tracePt t="31302" x="2659063" y="4724400"/>
          <p14:tracePt t="31310" x="2641600" y="4724400"/>
          <p14:tracePt t="31318" x="2641600" y="4716463"/>
          <p14:tracePt t="31327" x="2641600" y="4699000"/>
          <p14:tracePt t="31343" x="2641600" y="4681538"/>
          <p14:tracePt t="31351" x="2641600" y="4665663"/>
          <p14:tracePt t="31368" x="2641600" y="4648200"/>
          <p14:tracePt t="31376" x="2641600" y="4640263"/>
          <p14:tracePt t="31384" x="2659063" y="4640263"/>
          <p14:tracePt t="31401" x="2674938" y="4640263"/>
          <p14:tracePt t="31408" x="2684463" y="4640263"/>
          <p14:tracePt t="31418" x="2700338" y="4640263"/>
          <p14:tracePt t="31425" x="2717800" y="4640263"/>
          <p14:tracePt t="31434" x="2735263" y="4640263"/>
          <p14:tracePt t="31441" x="2760663" y="4648200"/>
          <p14:tracePt t="31451" x="2794000" y="4681538"/>
          <p14:tracePt t="31457" x="2811463" y="4699000"/>
          <p14:tracePt t="31467" x="2836863" y="4724400"/>
          <p14:tracePt t="31474" x="2852738" y="4757738"/>
          <p14:tracePt t="31484" x="2870200" y="4757738"/>
          <p14:tracePt t="31490" x="2878138" y="4783138"/>
          <p14:tracePt t="31498" x="2895600" y="4818063"/>
          <p14:tracePt t="31515" x="2913063" y="4833938"/>
          <p14:tracePt t="31523" x="2913063" y="4843463"/>
          <p14:tracePt t="31531" x="2913063" y="4876800"/>
          <p14:tracePt t="31540" x="2913063" y="4894263"/>
          <p14:tracePt t="31556" x="2913063" y="4910138"/>
          <p14:tracePt t="31564" x="2913063" y="4919663"/>
          <p14:tracePt t="31572" x="2895600" y="4935538"/>
          <p14:tracePt t="31580" x="2870200" y="4953000"/>
          <p14:tracePt t="31589" x="2852738" y="4970463"/>
          <p14:tracePt t="31597" x="2836863" y="4970463"/>
          <p14:tracePt t="31605" x="2811463" y="4978400"/>
          <p14:tracePt t="31613" x="2794000" y="4978400"/>
          <p14:tracePt t="31621" x="2794000" y="4995863"/>
          <p14:tracePt t="31630" x="2776538" y="4995863"/>
          <p14:tracePt t="31638" x="2751138" y="5011738"/>
          <p14:tracePt t="31646" x="2735263" y="5011738"/>
          <p14:tracePt t="31654" x="2717800" y="5011738"/>
          <p14:tracePt t="31670" x="2700338" y="5011738"/>
          <p14:tracePt t="31679" x="2684463" y="5011738"/>
          <p14:tracePt t="31687" x="2684463" y="4995863"/>
          <p14:tracePt t="31695" x="2674938" y="4995863"/>
          <p14:tracePt t="31703" x="2674938" y="4978400"/>
          <p14:tracePt t="31712" x="2674938" y="4970463"/>
          <p14:tracePt t="31728" x="2674938" y="4953000"/>
          <p14:tracePt t="31736" x="2659063" y="4953000"/>
          <p14:tracePt t="31745" x="2659063" y="4935538"/>
          <p14:tracePt t="31826" x="2641600" y="4935538"/>
          <p14:tracePt t="31851" x="2641600" y="4953000"/>
          <p14:tracePt t="31859" x="2624138" y="4953000"/>
          <p14:tracePt t="31875" x="2616200" y="4953000"/>
          <p14:tracePt t="31892" x="2598738" y="4970463"/>
          <p14:tracePt t="31901" x="2582863" y="4970463"/>
          <p14:tracePt t="31918" x="2565400" y="4970463"/>
          <p14:tracePt t="31941" x="2547938" y="4970463"/>
          <p14:tracePt t="31974" x="2540000" y="4970463"/>
          <p14:tracePt t="32121" x="2547938" y="4970463"/>
          <p14:tracePt t="32146" x="2565400" y="4970463"/>
          <p14:tracePt t="32162" x="2582863" y="4970463"/>
          <p14:tracePt t="32171" x="2598738" y="4970463"/>
          <p14:tracePt t="32187" x="2616200" y="4970463"/>
          <p14:tracePt t="32195" x="2624138" y="4970463"/>
          <p14:tracePt t="32203" x="2641600" y="4970463"/>
          <p14:tracePt t="32212" x="2659063" y="4970463"/>
          <p14:tracePt t="32228" x="2674938" y="4970463"/>
          <p14:tracePt t="32236" x="2674938" y="4978400"/>
          <p14:tracePt t="32244" x="2684463" y="4978400"/>
          <p14:tracePt t="32269" x="2684463" y="4995863"/>
          <p14:tracePt t="32318" x="2684463" y="5011738"/>
          <p14:tracePt t="32351" x="2684463" y="5029200"/>
          <p14:tracePt t="32375" x="2684463" y="5046663"/>
          <p14:tracePt t="32408" x="2674938" y="5046663"/>
          <p14:tracePt t="32418" x="2674938" y="5054600"/>
          <p14:tracePt t="32441" x="2659063" y="5054600"/>
          <p14:tracePt t="32466" x="2659063" y="5072063"/>
          <p14:tracePt t="32498" x="2641600" y="5072063"/>
          <p14:tracePt t="32531" x="2641600" y="5087938"/>
          <p14:tracePt t="32548" x="2624138" y="5087938"/>
          <p14:tracePt t="32605" x="2616200" y="5087938"/>
          <p14:tracePt t="32613" x="2616200" y="5105400"/>
          <p14:tracePt t="32630" x="2598738" y="5105400"/>
          <p14:tracePt t="32638" x="2582863" y="5105400"/>
          <p14:tracePt t="32646" x="2582863" y="5113338"/>
          <p14:tracePt t="32654" x="2565400" y="5113338"/>
          <p14:tracePt t="32662" x="2547938" y="5130800"/>
          <p14:tracePt t="32670" x="2522538" y="5130800"/>
          <p14:tracePt t="32679" x="2506663" y="5148263"/>
          <p14:tracePt t="32687" x="2481263" y="5164138"/>
          <p14:tracePt t="32695" x="2463800" y="5164138"/>
          <p14:tracePt t="32704" x="2430463" y="5173663"/>
          <p14:tracePt t="32712" x="2387600" y="5189538"/>
          <p14:tracePt t="32720" x="2344738" y="5207000"/>
          <p14:tracePt t="32728" x="2293938" y="5207000"/>
          <p14:tracePt t="32736" x="2235200" y="5224463"/>
          <p14:tracePt t="32744" x="2209800" y="5240338"/>
          <p14:tracePt t="32753" x="2151063" y="5240338"/>
          <p14:tracePt t="32761" x="2100263" y="5240338"/>
          <p14:tracePt t="32769" x="2090738" y="5240338"/>
          <p14:tracePt t="32778" x="2039938" y="5240338"/>
          <p14:tracePt t="32785" x="2024063" y="5240338"/>
          <p14:tracePt t="32793" x="2014538" y="5240338"/>
          <p14:tracePt t="32802" x="1998663" y="5207000"/>
          <p14:tracePt t="32810" x="1981200" y="5189538"/>
          <p14:tracePt t="32818" x="1963738" y="5173663"/>
          <p14:tracePt t="32827" x="1963738" y="5130800"/>
          <p14:tracePt t="32834" x="1955800" y="5105400"/>
          <p14:tracePt t="32843" x="1938338" y="5072063"/>
          <p14:tracePt t="32851" x="1938338" y="5029200"/>
          <p14:tracePt t="32859" x="1938338" y="4978400"/>
          <p14:tracePt t="32868" x="1938338" y="4935538"/>
          <p14:tracePt t="32876" x="1938338" y="4833938"/>
          <p14:tracePt t="32884" x="1938338" y="4757738"/>
          <p14:tracePt t="32892" x="1938338" y="4648200"/>
          <p14:tracePt t="32902" x="1938338" y="4546600"/>
          <p14:tracePt t="32909" x="1963738" y="4411663"/>
          <p14:tracePt t="32918" x="1998663" y="4318000"/>
          <p14:tracePt t="32925" x="2074863" y="4191000"/>
          <p14:tracePt t="32935" x="2133600" y="4064000"/>
          <p14:tracePt t="32941" x="2176463" y="4021138"/>
          <p14:tracePt t="32951" x="2252663" y="3944938"/>
          <p14:tracePt t="32958" x="2328863" y="3868738"/>
          <p14:tracePt t="32967" x="2387600" y="3860800"/>
          <p14:tracePt t="32974" x="2446338" y="3827463"/>
          <p14:tracePt t="32983" x="2540000" y="3810000"/>
          <p14:tracePt t="32990" x="2624138" y="3810000"/>
          <p14:tracePt t="33000" x="2700338" y="3810000"/>
          <p14:tracePt t="33007" x="2811463" y="3827463"/>
          <p14:tracePt t="33015" x="2913063" y="3919538"/>
          <p14:tracePt t="33023" x="3005138" y="3987800"/>
          <p14:tracePt t="33031" x="3048000" y="4038600"/>
          <p14:tracePt t="33040" x="3141663" y="4114800"/>
          <p14:tracePt t="33048" x="3200400" y="4198938"/>
          <p14:tracePt t="33056" x="3276600" y="4259263"/>
          <p14:tracePt t="33064" x="3302000" y="4310063"/>
          <p14:tracePt t="33072" x="3335338" y="4368800"/>
          <p14:tracePt t="33081" x="3344863" y="4427538"/>
          <p14:tracePt t="33089" x="3360738" y="4470400"/>
          <p14:tracePt t="33097" x="3360738" y="4503738"/>
          <p14:tracePt t="33105" x="3360738" y="4564063"/>
          <p14:tracePt t="33113" x="3360738" y="4622800"/>
          <p14:tracePt t="33122" x="3319463" y="4665663"/>
          <p14:tracePt t="33130" x="3243263" y="4741863"/>
          <p14:tracePt t="33138" x="3124200" y="4818063"/>
          <p14:tracePt t="33146" x="3005138" y="4919663"/>
          <p14:tracePt t="33154" x="2870200" y="4995863"/>
          <p14:tracePt t="33162" x="2700338" y="5054600"/>
          <p14:tracePt t="33171" x="2540000" y="5113338"/>
          <p14:tracePt t="33179" x="2370138" y="5173663"/>
          <p14:tracePt t="33187" x="2328863" y="5173663"/>
          <p14:tracePt t="33195" x="2192338" y="5173663"/>
          <p14:tracePt t="33203" x="2090738" y="5173663"/>
          <p14:tracePt t="33212" x="2014538" y="5173663"/>
          <p14:tracePt t="33220" x="1955800" y="5173663"/>
          <p14:tracePt t="33228" x="1879600" y="5113338"/>
          <p14:tracePt t="33236" x="1846263" y="5054600"/>
          <p14:tracePt t="33245" x="1846263" y="4953000"/>
          <p14:tracePt t="33253" x="1846263" y="4783138"/>
          <p14:tracePt t="33261" x="1846263" y="4622800"/>
          <p14:tracePt t="33269" x="1846263" y="4427538"/>
          <p14:tracePt t="33278" x="1862138" y="4368800"/>
          <p14:tracePt t="33285" x="1922463" y="4259263"/>
          <p14:tracePt t="33294" x="1955800" y="4198938"/>
          <p14:tracePt t="33302" x="1998663" y="4157663"/>
          <p14:tracePt t="33310" x="2039938" y="4140200"/>
          <p14:tracePt t="33318" x="2116138" y="4122738"/>
          <p14:tracePt t="33327" x="2159000" y="4122738"/>
          <p14:tracePt t="33335" x="2209800" y="4122738"/>
          <p14:tracePt t="33343" x="2268538" y="4191000"/>
          <p14:tracePt t="33351" x="2344738" y="4259263"/>
          <p14:tracePt t="33359" x="2405063" y="4386263"/>
          <p14:tracePt t="33368" x="2463800" y="4452938"/>
          <p14:tracePt t="33376" x="2522538" y="4589463"/>
          <p14:tracePt t="33384" x="2565400" y="4699000"/>
          <p14:tracePt t="33392" x="2616200" y="4833938"/>
          <p14:tracePt t="33401" x="2616200" y="4859338"/>
          <p14:tracePt t="33409" x="2641600" y="4970463"/>
          <p14:tracePt t="33418" x="2659063" y="5072063"/>
          <p14:tracePt t="33424" x="2674938" y="5130800"/>
          <p14:tracePt t="33435" x="2684463" y="5189538"/>
          <p14:tracePt t="33441" x="2684463" y="5207000"/>
          <p14:tracePt t="33451" x="2684463" y="5240338"/>
          <p14:tracePt t="33474" x="2684463" y="5249863"/>
          <p14:tracePt t="33490" x="2700338" y="5249863"/>
          <p14:tracePt t="33506" x="2717800" y="5224463"/>
          <p14:tracePt t="33515" x="2760663" y="5173663"/>
          <p14:tracePt t="33523" x="2794000" y="5164138"/>
          <p14:tracePt t="33531" x="2852738" y="5130800"/>
          <p14:tracePt t="33539" x="2928938" y="5113338"/>
          <p14:tracePt t="33548" x="3005138" y="5113338"/>
          <p14:tracePt t="33556" x="3106738" y="5113338"/>
          <p14:tracePt t="33564" x="3149600" y="5113338"/>
          <p14:tracePt t="33572" x="3259138" y="5113338"/>
          <p14:tracePt t="33580" x="3302000" y="5113338"/>
          <p14:tracePt t="33589" x="3471863" y="5148263"/>
          <p14:tracePt t="33597" x="3649663" y="5326063"/>
          <p14:tracePt t="40085" x="3649663" y="5494338"/>
          <p14:tracePt t="40093" x="3614738" y="5656263"/>
          <p14:tracePt t="40101" x="3589338" y="5791200"/>
          <p14:tracePt t="40109" x="3573463" y="5867400"/>
          <p14:tracePt t="40119" x="3573463" y="5943600"/>
          <p14:tracePt t="40126" x="3556000" y="6002338"/>
          <p14:tracePt t="40134" x="3530600" y="6037263"/>
          <p14:tracePt t="40142" x="3530600" y="6078538"/>
          <p14:tracePt t="40151" x="3497263" y="6180138"/>
          <p14:tracePt t="40159" x="3471863" y="6256338"/>
          <p14:tracePt t="40168" x="3436938" y="6332538"/>
          <p14:tracePt t="40175" x="3421063" y="6392863"/>
          <p14:tracePt t="40185" x="3378200" y="6469063"/>
          <p14:tracePt t="40191" x="3360738" y="6527800"/>
          <p14:tracePt t="40201" x="3335338" y="6586538"/>
          <p14:tracePt t="40208" x="3319463" y="6621463"/>
          <p14:tracePt t="40218" x="3284538" y="6680200"/>
          <p14:tracePt t="40224" x="3284538" y="6723063"/>
          <p14:tracePt t="40234" x="3276600" y="6756400"/>
          <p14:tracePt t="40241" x="3259138" y="6781800"/>
          <p14:tracePt t="40251" x="3243263" y="6799263"/>
          <p14:tracePt t="40257" x="3243263" y="6815138"/>
          <p14:tracePt t="40267" x="3225800" y="6840538"/>
          <p14:tracePt t="40897" x="3589338" y="6604000"/>
          <p14:tracePt t="40905" x="3919538" y="6392863"/>
          <p14:tracePt t="40914" x="4208463" y="6154738"/>
          <p14:tracePt t="40921" x="4579938" y="5900738"/>
          <p14:tracePt t="40929" x="5148263" y="5503863"/>
          <p14:tracePt t="40937" x="5630863" y="5224463"/>
          <p14:tracePt t="40946" x="6248400" y="4818063"/>
          <p14:tracePt t="40954" x="6850063" y="4487863"/>
          <p14:tracePt t="40962" x="7518400" y="4122738"/>
          <p14:tracePt t="40970" x="8255000" y="3784600"/>
          <p14:tracePt t="40978" x="8915400" y="3436938"/>
          <p14:tracePt t="40987" x="9609138" y="3182938"/>
          <p14:tracePt t="40995" x="10167938" y="3030538"/>
          <p14:tracePt t="47655" x="10058400" y="3048000"/>
          <p14:tracePt t="47663" x="9372600" y="3479800"/>
          <p14:tracePt t="47671" x="8770938" y="3929063"/>
          <p14:tracePt t="47680" x="8170863" y="4351338"/>
          <p14:tracePt t="47688" x="7586663" y="4833938"/>
          <p14:tracePt t="47696" x="7162800" y="5173663"/>
          <p14:tracePt t="47704" x="6799263" y="5503863"/>
          <p14:tracePt t="47712" x="6527800" y="5715000"/>
          <p14:tracePt t="47720" x="6291263" y="5900738"/>
          <p14:tracePt t="47728" x="6113463" y="6019800"/>
          <p14:tracePt t="47737" x="5722938" y="6316663"/>
          <p14:tracePt t="47745" x="5453063" y="6510338"/>
          <p14:tracePt t="47753" x="5207000" y="6680200"/>
          <p14:tracePt t="47761" x="5029200" y="6824663"/>
        </p14:tracePtLst>
      </p14:laserTraceLst>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CAC036B-C630-F376-4E02-D07C5F43AA6A}"/>
              </a:ext>
            </a:extLst>
          </p:cNvPr>
          <p:cNvSpPr>
            <a:spLocks noGrp="1"/>
          </p:cNvSpPr>
          <p:nvPr>
            <p:ph type="title"/>
          </p:nvPr>
        </p:nvSpPr>
        <p:spPr>
          <a:xfrm>
            <a:off x="609600" y="3050435"/>
            <a:ext cx="7823200" cy="757130"/>
          </a:xfrm>
        </p:spPr>
        <p:txBody>
          <a:bodyPr/>
          <a:lstStyle/>
          <a:p>
            <a:r>
              <a:rPr lang="en-KR" dirty="0"/>
              <a:t>Upcoming topics</a:t>
            </a:r>
          </a:p>
        </p:txBody>
      </p:sp>
      <p:sp>
        <p:nvSpPr>
          <p:cNvPr id="4" name="Slide Number Placeholder 3">
            <a:extLst>
              <a:ext uri="{FF2B5EF4-FFF2-40B4-BE49-F238E27FC236}">
                <a16:creationId xmlns:a16="http://schemas.microsoft.com/office/drawing/2014/main" id="{41AA8114-3F9B-267A-5797-5994F37BCB90}"/>
              </a:ext>
            </a:extLst>
          </p:cNvPr>
          <p:cNvSpPr>
            <a:spLocks noGrp="1"/>
          </p:cNvSpPr>
          <p:nvPr>
            <p:ph type="sldNum" sz="quarter" idx="12"/>
          </p:nvPr>
        </p:nvSpPr>
        <p:spPr/>
        <p:txBody>
          <a:bodyPr/>
          <a:lstStyle/>
          <a:p>
            <a:fld id="{EB4B8DE2-A4E8-46E4-8BBF-D75455EFF32C}" type="slidenum">
              <a:rPr lang="en-US" smtClean="0"/>
              <a:pPr/>
              <a:t>44</a:t>
            </a:fld>
            <a:endParaRPr lang="en-US" dirty="0"/>
          </a:p>
        </p:txBody>
      </p:sp>
      <p:pic>
        <p:nvPicPr>
          <p:cNvPr id="5" name="Audio 4">
            <a:extLst>
              <a:ext uri="{FF2B5EF4-FFF2-40B4-BE49-F238E27FC236}">
                <a16:creationId xmlns:a16="http://schemas.microsoft.com/office/drawing/2014/main" id="{66662C1E-CD40-89A2-F9C4-BAEF3E67C72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3804735"/>
      </p:ext>
    </p:extLst>
  </p:cSld>
  <p:clrMapOvr>
    <a:masterClrMapping/>
  </p:clrMapOvr>
  <mc:AlternateContent xmlns:mc="http://schemas.openxmlformats.org/markup-compatibility/2006">
    <mc:Choice xmlns:p14="http://schemas.microsoft.com/office/powerpoint/2010/main" Requires="p14">
      <p:transition spd="slow" p14:dur="2000" advTm="5856"/>
    </mc:Choice>
    <mc:Fallback>
      <p:transition spd="slow" advTm="5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extLst>
    <p:ext uri="{3A86A75C-4F4B-4683-9AE1-C65F6400EC91}">
      <p14:laserTraceLst xmlns:p14="http://schemas.microsoft.com/office/powerpoint/2010/main">
        <p14:tracePtLst>
          <p14:tracePt t="74" x="5181600" y="5969000"/>
          <p14:tracePt t="82" x="5537200" y="5748338"/>
          <p14:tracePt t="90" x="6324600" y="5249863"/>
          <p14:tracePt t="98" x="7205663" y="4833938"/>
          <p14:tracePt t="106" x="7881938" y="4452938"/>
          <p14:tracePt t="115" x="8466138" y="4259263"/>
          <p14:tracePt t="122" x="9024938" y="4097338"/>
          <p14:tracePt t="131" x="9626600" y="4038600"/>
          <p14:tracePt t="3292" x="9532938" y="4157663"/>
          <p14:tracePt t="3302" x="9456738" y="4249738"/>
          <p14:tracePt t="3309" x="9398000" y="4335463"/>
          <p14:tracePt t="3320" x="9313863" y="4411663"/>
          <p14:tracePt t="3325" x="9220200" y="4470400"/>
          <p14:tracePt t="3335" x="9161463" y="4521200"/>
          <p14:tracePt t="3342" x="8991600" y="4640263"/>
          <p14:tracePt t="3351" x="8813800" y="4741863"/>
          <p14:tracePt t="3358" x="8636000" y="4833938"/>
          <p14:tracePt t="3368" x="8440738" y="4910138"/>
          <p14:tracePt t="3375" x="8196263" y="4995863"/>
          <p14:tracePt t="3384" x="7975600" y="5087938"/>
          <p14:tracePt t="3391" x="7670800" y="5207000"/>
          <p14:tracePt t="3399" x="7373938" y="5341938"/>
          <p14:tracePt t="3407" x="7069138" y="5478463"/>
          <p14:tracePt t="3416" x="6773863" y="5613400"/>
          <p14:tracePt t="3424" x="6469063" y="5765800"/>
          <p14:tracePt t="3432" x="6189663" y="5884863"/>
          <p14:tracePt t="3440" x="5943600" y="5969000"/>
          <p14:tracePt t="3449" x="5783263" y="6037263"/>
          <p14:tracePt t="3457" x="5707063" y="6062663"/>
          <p14:tracePt t="3465" x="5570538" y="6103938"/>
          <p14:tracePt t="3473" x="5435600" y="6138863"/>
          <p14:tracePt t="3481" x="5341938" y="6164263"/>
          <p14:tracePt t="3490" x="5283200" y="6197600"/>
          <p14:tracePt t="3498" x="5224463" y="6215063"/>
          <p14:tracePt t="3506" x="5181600" y="6215063"/>
          <p14:tracePt t="3514" x="5148263" y="6230938"/>
          <p14:tracePt t="3522" x="5138738" y="6230938"/>
          <p14:tracePt t="3530" x="5122863" y="6240463"/>
          <p14:tracePt t="3555" x="5105400" y="6240463"/>
          <p14:tracePt t="3563" x="5105400" y="6256338"/>
          <p14:tracePt t="3596" x="5087938" y="6273800"/>
          <p14:tracePt t="3621" x="5072063" y="6291263"/>
          <p14:tracePt t="3629" x="5062538" y="6291263"/>
          <p14:tracePt t="3637" x="5046663" y="6291263"/>
          <p14:tracePt t="3645" x="5029200" y="6316663"/>
          <p14:tracePt t="3654" x="5003800" y="6332538"/>
          <p14:tracePt t="3662" x="4935538" y="6367463"/>
          <p14:tracePt t="3670" x="4876800" y="6392863"/>
          <p14:tracePt t="3678" x="4818063" y="6451600"/>
          <p14:tracePt t="3686" x="4732338" y="6494463"/>
          <p14:tracePt t="3695" x="4656138" y="6561138"/>
          <p14:tracePt t="3702" x="4538663" y="6646863"/>
          <p14:tracePt t="3711" x="4411663" y="6723063"/>
          <p14:tracePt t="3719" x="4310063" y="6815138"/>
        </p14:tracePtLst>
      </p14:laserTraceLst>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B9440B-C1F9-E2D3-304A-4A02368E9B47}"/>
              </a:ext>
            </a:extLst>
          </p:cNvPr>
          <p:cNvSpPr>
            <a:spLocks noGrp="1"/>
          </p:cNvSpPr>
          <p:nvPr>
            <p:ph type="sldNum" sz="quarter" idx="13"/>
          </p:nvPr>
        </p:nvSpPr>
        <p:spPr/>
        <p:txBody>
          <a:bodyPr/>
          <a:lstStyle/>
          <a:p>
            <a:fld id="{EB4B8DE2-A4E8-46E4-8BBF-D75455EFF32C}" type="slidenum">
              <a:rPr lang="en-US" smtClean="0"/>
              <a:pPr/>
              <a:t>45</a:t>
            </a:fld>
            <a:endParaRPr lang="en-US" dirty="0"/>
          </a:p>
        </p:txBody>
      </p:sp>
      <p:sp>
        <p:nvSpPr>
          <p:cNvPr id="6" name="Content Placeholder 5">
            <a:extLst>
              <a:ext uri="{FF2B5EF4-FFF2-40B4-BE49-F238E27FC236}">
                <a16:creationId xmlns:a16="http://schemas.microsoft.com/office/drawing/2014/main" id="{E3808205-4C09-4614-7580-C4BC0A31EDD0}"/>
              </a:ext>
            </a:extLst>
          </p:cNvPr>
          <p:cNvSpPr>
            <a:spLocks noGrp="1"/>
          </p:cNvSpPr>
          <p:nvPr>
            <p:ph sz="quarter" idx="14"/>
          </p:nvPr>
        </p:nvSpPr>
        <p:spPr/>
        <p:txBody>
          <a:bodyPr/>
          <a:lstStyle/>
          <a:p>
            <a:endParaRPr lang="en-KR"/>
          </a:p>
        </p:txBody>
      </p:sp>
      <p:sp>
        <p:nvSpPr>
          <p:cNvPr id="8" name="TextBox 7">
            <a:extLst>
              <a:ext uri="{FF2B5EF4-FFF2-40B4-BE49-F238E27FC236}">
                <a16:creationId xmlns:a16="http://schemas.microsoft.com/office/drawing/2014/main" id="{007170A4-C9B9-60C0-6836-2F2D8DF06D86}"/>
              </a:ext>
            </a:extLst>
          </p:cNvPr>
          <p:cNvSpPr txBox="1"/>
          <p:nvPr/>
        </p:nvSpPr>
        <p:spPr>
          <a:xfrm>
            <a:off x="3471333" y="1104482"/>
            <a:ext cx="8551334" cy="646331"/>
          </a:xfrm>
          <a:prstGeom prst="rect">
            <a:avLst/>
          </a:prstGeom>
          <a:noFill/>
        </p:spPr>
        <p:txBody>
          <a:bodyPr wrap="square" lIns="0" rIns="0" rtlCol="0">
            <a:spAutoFit/>
          </a:bodyPr>
          <a:lstStyle/>
          <a:p>
            <a:pPr algn="ctr"/>
            <a:r>
              <a:rPr lang="en-KR" b="1" dirty="0">
                <a:latin typeface="Pretendard" panose="02000503000000020004" pitchFamily="2" charset="-127"/>
                <a:ea typeface="Pretendard" panose="02000503000000020004" pitchFamily="2" charset="-127"/>
                <a:cs typeface="Pretendard" panose="02000503000000020004" pitchFamily="2" charset="-127"/>
              </a:rPr>
              <a:t>SDE/score matching perspective</a:t>
            </a:r>
          </a:p>
          <a:p>
            <a:pPr algn="ctr"/>
            <a:r>
              <a:rPr lang="en-KR" dirty="0">
                <a:latin typeface="Pretendard" panose="02000503000000020004" pitchFamily="2" charset="-127"/>
                <a:ea typeface="Pretendard" panose="02000503000000020004" pitchFamily="2" charset="-127"/>
                <a:cs typeface="Pretendard" panose="02000503000000020004" pitchFamily="2" charset="-127"/>
              </a:rPr>
              <a:t>could be more intuitive to understand DDPM</a:t>
            </a:r>
          </a:p>
        </p:txBody>
      </p:sp>
      <p:sp>
        <p:nvSpPr>
          <p:cNvPr id="9" name="Rectangle 8">
            <a:extLst>
              <a:ext uri="{FF2B5EF4-FFF2-40B4-BE49-F238E27FC236}">
                <a16:creationId xmlns:a16="http://schemas.microsoft.com/office/drawing/2014/main" id="{2FF5E215-F678-3210-C0A3-25F2AA9CF70E}"/>
              </a:ext>
            </a:extLst>
          </p:cNvPr>
          <p:cNvSpPr/>
          <p:nvPr/>
        </p:nvSpPr>
        <p:spPr>
          <a:xfrm>
            <a:off x="609600" y="784549"/>
            <a:ext cx="2861734" cy="1293463"/>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lIns="45720" tIns="45720" rIns="45720" rtlCol="0" anchor="ctr"/>
          <a:lstStyle/>
          <a:p>
            <a:pPr algn="ctr"/>
            <a:r>
              <a:rPr lang="en-KR"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Week 5</a:t>
            </a:r>
          </a:p>
          <a:p>
            <a:pPr algn="ctr"/>
            <a:r>
              <a:rPr lang="en-KR"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Diffusion S</a:t>
            </a:r>
            <a:r>
              <a:rPr lang="en-US" sz="1600" dirty="0" err="1">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ampling</a:t>
            </a:r>
            <a:r>
              <a:rPr lang="en-US"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 2</a:t>
            </a:r>
            <a:endParaRPr lang="en-KR"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endParaRPr>
          </a:p>
        </p:txBody>
      </p:sp>
      <p:sp>
        <p:nvSpPr>
          <p:cNvPr id="10" name="Rectangle 9">
            <a:extLst>
              <a:ext uri="{FF2B5EF4-FFF2-40B4-BE49-F238E27FC236}">
                <a16:creationId xmlns:a16="http://schemas.microsoft.com/office/drawing/2014/main" id="{04622FDE-0C70-9E24-8680-2D8CF20960B9}"/>
              </a:ext>
            </a:extLst>
          </p:cNvPr>
          <p:cNvSpPr/>
          <p:nvPr/>
        </p:nvSpPr>
        <p:spPr>
          <a:xfrm>
            <a:off x="609600" y="2304156"/>
            <a:ext cx="2861734" cy="1293463"/>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lIns="45720" tIns="45720" rIns="45720" rtlCol="0" anchor="ctr"/>
          <a:lstStyle/>
          <a:p>
            <a:pPr algn="ctr"/>
            <a:r>
              <a:rPr lang="en-KR"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Week 6</a:t>
            </a:r>
          </a:p>
          <a:p>
            <a:pPr algn="ctr"/>
            <a:r>
              <a:rPr lang="en-US"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Various diffusion spaces</a:t>
            </a:r>
            <a:endParaRPr lang="en-KR"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endParaRPr>
          </a:p>
        </p:txBody>
      </p:sp>
      <p:sp>
        <p:nvSpPr>
          <p:cNvPr id="11" name="Rectangle 10">
            <a:extLst>
              <a:ext uri="{FF2B5EF4-FFF2-40B4-BE49-F238E27FC236}">
                <a16:creationId xmlns:a16="http://schemas.microsoft.com/office/drawing/2014/main" id="{9E5189FC-D486-3152-73E7-5E3EA94E3237}"/>
              </a:ext>
            </a:extLst>
          </p:cNvPr>
          <p:cNvSpPr/>
          <p:nvPr/>
        </p:nvSpPr>
        <p:spPr>
          <a:xfrm>
            <a:off x="609600" y="3824161"/>
            <a:ext cx="2861734" cy="1293463"/>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lIns="45720" tIns="45720" rIns="45720" rtlCol="0" anchor="ctr"/>
          <a:lstStyle/>
          <a:p>
            <a:pPr algn="ctr"/>
            <a:r>
              <a:rPr lang="en-KR"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Week 7</a:t>
            </a:r>
          </a:p>
          <a:p>
            <a:pPr algn="ctr"/>
            <a:r>
              <a:rPr lang="en-KR" sz="1600" dirty="0">
                <a:solidFill>
                  <a:schemeClr val="tx1"/>
                </a:solidFill>
                <a:latin typeface="Pretendard Medium" panose="02000503000000020004" pitchFamily="2" charset="-127"/>
                <a:ea typeface="Pretendard Medium" panose="02000503000000020004" pitchFamily="2" charset="-127"/>
                <a:cs typeface="Pretendard Medium" panose="02000503000000020004" pitchFamily="2" charset="-127"/>
              </a:rPr>
              <a:t>Technical components</a:t>
            </a:r>
          </a:p>
        </p:txBody>
      </p:sp>
      <p:sp>
        <p:nvSpPr>
          <p:cNvPr id="12" name="TextBox 11">
            <a:extLst>
              <a:ext uri="{FF2B5EF4-FFF2-40B4-BE49-F238E27FC236}">
                <a16:creationId xmlns:a16="http://schemas.microsoft.com/office/drawing/2014/main" id="{412B7BB2-AB3B-3E00-DE3C-5B6D74F8868F}"/>
              </a:ext>
            </a:extLst>
          </p:cNvPr>
          <p:cNvSpPr txBox="1"/>
          <p:nvPr/>
        </p:nvSpPr>
        <p:spPr>
          <a:xfrm>
            <a:off x="3471333" y="2627723"/>
            <a:ext cx="8551334" cy="646331"/>
          </a:xfrm>
          <a:prstGeom prst="rect">
            <a:avLst/>
          </a:prstGeom>
          <a:noFill/>
        </p:spPr>
        <p:txBody>
          <a:bodyPr wrap="squar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DDPM works on continuous space.</a:t>
            </a:r>
          </a:p>
          <a:p>
            <a:pPr algn="ctr"/>
            <a:r>
              <a:rPr lang="en-KR" dirty="0">
                <a:latin typeface="Pretendard" panose="02000503000000020004" pitchFamily="2" charset="-127"/>
                <a:ea typeface="Pretendard" panose="02000503000000020004" pitchFamily="2" charset="-127"/>
                <a:cs typeface="Pretendard" panose="02000503000000020004" pitchFamily="2" charset="-127"/>
              </a:rPr>
              <a:t>Diffusion models for </a:t>
            </a:r>
            <a:r>
              <a:rPr lang="en-KR" b="1" dirty="0">
                <a:latin typeface="Pretendard" panose="02000503000000020004" pitchFamily="2" charset="-127"/>
                <a:ea typeface="Pretendard" panose="02000503000000020004" pitchFamily="2" charset="-127"/>
                <a:cs typeface="Pretendard" panose="02000503000000020004" pitchFamily="2" charset="-127"/>
              </a:rPr>
              <a:t>discrete space</a:t>
            </a:r>
            <a:r>
              <a:rPr lang="en-KR" dirty="0">
                <a:latin typeface="Pretendard" panose="02000503000000020004" pitchFamily="2" charset="-127"/>
                <a:ea typeface="Pretendard" panose="02000503000000020004" pitchFamily="2" charset="-127"/>
                <a:cs typeface="Pretendard" panose="02000503000000020004" pitchFamily="2" charset="-127"/>
              </a:rPr>
              <a:t>(e.g., tokens)? For </a:t>
            </a:r>
            <a:r>
              <a:rPr lang="en-US" b="1" dirty="0">
                <a:latin typeface="Pretendard" panose="02000503000000020004" pitchFamily="2" charset="-127"/>
                <a:ea typeface="Pretendard" panose="02000503000000020004" pitchFamily="2" charset="-127"/>
                <a:cs typeface="Pretendard" panose="02000503000000020004" pitchFamily="2" charset="-127"/>
              </a:rPr>
              <a:t>l</a:t>
            </a:r>
            <a:r>
              <a:rPr lang="en-KR" b="1" dirty="0">
                <a:latin typeface="Pretendard" panose="02000503000000020004" pitchFamily="2" charset="-127"/>
                <a:ea typeface="Pretendard" panose="02000503000000020004" pitchFamily="2" charset="-127"/>
                <a:cs typeface="Pretendard" panose="02000503000000020004" pitchFamily="2" charset="-127"/>
              </a:rPr>
              <a:t>atent space</a:t>
            </a:r>
            <a:r>
              <a:rPr lang="en-KR" dirty="0">
                <a:latin typeface="Pretendard" panose="02000503000000020004" pitchFamily="2" charset="-127"/>
                <a:ea typeface="Pretendard" panose="02000503000000020004" pitchFamily="2" charset="-127"/>
                <a:cs typeface="Pretendard" panose="02000503000000020004" pitchFamily="2" charset="-127"/>
              </a:rPr>
              <a:t>?</a:t>
            </a:r>
          </a:p>
        </p:txBody>
      </p:sp>
      <p:sp>
        <p:nvSpPr>
          <p:cNvPr id="13" name="TextBox 12">
            <a:extLst>
              <a:ext uri="{FF2B5EF4-FFF2-40B4-BE49-F238E27FC236}">
                <a16:creationId xmlns:a16="http://schemas.microsoft.com/office/drawing/2014/main" id="{9CED872C-C674-D9F7-FF2B-B71FBD36EDF5}"/>
              </a:ext>
            </a:extLst>
          </p:cNvPr>
          <p:cNvSpPr txBox="1"/>
          <p:nvPr/>
        </p:nvSpPr>
        <p:spPr>
          <a:xfrm>
            <a:off x="3471333" y="3874364"/>
            <a:ext cx="8551334" cy="1200329"/>
          </a:xfrm>
          <a:prstGeom prst="rect">
            <a:avLst/>
          </a:prstGeom>
          <a:noFill/>
        </p:spPr>
        <p:txBody>
          <a:bodyPr wrap="square" lIns="0" rIns="0" rtlCol="0">
            <a:spAutoFit/>
          </a:bodyPr>
          <a:lstStyle/>
          <a:p>
            <a:pPr algn="ctr"/>
            <a:r>
              <a:rPr lang="en-KR" dirty="0">
                <a:latin typeface="Pretendard" panose="02000503000000020004" pitchFamily="2" charset="-127"/>
                <a:ea typeface="Pretendard" panose="02000503000000020004" pitchFamily="2" charset="-127"/>
                <a:cs typeface="Pretendard" panose="02000503000000020004" pitchFamily="2" charset="-127"/>
              </a:rPr>
              <a:t>DDPM deals with unconditional generation. What about </a:t>
            </a:r>
            <a:r>
              <a:rPr lang="en-KR" b="1" dirty="0">
                <a:latin typeface="Pretendard" panose="02000503000000020004" pitchFamily="2" charset="-127"/>
                <a:ea typeface="Pretendard" panose="02000503000000020004" pitchFamily="2" charset="-127"/>
                <a:cs typeface="Pretendard" panose="02000503000000020004" pitchFamily="2" charset="-127"/>
              </a:rPr>
              <a:t>conditional generation</a:t>
            </a:r>
            <a:r>
              <a:rPr lang="en-KR" dirty="0">
                <a:latin typeface="Pretendard" panose="02000503000000020004" pitchFamily="2" charset="-127"/>
                <a:ea typeface="Pretendard" panose="02000503000000020004" pitchFamily="2" charset="-127"/>
                <a:cs typeface="Pretendard" panose="02000503000000020004" pitchFamily="2" charset="-127"/>
              </a:rPr>
              <a:t>?</a:t>
            </a:r>
            <a:br>
              <a:rPr lang="en-KR" dirty="0">
                <a:latin typeface="Pretendard" panose="02000503000000020004" pitchFamily="2" charset="-127"/>
                <a:ea typeface="Pretendard" panose="02000503000000020004" pitchFamily="2" charset="-127"/>
                <a:cs typeface="Pretendard" panose="02000503000000020004" pitchFamily="2" charset="-127"/>
              </a:rPr>
            </a:br>
            <a:endParaRPr lang="en-KR" dirty="0">
              <a:latin typeface="Pretendard" panose="02000503000000020004" pitchFamily="2" charset="-127"/>
              <a:ea typeface="Pretendard" panose="02000503000000020004" pitchFamily="2" charset="-127"/>
              <a:cs typeface="Pretendard" panose="02000503000000020004" pitchFamily="2" charset="-127"/>
            </a:endParaRPr>
          </a:p>
          <a:p>
            <a:pPr algn="ctr"/>
            <a:r>
              <a:rPr lang="en-KR" dirty="0">
                <a:latin typeface="Pretendard" panose="02000503000000020004" pitchFamily="2" charset="-127"/>
                <a:ea typeface="Pretendard" panose="02000503000000020004" pitchFamily="2" charset="-127"/>
                <a:cs typeface="Pretendard" panose="02000503000000020004" pitchFamily="2" charset="-127"/>
              </a:rPr>
              <a:t>DDPM requires a lot of timesteps for sampling.</a:t>
            </a:r>
            <a:br>
              <a:rPr lang="en-KR" dirty="0">
                <a:latin typeface="Pretendard" panose="02000503000000020004" pitchFamily="2" charset="-127"/>
                <a:ea typeface="Pretendard" panose="02000503000000020004" pitchFamily="2" charset="-127"/>
                <a:cs typeface="Pretendard" panose="02000503000000020004" pitchFamily="2" charset="-127"/>
              </a:rPr>
            </a:br>
            <a:r>
              <a:rPr lang="en-KR" dirty="0">
                <a:latin typeface="Pretendard" panose="02000503000000020004" pitchFamily="2" charset="-127"/>
                <a:ea typeface="Pretendard" panose="02000503000000020004" pitchFamily="2" charset="-127"/>
                <a:cs typeface="Pretendard" panose="02000503000000020004" pitchFamily="2" charset="-127"/>
              </a:rPr>
              <a:t>Can we </a:t>
            </a:r>
            <a:r>
              <a:rPr lang="en-KR" b="1" dirty="0">
                <a:latin typeface="Pretendard" panose="02000503000000020004" pitchFamily="2" charset="-127"/>
                <a:ea typeface="Pretendard" panose="02000503000000020004" pitchFamily="2" charset="-127"/>
                <a:cs typeface="Pretendard" panose="02000503000000020004" pitchFamily="2" charset="-127"/>
              </a:rPr>
              <a:t>reduce the number of steps</a:t>
            </a:r>
            <a:r>
              <a:rPr lang="en-KR" dirty="0">
                <a:latin typeface="Pretendard" panose="02000503000000020004" pitchFamily="2" charset="-127"/>
                <a:ea typeface="Pretendard" panose="02000503000000020004" pitchFamily="2" charset="-127"/>
                <a:cs typeface="Pretendard" panose="02000503000000020004" pitchFamily="2" charset="-127"/>
              </a:rPr>
              <a:t>?</a:t>
            </a:r>
          </a:p>
        </p:txBody>
      </p:sp>
      <p:sp>
        <p:nvSpPr>
          <p:cNvPr id="2" name="Down Arrow 1">
            <a:extLst>
              <a:ext uri="{FF2B5EF4-FFF2-40B4-BE49-F238E27FC236}">
                <a16:creationId xmlns:a16="http://schemas.microsoft.com/office/drawing/2014/main" id="{3BBDF38C-EF89-3034-A52A-3D911C39DBEE}"/>
              </a:ext>
            </a:extLst>
          </p:cNvPr>
          <p:cNvSpPr/>
          <p:nvPr/>
        </p:nvSpPr>
        <p:spPr>
          <a:xfrm>
            <a:off x="1464137" y="5236273"/>
            <a:ext cx="1152660" cy="702152"/>
          </a:xfrm>
          <a:prstGeom prst="downArrow">
            <a:avLst>
              <a:gd name="adj1" fmla="val 50000"/>
              <a:gd name="adj2" fmla="val 50000"/>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45720" tIns="45720" rIns="45720" rtlCol="0" anchor="ctr"/>
          <a:lstStyle/>
          <a:p>
            <a:pPr algn="ctr"/>
            <a:endParaRPr lang="en-KR" dirty="0">
              <a:solidFill>
                <a:schemeClr val="tx1"/>
              </a:solidFill>
            </a:endParaRPr>
          </a:p>
        </p:txBody>
      </p:sp>
      <p:sp>
        <p:nvSpPr>
          <p:cNvPr id="4" name="TextBox 3">
            <a:extLst>
              <a:ext uri="{FF2B5EF4-FFF2-40B4-BE49-F238E27FC236}">
                <a16:creationId xmlns:a16="http://schemas.microsoft.com/office/drawing/2014/main" id="{7A9C3C6E-DD04-7111-EBAB-B22234085F85}"/>
              </a:ext>
            </a:extLst>
          </p:cNvPr>
          <p:cNvSpPr txBox="1"/>
          <p:nvPr/>
        </p:nvSpPr>
        <p:spPr>
          <a:xfrm>
            <a:off x="1022560" y="5986333"/>
            <a:ext cx="2115964" cy="307777"/>
          </a:xfrm>
          <a:prstGeom prst="rect">
            <a:avLst/>
          </a:prstGeom>
          <a:noFill/>
        </p:spPr>
        <p:txBody>
          <a:bodyPr wrap="none" lIns="0" rIns="0" rtlCol="0">
            <a:spAutoFit/>
          </a:bodyPr>
          <a:lstStyle/>
          <a:p>
            <a:pPr algn="l"/>
            <a:r>
              <a:rPr lang="en-KR" sz="1400" b="1" dirty="0">
                <a:latin typeface="Pretendard SemiBold" panose="02000503000000020004" pitchFamily="2" charset="-127"/>
                <a:ea typeface="Pretendard SemiBold" panose="02000503000000020004" pitchFamily="2" charset="-127"/>
                <a:cs typeface="Pretendard SemiBold" panose="02000503000000020004" pitchFamily="2" charset="-127"/>
              </a:rPr>
              <a:t>Diffusion language model</a:t>
            </a:r>
          </a:p>
        </p:txBody>
      </p:sp>
      <p:pic>
        <p:nvPicPr>
          <p:cNvPr id="17" name="Audio 16">
            <a:extLst>
              <a:ext uri="{FF2B5EF4-FFF2-40B4-BE49-F238E27FC236}">
                <a16:creationId xmlns:a16="http://schemas.microsoft.com/office/drawing/2014/main" id="{2AE7B473-15AA-DB01-0428-5503AC981218}"/>
              </a:ext>
            </a:extLst>
          </p:cNvPr>
          <p:cNvPicPr>
            <a:picLocks noChangeAspect="1"/>
          </p:cNvPicPr>
          <p:nvPr>
            <a:audioFile r:link="rId3"/>
            <p:extLst>
              <p:ext uri="{DAA4B4D4-6D71-4841-9C94-3DE7FCFB9230}">
                <p14:media xmlns:p14="http://schemas.microsoft.com/office/powerpoint/2010/main" r:embed="rId2"/>
              </p:ext>
            </p:extLst>
          </p:nvPr>
        </p:nvPicPr>
        <p:blipFill>
          <a:blip r:embed="rId5"/>
          <a:stretch>
            <a:fillRect/>
          </a:stretch>
        </p:blipFill>
        <p:spPr>
          <a:xfrm>
            <a:off x="11226800" y="5892800"/>
            <a:ext cx="812800" cy="812800"/>
          </a:xfrm>
          <a:prstGeom prst="rect">
            <a:avLst/>
          </a:prstGeom>
        </p:spPr>
      </p:pic>
    </p:spTree>
    <p:custDataLst>
      <p:tags r:id="rId1"/>
    </p:custDataLst>
    <p:extLst>
      <p:ext uri="{BB962C8B-B14F-4D97-AF65-F5344CB8AC3E}">
        <p14:creationId xmlns:p14="http://schemas.microsoft.com/office/powerpoint/2010/main" val="764428669"/>
      </p:ext>
    </p:extLst>
  </p:cSld>
  <p:clrMapOvr>
    <a:masterClrMapping/>
  </p:clrMapOvr>
  <mc:AlternateContent xmlns:mc="http://schemas.openxmlformats.org/markup-compatibility/2006">
    <mc:Choice xmlns:p14="http://schemas.microsoft.com/office/powerpoint/2010/main" Requires="p14">
      <p:transition spd="slow" p14:dur="2000" advTm="67658"/>
    </mc:Choice>
    <mc:Fallback>
      <p:transition spd="slow" advTm="676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9" fill="hold" display="0">
                  <p:stCondLst>
                    <p:cond delay="indefinite"/>
                  </p:stCondLst>
                  <p:endCondLst>
                    <p:cond evt="onStopAudio" delay="0">
                      <p:tgtEl>
                        <p:sldTgt/>
                      </p:tgtEl>
                    </p:cond>
                  </p:endCondLst>
                </p:cTn>
                <p:tgtEl>
                  <p:spTgt spid="17"/>
                </p:tgtEl>
              </p:cMediaNode>
            </p:audio>
          </p:childTnLst>
        </p:cTn>
      </p:par>
    </p:tnLst>
    <p:bldLst>
      <p:bldP spid="8" grpId="0"/>
      <p:bldP spid="12" grpId="0"/>
      <p:bldP spid="13" grpId="0"/>
    </p:bldLst>
  </p:timing>
  <p:extLst>
    <p:ext uri="{3A86A75C-4F4B-4683-9AE1-C65F6400EC91}">
      <p14:laserTraceLst xmlns:p14="http://schemas.microsoft.com/office/powerpoint/2010/main">
        <p14:tracePtLst>
          <p14:tracePt t="163" x="3802063" y="6434138"/>
          <p14:tracePt t="171" x="4114800" y="6121400"/>
          <p14:tracePt t="179" x="4445000" y="5765800"/>
          <p14:tracePt t="187" x="4732338" y="5418138"/>
          <p14:tracePt t="195" x="5062538" y="5054600"/>
          <p14:tracePt t="203" x="5402263" y="4640263"/>
          <p14:tracePt t="211" x="5722938" y="4249738"/>
          <p14:tracePt t="219" x="5867400" y="4122738"/>
          <p14:tracePt t="228" x="6154738" y="3784600"/>
          <p14:tracePt t="236" x="6383338" y="3538538"/>
          <p14:tracePt t="244" x="6459538" y="3462338"/>
          <p14:tracePt t="252" x="6621463" y="3284538"/>
          <p14:tracePt t="260" x="6723063" y="3200400"/>
          <p14:tracePt t="269" x="6799263" y="3124200"/>
          <p14:tracePt t="277" x="6850063" y="3073400"/>
          <p14:tracePt t="285" x="6875463" y="3048000"/>
          <p14:tracePt t="293" x="6891338" y="3030538"/>
          <p14:tracePt t="301" x="6908800" y="3030538"/>
          <p14:tracePt t="310" x="6908800" y="3014663"/>
          <p14:tracePt t="416" x="6908800" y="3030538"/>
          <p14:tracePt t="432" x="6891338" y="3030538"/>
          <p14:tracePt t="442" x="6891338" y="3048000"/>
          <p14:tracePt t="449" x="6875463" y="3048000"/>
          <p14:tracePt t="459" x="6858000" y="3065463"/>
          <p14:tracePt t="465" x="6832600" y="3073400"/>
          <p14:tracePt t="476" x="6815138" y="3090863"/>
          <p14:tracePt t="482" x="6773863" y="3106738"/>
          <p14:tracePt t="492" x="6723063" y="3132138"/>
          <p14:tracePt t="498" x="6662738" y="3182938"/>
          <p14:tracePt t="508" x="6621463" y="3208338"/>
          <p14:tracePt t="515" x="6561138" y="3243263"/>
          <p14:tracePt t="524" x="6502400" y="3284538"/>
          <p14:tracePt t="531" x="6443663" y="3327400"/>
          <p14:tracePt t="539" x="6392863" y="3360738"/>
          <p14:tracePt t="547" x="6332538" y="3403600"/>
          <p14:tracePt t="555" x="6291263" y="3436938"/>
          <p14:tracePt t="564" x="6248400" y="3462338"/>
          <p14:tracePt t="572" x="6215063" y="3479800"/>
          <p14:tracePt t="580" x="6189663" y="3513138"/>
          <p14:tracePt t="588" x="6172200" y="3530600"/>
          <p14:tracePt t="604" x="6154738" y="3538538"/>
          <p14:tracePt t="613" x="6138863" y="3538538"/>
          <p14:tracePt t="621" x="6138863" y="3556000"/>
          <p14:tracePt t="646" x="6138863" y="3573463"/>
          <p14:tracePt t="875" x="6154738" y="3573463"/>
          <p14:tracePt t="884" x="6172200" y="3573463"/>
          <p14:tracePt t="892" x="6189663" y="3556000"/>
          <p14:tracePt t="900" x="6215063" y="3556000"/>
          <p14:tracePt t="909" x="6273800" y="3538538"/>
          <p14:tracePt t="916" x="6307138" y="3538538"/>
          <p14:tracePt t="925" x="6367463" y="3538538"/>
          <p14:tracePt t="932" x="6426200" y="3538538"/>
          <p14:tracePt t="942" x="6502400" y="3538538"/>
          <p14:tracePt t="949" x="6561138" y="3538538"/>
          <p14:tracePt t="958" x="6637338" y="3538538"/>
          <p14:tracePt t="965" x="6680200" y="3538538"/>
          <p14:tracePt t="975" x="6723063" y="3538538"/>
          <p14:tracePt t="982" x="6773863" y="3538538"/>
          <p14:tracePt t="992" x="6789738" y="3538538"/>
          <p14:tracePt t="998" x="6799263" y="3538538"/>
          <p14:tracePt t="1008" x="6815138" y="3538538"/>
          <p14:tracePt t="1024" x="6832600" y="3538538"/>
          <p14:tracePt t="1063" x="6832600" y="3530600"/>
          <p14:tracePt t="1072" x="6815138" y="3530600"/>
          <p14:tracePt t="1080" x="6799263" y="3513138"/>
          <p14:tracePt t="1088" x="6773863" y="3497263"/>
          <p14:tracePt t="1096" x="6723063" y="3454400"/>
          <p14:tracePt t="1105" x="6662738" y="3421063"/>
          <p14:tracePt t="1113" x="6621463" y="3378200"/>
          <p14:tracePt t="1121" x="6502400" y="3319463"/>
          <p14:tracePt t="1129" x="6392863" y="3268663"/>
          <p14:tracePt t="1137" x="6265863" y="3208338"/>
          <p14:tracePt t="1146" x="6113463" y="3132138"/>
          <p14:tracePt t="1154" x="5943600" y="3065463"/>
          <p14:tracePt t="1162" x="5689600" y="2938463"/>
          <p14:tracePt t="1171" x="5468938" y="2836863"/>
          <p14:tracePt t="1178" x="5257800" y="2735263"/>
          <p14:tracePt t="1187" x="5003800" y="2598738"/>
          <p14:tracePt t="1195" x="4741863" y="2471738"/>
          <p14:tracePt t="1203" x="4538663" y="2336800"/>
          <p14:tracePt t="1211" x="4351338" y="2217738"/>
          <p14:tracePt t="1220" x="4173538" y="2116138"/>
          <p14:tracePt t="1228" x="3979863" y="1947863"/>
          <p14:tracePt t="1236" x="3810000" y="1846263"/>
          <p14:tracePt t="1244" x="3632200" y="1727200"/>
          <p14:tracePt t="1252" x="3513138" y="1633538"/>
          <p14:tracePt t="1260" x="3454400" y="1592263"/>
          <p14:tracePt t="1269" x="3335338" y="1516063"/>
          <p14:tracePt t="1277" x="3243263" y="1439863"/>
          <p14:tracePt t="1285" x="3149600" y="1379538"/>
          <p14:tracePt t="1293" x="3090863" y="1320800"/>
          <p14:tracePt t="1302" x="3048000" y="1277938"/>
          <p14:tracePt t="1310" x="3005138" y="1244600"/>
          <p14:tracePt t="1318" x="2971800" y="1227138"/>
          <p14:tracePt t="1326" x="2954338" y="1219200"/>
          <p14:tracePt t="1334" x="2946400" y="1201738"/>
          <p14:tracePt t="1351" x="2928938" y="1201738"/>
          <p14:tracePt t="1867" x="2928938" y="1219200"/>
          <p14:tracePt t="1875" x="2928938" y="1277938"/>
          <p14:tracePt t="1883" x="2928938" y="1363663"/>
          <p14:tracePt t="1892" x="2928938" y="1455738"/>
          <p14:tracePt t="1900" x="2928938" y="1531938"/>
          <p14:tracePt t="1908" x="2928938" y="1608138"/>
          <p14:tracePt t="1916" x="2928938" y="1770063"/>
          <p14:tracePt t="1925" x="2928938" y="1963738"/>
          <p14:tracePt t="1932" x="2928938" y="2209800"/>
          <p14:tracePt t="1942" x="2928938" y="2471738"/>
          <p14:tracePt t="1949" x="2928938" y="2954338"/>
          <p14:tracePt t="1959" x="2928938" y="3327400"/>
          <p14:tracePt t="1965" x="2928938" y="3810000"/>
          <p14:tracePt t="1975" x="2928938" y="4310063"/>
          <p14:tracePt t="1982" x="2928938" y="4529138"/>
          <p14:tracePt t="1992" x="2928938" y="4970463"/>
          <p14:tracePt t="1998" x="2928938" y="5443538"/>
          <p14:tracePt t="2008" x="2895600" y="5824538"/>
          <p14:tracePt t="2015" x="2895600" y="6240463"/>
          <p14:tracePt t="2025" x="2895600" y="6570663"/>
          <p14:tracePt t="2031" x="2895600" y="6840538"/>
          <p14:tracePt t="6770" x="3649663" y="6316663"/>
          <p14:tracePt t="6778" x="4056063" y="5849938"/>
          <p14:tracePt t="6786" x="4470400" y="5308600"/>
          <p14:tracePt t="6794" x="4935538" y="4783138"/>
          <p14:tracePt t="6802" x="5392738" y="4259263"/>
          <p14:tracePt t="6810" x="5808663" y="3725863"/>
          <p14:tracePt t="6818" x="6002338" y="3513138"/>
          <p14:tracePt t="6826" x="6332538" y="3149600"/>
          <p14:tracePt t="6834" x="6604000" y="2870200"/>
          <p14:tracePt t="6843" x="6662738" y="2794000"/>
          <p14:tracePt t="6851" x="6858000" y="2582863"/>
          <p14:tracePt t="6859" x="6951663" y="2471738"/>
          <p14:tracePt t="6867" x="7010400" y="2413000"/>
          <p14:tracePt t="6876" x="7043738" y="2370138"/>
          <p14:tracePt t="6883" x="7053263" y="2354263"/>
          <p14:tracePt t="6892" x="7053263" y="2336800"/>
          <p14:tracePt t="6900" x="7069138" y="2336800"/>
          <p14:tracePt t="7055" x="7069138" y="2354263"/>
          <p14:tracePt t="23034" x="7053263" y="2354263"/>
          <p14:tracePt t="23042" x="6992938" y="2354263"/>
          <p14:tracePt t="23050" x="6891338" y="2354263"/>
          <p14:tracePt t="23059" x="6789738" y="2370138"/>
          <p14:tracePt t="23066" x="6738938" y="2370138"/>
          <p14:tracePt t="23077" x="6637338" y="2370138"/>
          <p14:tracePt t="23083" x="6545263" y="2370138"/>
          <p14:tracePt t="23092" x="6459538" y="2370138"/>
          <p14:tracePt t="23099" x="6392863" y="2370138"/>
          <p14:tracePt t="23109" x="6332538" y="2370138"/>
          <p14:tracePt t="23116" x="6273800" y="2370138"/>
          <p14:tracePt t="23125" x="6248400" y="2354263"/>
          <p14:tracePt t="23132" x="6197600" y="2336800"/>
          <p14:tracePt t="23142" x="6172200" y="2311400"/>
          <p14:tracePt t="23148" x="6154738" y="2293938"/>
          <p14:tracePt t="23158" x="6129338" y="2268538"/>
          <p14:tracePt t="23165" x="6113463" y="2235200"/>
          <p14:tracePt t="23175" x="6078538" y="2209800"/>
          <p14:tracePt t="23181" x="6078538" y="2176463"/>
          <p14:tracePt t="23189" x="6062663" y="2141538"/>
          <p14:tracePt t="23197" x="6053138" y="2100263"/>
          <p14:tracePt t="23206" x="6053138" y="2039938"/>
          <p14:tracePt t="23214" x="6053138" y="1963738"/>
          <p14:tracePt t="23222" x="6053138" y="1922463"/>
          <p14:tracePt t="23230" x="6053138" y="1803400"/>
          <p14:tracePt t="23239" x="6053138" y="1693863"/>
          <p14:tracePt t="23246" x="6053138" y="1651000"/>
          <p14:tracePt t="23255" x="6053138" y="1549400"/>
          <p14:tracePt t="23263" x="6053138" y="1473200"/>
          <p14:tracePt t="23271" x="6062663" y="1397000"/>
          <p14:tracePt t="23280" x="6113463" y="1320800"/>
          <p14:tracePt t="23287" x="6129338" y="1277938"/>
          <p14:tracePt t="23296" x="6154738" y="1227138"/>
          <p14:tracePt t="23304" x="6197600" y="1201738"/>
          <p14:tracePt t="23312" x="6273800" y="1143000"/>
          <p14:tracePt t="23320" x="6350000" y="1109663"/>
          <p14:tracePt t="23329" x="6459538" y="1084263"/>
          <p14:tracePt t="23337" x="6596063" y="1066800"/>
          <p14:tracePt t="23345" x="6738938" y="1049338"/>
          <p14:tracePt t="23353" x="6985000" y="1023938"/>
          <p14:tracePt t="23361" x="7180263" y="1023938"/>
          <p14:tracePt t="23370" x="7416800" y="1023938"/>
          <p14:tracePt t="23378" x="7653338" y="1023938"/>
          <p14:tracePt t="23386" x="7848600" y="1023938"/>
          <p14:tracePt t="23394" x="8051800" y="1084263"/>
          <p14:tracePt t="23402" x="8229600" y="1185863"/>
          <p14:tracePt t="23410" x="8272463" y="1219200"/>
          <p14:tracePt t="23419" x="8389938" y="1287463"/>
          <p14:tracePt t="23427" x="8483600" y="1354138"/>
          <p14:tracePt t="23435" x="8526463" y="1397000"/>
          <p14:tracePt t="23443" x="8542338" y="1439863"/>
          <p14:tracePt t="23451" x="8559800" y="1455738"/>
          <p14:tracePt t="23460" x="8577263" y="1498600"/>
          <p14:tracePt t="23468" x="8577263" y="1531938"/>
          <p14:tracePt t="23476" x="8577263" y="1549400"/>
          <p14:tracePt t="23485" x="8577263" y="1574800"/>
          <p14:tracePt t="23493" x="8559800" y="1633538"/>
          <p14:tracePt t="23501" x="8516938" y="1693863"/>
          <p14:tracePt t="23509" x="8424863" y="1770063"/>
          <p14:tracePt t="23517" x="8305800" y="1887538"/>
          <p14:tracePt t="23526" x="8135938" y="2014538"/>
          <p14:tracePt t="23534" x="7958138" y="2133600"/>
          <p14:tracePt t="23542" x="7747000" y="2268538"/>
          <p14:tracePt t="23550" x="7569200" y="2354263"/>
          <p14:tracePt t="23559" x="7459663" y="2387600"/>
          <p14:tracePt t="23567" x="7340600" y="2463800"/>
          <p14:tracePt t="23576" x="7205663" y="2489200"/>
          <p14:tracePt t="23583" x="7104063" y="2506663"/>
          <p14:tracePt t="23592" x="6992938" y="2522538"/>
          <p14:tracePt t="23599" x="6967538" y="2522538"/>
          <p14:tracePt t="23609" x="6926263" y="2522538"/>
          <p14:tracePt t="23616" x="6908800" y="2522538"/>
          <p14:tracePt t="23626" x="6891338" y="2489200"/>
          <p14:tracePt t="23632" x="6891338" y="2463800"/>
          <p14:tracePt t="23642" x="6891338" y="2430463"/>
          <p14:tracePt t="23648" x="6891338" y="2405063"/>
          <p14:tracePt t="23659" x="6891338" y="2370138"/>
          <p14:tracePt t="23664" x="6891338" y="2311400"/>
          <p14:tracePt t="23675" x="6891338" y="2252663"/>
          <p14:tracePt t="23681" x="6891338" y="2217738"/>
          <p14:tracePt t="23692" x="6926263" y="2159000"/>
          <p14:tracePt t="23697" x="6934200" y="2116138"/>
          <p14:tracePt t="23709" x="6951663" y="2082800"/>
          <p14:tracePt t="23714" x="6967538" y="2039938"/>
          <p14:tracePt t="23726" x="6992938" y="1998663"/>
          <p14:tracePt t="23730" x="7043738" y="1938338"/>
          <p14:tracePt t="25009" x="7027863" y="1938338"/>
          <p14:tracePt t="25017" x="6992938" y="1938338"/>
          <p14:tracePt t="25025" x="6934200" y="1938338"/>
          <p14:tracePt t="25034" x="6875463" y="1938338"/>
          <p14:tracePt t="25044" x="6815138" y="1922463"/>
          <p14:tracePt t="25051" x="6738938" y="1905000"/>
          <p14:tracePt t="25059" x="6680200" y="1887538"/>
          <p14:tracePt t="25066" x="6621463" y="1887538"/>
          <p14:tracePt t="25076" x="6578600" y="1862138"/>
          <p14:tracePt t="25083" x="6527800" y="1862138"/>
          <p14:tracePt t="25092" x="6469063" y="1846263"/>
          <p14:tracePt t="25099" x="6443663" y="1846263"/>
          <p14:tracePt t="25109" x="6408738" y="1828800"/>
          <p14:tracePt t="25115" x="6383338" y="1811338"/>
          <p14:tracePt t="25126" x="6350000" y="1803400"/>
          <p14:tracePt t="25132" x="6324600" y="1785938"/>
          <p14:tracePt t="25148" x="6307138" y="1770063"/>
          <p14:tracePt t="25156" x="6291263" y="1770063"/>
          <p14:tracePt t="25165" x="6273800" y="1752600"/>
          <p14:tracePt t="25175" x="6265863" y="1744663"/>
          <p14:tracePt t="25197" x="6248400" y="1744663"/>
          <p14:tracePt t="25206" x="6248400" y="1727200"/>
          <p14:tracePt t="25230" x="6230938" y="1727200"/>
          <p14:tracePt t="25263" x="6215063" y="1727200"/>
          <p14:tracePt t="25288" x="6197600" y="1709738"/>
          <p14:tracePt t="25304" x="6189663" y="1709738"/>
          <p14:tracePt t="25312" x="6172200" y="1709738"/>
          <p14:tracePt t="25321" x="6138863" y="1709738"/>
          <p14:tracePt t="25329" x="6138863" y="1693863"/>
          <p14:tracePt t="25337" x="6113463" y="1693863"/>
          <p14:tracePt t="25345" x="6078538" y="1693863"/>
          <p14:tracePt t="25353" x="6078538" y="1684338"/>
          <p14:tracePt t="25362" x="6053138" y="1684338"/>
          <p14:tracePt t="25370" x="6037263" y="1668463"/>
          <p14:tracePt t="25378" x="6019800" y="1668463"/>
          <p14:tracePt t="25386" x="6002338" y="1668463"/>
          <p14:tracePt t="25402" x="6002338" y="1651000"/>
          <p14:tracePt t="25451" x="6002338" y="1633538"/>
          <p14:tracePt t="25484" x="6002338" y="1617663"/>
          <p14:tracePt t="25509" x="6019800" y="1617663"/>
          <p14:tracePt t="25518" x="6037263" y="1617663"/>
          <p14:tracePt t="25525" x="6053138" y="1617663"/>
          <p14:tracePt t="25542" x="6078538" y="1617663"/>
          <p14:tracePt t="25550" x="6113463" y="1617663"/>
          <p14:tracePt t="25559" x="6129338" y="1617663"/>
          <p14:tracePt t="25566" x="6172200" y="1617663"/>
          <p14:tracePt t="25576" x="6197600" y="1617663"/>
          <p14:tracePt t="25583" x="6265863" y="1617663"/>
          <p14:tracePt t="25592" x="6324600" y="1617663"/>
          <p14:tracePt t="25599" x="6383338" y="1617663"/>
          <p14:tracePt t="25609" x="6459538" y="1617663"/>
          <p14:tracePt t="25616" x="6519863" y="1608138"/>
          <p14:tracePt t="25625" x="6637338" y="1608138"/>
          <p14:tracePt t="25632" x="6680200" y="1608138"/>
          <p14:tracePt t="25641" x="6789738" y="1608138"/>
          <p14:tracePt t="25649" x="6926263" y="1608138"/>
          <p14:tracePt t="25658" x="6967538" y="1608138"/>
          <p14:tracePt t="25664" x="7053263" y="1608138"/>
          <p14:tracePt t="25673" x="7145338" y="1608138"/>
          <p14:tracePt t="25681" x="7239000" y="1592263"/>
          <p14:tracePt t="25690" x="7315200" y="1574800"/>
          <p14:tracePt t="25697" x="7391400" y="1557338"/>
          <p14:tracePt t="25706" x="7450138" y="1557338"/>
          <p14:tracePt t="25714" x="7518400" y="1549400"/>
          <p14:tracePt t="25722" x="7586663" y="1531938"/>
          <p14:tracePt t="25730" x="7645400" y="1516063"/>
          <p14:tracePt t="25739" x="7764463" y="1498600"/>
          <p14:tracePt t="25746" x="7848600" y="1481138"/>
          <p14:tracePt t="28933" x="7848600" y="1498600"/>
          <p14:tracePt t="28942" x="7899400" y="1557338"/>
          <p14:tracePt t="28949" x="7958138" y="1633538"/>
          <p14:tracePt t="28961" x="8001000" y="1668463"/>
          <p14:tracePt t="28966" x="8034338" y="1709738"/>
          <p14:tracePt t="28976" x="8059738" y="1744663"/>
          <p14:tracePt t="28982" x="8094663" y="1752600"/>
          <p14:tracePt t="28992" x="8110538" y="1770063"/>
          <p14:tracePt t="28999" x="8153400" y="1811338"/>
          <p14:tracePt t="29009" x="8212138" y="1846263"/>
          <p14:tracePt t="29015" x="8247063" y="1879600"/>
          <p14:tracePt t="29025" x="8305800" y="1887538"/>
          <p14:tracePt t="29032" x="8364538" y="1922463"/>
          <p14:tracePt t="29041" x="8424863" y="1922463"/>
          <p14:tracePt t="29050" x="8483600" y="1938338"/>
          <p14:tracePt t="29056" x="8526463" y="1947863"/>
          <p14:tracePt t="29064" x="8577263" y="1963738"/>
          <p14:tracePt t="29073" x="8618538" y="1963738"/>
          <p14:tracePt t="29081" x="8643938" y="1981200"/>
          <p14:tracePt t="29089" x="8678863" y="1981200"/>
          <p14:tracePt t="29097" x="8694738" y="1981200"/>
          <p14:tracePt t="29106" x="8712200" y="1981200"/>
          <p14:tracePt t="29114" x="8712200" y="1998663"/>
          <p14:tracePt t="29122" x="8720138" y="1998663"/>
          <p14:tracePt t="29130" x="8737600" y="1998663"/>
          <p14:tracePt t="29687" x="8636000" y="2100263"/>
          <p14:tracePt t="29696" x="8501063" y="2252663"/>
          <p14:tracePt t="29704" x="8331200" y="2430463"/>
          <p14:tracePt t="29712" x="8153400" y="2598738"/>
          <p14:tracePt t="29720" x="7975600" y="2801938"/>
          <p14:tracePt t="29728" x="7645400" y="3167063"/>
          <p14:tracePt t="29737" x="7281863" y="3530600"/>
          <p14:tracePt t="29745" x="6926263" y="3886200"/>
          <p14:tracePt t="29753" x="6527800" y="4310063"/>
          <p14:tracePt t="29761" x="6392863" y="4452938"/>
          <p14:tracePt t="29769" x="6062663" y="4833938"/>
          <p14:tracePt t="29777" x="5799138" y="5113338"/>
          <p14:tracePt t="29786" x="5570538" y="5376863"/>
          <p14:tracePt t="29794" x="5359400" y="5580063"/>
          <p14:tracePt t="29802" x="5199063" y="5748338"/>
          <p14:tracePt t="29810" x="5046663" y="5910263"/>
          <p14:tracePt t="29819" x="5003800" y="5961063"/>
          <p14:tracePt t="29827" x="4894263" y="6078538"/>
          <p14:tracePt t="29835" x="4792663" y="6180138"/>
          <p14:tracePt t="29843" x="4716463" y="6256338"/>
          <p14:tracePt t="29851" x="4622800" y="6332538"/>
          <p14:tracePt t="29860" x="4546600" y="6375400"/>
          <p14:tracePt t="29868" x="4487863" y="6434138"/>
          <p14:tracePt t="29876" x="4343400" y="6527800"/>
          <p14:tracePt t="29884" x="4275138" y="6570663"/>
          <p14:tracePt t="29893" x="4173538" y="6621463"/>
          <p14:tracePt t="29900" x="4081463" y="6680200"/>
          <p14:tracePt t="29909" x="3979863" y="6738938"/>
          <p14:tracePt t="29917" x="3878263" y="6781800"/>
          <p14:tracePt t="29926" x="3751263" y="6840538"/>
          <p14:tracePt t="30820" x="3632200" y="6604000"/>
          <p14:tracePt t="30828" x="3886200" y="6375400"/>
          <p14:tracePt t="30835" x="3995738" y="6256338"/>
          <p14:tracePt t="30844" x="4208463" y="6019800"/>
          <p14:tracePt t="30852" x="4411663" y="5808663"/>
          <p14:tracePt t="30861" x="4564063" y="5638800"/>
          <p14:tracePt t="30868" x="4622800" y="5595938"/>
          <p14:tracePt t="30876" x="4732338" y="5461000"/>
          <p14:tracePt t="30884" x="4833938" y="5376863"/>
          <p14:tracePt t="30893" x="4910138" y="5300663"/>
          <p14:tracePt t="30900" x="4953000" y="5249863"/>
          <p14:tracePt t="30909" x="5011738" y="5207000"/>
          <p14:tracePt t="30917" x="5029200" y="5189538"/>
          <p14:tracePt t="30926" x="5122863" y="5148263"/>
          <p14:tracePt t="40838" x="5105400" y="5173663"/>
          <p14:tracePt t="40846" x="4910138" y="5519738"/>
          <p14:tracePt t="40855" x="4741863" y="5808663"/>
          <p14:tracePt t="40863" x="4597400" y="6078538"/>
          <p14:tracePt t="40871" x="4503738" y="6215063"/>
          <p14:tracePt t="40879" x="4462463" y="6316663"/>
          <p14:tracePt t="40887" x="4411663" y="6375400"/>
          <p14:tracePt t="40896" x="4386263" y="6426200"/>
          <p14:tracePt t="40904" x="4351338" y="6451600"/>
          <p14:tracePt t="40912" x="4275138" y="6545263"/>
          <p14:tracePt t="40920" x="4216400" y="6621463"/>
          <p14:tracePt t="40928" x="4173538" y="6646863"/>
          <p14:tracePt t="40937" x="4132263" y="6680200"/>
          <p14:tracePt t="40945" x="4114800" y="6697663"/>
          <p14:tracePt t="40953" x="4071938" y="6705600"/>
          <p14:tracePt t="40961" x="4038600" y="6738938"/>
          <p14:tracePt t="40969" x="3944938" y="6764338"/>
          <p14:tracePt t="40978" x="3903663" y="6781800"/>
          <p14:tracePt t="40986" x="3810000" y="6815138"/>
          <p14:tracePt t="40994" x="3725863" y="6840538"/>
          <p14:tracePt t="41594" x="3919538" y="6570663"/>
          <p14:tracePt t="41602" x="4157663" y="6408738"/>
          <p14:tracePt t="41610" x="4411663" y="6273800"/>
          <p14:tracePt t="41618" x="4640263" y="6103938"/>
          <p14:tracePt t="41627" x="4868863" y="5986463"/>
          <p14:tracePt t="41634" x="5046663" y="5884863"/>
          <p14:tracePt t="41642" x="5164138" y="5824538"/>
          <p14:tracePt t="41650" x="5359400" y="5765800"/>
          <p14:tracePt t="41659" x="5494338" y="5707063"/>
          <p14:tracePt t="41666" x="5689600" y="5707063"/>
          <p14:tracePt t="66480" x="5664200" y="5707063"/>
          <p14:tracePt t="66489" x="5588000" y="5707063"/>
          <p14:tracePt t="66497" x="5478463" y="5707063"/>
          <p14:tracePt t="66505" x="5316538" y="5773738"/>
          <p14:tracePt t="66513" x="5062538" y="5900738"/>
          <p14:tracePt t="66522" x="4818063" y="6062663"/>
          <p14:tracePt t="66530" x="4564063" y="6197600"/>
          <p14:tracePt t="66538" x="4386263" y="6316663"/>
          <p14:tracePt t="66546" x="4216400" y="6426200"/>
          <p14:tracePt t="66554" x="4097338" y="6484938"/>
          <p14:tracePt t="66563" x="3843338" y="6621463"/>
          <p14:tracePt t="66571" x="3665538" y="6723063"/>
          <p14:tracePt t="66579" x="3497263" y="6799263"/>
          <p14:tracePt t="66587" x="3411538" y="6824663"/>
        </p14:tracePtLst>
      </p14:laserTraceLst>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B4981B-A76D-0E2C-074D-FDD859975E77}"/>
              </a:ext>
            </a:extLst>
          </p:cNvPr>
          <p:cNvSpPr>
            <a:spLocks noGrp="1"/>
          </p:cNvSpPr>
          <p:nvPr>
            <p:ph type="body" sz="quarter" idx="10"/>
          </p:nvPr>
        </p:nvSpPr>
        <p:spPr/>
        <p:txBody>
          <a:bodyPr/>
          <a:lstStyle/>
          <a:p>
            <a:r>
              <a:rPr lang="en-US" dirty="0"/>
              <a:t>Yejoon Lee</a:t>
            </a:r>
          </a:p>
        </p:txBody>
      </p:sp>
      <p:sp>
        <p:nvSpPr>
          <p:cNvPr id="11" name="Text Placeholder 10">
            <a:extLst>
              <a:ext uri="{FF2B5EF4-FFF2-40B4-BE49-F238E27FC236}">
                <a16:creationId xmlns:a16="http://schemas.microsoft.com/office/drawing/2014/main" id="{43FE5C2F-CC4B-69D5-6C7D-8A76A017BBA7}"/>
              </a:ext>
            </a:extLst>
          </p:cNvPr>
          <p:cNvSpPr>
            <a:spLocks noGrp="1"/>
          </p:cNvSpPr>
          <p:nvPr>
            <p:ph type="body" sz="quarter" idx="11"/>
          </p:nvPr>
        </p:nvSpPr>
        <p:spPr>
          <a:xfrm>
            <a:off x="619125" y="3990975"/>
            <a:ext cx="1994088" cy="313932"/>
          </a:xfrm>
        </p:spPr>
        <p:txBody>
          <a:bodyPr/>
          <a:lstStyle/>
          <a:p>
            <a:r>
              <a:rPr lang="en-US" dirty="0" err="1"/>
              <a:t>leeyejoon@snu.ac.kr</a:t>
            </a:r>
            <a:endParaRPr lang="en-US" dirty="0"/>
          </a:p>
        </p:txBody>
      </p:sp>
      <p:pic>
        <p:nvPicPr>
          <p:cNvPr id="2" name="Picture 1" descr="정장 - 대학상징 - 대학소개 - 서울대학교">
            <a:extLst>
              <a:ext uri="{FF2B5EF4-FFF2-40B4-BE49-F238E27FC236}">
                <a16:creationId xmlns:a16="http://schemas.microsoft.com/office/drawing/2014/main" id="{702E2321-423B-71D8-EEC4-9AD6CA66F3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1088" y="5858852"/>
            <a:ext cx="617768" cy="64092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6A86F8B-64E3-1646-059B-B68DFC881E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451" y="5901343"/>
            <a:ext cx="949740" cy="555945"/>
          </a:xfrm>
          <a:prstGeom prst="rect">
            <a:avLst/>
          </a:prstGeom>
          <a:noFill/>
          <a:extLst>
            <a:ext uri="{909E8E84-426E-40DD-AFC4-6F175D3DCCD1}">
              <a14:hiddenFill xmlns:a14="http://schemas.microsoft.com/office/drawing/2010/main">
                <a:solidFill>
                  <a:srgbClr val="FFFFFF"/>
                </a:solidFill>
              </a14:hiddenFill>
            </a:ext>
          </a:extLst>
        </p:spPr>
      </p:pic>
      <p:pic>
        <p:nvPicPr>
          <p:cNvPr id="6" name="Audio 5">
            <a:extLst>
              <a:ext uri="{FF2B5EF4-FFF2-40B4-BE49-F238E27FC236}">
                <a16:creationId xmlns:a16="http://schemas.microsoft.com/office/drawing/2014/main" id="{E4FF47F4-2A62-EA4F-48D0-2D780350179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70131609"/>
      </p:ext>
    </p:extLst>
  </p:cSld>
  <p:clrMapOvr>
    <a:masterClrMapping/>
  </p:clrMapOvr>
  <mc:AlternateContent xmlns:mc="http://schemas.openxmlformats.org/markup-compatibility/2006">
    <mc:Choice xmlns:p14="http://schemas.microsoft.com/office/powerpoint/2010/main" Requires="p14">
      <p:transition spd="slow" p14:dur="2000" advTm="4640"/>
    </mc:Choice>
    <mc:Fallback>
      <p:transition spd="slow" advTm="4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extLst>
    <p:ext uri="{3A86A75C-4F4B-4683-9AE1-C65F6400EC91}">
      <p14:laserTraceLst xmlns:p14="http://schemas.microsoft.com/office/powerpoint/2010/main">
        <p14:tracePtLst>
          <p14:tracePt t="291" x="3784600" y="6586538"/>
          <p14:tracePt t="301" x="4132263" y="6299200"/>
          <p14:tracePt t="307" x="4487863" y="5969000"/>
          <p14:tracePt t="315" x="4910138" y="5580063"/>
          <p14:tracePt t="323" x="5072063" y="5418138"/>
          <p14:tracePt t="330" x="5392738" y="5105400"/>
          <p14:tracePt t="338" x="5672138" y="4833938"/>
          <p14:tracePt t="347" x="5884863" y="4622800"/>
          <p14:tracePt t="355" x="5976938" y="4546600"/>
          <p14:tracePt t="363" x="6096000" y="4445000"/>
          <p14:tracePt t="372" x="6230938" y="4335463"/>
          <p14:tracePt t="379" x="6291263" y="4275138"/>
          <p14:tracePt t="388" x="6332538" y="4249738"/>
          <p14:tracePt t="396" x="6367463" y="4233863"/>
          <p14:tracePt t="404" x="6383338" y="4233863"/>
          <p14:tracePt t="412" x="6383338" y="4216400"/>
          <p14:tracePt t="428" x="6392863" y="4216400"/>
          <p14:tracePt t="3337" x="6637338" y="4056063"/>
          <p14:tracePt t="3346" x="6875463" y="3843338"/>
          <p14:tracePt t="3354" x="7086600" y="3649663"/>
          <p14:tracePt t="3362" x="7297738" y="3436938"/>
          <p14:tracePt t="3370" x="7475538" y="3268663"/>
          <p14:tracePt t="3378" x="7653338" y="3065463"/>
          <p14:tracePt t="3387" x="7840663" y="2852738"/>
          <p14:tracePt t="3395" x="8170863" y="2489200"/>
          <p14:tracePt t="3403" x="8364538" y="2278063"/>
          <p14:tracePt t="3411" x="8694738" y="1922463"/>
          <p14:tracePt t="3419" x="8966200" y="1651000"/>
          <p14:tracePt t="3428" x="9220200" y="1397000"/>
          <p14:tracePt t="3436" x="9431338" y="1185863"/>
          <p14:tracePt t="3444" x="9491663" y="1125538"/>
          <p14:tracePt t="3452" x="9626600" y="1008063"/>
          <p14:tracePt t="3460" x="9710738" y="931863"/>
          <p14:tracePt t="3468" x="9804400" y="871538"/>
          <p14:tracePt t="3476" x="9847263" y="838200"/>
          <p14:tracePt t="3485" x="9898063" y="795338"/>
          <p14:tracePt t="3493" x="9906000" y="779463"/>
          <p14:tracePt t="3501" x="9939338" y="762000"/>
          <p14:tracePt t="3510" x="9956800" y="762000"/>
          <p14:tracePt t="3518" x="9956800" y="754063"/>
          <p14:tracePt t="3526" x="9974263" y="754063"/>
          <p14:tracePt t="3535" x="9982200" y="754063"/>
          <p14:tracePt t="3542" x="9999663" y="736600"/>
          <p14:tracePt t="3551" x="10015538" y="719138"/>
          <p14:tracePt t="3559" x="10033000" y="719138"/>
          <p14:tracePt t="3575" x="10040938" y="703263"/>
          <p14:tracePt t="3584" x="10058400" y="693738"/>
          <p14:tracePt t="3608" x="10075863" y="693738"/>
          <p14:tracePt t="3618" x="10075863" y="677863"/>
          <p14:tracePt t="3634" x="10101263" y="660400"/>
          <p14:tracePt t="3640" x="10152063" y="617538"/>
          <p14:tracePt t="3650" x="10193338" y="566738"/>
          <p14:tracePt t="3657" x="10269538" y="482600"/>
          <p14:tracePt t="3665" x="10345738" y="388938"/>
          <p14:tracePt t="3673" x="10406063" y="296863"/>
          <p14:tracePt t="3681" x="10482263" y="195263"/>
          <p14:tracePt t="3690" x="10507663" y="134938"/>
          <p14:tracePt t="3698" x="10583863" y="17463"/>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TIMING" val="|13.6|23.3|7.5"/>
</p:tagLst>
</file>

<file path=ppt/tags/tag2.xml><?xml version="1.0" encoding="utf-8"?>
<p:tagLst xmlns:a="http://schemas.openxmlformats.org/drawingml/2006/main" xmlns:r="http://schemas.openxmlformats.org/officeDocument/2006/relationships" xmlns:p="http://schemas.openxmlformats.org/presentationml/2006/main">
  <p:tag name="TIMING" val="|12.5|0.5|0.4"/>
</p:tagLst>
</file>

<file path=ppt/tags/tag3.xml><?xml version="1.0" encoding="utf-8"?>
<p:tagLst xmlns:a="http://schemas.openxmlformats.org/drawingml/2006/main" xmlns:r="http://schemas.openxmlformats.org/officeDocument/2006/relationships" xmlns:p="http://schemas.openxmlformats.org/presentationml/2006/main">
  <p:tag name="TIMING" val="|18.3|20.5|50.5"/>
</p:tagLst>
</file>

<file path=ppt/tags/tag4.xml><?xml version="1.0" encoding="utf-8"?>
<p:tagLst xmlns:a="http://schemas.openxmlformats.org/drawingml/2006/main" xmlns:r="http://schemas.openxmlformats.org/officeDocument/2006/relationships" xmlns:p="http://schemas.openxmlformats.org/presentationml/2006/main">
  <p:tag name="TIMING" val="|6.8"/>
</p:tagLst>
</file>

<file path=ppt/tags/tag5.xml><?xml version="1.0" encoding="utf-8"?>
<p:tagLst xmlns:a="http://schemas.openxmlformats.org/drawingml/2006/main" xmlns:r="http://schemas.openxmlformats.org/officeDocument/2006/relationships" xmlns:p="http://schemas.openxmlformats.org/presentationml/2006/main">
  <p:tag name="TIMING" val="|3.1|1.1"/>
</p:tagLst>
</file>

<file path=ppt/tags/tag6.xml><?xml version="1.0" encoding="utf-8"?>
<p:tagLst xmlns:a="http://schemas.openxmlformats.org/drawingml/2006/main" xmlns:r="http://schemas.openxmlformats.org/officeDocument/2006/relationships" xmlns:p="http://schemas.openxmlformats.org/presentationml/2006/main">
  <p:tag name="TIMING" val="|5.8|10.5|1.3"/>
</p:tagLst>
</file>

<file path=ppt/tags/tag7.xml><?xml version="1.0" encoding="utf-8"?>
<p:tagLst xmlns:a="http://schemas.openxmlformats.org/drawingml/2006/main" xmlns:r="http://schemas.openxmlformats.org/officeDocument/2006/relationships" xmlns:p="http://schemas.openxmlformats.org/presentationml/2006/main">
  <p:tag name="TIMING" val="|9.3|11.3|8.5|8.5|6.4|14|23.2|3.2"/>
</p:tagLst>
</file>

<file path=ppt/tags/tag8.xml><?xml version="1.0" encoding="utf-8"?>
<p:tagLst xmlns:a="http://schemas.openxmlformats.org/drawingml/2006/main" xmlns:r="http://schemas.openxmlformats.org/officeDocument/2006/relationships" xmlns:p="http://schemas.openxmlformats.org/presentationml/2006/main">
  <p:tag name="TIMING" val="|23.8|0.4|0.5|12.3|1.9"/>
</p:tagLst>
</file>

<file path=ppt/tags/tag9.xml><?xml version="1.0" encoding="utf-8"?>
<p:tagLst xmlns:a="http://schemas.openxmlformats.org/drawingml/2006/main" xmlns:r="http://schemas.openxmlformats.org/officeDocument/2006/relationships" xmlns:p="http://schemas.openxmlformats.org/presentationml/2006/main">
  <p:tag name="TIMING" val="|24.9|24.5|12.4"/>
</p:tagLst>
</file>

<file path=ppt/tags/tag10.xml><?xml version="1.0" encoding="utf-8"?>
<p:tagLst xmlns:a="http://schemas.openxmlformats.org/drawingml/2006/main" xmlns:r="http://schemas.openxmlformats.org/officeDocument/2006/relationships" xmlns:p="http://schemas.openxmlformats.org/presentationml/2006/main">
  <p:tag name="TIMING" val="|11.3|8.5|8.1|7.8|27.7|25"/>
</p:tagLst>
</file>

<file path=ppt/tags/tag11.xml><?xml version="1.0" encoding="utf-8"?>
<p:tagLst xmlns:a="http://schemas.openxmlformats.org/drawingml/2006/main" xmlns:r="http://schemas.openxmlformats.org/officeDocument/2006/relationships" xmlns:p="http://schemas.openxmlformats.org/presentationml/2006/main">
  <p:tag name="TIMING" val="|13.2|22.8|14.2"/>
</p:tagLst>
</file>

<file path=ppt/tags/tag12.xml><?xml version="1.0" encoding="utf-8"?>
<p:tagLst xmlns:a="http://schemas.openxmlformats.org/drawingml/2006/main" xmlns:r="http://schemas.openxmlformats.org/officeDocument/2006/relationships" xmlns:p="http://schemas.openxmlformats.org/presentationml/2006/main">
  <p:tag name="TIMING" val="|29.1|20.2"/>
</p:tagLst>
</file>

<file path=ppt/tags/tag13.xml><?xml version="1.0" encoding="utf-8"?>
<p:tagLst xmlns:a="http://schemas.openxmlformats.org/drawingml/2006/main" xmlns:r="http://schemas.openxmlformats.org/officeDocument/2006/relationships" xmlns:p="http://schemas.openxmlformats.org/presentationml/2006/main">
  <p:tag name="TIMING" val="|1.7|5.1|0.5|0.5|0.4|0.5|0.5"/>
</p:tagLst>
</file>

<file path=ppt/tags/tag14.xml><?xml version="1.0" encoding="utf-8"?>
<p:tagLst xmlns:a="http://schemas.openxmlformats.org/drawingml/2006/main" xmlns:r="http://schemas.openxmlformats.org/officeDocument/2006/relationships" xmlns:p="http://schemas.openxmlformats.org/presentationml/2006/main">
  <p:tag name="TIMING" val="|0.5|0.6|0.3"/>
</p:tagLst>
</file>

<file path=ppt/tags/tag15.xml><?xml version="1.0" encoding="utf-8"?>
<p:tagLst xmlns:a="http://schemas.openxmlformats.org/drawingml/2006/main" xmlns:r="http://schemas.openxmlformats.org/officeDocument/2006/relationships" xmlns:p="http://schemas.openxmlformats.org/presentationml/2006/main">
  <p:tag name="TIMING" val="|17|29.4"/>
</p:tagLst>
</file>

<file path=ppt/tags/tag16.xml><?xml version="1.0" encoding="utf-8"?>
<p:tagLst xmlns:a="http://schemas.openxmlformats.org/drawingml/2006/main" xmlns:r="http://schemas.openxmlformats.org/officeDocument/2006/relationships" xmlns:p="http://schemas.openxmlformats.org/presentationml/2006/main">
  <p:tag name="TIMING" val="|3.1"/>
</p:tagLst>
</file>

<file path=ppt/tags/tag17.xml><?xml version="1.0" encoding="utf-8"?>
<p:tagLst xmlns:a="http://schemas.openxmlformats.org/drawingml/2006/main" xmlns:r="http://schemas.openxmlformats.org/officeDocument/2006/relationships" xmlns:p="http://schemas.openxmlformats.org/presentationml/2006/main">
  <p:tag name="TIMING" val="|32.9|13.4|3.5|15.9|31"/>
</p:tagLst>
</file>

<file path=ppt/tags/tag18.xml><?xml version="1.0" encoding="utf-8"?>
<p:tagLst xmlns:a="http://schemas.openxmlformats.org/drawingml/2006/main" xmlns:r="http://schemas.openxmlformats.org/officeDocument/2006/relationships" xmlns:p="http://schemas.openxmlformats.org/presentationml/2006/main">
  <p:tag name="TIMING" val="|10.8|6.8|1.2|0.4|0.4|0.7|15.1"/>
</p:tagLst>
</file>

<file path=ppt/tags/tag19.xml><?xml version="1.0" encoding="utf-8"?>
<p:tagLst xmlns:a="http://schemas.openxmlformats.org/drawingml/2006/main" xmlns:r="http://schemas.openxmlformats.org/officeDocument/2006/relationships" xmlns:p="http://schemas.openxmlformats.org/presentationml/2006/main">
  <p:tag name="TIMING" val="|11|7.7|0.5|1"/>
</p:tagLst>
</file>

<file path=ppt/tags/tag20.xml><?xml version="1.0" encoding="utf-8"?>
<p:tagLst xmlns:a="http://schemas.openxmlformats.org/drawingml/2006/main" xmlns:r="http://schemas.openxmlformats.org/officeDocument/2006/relationships" xmlns:p="http://schemas.openxmlformats.org/presentationml/2006/main">
  <p:tag name="TIMING" val="|8.3|0.9|18.5|21.5"/>
</p:tagLst>
</file>

<file path=ppt/tags/tag21.xml><?xml version="1.0" encoding="utf-8"?>
<p:tagLst xmlns:a="http://schemas.openxmlformats.org/drawingml/2006/main" xmlns:r="http://schemas.openxmlformats.org/officeDocument/2006/relationships" xmlns:p="http://schemas.openxmlformats.org/presentationml/2006/main">
  <p:tag name="TIMING" val="|6.6"/>
</p:tagLst>
</file>

<file path=ppt/tags/tag22.xml><?xml version="1.0" encoding="utf-8"?>
<p:tagLst xmlns:a="http://schemas.openxmlformats.org/drawingml/2006/main" xmlns:r="http://schemas.openxmlformats.org/officeDocument/2006/relationships" xmlns:p="http://schemas.openxmlformats.org/presentationml/2006/main">
  <p:tag name="TIMING" val="|24.4|0.8|31.4|13.7|0.3"/>
</p:tagLst>
</file>

<file path=ppt/tags/tag23.xml><?xml version="1.0" encoding="utf-8"?>
<p:tagLst xmlns:a="http://schemas.openxmlformats.org/drawingml/2006/main" xmlns:r="http://schemas.openxmlformats.org/officeDocument/2006/relationships" xmlns:p="http://schemas.openxmlformats.org/presentationml/2006/main">
  <p:tag name="TIMING" val="|11.3|3.1|8.4|9.7|32"/>
</p:tagLst>
</file>

<file path=ppt/tags/tag24.xml><?xml version="1.0" encoding="utf-8"?>
<p:tagLst xmlns:a="http://schemas.openxmlformats.org/drawingml/2006/main" xmlns:r="http://schemas.openxmlformats.org/officeDocument/2006/relationships" xmlns:p="http://schemas.openxmlformats.org/presentationml/2006/main">
  <p:tag name="TIMING" val="|9.7"/>
</p:tagLst>
</file>

<file path=ppt/tags/tag25.xml><?xml version="1.0" encoding="utf-8"?>
<p:tagLst xmlns:a="http://schemas.openxmlformats.org/drawingml/2006/main" xmlns:r="http://schemas.openxmlformats.org/officeDocument/2006/relationships" xmlns:p="http://schemas.openxmlformats.org/presentationml/2006/main">
  <p:tag name="TIMING" val="|16.5|0.4|0.4|23.3"/>
</p:tagLst>
</file>

<file path=ppt/tags/tag26.xml><?xml version="1.0" encoding="utf-8"?>
<p:tagLst xmlns:a="http://schemas.openxmlformats.org/drawingml/2006/main" xmlns:r="http://schemas.openxmlformats.org/officeDocument/2006/relationships" xmlns:p="http://schemas.openxmlformats.org/presentationml/2006/main">
  <p:tag name="TIMING" val="|6.5|24|10.7"/>
</p:tagLst>
</file>

<file path=ppt/theme/theme1.xml><?xml version="1.0" encoding="utf-8"?>
<a:theme xmlns:a="http://schemas.openxmlformats.org/drawingml/2006/main" name="AWS Confidential Light">
  <a:themeElements>
    <a:clrScheme name="AWS_2022_Light">
      <a:dk1>
        <a:srgbClr val="000000"/>
      </a:dk1>
      <a:lt1>
        <a:srgbClr val="FFFFFF"/>
      </a:lt1>
      <a:dk2>
        <a:srgbClr val="232F3E"/>
      </a:dk2>
      <a:lt2>
        <a:srgbClr val="F1F3F3"/>
      </a:lt2>
      <a:accent1>
        <a:srgbClr val="2074D5"/>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45720" tIns="45720" rIns="4572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15" id="{53BDB8A2-CD6C-C749-ABDC-265FF8736D9E}" vid="{EC413510-C8E7-EA4E-AA82-7C61127BDA43}"/>
    </a:ext>
  </a:extLst>
</a:theme>
</file>

<file path=ppt/theme/theme2.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68B642EF64ED0F47B920132EBB4BA1B1" ma:contentTypeVersion="19" ma:contentTypeDescription="새 문서를 만듭니다." ma:contentTypeScope="" ma:versionID="80e348e2e4ab8159d9dc33ee247191d0">
  <xsd:schema xmlns:xsd="http://www.w3.org/2001/XMLSchema" xmlns:xs="http://www.w3.org/2001/XMLSchema" xmlns:p="http://schemas.microsoft.com/office/2006/metadata/properties" xmlns:ns2="bcb2b4a5-cb44-4291-9886-2edaa9e85bdf" xmlns:ns3="e88e242b-24fc-4e0f-9d1e-ff21a8f51232" targetNamespace="http://schemas.microsoft.com/office/2006/metadata/properties" ma:root="true" ma:fieldsID="bb43ea3dc43c3bf6afd2e4364d3117d0" ns2:_="" ns3:_="">
    <xsd:import namespace="bcb2b4a5-cb44-4291-9886-2edaa9e85bdf"/>
    <xsd:import namespace="e88e242b-24fc-4e0f-9d1e-ff21a8f5123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_xbbf8__xb9ac__xbcf4__xae3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b2b4a5-cb44-4291-9886-2edaa9e85b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이미지 태그" ma:readOnly="false" ma:fieldId="{5cf76f15-5ced-4ddc-b409-7134ff3c332f}" ma:taxonomyMulti="true" ma:sspId="2641299d-3420-4534-9c49-27313639e989"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xbbf8__xb9ac__xbcf4__xae30_" ma:index="25" nillable="true" ma:displayName="미리보기" ma:format="Thumbnail" ma:internalName="_xbbf8__xb9ac__xbcf4__xae30_">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88e242b-24fc-4e0f-9d1e-ff21a8f51232"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element name="TaxCatchAll" ma:index="22" nillable="true" ma:displayName="Taxonomy Catch All Column" ma:hidden="true" ma:list="{00543c7f-4928-4de1-899e-5400b04075d5}" ma:internalName="TaxCatchAll" ma:showField="CatchAllData" ma:web="e88e242b-24fc-4e0f-9d1e-ff21a8f5123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8D3ED33-DD31-4F1F-A409-9876B920A0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b2b4a5-cb44-4291-9886-2edaa9e85bdf"/>
    <ds:schemaRef ds:uri="e88e242b-24fc-4e0f-9d1e-ff21a8f512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14D744-C26F-4649-A6D6-5DDDD270EE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AWS Confidential Light</Template>
  <TotalTime>3444</TotalTime>
  <Words>5180</Words>
  <Application>Microsoft Macintosh PowerPoint</Application>
  <PresentationFormat>Widescreen</PresentationFormat>
  <Paragraphs>571</Paragraphs>
  <Slides>46</Slides>
  <Notes>37</Notes>
  <HiddenSlides>0</HiddenSlides>
  <MMClips>46</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Pretendard Medium</vt:lpstr>
      <vt:lpstr>Cambria Math</vt:lpstr>
      <vt:lpstr>Pretendard SemiBold</vt:lpstr>
      <vt:lpstr>Wingdings</vt:lpstr>
      <vt:lpstr>Calibri</vt:lpstr>
      <vt:lpstr>Amazon Ember</vt:lpstr>
      <vt:lpstr>Pretendard Light</vt:lpstr>
      <vt:lpstr>Pretendard</vt:lpstr>
      <vt:lpstr>Arial</vt:lpstr>
      <vt:lpstr>Pretendard Variable Medium</vt:lpstr>
      <vt:lpstr>Pretendard Variable Black</vt:lpstr>
      <vt:lpstr>AWS Confidential Light</vt:lpstr>
      <vt:lpstr>Week 4 - Denoising Diffusion Probabilistic Model</vt:lpstr>
      <vt:lpstr>Review</vt:lpstr>
      <vt:lpstr>Variational Inference</vt:lpstr>
      <vt:lpstr>Latent variable in VAE is a random vector</vt:lpstr>
      <vt:lpstr>Latent variable in DDPM is a Markov chain of random vectors</vt:lpstr>
      <vt:lpstr>Notation in DDPM</vt:lpstr>
      <vt:lpstr>Reverse process and forward process</vt:lpstr>
      <vt:lpstr>Reverse process (denoising)</vt:lpstr>
      <vt:lpstr>Reverse process (denoising)</vt:lpstr>
      <vt:lpstr>Reverse process (denoising)</vt:lpstr>
      <vt:lpstr>Forward process (noising)</vt:lpstr>
      <vt:lpstr>Forward process is NOT trained</vt:lpstr>
      <vt:lpstr>Forward process (noising)</vt:lpstr>
      <vt:lpstr>DDPM admits sampling at an arbitrary timestep</vt:lpstr>
      <vt:lpstr>PowerPoint Presentation</vt:lpstr>
      <vt:lpstr>Training and sampling</vt:lpstr>
      <vt:lpstr>Recap: Latent variable in DDPM is a Markov chain of random vectors</vt:lpstr>
      <vt:lpstr>Variational inference in DDPM (just the same)</vt:lpstr>
      <vt:lpstr>Loss function from variational inference</vt:lpstr>
      <vt:lpstr>Loss function from variational inference</vt:lpstr>
      <vt:lpstr>PowerPoint Presentation</vt:lpstr>
      <vt:lpstr>Loss function from variational inference</vt:lpstr>
      <vt:lpstr>PowerPoint Presentation</vt:lpstr>
      <vt:lpstr>PowerPoint Presentation</vt:lpstr>
      <vt:lpstr>PowerPoint Presentation</vt:lpstr>
      <vt:lpstr>Loss function from variational inference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DDPM</vt:lpstr>
      <vt:lpstr>PowerPoint Presentation</vt:lpstr>
      <vt:lpstr>PowerPoint Presentation</vt:lpstr>
      <vt:lpstr>PowerPoint Presentation</vt:lpstr>
      <vt:lpstr>Upcoming topics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Microsoft Office User</dc:creator>
  <cp:lastModifiedBy>이예준</cp:lastModifiedBy>
  <cp:revision>43</cp:revision>
  <dcterms:created xsi:type="dcterms:W3CDTF">2023-03-29T00:28:06Z</dcterms:created>
  <dcterms:modified xsi:type="dcterms:W3CDTF">2025-08-12T12:23:27Z</dcterms:modified>
</cp:coreProperties>
</file>